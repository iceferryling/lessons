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jpeg" ContentType="image/jpeg"/>
  <Default Extension="JPG" ContentType="image/.jpg"/>
  <Default Extension="png" ContentType="image/png"/>
  <Default Extension="wmf" ContentType="image/x-wmf"/>
  <Default Extension="emf" ContentType="image/x-emf"/>
  <Default Extension="gif" ContentType="image/gi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4"/>
  </p:notesMasterIdLst>
  <p:handoutMasterIdLst>
    <p:handoutMasterId r:id="rId103"/>
  </p:handoutMasterIdLst>
  <p:sldIdLst>
    <p:sldId id="256" r:id="rId3"/>
    <p:sldId id="919" r:id="rId5"/>
    <p:sldId id="921" r:id="rId6"/>
    <p:sldId id="1407" r:id="rId7"/>
    <p:sldId id="1408" r:id="rId8"/>
    <p:sldId id="1409" r:id="rId9"/>
    <p:sldId id="1410" r:id="rId10"/>
    <p:sldId id="1411" r:id="rId11"/>
    <p:sldId id="1412" r:id="rId12"/>
    <p:sldId id="1413" r:id="rId13"/>
    <p:sldId id="1414" r:id="rId14"/>
    <p:sldId id="1415" r:id="rId15"/>
    <p:sldId id="1416" r:id="rId16"/>
    <p:sldId id="1039" r:id="rId17"/>
    <p:sldId id="1069" r:id="rId18"/>
    <p:sldId id="1070" r:id="rId19"/>
    <p:sldId id="1071" r:id="rId20"/>
    <p:sldId id="1072" r:id="rId21"/>
    <p:sldId id="1433" r:id="rId22"/>
    <p:sldId id="1036" r:id="rId23"/>
    <p:sldId id="1037" r:id="rId24"/>
    <p:sldId id="1041" r:id="rId25"/>
    <p:sldId id="1043" r:id="rId26"/>
    <p:sldId id="1049" r:id="rId27"/>
    <p:sldId id="1089" r:id="rId28"/>
    <p:sldId id="1098" r:id="rId29"/>
    <p:sldId id="1100" r:id="rId30"/>
    <p:sldId id="975" r:id="rId31"/>
    <p:sldId id="979" r:id="rId32"/>
    <p:sldId id="980" r:id="rId33"/>
    <p:sldId id="981" r:id="rId34"/>
    <p:sldId id="982" r:id="rId35"/>
    <p:sldId id="983" r:id="rId36"/>
    <p:sldId id="984" r:id="rId37"/>
    <p:sldId id="992" r:id="rId38"/>
    <p:sldId id="1061" r:id="rId39"/>
    <p:sldId id="1059" r:id="rId40"/>
    <p:sldId id="993" r:id="rId41"/>
    <p:sldId id="1062" r:id="rId42"/>
    <p:sldId id="1063" r:id="rId43"/>
    <p:sldId id="995" r:id="rId44"/>
    <p:sldId id="996" r:id="rId45"/>
    <p:sldId id="997" r:id="rId46"/>
    <p:sldId id="1434" r:id="rId47"/>
    <p:sldId id="1083" r:id="rId48"/>
    <p:sldId id="1084" r:id="rId49"/>
    <p:sldId id="1085" r:id="rId50"/>
    <p:sldId id="1086" r:id="rId51"/>
    <p:sldId id="1087" r:id="rId52"/>
    <p:sldId id="1088" r:id="rId53"/>
    <p:sldId id="1417" r:id="rId54"/>
    <p:sldId id="1090" r:id="rId55"/>
    <p:sldId id="1110" r:id="rId56"/>
    <p:sldId id="1111" r:id="rId57"/>
    <p:sldId id="1419" r:id="rId58"/>
    <p:sldId id="1112" r:id="rId59"/>
    <p:sldId id="1418" r:id="rId60"/>
    <p:sldId id="1113" r:id="rId61"/>
    <p:sldId id="1130" r:id="rId62"/>
    <p:sldId id="1114" r:id="rId63"/>
    <p:sldId id="1115" r:id="rId64"/>
    <p:sldId id="1116" r:id="rId65"/>
    <p:sldId id="1117" r:id="rId66"/>
    <p:sldId id="1123" r:id="rId67"/>
    <p:sldId id="1435" r:id="rId68"/>
    <p:sldId id="1046" r:id="rId69"/>
    <p:sldId id="1420" r:id="rId70"/>
    <p:sldId id="1421" r:id="rId71"/>
    <p:sldId id="988" r:id="rId72"/>
    <p:sldId id="1422" r:id="rId73"/>
    <p:sldId id="991" r:id="rId74"/>
    <p:sldId id="1050" r:id="rId75"/>
    <p:sldId id="1423" r:id="rId76"/>
    <p:sldId id="994" r:id="rId77"/>
    <p:sldId id="1424" r:id="rId78"/>
    <p:sldId id="1000" r:id="rId79"/>
    <p:sldId id="1001" r:id="rId80"/>
    <p:sldId id="1002" r:id="rId81"/>
    <p:sldId id="1080" r:id="rId82"/>
    <p:sldId id="1081" r:id="rId83"/>
    <p:sldId id="1082" r:id="rId84"/>
    <p:sldId id="1427" r:id="rId85"/>
    <p:sldId id="1428" r:id="rId86"/>
    <p:sldId id="1429" r:id="rId87"/>
    <p:sldId id="1430" r:id="rId88"/>
    <p:sldId id="1431" r:id="rId89"/>
    <p:sldId id="1432" r:id="rId90"/>
    <p:sldId id="1436" r:id="rId91"/>
    <p:sldId id="787" r:id="rId92"/>
    <p:sldId id="796" r:id="rId93"/>
    <p:sldId id="788" r:id="rId94"/>
    <p:sldId id="792" r:id="rId95"/>
    <p:sldId id="797" r:id="rId96"/>
    <p:sldId id="790" r:id="rId97"/>
    <p:sldId id="795" r:id="rId98"/>
    <p:sldId id="726" r:id="rId99"/>
    <p:sldId id="785" r:id="rId100"/>
    <p:sldId id="727" r:id="rId101"/>
    <p:sldId id="786" r:id="rId102"/>
  </p:sldIdLst>
  <p:sldSz cx="12192000" cy="6858000"/>
  <p:notesSz cx="6757670" cy="9865995"/>
  <p:defaultTextStyle>
    <a:defPPr>
      <a:defRPr lang="en-US"/>
    </a:defPPr>
    <a:lvl1pPr marL="0" lvl="0"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1pPr>
    <a:lvl2pPr marL="457200" lvl="1"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5pPr>
    <a:lvl6pPr marL="2286000" lvl="5"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6pPr>
    <a:lvl7pPr marL="2743200" lvl="6"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7pPr>
    <a:lvl8pPr marL="3200400" lvl="7"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8pPr>
    <a:lvl9pPr marL="3657600" lvl="8"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90204" pitchFamily="34" charset="0"/>
        <a:ea typeface="宋体" pitchFamily="2" charset="-122"/>
        <a:cs typeface="+mn-cs"/>
      </a:defRPr>
    </a:lvl9pPr>
  </p:defaultTextStyle>
  <p:extLst>
    <p:ext uri="{EFAFB233-063F-42B5-8137-9DF3F51BA10A}">
      <p15:sldGuideLst xmlns:p15="http://schemas.microsoft.com/office/powerpoint/2012/main">
        <p15:guide id="1" orient="horz" pos="2115" userDrawn="1">
          <p15:clr>
            <a:srgbClr val="A4A3A4"/>
          </p15:clr>
        </p15:guide>
        <p15:guide id="2" pos="387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2838BEF-8BB2-4498-84A7-C5851F593DF1}" styleName="中度样式 4 - 强调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7764"/>
    <p:restoredTop sz="86509"/>
  </p:normalViewPr>
  <p:slideViewPr>
    <p:cSldViewPr showGuides="1">
      <p:cViewPr varScale="1">
        <p:scale>
          <a:sx n="107" d="100"/>
          <a:sy n="107" d="100"/>
        </p:scale>
        <p:origin x="1456" y="176"/>
      </p:cViewPr>
      <p:guideLst>
        <p:guide orient="horz" pos="2115"/>
        <p:guide pos="3870"/>
      </p:guideLst>
    </p:cSldViewPr>
  </p:slideViewPr>
  <p:outlineViewPr>
    <p:cViewPr>
      <p:scale>
        <a:sx n="25" d="100"/>
        <a:sy n="25" d="100"/>
      </p:scale>
      <p:origin x="0" y="0"/>
    </p:cViewPr>
  </p:outlineViewPr>
  <p:notesTextViewPr>
    <p:cViewPr>
      <p:scale>
        <a:sx n="100" d="100"/>
        <a:sy n="100" d="100"/>
      </p:scale>
      <p:origin x="0" y="0"/>
    </p:cViewPr>
  </p:notesTextViewPr>
  <p:sorterViewPr showFormatting="0">
    <p:cViewPr>
      <p:scale>
        <a:sx n="100" d="100"/>
        <a:sy n="100" d="100"/>
      </p:scale>
      <p:origin x="0" y="189912"/>
    </p:cViewPr>
  </p:sorter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6" Type="http://schemas.openxmlformats.org/officeDocument/2006/relationships/tableStyles" Target="tableStyles.xml"/><Relationship Id="rId105" Type="http://schemas.openxmlformats.org/officeDocument/2006/relationships/viewProps" Target="viewProps.xml"/><Relationship Id="rId104" Type="http://schemas.openxmlformats.org/officeDocument/2006/relationships/presProps" Target="presProps.xml"/><Relationship Id="rId103" Type="http://schemas.openxmlformats.org/officeDocument/2006/relationships/handoutMaster" Target="handoutMasters/handoutMaster1.xml"/><Relationship Id="rId102" Type="http://schemas.openxmlformats.org/officeDocument/2006/relationships/slide" Target="slides/slide99.xml"/><Relationship Id="rId101" Type="http://schemas.openxmlformats.org/officeDocument/2006/relationships/slide" Target="slides/slide98.xml"/><Relationship Id="rId100" Type="http://schemas.openxmlformats.org/officeDocument/2006/relationships/slide" Target="slides/slide97.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5.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3906" name="Rectangle 2"/>
          <p:cNvSpPr>
            <a:spLocks noGrp="1" noChangeArrowheads="1"/>
          </p:cNvSpPr>
          <p:nvPr>
            <p:ph type="hdr" sz="quarter"/>
          </p:nvPr>
        </p:nvSpPr>
        <p:spPr bwMode="auto">
          <a:xfrm>
            <a:off x="0" y="0"/>
            <a:ext cx="2928938" cy="493713"/>
          </a:xfrm>
          <a:prstGeom prst="rect">
            <a:avLst/>
          </a:prstGeom>
          <a:noFill/>
          <a:ln w="9525">
            <a:noFill/>
            <a:miter lim="800000"/>
          </a:ln>
          <a:effectLst/>
        </p:spPr>
        <p:txBody>
          <a:bodyPr vert="horz" wrap="square" lIns="91422" tIns="45711" rIns="91422" bIns="45711" numCol="1" anchor="t" anchorCtr="0" compatLnSpc="1"/>
          <a:lstStyle>
            <a:lvl1pPr eaLnBrk="1" hangingPunct="1">
              <a:lnSpc>
                <a:spcPct val="100000"/>
              </a:lnSpc>
              <a:spcBef>
                <a:spcPct val="0"/>
              </a:spcBef>
              <a:spcAft>
                <a:spcPct val="0"/>
              </a:spcAft>
              <a:buClrTx/>
              <a:buSzTx/>
              <a:buFontTx/>
              <a:buNone/>
              <a:defRPr sz="1200">
                <a:latin typeface="Times New Roman" panose="02020503050405090304" pitchFamily="18" charset="0"/>
                <a:ea typeface="宋体"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sp>
        <p:nvSpPr>
          <p:cNvPr id="123907" name="Rectangle 3"/>
          <p:cNvSpPr>
            <a:spLocks noGrp="1" noChangeArrowheads="1"/>
          </p:cNvSpPr>
          <p:nvPr>
            <p:ph type="dt" sz="quarter" idx="1"/>
          </p:nvPr>
        </p:nvSpPr>
        <p:spPr bwMode="auto">
          <a:xfrm>
            <a:off x="3829050" y="0"/>
            <a:ext cx="2928938" cy="493713"/>
          </a:xfrm>
          <a:prstGeom prst="rect">
            <a:avLst/>
          </a:prstGeom>
          <a:noFill/>
          <a:ln w="9525">
            <a:noFill/>
            <a:miter lim="800000"/>
          </a:ln>
          <a:effectLst/>
        </p:spPr>
        <p:txBody>
          <a:bodyPr vert="horz" wrap="square" lIns="91422" tIns="45711" rIns="91422" bIns="45711" numCol="1" anchor="t" anchorCtr="0" compatLnSpc="1"/>
          <a:lstStyle>
            <a:lvl1pPr algn="r" eaLnBrk="1" hangingPunct="1">
              <a:lnSpc>
                <a:spcPct val="100000"/>
              </a:lnSpc>
              <a:spcBef>
                <a:spcPct val="0"/>
              </a:spcBef>
              <a:spcAft>
                <a:spcPct val="0"/>
              </a:spcAft>
              <a:buClrTx/>
              <a:buSzTx/>
              <a:buFontTx/>
              <a:buNone/>
              <a:defRPr sz="1200">
                <a:latin typeface="Times New Roman" panose="02020503050405090304" pitchFamily="18" charset="0"/>
                <a:ea typeface="宋体"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sp>
        <p:nvSpPr>
          <p:cNvPr id="123908" name="Rectangle 4"/>
          <p:cNvSpPr>
            <a:spLocks noGrp="1" noChangeArrowheads="1"/>
          </p:cNvSpPr>
          <p:nvPr>
            <p:ph type="ftr" sz="quarter" idx="2"/>
          </p:nvPr>
        </p:nvSpPr>
        <p:spPr bwMode="auto">
          <a:xfrm>
            <a:off x="0" y="9372600"/>
            <a:ext cx="2928938" cy="493713"/>
          </a:xfrm>
          <a:prstGeom prst="rect">
            <a:avLst/>
          </a:prstGeom>
          <a:noFill/>
          <a:ln w="9525">
            <a:noFill/>
            <a:miter lim="800000"/>
          </a:ln>
          <a:effectLst/>
        </p:spPr>
        <p:txBody>
          <a:bodyPr vert="horz" wrap="square" lIns="91422" tIns="45711" rIns="91422" bIns="45711" numCol="1" anchor="b" anchorCtr="0" compatLnSpc="1"/>
          <a:lstStyle>
            <a:lvl1pPr eaLnBrk="1" hangingPunct="1">
              <a:lnSpc>
                <a:spcPct val="100000"/>
              </a:lnSpc>
              <a:spcBef>
                <a:spcPct val="0"/>
              </a:spcBef>
              <a:spcAft>
                <a:spcPct val="0"/>
              </a:spcAft>
              <a:buClrTx/>
              <a:buSzTx/>
              <a:buFontTx/>
              <a:buNone/>
              <a:defRPr sz="1200">
                <a:latin typeface="Times New Roman" panose="02020503050405090304" pitchFamily="18" charset="0"/>
                <a:ea typeface="宋体"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sp>
        <p:nvSpPr>
          <p:cNvPr id="123909" name="Rectangle 5"/>
          <p:cNvSpPr>
            <a:spLocks noGrp="1" noChangeArrowheads="1"/>
          </p:cNvSpPr>
          <p:nvPr>
            <p:ph type="sldNum" sz="quarter" idx="3"/>
          </p:nvPr>
        </p:nvSpPr>
        <p:spPr bwMode="auto">
          <a:xfrm>
            <a:off x="3829050" y="9372600"/>
            <a:ext cx="2928938" cy="493713"/>
          </a:xfrm>
          <a:prstGeom prst="rect">
            <a:avLst/>
          </a:prstGeom>
          <a:noFill/>
          <a:ln w="9525">
            <a:noFill/>
            <a:miter lim="800000"/>
          </a:ln>
          <a:effectLst/>
        </p:spPr>
        <p:txBody>
          <a:bodyPr vert="horz" wrap="square" lIns="91422" tIns="45711" rIns="91422" bIns="45711" numCol="1" anchor="b" anchorCtr="0" compatLnSpc="1"/>
          <a:lstStyle/>
          <a:p>
            <a:pPr lvl="0" algn="r" eaLnBrk="1" hangingPunct="1">
              <a:buFont typeface="Wingdings" panose="05000000000000000000" pitchFamily="2" charset="2"/>
              <a:buNone/>
            </a:pPr>
            <a:fld id="{9A0DB2DC-4C9A-4742-B13C-FB6460FD3503}" type="slidenum">
              <a:rPr lang="zh-CN" altLang="en-US" sz="1200" dirty="0">
                <a:solidFill>
                  <a:srgbClr val="636363"/>
                </a:solidFill>
                <a:latin typeface="Times New Roman" panose="02020503050405090304" pitchFamily="18" charset="0"/>
              </a:rPr>
            </a:fld>
            <a:endParaRPr lang="zh-CN" altLang="en-US" sz="1200" dirty="0">
              <a:solidFill>
                <a:srgbClr val="636363"/>
              </a:solidFill>
              <a:latin typeface="Times New Roman" panose="02020503050405090304" pitchFamily="18" charset="0"/>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71394" name="Rectangle 2"/>
          <p:cNvSpPr>
            <a:spLocks noGrp="1" noChangeArrowheads="1"/>
          </p:cNvSpPr>
          <p:nvPr>
            <p:ph type="hdr" sz="quarter"/>
          </p:nvPr>
        </p:nvSpPr>
        <p:spPr bwMode="auto">
          <a:xfrm>
            <a:off x="0" y="0"/>
            <a:ext cx="2895600" cy="457200"/>
          </a:xfrm>
          <a:prstGeom prst="rect">
            <a:avLst/>
          </a:prstGeom>
          <a:noFill/>
          <a:ln w="9525">
            <a:noFill/>
            <a:miter lim="800000"/>
          </a:ln>
          <a:effectLst/>
        </p:spPr>
        <p:txBody>
          <a:bodyPr vert="horz" wrap="square" lIns="91422" tIns="45711" rIns="91422" bIns="45711" numCol="1" anchor="t" anchorCtr="0" compatLnSpc="1"/>
          <a:lstStyle>
            <a:lvl1pPr eaLnBrk="1" hangingPunct="1">
              <a:lnSpc>
                <a:spcPct val="100000"/>
              </a:lnSpc>
              <a:spcBef>
                <a:spcPct val="0"/>
              </a:spcBef>
              <a:spcAft>
                <a:spcPct val="0"/>
              </a:spcAft>
              <a:buClrTx/>
              <a:buSzTx/>
              <a:buFontTx/>
              <a:buNone/>
              <a:defRPr sz="1200">
                <a:latin typeface="Times New Roman" panose="02020503050405090304" pitchFamily="18" charset="0"/>
                <a:ea typeface="宋体"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sp>
        <p:nvSpPr>
          <p:cNvPr id="571395" name="Rectangle 3"/>
          <p:cNvSpPr>
            <a:spLocks noGrp="1" noChangeArrowheads="1"/>
          </p:cNvSpPr>
          <p:nvPr>
            <p:ph type="dt" idx="1"/>
          </p:nvPr>
        </p:nvSpPr>
        <p:spPr bwMode="auto">
          <a:xfrm>
            <a:off x="3808413" y="0"/>
            <a:ext cx="2971800" cy="457200"/>
          </a:xfrm>
          <a:prstGeom prst="rect">
            <a:avLst/>
          </a:prstGeom>
          <a:noFill/>
          <a:ln w="9525">
            <a:noFill/>
            <a:miter lim="800000"/>
          </a:ln>
          <a:effectLst/>
        </p:spPr>
        <p:txBody>
          <a:bodyPr vert="horz" wrap="square" lIns="91422" tIns="45711" rIns="91422" bIns="45711" numCol="1" anchor="t" anchorCtr="0" compatLnSpc="1"/>
          <a:lstStyle>
            <a:lvl1pPr algn="r" eaLnBrk="1" hangingPunct="1">
              <a:lnSpc>
                <a:spcPct val="100000"/>
              </a:lnSpc>
              <a:spcBef>
                <a:spcPct val="0"/>
              </a:spcBef>
              <a:spcAft>
                <a:spcPct val="0"/>
              </a:spcAft>
              <a:buClrTx/>
              <a:buSzTx/>
              <a:buFontTx/>
              <a:buNone/>
              <a:defRPr sz="1200">
                <a:latin typeface="Times New Roman" panose="02020503050405090304" pitchFamily="18" charset="0"/>
                <a:ea typeface="宋体"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sp>
        <p:nvSpPr>
          <p:cNvPr id="9220" name="Rectangle 4"/>
          <p:cNvSpPr>
            <a:spLocks noGrp="1" noRot="1" noChangeAspect="1" noTextEdit="1"/>
          </p:cNvSpPr>
          <p:nvPr>
            <p:ph type="sldImg"/>
          </p:nvPr>
        </p:nvSpPr>
        <p:spPr>
          <a:xfrm>
            <a:off x="139700" y="762000"/>
            <a:ext cx="6502400" cy="3657600"/>
          </a:xfrm>
          <a:prstGeom prst="rect">
            <a:avLst/>
          </a:prstGeom>
          <a:noFill/>
          <a:ln w="9525" cap="flat" cmpd="sng">
            <a:solidFill>
              <a:srgbClr val="000000"/>
            </a:solidFill>
            <a:prstDash val="solid"/>
            <a:miter/>
            <a:headEnd type="none" w="med" len="med"/>
            <a:tailEnd type="none" w="med" len="med"/>
          </a:ln>
        </p:spPr>
      </p:sp>
      <p:sp>
        <p:nvSpPr>
          <p:cNvPr id="7173" name="Rectangle 5"/>
          <p:cNvSpPr>
            <a:spLocks noGrp="1" noChangeArrowheads="1"/>
          </p:cNvSpPr>
          <p:nvPr>
            <p:ph type="body" sz="quarter" idx="4294967295"/>
          </p:nvPr>
        </p:nvSpPr>
        <p:spPr bwMode="auto">
          <a:xfrm>
            <a:off x="914400" y="4724400"/>
            <a:ext cx="4951413" cy="4418013"/>
          </a:xfrm>
          <a:prstGeom prst="rect">
            <a:avLst/>
          </a:prstGeom>
          <a:noFill/>
          <a:ln>
            <a:noFill/>
          </a:ln>
        </p:spPr>
        <p:txBody>
          <a:bodyPr vert="horz" wrap="square" lIns="91422" tIns="45711" rIns="91422" bIns="45711" numCol="1" anchor="t" anchorCtr="0" compatLnSpc="1"/>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71398" name="Rectangle 6"/>
          <p:cNvSpPr>
            <a:spLocks noGrp="1" noChangeArrowheads="1"/>
          </p:cNvSpPr>
          <p:nvPr>
            <p:ph type="ftr" sz="quarter" idx="4"/>
          </p:nvPr>
        </p:nvSpPr>
        <p:spPr bwMode="auto">
          <a:xfrm>
            <a:off x="0" y="9371013"/>
            <a:ext cx="2895600" cy="457200"/>
          </a:xfrm>
          <a:prstGeom prst="rect">
            <a:avLst/>
          </a:prstGeom>
          <a:noFill/>
          <a:ln w="9525">
            <a:noFill/>
            <a:miter lim="800000"/>
          </a:ln>
          <a:effectLst/>
        </p:spPr>
        <p:txBody>
          <a:bodyPr vert="horz" wrap="square" lIns="91422" tIns="45711" rIns="91422" bIns="45711" numCol="1" anchor="b" anchorCtr="0" compatLnSpc="1"/>
          <a:lstStyle>
            <a:lvl1pPr eaLnBrk="1" hangingPunct="1">
              <a:lnSpc>
                <a:spcPct val="100000"/>
              </a:lnSpc>
              <a:spcBef>
                <a:spcPct val="0"/>
              </a:spcBef>
              <a:spcAft>
                <a:spcPct val="0"/>
              </a:spcAft>
              <a:buClrTx/>
              <a:buSzTx/>
              <a:buFontTx/>
              <a:buNone/>
              <a:defRPr sz="1200">
                <a:latin typeface="Times New Roman" panose="02020503050405090304" pitchFamily="18" charset="0"/>
                <a:ea typeface="宋体"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imes New Roman" panose="02020503050405090304" pitchFamily="18" charset="0"/>
              <a:ea typeface="宋体" pitchFamily="2" charset="-122"/>
              <a:cs typeface="+mn-cs"/>
            </a:endParaRPr>
          </a:p>
        </p:txBody>
      </p:sp>
      <p:sp>
        <p:nvSpPr>
          <p:cNvPr id="571399" name="Rectangle 7"/>
          <p:cNvSpPr>
            <a:spLocks noGrp="1" noChangeArrowheads="1"/>
          </p:cNvSpPr>
          <p:nvPr>
            <p:ph type="sldNum" sz="quarter" idx="5"/>
          </p:nvPr>
        </p:nvSpPr>
        <p:spPr bwMode="auto">
          <a:xfrm>
            <a:off x="3808413" y="9371013"/>
            <a:ext cx="2971800" cy="457200"/>
          </a:xfrm>
          <a:prstGeom prst="rect">
            <a:avLst/>
          </a:prstGeom>
          <a:noFill/>
          <a:ln w="9525">
            <a:noFill/>
            <a:miter lim="800000"/>
          </a:ln>
          <a:effectLst/>
        </p:spPr>
        <p:txBody>
          <a:bodyPr vert="horz" wrap="square" lIns="91422" tIns="45711" rIns="91422" bIns="45711" numCol="1" anchor="b" anchorCtr="0" compatLnSpc="1"/>
          <a:lstStyle/>
          <a:p>
            <a:pPr lvl="0" algn="r" eaLnBrk="1" hangingPunct="1">
              <a:buNone/>
            </a:pPr>
            <a:fld id="{9A0DB2DC-4C9A-4742-B13C-FB6460FD3503}" type="slidenum">
              <a:rPr lang="zh-CN" altLang="en-US" sz="1200" dirty="0">
                <a:latin typeface="Times New Roman" panose="02020503050405090304" pitchFamily="18" charset="0"/>
              </a:rPr>
            </a:fld>
            <a:endParaRPr lang="zh-CN" altLang="en-US" sz="1200" dirty="0">
              <a:latin typeface="Times New Roman" panose="02020503050405090304" pitchFamily="18" charset="0"/>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Times New Roman" panose="02020503050405090304"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anose="02020503050405090304"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anose="02020503050405090304"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anose="02020503050405090304"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anose="0202050305040509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9.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幻灯片图像占位符 1"/>
          <p:cNvSpPr>
            <a:spLocks noGrp="1" noRot="1" noChangeAspect="1" noTextEdit="1"/>
          </p:cNvSpPr>
          <p:nvPr>
            <p:ph type="sldImg"/>
          </p:nvPr>
        </p:nvSpPr>
        <p:spPr/>
      </p:sp>
      <p:sp>
        <p:nvSpPr>
          <p:cNvPr id="12291" name="备注占位符 2"/>
          <p:cNvSpPr>
            <a:spLocks noGrp="1"/>
          </p:cNvSpPr>
          <p:nvPr>
            <p:ph type="body"/>
          </p:nvPr>
        </p:nvSpPr>
        <p:spPr/>
        <p:txBody>
          <a:bodyPr wrap="square" lIns="91422" tIns="45711" rIns="91422" bIns="45711" anchor="t" anchorCtr="0"/>
          <a:lstStyle/>
          <a:p>
            <a:pPr lvl="0"/>
            <a:endParaRPr lang="zh-CN" altLang="en-US" dirty="0">
              <a:ea typeface="宋体" pitchFamily="2" charset="-122"/>
            </a:endParaRPr>
          </a:p>
        </p:txBody>
      </p:sp>
      <p:sp>
        <p:nvSpPr>
          <p:cNvPr id="12292" name="灯片编号占位符 3"/>
          <p:cNvSpPr txBox="1">
            <a:spLocks noGrp="1"/>
          </p:cNvSpPr>
          <p:nvPr>
            <p:ph type="sldNum" sz="quarter"/>
          </p:nvPr>
        </p:nvSpPr>
        <p:spPr>
          <a:xfrm>
            <a:off x="3808413" y="9371013"/>
            <a:ext cx="2971800" cy="457200"/>
          </a:xfrm>
          <a:prstGeom prst="rect">
            <a:avLst/>
          </a:prstGeom>
          <a:noFill/>
          <a:ln w="9525">
            <a:noFill/>
          </a:ln>
        </p:spPr>
        <p:txBody>
          <a:bodyPr lIns="91422" tIns="45711" rIns="91422" bIns="45711" anchor="b" anchorCtr="0"/>
          <a:lstStyle/>
          <a:p>
            <a:pPr lvl="0" algn="r" eaLnBrk="1" hangingPunct="1"/>
            <a:fld id="{9A0DB2DC-4C9A-4742-B13C-FB6460FD3503}" type="slidenum">
              <a:rPr lang="en-SG" altLang="zh-CN" sz="1200" dirty="0">
                <a:latin typeface="Times New Roman" panose="02020503050405090304" pitchFamily="18" charset="0"/>
              </a:rPr>
            </a:fld>
            <a:endParaRPr lang="en-SG" altLang="zh-CN" sz="1200" dirty="0">
              <a:latin typeface="Times New Roman" panose="02020503050405090304"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Rot="1" noChangeAspect="1" noTextEdit="1"/>
          </p:cNvSpPr>
          <p:nvPr>
            <p:ph type="sldImg"/>
          </p:nvPr>
        </p:nvSpPr>
        <p:spPr>
          <a:xfrm>
            <a:off x="88900" y="739775"/>
            <a:ext cx="6580188" cy="3702050"/>
          </a:xfrm>
        </p:spPr>
      </p:sp>
      <p:sp>
        <p:nvSpPr>
          <p:cNvPr id="14339" name="Rectangle 3"/>
          <p:cNvSpPr>
            <a:spLocks noGrp="1"/>
          </p:cNvSpPr>
          <p:nvPr>
            <p:ph type="body"/>
          </p:nvPr>
        </p:nvSpPr>
        <p:spPr>
          <a:xfrm>
            <a:off x="677863" y="4686300"/>
            <a:ext cx="5405437" cy="4440238"/>
          </a:xfrm>
        </p:spPr>
        <p:txBody>
          <a:bodyPr wrap="square" lIns="91422" tIns="45711" rIns="91422" bIns="45711" anchor="t" anchorCtr="0"/>
          <a:lstStyle/>
          <a:p>
            <a:pPr lvl="0" eaLnBrk="1" hangingPunct="1"/>
            <a:endParaRPr lang="zh-CN" altLang="en-US" dirty="0">
              <a:ea typeface="宋体" pitchFamily="2" charset="-122"/>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幻灯片图像占位符 1"/>
          <p:cNvSpPr>
            <a:spLocks noGrp="1" noRot="1" noChangeAspect="1" noTextEdit="1"/>
          </p:cNvSpPr>
          <p:nvPr>
            <p:ph type="sldImg"/>
          </p:nvPr>
        </p:nvSpPr>
        <p:spPr>
          <a:xfrm>
            <a:off x="90488" y="739775"/>
            <a:ext cx="6577012" cy="3700463"/>
          </a:xfrm>
        </p:spPr>
      </p:sp>
      <p:sp>
        <p:nvSpPr>
          <p:cNvPr id="17411" name="备注占位符 2"/>
          <p:cNvSpPr>
            <a:spLocks noGrp="1"/>
          </p:cNvSpPr>
          <p:nvPr>
            <p:ph type="body"/>
          </p:nvPr>
        </p:nvSpPr>
        <p:spPr>
          <a:xfrm>
            <a:off x="674688" y="4686300"/>
            <a:ext cx="5408612" cy="4440238"/>
          </a:xfrm>
          <a:ln>
            <a:solidFill>
              <a:srgbClr val="000000">
                <a:alpha val="100000"/>
              </a:srgbClr>
            </a:solidFill>
            <a:miter lim="800000"/>
          </a:ln>
        </p:spPr>
        <p:txBody>
          <a:bodyPr wrap="square" lIns="91422" tIns="45711" rIns="91422" bIns="45711" anchor="t" anchorCtr="0"/>
          <a:lstStyle/>
          <a:p>
            <a:pPr lvl="0" eaLnBrk="1" hangingPunct="1"/>
            <a:r>
              <a:rPr lang="zh-CN" altLang="en-US" dirty="0">
                <a:ea typeface="宋体" pitchFamily="2" charset="-122"/>
              </a:rPr>
              <a:t>保存大量相同数据类型的数据</a:t>
            </a:r>
            <a:endParaRPr lang="zh-CN" altLang="en-US" dirty="0">
              <a:ea typeface="宋体" pitchFamily="2" charset="-122"/>
            </a:endParaRPr>
          </a:p>
        </p:txBody>
      </p:sp>
      <p:sp>
        <p:nvSpPr>
          <p:cNvPr id="17412" name="灯片编号占位符 3"/>
          <p:cNvSpPr txBox="1">
            <a:spLocks noGrp="1"/>
          </p:cNvSpPr>
          <p:nvPr/>
        </p:nvSpPr>
        <p:spPr>
          <a:xfrm>
            <a:off x="3827463" y="9371013"/>
            <a:ext cx="2928937" cy="493712"/>
          </a:xfrm>
          <a:prstGeom prst="rect">
            <a:avLst/>
          </a:prstGeom>
          <a:noFill/>
          <a:ln w="9525">
            <a:noFill/>
          </a:ln>
        </p:spPr>
        <p:txBody>
          <a:bodyPr anchor="b" anchorCtr="0"/>
          <a:lstStyle/>
          <a:p>
            <a:pPr lvl="0" algn="r" eaLnBrk="1" hangingPunct="1">
              <a:lnSpc>
                <a:spcPct val="90000"/>
              </a:lnSpc>
              <a:buClr>
                <a:schemeClr val="tx2"/>
              </a:buClr>
              <a:buSzPct val="80000"/>
              <a:buFont typeface="Wingdings" panose="05000000000000000000" pitchFamily="2" charset="2"/>
              <a:buChar char="•"/>
            </a:pPr>
            <a:fld id="{9A0DB2DC-4C9A-4742-B13C-FB6460FD3503}" type="slidenum">
              <a:rPr lang="zh-CN" altLang="en-US" dirty="0">
                <a:latin typeface="Calibri" panose="020F0502020204030204" pitchFamily="34" charset="0"/>
              </a:rPr>
            </a:fld>
            <a:endParaRPr lang="zh-CN" altLang="en-US" dirty="0">
              <a:latin typeface="Calibri" panose="020F050202020403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幻灯片图像占位符 1"/>
          <p:cNvSpPr>
            <a:spLocks noGrp="1" noRot="1" noChangeAspect="1" noTextEdit="1"/>
          </p:cNvSpPr>
          <p:nvPr>
            <p:ph type="sldImg"/>
          </p:nvPr>
        </p:nvSpPr>
        <p:spPr>
          <a:xfrm>
            <a:off x="90488" y="739775"/>
            <a:ext cx="6577012" cy="3700463"/>
          </a:xfrm>
        </p:spPr>
      </p:sp>
      <p:sp>
        <p:nvSpPr>
          <p:cNvPr id="19459" name="备注占位符 2"/>
          <p:cNvSpPr>
            <a:spLocks noGrp="1"/>
          </p:cNvSpPr>
          <p:nvPr>
            <p:ph type="body"/>
          </p:nvPr>
        </p:nvSpPr>
        <p:spPr>
          <a:xfrm>
            <a:off x="674688" y="4686300"/>
            <a:ext cx="5408612" cy="4440238"/>
          </a:xfrm>
          <a:ln>
            <a:solidFill>
              <a:srgbClr val="000000">
                <a:alpha val="100000"/>
              </a:srgbClr>
            </a:solidFill>
            <a:miter lim="800000"/>
          </a:ln>
        </p:spPr>
        <p:txBody>
          <a:bodyPr wrap="square" lIns="91422" tIns="45711" rIns="91422" bIns="45711" anchor="t" anchorCtr="0"/>
          <a:lstStyle/>
          <a:p>
            <a:pPr lvl="0" eaLnBrk="1" hangingPunct="1"/>
            <a:r>
              <a:rPr lang="zh-CN" altLang="en-US" dirty="0">
                <a:ea typeface="宋体" pitchFamily="2" charset="-122"/>
              </a:rPr>
              <a:t>强调：数组名有特殊含义，数组首地址</a:t>
            </a:r>
            <a:endParaRPr lang="zh-CN" altLang="en-US" dirty="0">
              <a:ea typeface="宋体" pitchFamily="2" charset="-122"/>
            </a:endParaRPr>
          </a:p>
        </p:txBody>
      </p:sp>
      <p:sp>
        <p:nvSpPr>
          <p:cNvPr id="19460" name="灯片编号占位符 3"/>
          <p:cNvSpPr txBox="1">
            <a:spLocks noGrp="1"/>
          </p:cNvSpPr>
          <p:nvPr/>
        </p:nvSpPr>
        <p:spPr>
          <a:xfrm>
            <a:off x="3827463" y="9371013"/>
            <a:ext cx="2928937" cy="493712"/>
          </a:xfrm>
          <a:prstGeom prst="rect">
            <a:avLst/>
          </a:prstGeom>
          <a:noFill/>
          <a:ln w="9525">
            <a:noFill/>
          </a:ln>
        </p:spPr>
        <p:txBody>
          <a:bodyPr anchor="b" anchorCtr="0"/>
          <a:lstStyle/>
          <a:p>
            <a:pPr lvl="0" algn="r" eaLnBrk="1" hangingPunct="1">
              <a:lnSpc>
                <a:spcPct val="90000"/>
              </a:lnSpc>
              <a:buClr>
                <a:schemeClr val="tx2"/>
              </a:buClr>
              <a:buSzPct val="80000"/>
              <a:buFont typeface="Wingdings" panose="05000000000000000000" pitchFamily="2" charset="2"/>
              <a:buChar char="•"/>
            </a:pPr>
            <a:fld id="{9A0DB2DC-4C9A-4742-B13C-FB6460FD3503}" type="slidenum">
              <a:rPr lang="zh-CN" altLang="en-US" dirty="0">
                <a:latin typeface="Calibri" panose="020F0502020204030204" pitchFamily="34" charset="0"/>
              </a:rPr>
            </a:fld>
            <a:endParaRPr lang="zh-CN" altLang="en-US" dirty="0">
              <a:latin typeface="Calibri" panose="020F0502020204030204"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Rot="1" noChangeAspect="1" noTextEdit="1"/>
          </p:cNvSpPr>
          <p:nvPr>
            <p:ph type="sldImg"/>
          </p:nvPr>
        </p:nvSpPr>
        <p:spPr>
          <a:xfrm>
            <a:off x="90488" y="738188"/>
            <a:ext cx="6577012" cy="3700462"/>
          </a:xfrm>
        </p:spPr>
      </p:sp>
      <p:sp>
        <p:nvSpPr>
          <p:cNvPr id="21507" name="Rectangle 3"/>
          <p:cNvSpPr>
            <a:spLocks noGrp="1"/>
          </p:cNvSpPr>
          <p:nvPr>
            <p:ph type="body"/>
          </p:nvPr>
        </p:nvSpPr>
        <p:spPr>
          <a:xfrm>
            <a:off x="674688" y="4686300"/>
            <a:ext cx="5408612" cy="4441825"/>
          </a:xfrm>
          <a:ln>
            <a:solidFill>
              <a:srgbClr val="000000">
                <a:alpha val="100000"/>
              </a:srgbClr>
            </a:solidFill>
            <a:miter lim="800000"/>
          </a:ln>
        </p:spPr>
        <p:txBody>
          <a:bodyPr wrap="square" lIns="91422" tIns="45711" rIns="91422" bIns="45711" anchor="t" anchorCtr="0"/>
          <a:lstStyle/>
          <a:p>
            <a:pPr lvl="0" eaLnBrk="1" hangingPunct="1"/>
            <a:endParaRPr lang="zh-CN" altLang="en-US" dirty="0">
              <a:ea typeface="宋体" pitchFamily="2" charset="-122"/>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Rot="1" noChangeAspect="1" noTextEdit="1"/>
          </p:cNvSpPr>
          <p:nvPr>
            <p:ph type="sldImg"/>
          </p:nvPr>
        </p:nvSpPr>
        <p:spPr>
          <a:xfrm>
            <a:off x="90488" y="738188"/>
            <a:ext cx="6577012" cy="3700462"/>
          </a:xfrm>
        </p:spPr>
      </p:sp>
      <p:sp>
        <p:nvSpPr>
          <p:cNvPr id="24579" name="Rectangle 3"/>
          <p:cNvSpPr>
            <a:spLocks noGrp="1"/>
          </p:cNvSpPr>
          <p:nvPr>
            <p:ph type="body"/>
          </p:nvPr>
        </p:nvSpPr>
        <p:spPr>
          <a:xfrm>
            <a:off x="674688" y="4686300"/>
            <a:ext cx="5408612" cy="4441825"/>
          </a:xfrm>
          <a:ln>
            <a:solidFill>
              <a:srgbClr val="000000">
                <a:alpha val="100000"/>
              </a:srgbClr>
            </a:solidFill>
            <a:miter lim="800000"/>
          </a:ln>
        </p:spPr>
        <p:txBody>
          <a:bodyPr wrap="square" lIns="91422" tIns="45711" rIns="91422" bIns="45711" anchor="t" anchorCtr="0"/>
          <a:lstStyle/>
          <a:p>
            <a:pPr lvl="0" eaLnBrk="1" hangingPunct="1"/>
            <a:endParaRPr lang="zh-CN" altLang="en-US" dirty="0">
              <a:ea typeface="宋体" pitchFamily="2" charset="-122"/>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幻灯片图像占位符 1"/>
          <p:cNvSpPr>
            <a:spLocks noGrp="1" noRot="1" noChangeAspect="1" noTextEdit="1"/>
          </p:cNvSpPr>
          <p:nvPr>
            <p:ph type="sldImg"/>
          </p:nvPr>
        </p:nvSpPr>
        <p:spPr>
          <a:xfrm>
            <a:off x="90488" y="739775"/>
            <a:ext cx="6577012" cy="3700463"/>
          </a:xfrm>
        </p:spPr>
      </p:sp>
      <p:sp>
        <p:nvSpPr>
          <p:cNvPr id="26627" name="备注占位符 2"/>
          <p:cNvSpPr>
            <a:spLocks noGrp="1"/>
          </p:cNvSpPr>
          <p:nvPr>
            <p:ph type="body"/>
          </p:nvPr>
        </p:nvSpPr>
        <p:spPr>
          <a:xfrm>
            <a:off x="674688" y="4686300"/>
            <a:ext cx="5408612" cy="4440238"/>
          </a:xfrm>
          <a:ln>
            <a:solidFill>
              <a:srgbClr val="000000">
                <a:alpha val="100000"/>
              </a:srgbClr>
            </a:solidFill>
            <a:miter lim="800000"/>
          </a:ln>
        </p:spPr>
        <p:txBody>
          <a:bodyPr wrap="square" lIns="91422" tIns="45711" rIns="91422" bIns="45711" anchor="t" anchorCtr="0"/>
          <a:lstStyle/>
          <a:p>
            <a:pPr lvl="0" eaLnBrk="1" hangingPunct="1"/>
            <a:r>
              <a:rPr lang="zh-CN" altLang="en-US" dirty="0">
                <a:ea typeface="宋体" pitchFamily="2" charset="-122"/>
              </a:rPr>
              <a:t>扑克牌有花色和属性，二维数组</a:t>
            </a:r>
            <a:endParaRPr lang="zh-CN" altLang="en-US" dirty="0">
              <a:ea typeface="宋体" pitchFamily="2" charset="-122"/>
            </a:endParaRPr>
          </a:p>
        </p:txBody>
      </p:sp>
      <p:sp>
        <p:nvSpPr>
          <p:cNvPr id="26628" name="灯片编号占位符 3"/>
          <p:cNvSpPr txBox="1">
            <a:spLocks noGrp="1"/>
          </p:cNvSpPr>
          <p:nvPr/>
        </p:nvSpPr>
        <p:spPr>
          <a:xfrm>
            <a:off x="3827463" y="9371013"/>
            <a:ext cx="2928937" cy="493712"/>
          </a:xfrm>
          <a:prstGeom prst="rect">
            <a:avLst/>
          </a:prstGeom>
          <a:noFill/>
          <a:ln w="9525">
            <a:noFill/>
          </a:ln>
        </p:spPr>
        <p:txBody>
          <a:bodyPr anchor="b" anchorCtr="0"/>
          <a:lstStyle/>
          <a:p>
            <a:pPr lvl="0" algn="r" eaLnBrk="1" hangingPunct="1">
              <a:lnSpc>
                <a:spcPct val="90000"/>
              </a:lnSpc>
              <a:buClr>
                <a:schemeClr val="tx2"/>
              </a:buClr>
              <a:buSzPct val="80000"/>
              <a:buFont typeface="Wingdings" panose="05000000000000000000" pitchFamily="2" charset="2"/>
              <a:buChar char="•"/>
            </a:pPr>
            <a:fld id="{9A0DB2DC-4C9A-4742-B13C-FB6460FD3503}" type="slidenum">
              <a:rPr lang="zh-CN" altLang="en-US" dirty="0">
                <a:latin typeface="Calibri" panose="020F0502020204030204" pitchFamily="34" charset="0"/>
              </a:rPr>
            </a:fld>
            <a:endParaRPr lang="zh-CN" altLang="en-US" dirty="0">
              <a:latin typeface="Calibri" panose="020F0502020204030204"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幻灯片图像占位符 1"/>
          <p:cNvSpPr>
            <a:spLocks noGrp="1" noRot="1" noChangeAspect="1" noTextEdit="1"/>
          </p:cNvSpPr>
          <p:nvPr>
            <p:ph type="sldImg"/>
          </p:nvPr>
        </p:nvSpPr>
        <p:spPr>
          <a:xfrm>
            <a:off x="90488" y="739775"/>
            <a:ext cx="6577012" cy="3700463"/>
          </a:xfrm>
        </p:spPr>
      </p:sp>
      <p:sp>
        <p:nvSpPr>
          <p:cNvPr id="29699" name="备注占位符 2"/>
          <p:cNvSpPr>
            <a:spLocks noGrp="1"/>
          </p:cNvSpPr>
          <p:nvPr>
            <p:ph type="body"/>
          </p:nvPr>
        </p:nvSpPr>
        <p:spPr>
          <a:xfrm>
            <a:off x="674688" y="4686300"/>
            <a:ext cx="5408612" cy="4440238"/>
          </a:xfrm>
          <a:ln>
            <a:solidFill>
              <a:srgbClr val="000000">
                <a:alpha val="100000"/>
              </a:srgbClr>
            </a:solidFill>
            <a:miter lim="800000"/>
          </a:ln>
        </p:spPr>
        <p:txBody>
          <a:bodyPr wrap="square" lIns="91422" tIns="45711" rIns="91422" bIns="45711" anchor="t" anchorCtr="0"/>
          <a:lstStyle/>
          <a:p>
            <a:pPr lvl="0" eaLnBrk="1" hangingPunct="1"/>
            <a:endParaRPr lang="zh-CN" altLang="en-US" dirty="0">
              <a:ea typeface="宋体" pitchFamily="2" charset="-122"/>
            </a:endParaRPr>
          </a:p>
        </p:txBody>
      </p:sp>
      <p:sp>
        <p:nvSpPr>
          <p:cNvPr id="29700" name="灯片编号占位符 3"/>
          <p:cNvSpPr txBox="1">
            <a:spLocks noGrp="1"/>
          </p:cNvSpPr>
          <p:nvPr/>
        </p:nvSpPr>
        <p:spPr>
          <a:xfrm>
            <a:off x="3827463" y="9371013"/>
            <a:ext cx="2928937" cy="493712"/>
          </a:xfrm>
          <a:prstGeom prst="rect">
            <a:avLst/>
          </a:prstGeom>
          <a:noFill/>
          <a:ln w="9525">
            <a:noFill/>
          </a:ln>
        </p:spPr>
        <p:txBody>
          <a:bodyPr anchor="b" anchorCtr="0"/>
          <a:lstStyle/>
          <a:p>
            <a:pPr lvl="0" algn="r" eaLnBrk="1" hangingPunct="1">
              <a:lnSpc>
                <a:spcPct val="90000"/>
              </a:lnSpc>
              <a:buClr>
                <a:schemeClr val="tx2"/>
              </a:buClr>
              <a:buSzPct val="80000"/>
              <a:buFont typeface="Wingdings" panose="05000000000000000000" pitchFamily="2" charset="2"/>
              <a:buChar char="•"/>
            </a:pPr>
            <a:fld id="{9A0DB2DC-4C9A-4742-B13C-FB6460FD3503}" type="slidenum">
              <a:rPr lang="zh-CN" altLang="en-US" dirty="0">
                <a:latin typeface="Calibri" panose="020F0502020204030204" pitchFamily="34" charset="0"/>
              </a:rPr>
            </a:fld>
            <a:endParaRPr lang="zh-CN" altLang="en-US" dirty="0">
              <a:latin typeface="Calibri" panose="020F0502020204030204" pitchFamily="34"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幻灯片图像占位符 1"/>
          <p:cNvSpPr>
            <a:spLocks noGrp="1" noRot="1" noChangeAspect="1" noTextEdit="1"/>
          </p:cNvSpPr>
          <p:nvPr>
            <p:ph type="sldImg"/>
          </p:nvPr>
        </p:nvSpPr>
        <p:spPr/>
      </p:sp>
      <p:sp>
        <p:nvSpPr>
          <p:cNvPr id="31747" name="备注占位符 2"/>
          <p:cNvSpPr>
            <a:spLocks noGrp="1"/>
          </p:cNvSpPr>
          <p:nvPr>
            <p:ph type="body"/>
          </p:nvPr>
        </p:nvSpPr>
        <p:spPr/>
        <p:txBody>
          <a:bodyPr wrap="square" lIns="91422" tIns="45711" rIns="91422" bIns="45711" anchor="t" anchorCtr="0"/>
          <a:lstStyle/>
          <a:p>
            <a:pPr lvl="0"/>
            <a:endParaRPr lang="zh-CN" altLang="en-US" dirty="0">
              <a:ea typeface="宋体" pitchFamily="2" charset="-122"/>
            </a:endParaRPr>
          </a:p>
        </p:txBody>
      </p:sp>
      <p:sp>
        <p:nvSpPr>
          <p:cNvPr id="31748" name="灯片编号占位符 3"/>
          <p:cNvSpPr txBox="1">
            <a:spLocks noGrp="1"/>
          </p:cNvSpPr>
          <p:nvPr>
            <p:ph type="sldNum" sz="quarter"/>
          </p:nvPr>
        </p:nvSpPr>
        <p:spPr>
          <a:xfrm>
            <a:off x="3808413" y="9371013"/>
            <a:ext cx="2971800" cy="457200"/>
          </a:xfrm>
          <a:prstGeom prst="rect">
            <a:avLst/>
          </a:prstGeom>
          <a:noFill/>
          <a:ln w="9525">
            <a:noFill/>
          </a:ln>
        </p:spPr>
        <p:txBody>
          <a:bodyPr lIns="91422" tIns="45711" rIns="91422" bIns="45711" anchor="b" anchorCtr="0"/>
          <a:lstStyle/>
          <a:p>
            <a:pPr lvl="0" algn="r" eaLnBrk="1" hangingPunct="1"/>
            <a:fld id="{9A0DB2DC-4C9A-4742-B13C-FB6460FD3503}" type="slidenum">
              <a:rPr lang="zh-CN" altLang="en-US" dirty="0"/>
            </a:fld>
            <a:endParaRPr lang="zh-CN" alt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Rot="1" noChangeAspect="1" noTextEdit="1"/>
          </p:cNvSpPr>
          <p:nvPr>
            <p:ph type="sldImg"/>
          </p:nvPr>
        </p:nvSpPr>
        <p:spPr/>
      </p:sp>
      <p:sp>
        <p:nvSpPr>
          <p:cNvPr id="33795" name="Rectangle 3"/>
          <p:cNvSpPr>
            <a:spLocks noGrp="1"/>
          </p:cNvSpPr>
          <p:nvPr>
            <p:ph type="body"/>
          </p:nvPr>
        </p:nvSpPr>
        <p:spPr/>
        <p:txBody>
          <a:bodyPr wrap="square" lIns="91422" tIns="45711" rIns="91422" bIns="45711" anchor="t" anchorCtr="0"/>
          <a:lstStyle/>
          <a:p>
            <a:pPr lvl="0"/>
            <a:endParaRPr lang="zh-CN" altLang="en-US" dirty="0">
              <a:ea typeface="宋体" pitchFamily="2" charset="-122"/>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Rot="1" noChangeAspect="1" noTextEdit="1"/>
          </p:cNvSpPr>
          <p:nvPr>
            <p:ph type="sldImg"/>
          </p:nvPr>
        </p:nvSpPr>
        <p:spPr/>
      </p:sp>
      <p:sp>
        <p:nvSpPr>
          <p:cNvPr id="35843" name="Rectangle 3"/>
          <p:cNvSpPr>
            <a:spLocks noGrp="1"/>
          </p:cNvSpPr>
          <p:nvPr>
            <p:ph type="body" idx="1"/>
          </p:nvPr>
        </p:nvSpPr>
        <p:spPr/>
        <p:txBody>
          <a:bodyPr wrap="square" lIns="91422" tIns="45711" rIns="91422" bIns="45711" anchor="t" anchorCtr="0"/>
          <a:lstStyle/>
          <a:p>
            <a:pPr lvl="0"/>
            <a:endParaRPr lang="en-US" altLang="zh-CN" dirty="0">
              <a:ea typeface="宋体" pitchFamily="2" charset="-122"/>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TextEdit="1"/>
          </p:cNvSpPr>
          <p:nvPr>
            <p:ph type="sldImg"/>
          </p:nvPr>
        </p:nvSpPr>
        <p:spPr/>
      </p:sp>
      <p:sp>
        <p:nvSpPr>
          <p:cNvPr id="44035" name="Rectangle 3"/>
          <p:cNvSpPr>
            <a:spLocks noGrp="1"/>
          </p:cNvSpPr>
          <p:nvPr>
            <p:ph type="body" idx="1"/>
          </p:nvPr>
        </p:nvSpPr>
        <p:spPr/>
        <p:txBody>
          <a:bodyPr wrap="square" lIns="91422" tIns="45711" rIns="91422" bIns="45711" anchor="t" anchorCtr="0"/>
          <a:lstStyle/>
          <a:p>
            <a:pPr lvl="0"/>
            <a:endParaRPr lang="zh-CN" altLang="en-US" dirty="0">
              <a:ea typeface="宋体" pitchFamily="2" charset="-122"/>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Rot="1" noChangeAspect="1" noTextEdit="1"/>
          </p:cNvSpPr>
          <p:nvPr>
            <p:ph type="sldImg"/>
          </p:nvPr>
        </p:nvSpPr>
        <p:spPr>
          <a:xfrm>
            <a:off x="92075" y="739775"/>
            <a:ext cx="6573838" cy="3698875"/>
          </a:xfrm>
        </p:spPr>
      </p:sp>
      <p:sp>
        <p:nvSpPr>
          <p:cNvPr id="46083" name="Rectangle 3"/>
          <p:cNvSpPr>
            <a:spLocks noGrp="1"/>
          </p:cNvSpPr>
          <p:nvPr>
            <p:ph type="body" idx="1"/>
          </p:nvPr>
        </p:nvSpPr>
        <p:spPr>
          <a:xfrm>
            <a:off x="676275" y="4686300"/>
            <a:ext cx="5405438" cy="4440238"/>
          </a:xfrm>
        </p:spPr>
        <p:txBody>
          <a:bodyPr wrap="square" lIns="91422" tIns="45711" rIns="91422" bIns="45711" anchor="t" anchorCtr="0"/>
          <a:lstStyle/>
          <a:p>
            <a:pPr lvl="0" eaLnBrk="1" hangingPunct="1"/>
            <a:endParaRPr lang="zh-CN" altLang="en-US" dirty="0">
              <a:ea typeface="宋体" pitchFamily="2" charset="-122"/>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Rot="1" noChangeAspect="1" noTextEdit="1"/>
          </p:cNvSpPr>
          <p:nvPr>
            <p:ph type="sldImg"/>
          </p:nvPr>
        </p:nvSpPr>
        <p:spPr>
          <a:xfrm>
            <a:off x="92075" y="739775"/>
            <a:ext cx="6573838" cy="3698875"/>
          </a:xfrm>
        </p:spPr>
      </p:sp>
      <p:sp>
        <p:nvSpPr>
          <p:cNvPr id="48131" name="Rectangle 3"/>
          <p:cNvSpPr>
            <a:spLocks noGrp="1"/>
          </p:cNvSpPr>
          <p:nvPr>
            <p:ph type="body" idx="1"/>
          </p:nvPr>
        </p:nvSpPr>
        <p:spPr>
          <a:xfrm>
            <a:off x="676275" y="4686300"/>
            <a:ext cx="5405438" cy="4440238"/>
          </a:xfrm>
        </p:spPr>
        <p:txBody>
          <a:bodyPr wrap="square" lIns="91422" tIns="45711" rIns="91422" bIns="45711" anchor="t" anchorCtr="0"/>
          <a:lstStyle/>
          <a:p>
            <a:pPr lvl="0"/>
            <a:endParaRPr lang="zh-CN" altLang="en-US" dirty="0">
              <a:ea typeface="宋体" pitchFamily="2" charset="-122"/>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幻灯片图像占位符 1"/>
          <p:cNvSpPr>
            <a:spLocks noGrp="1" noRot="1" noChangeAspect="1" noTextEdit="1"/>
          </p:cNvSpPr>
          <p:nvPr>
            <p:ph type="sldImg"/>
          </p:nvPr>
        </p:nvSpPr>
        <p:spPr/>
      </p:sp>
      <p:sp>
        <p:nvSpPr>
          <p:cNvPr id="51203" name="备注占位符 2"/>
          <p:cNvSpPr>
            <a:spLocks noGrp="1"/>
          </p:cNvSpPr>
          <p:nvPr>
            <p:ph type="body" idx="1"/>
          </p:nvPr>
        </p:nvSpPr>
        <p:spPr/>
        <p:txBody>
          <a:bodyPr wrap="square" lIns="91422" tIns="45711" rIns="91422" bIns="45711" anchor="t" anchorCtr="0"/>
          <a:lstStyle/>
          <a:p>
            <a:pPr lvl="0"/>
            <a:r>
              <a:rPr lang="zh-CN" altLang="en-US" dirty="0">
                <a:ea typeface="宋体" pitchFamily="2" charset="-122"/>
              </a:rPr>
              <a:t>让学生来做这个题</a:t>
            </a:r>
            <a:endParaRPr lang="zh-CN" altLang="en-US" dirty="0">
              <a:ea typeface="宋体" pitchFamily="2" charset="-122"/>
            </a:endParaRPr>
          </a:p>
        </p:txBody>
      </p:sp>
      <p:sp>
        <p:nvSpPr>
          <p:cNvPr id="51204" name="幻灯片编号占位符 3"/>
          <p:cNvSpPr txBox="1">
            <a:spLocks noGrp="1"/>
          </p:cNvSpPr>
          <p:nvPr>
            <p:ph type="sldNum" sz="quarter"/>
          </p:nvPr>
        </p:nvSpPr>
        <p:spPr>
          <a:xfrm>
            <a:off x="3808413" y="9371013"/>
            <a:ext cx="2971800" cy="457200"/>
          </a:xfrm>
          <a:prstGeom prst="rect">
            <a:avLst/>
          </a:prstGeom>
          <a:noFill/>
          <a:ln w="9525">
            <a:noFill/>
          </a:ln>
        </p:spPr>
        <p:txBody>
          <a:bodyPr lIns="91422" tIns="45711" rIns="91422" bIns="45711" anchor="b" anchorCtr="0"/>
          <a:lstStyle/>
          <a:p>
            <a:pPr lvl="0" algn="r" eaLnBrk="1" hangingPunct="1"/>
            <a:fld id="{9A0DB2DC-4C9A-4742-B13C-FB6460FD3503}" type="slidenum">
              <a:rPr lang="zh-CN" altLang="en-US" sz="1200" dirty="0">
                <a:latin typeface="Times New Roman" panose="02020503050405090304" pitchFamily="18" charset="0"/>
              </a:rPr>
            </a:fld>
            <a:endParaRPr lang="zh-CN" altLang="en-US" sz="1200" dirty="0">
              <a:latin typeface="Times New Roman" panose="02020503050405090304" pitchFamily="18"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幻灯片图像占位符 1"/>
          <p:cNvSpPr>
            <a:spLocks noGrp="1" noRot="1" noChangeAspect="1" noTextEdit="1"/>
          </p:cNvSpPr>
          <p:nvPr>
            <p:ph type="sldImg"/>
          </p:nvPr>
        </p:nvSpPr>
        <p:spPr>
          <a:xfrm>
            <a:off x="92075" y="739775"/>
            <a:ext cx="6573838" cy="3698875"/>
          </a:xfrm>
          <a:ln w="12700"/>
        </p:spPr>
      </p:sp>
      <p:sp>
        <p:nvSpPr>
          <p:cNvPr id="57347" name="备注占位符 2"/>
          <p:cNvSpPr>
            <a:spLocks noGrp="1"/>
          </p:cNvSpPr>
          <p:nvPr>
            <p:ph type="body" idx="1"/>
          </p:nvPr>
        </p:nvSpPr>
        <p:spPr>
          <a:xfrm>
            <a:off x="676275" y="4686300"/>
            <a:ext cx="5405438" cy="4440238"/>
          </a:xfrm>
        </p:spPr>
        <p:txBody>
          <a:bodyPr wrap="square" lIns="91422" tIns="45711" rIns="91422" bIns="45711" anchor="t" anchorCtr="0"/>
          <a:lstStyle/>
          <a:p>
            <a:pPr lvl="0"/>
            <a:endParaRPr lang="zh-CN" altLang="en-US" dirty="0">
              <a:ea typeface="宋体" pitchFamily="2" charset="-122"/>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幻灯片图像占位符 1"/>
          <p:cNvSpPr>
            <a:spLocks noGrp="1" noRot="1" noChangeAspect="1" noTextEdit="1"/>
          </p:cNvSpPr>
          <p:nvPr>
            <p:ph type="sldImg"/>
          </p:nvPr>
        </p:nvSpPr>
        <p:spPr/>
      </p:sp>
      <p:sp>
        <p:nvSpPr>
          <p:cNvPr id="66563" name="备注占位符 2"/>
          <p:cNvSpPr>
            <a:spLocks noGrp="1"/>
          </p:cNvSpPr>
          <p:nvPr>
            <p:ph type="body" idx="1"/>
          </p:nvPr>
        </p:nvSpPr>
        <p:spPr/>
        <p:txBody>
          <a:bodyPr wrap="square" lIns="91422" tIns="45711" rIns="91422" bIns="45711" anchor="t" anchorCtr="0"/>
          <a:lstStyle/>
          <a:p>
            <a:pPr lvl="0"/>
            <a:endParaRPr lang="zh-CN" altLang="en-US" dirty="0">
              <a:ea typeface="宋体" pitchFamily="2" charset="-122"/>
            </a:endParaRPr>
          </a:p>
        </p:txBody>
      </p:sp>
      <p:sp>
        <p:nvSpPr>
          <p:cNvPr id="66564" name="灯片编号占位符 3"/>
          <p:cNvSpPr txBox="1">
            <a:spLocks noGrp="1"/>
          </p:cNvSpPr>
          <p:nvPr>
            <p:ph type="sldNum" sz="quarter"/>
          </p:nvPr>
        </p:nvSpPr>
        <p:spPr>
          <a:xfrm>
            <a:off x="3808413" y="9371013"/>
            <a:ext cx="2971800" cy="457200"/>
          </a:xfrm>
          <a:prstGeom prst="rect">
            <a:avLst/>
          </a:prstGeom>
          <a:noFill/>
          <a:ln w="9525">
            <a:noFill/>
          </a:ln>
        </p:spPr>
        <p:txBody>
          <a:bodyPr lIns="91422" tIns="45711" rIns="91422" bIns="45711" anchor="b" anchorCtr="0"/>
          <a:lstStyle/>
          <a:p>
            <a:pPr lvl="0" algn="r" eaLnBrk="1" hangingPunct="1"/>
            <a:fld id="{9A0DB2DC-4C9A-4742-B13C-FB6460FD3503}" type="slidenum">
              <a:rPr lang="zh-CN" altLang="en-US" sz="1200" dirty="0">
                <a:latin typeface="Times New Roman" panose="02020503050405090304" pitchFamily="18" charset="0"/>
              </a:rPr>
            </a:fld>
            <a:endParaRPr lang="zh-CN" altLang="en-US" sz="1200" dirty="0">
              <a:latin typeface="Times New Roman" panose="02020503050405090304" pitchFamily="18"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幻灯片图像占位符 1"/>
          <p:cNvSpPr>
            <a:spLocks noGrp="1" noRot="1" noChangeAspect="1" noTextEdit="1"/>
          </p:cNvSpPr>
          <p:nvPr>
            <p:ph type="sldImg"/>
          </p:nvPr>
        </p:nvSpPr>
        <p:spPr/>
      </p:sp>
      <p:sp>
        <p:nvSpPr>
          <p:cNvPr id="78851" name="备注占位符 2"/>
          <p:cNvSpPr>
            <a:spLocks noGrp="1"/>
          </p:cNvSpPr>
          <p:nvPr>
            <p:ph type="body" idx="1"/>
          </p:nvPr>
        </p:nvSpPr>
        <p:spPr/>
        <p:txBody>
          <a:bodyPr wrap="square" lIns="91422" tIns="45711" rIns="91422" bIns="45711" anchor="t" anchorCtr="0"/>
          <a:lstStyle/>
          <a:p>
            <a:pPr lvl="0"/>
            <a:r>
              <a:rPr lang="zh-CN" altLang="en-US" dirty="0">
                <a:ea typeface="宋体" pitchFamily="2" charset="-122"/>
              </a:rPr>
              <a:t>需要说明和对比：用字符串常量来初始化字符指针和用字符串常量来初始化字符数组，在内存中有什么样的区别？？</a:t>
            </a:r>
            <a:endParaRPr lang="zh-CN" altLang="en-US" dirty="0">
              <a:ea typeface="宋体" pitchFamily="2" charset="-122"/>
            </a:endParaRPr>
          </a:p>
        </p:txBody>
      </p:sp>
      <p:sp>
        <p:nvSpPr>
          <p:cNvPr id="78852" name="幻灯片编号占位符 3"/>
          <p:cNvSpPr txBox="1">
            <a:spLocks noGrp="1"/>
          </p:cNvSpPr>
          <p:nvPr>
            <p:ph type="sldNum" sz="quarter"/>
          </p:nvPr>
        </p:nvSpPr>
        <p:spPr>
          <a:xfrm>
            <a:off x="3808413" y="9371013"/>
            <a:ext cx="2971800" cy="457200"/>
          </a:xfrm>
          <a:prstGeom prst="rect">
            <a:avLst/>
          </a:prstGeom>
          <a:noFill/>
          <a:ln w="9525">
            <a:noFill/>
          </a:ln>
        </p:spPr>
        <p:txBody>
          <a:bodyPr lIns="91422" tIns="45711" rIns="91422" bIns="45711" anchor="b" anchorCtr="0"/>
          <a:lstStyle/>
          <a:p>
            <a:pPr lvl="0" algn="r" eaLnBrk="1" hangingPunct="1"/>
            <a:fld id="{9A0DB2DC-4C9A-4742-B13C-FB6460FD3503}" type="slidenum">
              <a:rPr lang="zh-CN" altLang="en-US" sz="1200" dirty="0">
                <a:latin typeface="Times New Roman" panose="02020503050405090304" pitchFamily="18" charset="0"/>
              </a:rPr>
            </a:fld>
            <a:endParaRPr lang="zh-CN" altLang="en-US" sz="1200" dirty="0">
              <a:latin typeface="Times New Roman" panose="02020503050405090304" pitchFamily="18"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p:cNvSpPr>
            <a:spLocks noGrp="1" noRot="1" noChangeAspect="1" noTextEdit="1"/>
          </p:cNvSpPr>
          <p:nvPr>
            <p:ph type="sldImg"/>
          </p:nvPr>
        </p:nvSpPr>
        <p:spPr/>
      </p:sp>
      <p:sp>
        <p:nvSpPr>
          <p:cNvPr id="89091" name="备注占位符 2"/>
          <p:cNvSpPr>
            <a:spLocks noGrp="1"/>
          </p:cNvSpPr>
          <p:nvPr>
            <p:ph type="body" idx="1"/>
          </p:nvPr>
        </p:nvSpPr>
        <p:spPr/>
        <p:txBody>
          <a:bodyPr wrap="square" lIns="91422" tIns="45711" rIns="91422" bIns="45711" anchor="t" anchorCtr="0"/>
          <a:lstStyle/>
          <a:p>
            <a:pPr lvl="0"/>
            <a:r>
              <a:rPr lang="en-US" altLang="zh-CN" dirty="0">
                <a:ea typeface="宋体" pitchFamily="2" charset="-122"/>
              </a:rPr>
              <a:t>Catenate</a:t>
            </a:r>
            <a:r>
              <a:rPr lang="zh-CN" altLang="en-US" dirty="0">
                <a:ea typeface="宋体" pitchFamily="2" charset="-122"/>
              </a:rPr>
              <a:t>连接</a:t>
            </a:r>
            <a:endParaRPr lang="zh-CN" altLang="en-US" dirty="0">
              <a:ea typeface="宋体" pitchFamily="2" charset="-122"/>
            </a:endParaRPr>
          </a:p>
        </p:txBody>
      </p:sp>
      <p:sp>
        <p:nvSpPr>
          <p:cNvPr id="89092" name="幻灯片编号占位符 3"/>
          <p:cNvSpPr txBox="1">
            <a:spLocks noGrp="1"/>
          </p:cNvSpPr>
          <p:nvPr>
            <p:ph type="sldNum" sz="quarter"/>
          </p:nvPr>
        </p:nvSpPr>
        <p:spPr>
          <a:xfrm>
            <a:off x="3808413" y="9371013"/>
            <a:ext cx="2971800" cy="457200"/>
          </a:xfrm>
          <a:prstGeom prst="rect">
            <a:avLst/>
          </a:prstGeom>
          <a:noFill/>
          <a:ln w="9525">
            <a:noFill/>
          </a:ln>
        </p:spPr>
        <p:txBody>
          <a:bodyPr lIns="91422" tIns="45711" rIns="91422" bIns="45711" anchor="b" anchorCtr="0"/>
          <a:lstStyle/>
          <a:p>
            <a:pPr lvl="0" algn="r" eaLnBrk="1" hangingPunct="1"/>
            <a:fld id="{9A0DB2DC-4C9A-4742-B13C-FB6460FD3503}" type="slidenum">
              <a:rPr lang="zh-CN" altLang="en-US" sz="1200" dirty="0">
                <a:latin typeface="Times New Roman" panose="02020503050405090304" pitchFamily="18" charset="0"/>
              </a:rPr>
            </a:fld>
            <a:endParaRPr lang="zh-CN" altLang="en-US" sz="1200" dirty="0">
              <a:latin typeface="Times New Roman" panose="02020503050405090304" pitchFamily="18"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幻灯片图像占位符 1"/>
          <p:cNvSpPr>
            <a:spLocks noGrp="1" noRot="1" noChangeAspect="1" noTextEdit="1"/>
          </p:cNvSpPr>
          <p:nvPr>
            <p:ph type="sldImg"/>
          </p:nvPr>
        </p:nvSpPr>
        <p:spPr/>
      </p:sp>
      <p:sp>
        <p:nvSpPr>
          <p:cNvPr id="111619" name="备注占位符 2"/>
          <p:cNvSpPr>
            <a:spLocks noGrp="1"/>
          </p:cNvSpPr>
          <p:nvPr>
            <p:ph type="body" idx="1"/>
          </p:nvPr>
        </p:nvSpPr>
        <p:spPr/>
        <p:txBody>
          <a:bodyPr wrap="square" lIns="91422" tIns="45711" rIns="91422" bIns="45711" anchor="t" anchorCtr="0"/>
          <a:lstStyle/>
          <a:p>
            <a:pPr lvl="0"/>
            <a:r>
              <a:rPr lang="zh-CN" altLang="en-US" dirty="0">
                <a:ea typeface="宋体" pitchFamily="2" charset="-122"/>
              </a:rPr>
              <a:t>注意，结构体变量和数组之间的差别体现在很多方面，比如赋值、函数参数，指针初始化等等。</a:t>
            </a:r>
            <a:endParaRPr lang="zh-CN" altLang="en-US" dirty="0">
              <a:ea typeface="宋体" pitchFamily="2" charset="-122"/>
            </a:endParaRPr>
          </a:p>
        </p:txBody>
      </p:sp>
      <p:sp>
        <p:nvSpPr>
          <p:cNvPr id="111620" name="幻灯片编号占位符 3"/>
          <p:cNvSpPr txBox="1">
            <a:spLocks noGrp="1"/>
          </p:cNvSpPr>
          <p:nvPr>
            <p:ph type="sldNum" sz="quarter"/>
          </p:nvPr>
        </p:nvSpPr>
        <p:spPr>
          <a:xfrm>
            <a:off x="3808413" y="9371013"/>
            <a:ext cx="2971800" cy="457200"/>
          </a:xfrm>
          <a:prstGeom prst="rect">
            <a:avLst/>
          </a:prstGeom>
          <a:noFill/>
          <a:ln w="9525">
            <a:noFill/>
          </a:ln>
        </p:spPr>
        <p:txBody>
          <a:bodyPr lIns="91422" tIns="45711" rIns="91422" bIns="45711" anchor="b" anchorCtr="0"/>
          <a:lstStyle/>
          <a:p>
            <a:pPr lvl="0" algn="r" eaLnBrk="1" hangingPunct="1"/>
            <a:fld id="{9A0DB2DC-4C9A-4742-B13C-FB6460FD3503}" type="slidenum">
              <a:rPr lang="zh-CN" altLang="en-US" sz="1200" dirty="0">
                <a:latin typeface="Times New Roman" panose="02020503050405090304" pitchFamily="18" charset="0"/>
              </a:rPr>
            </a:fld>
            <a:endParaRPr lang="zh-CN" altLang="en-US" sz="1200" dirty="0">
              <a:latin typeface="Times New Roman" panose="02020503050405090304" pitchFamily="18"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幻灯片图像占位符 1"/>
          <p:cNvSpPr>
            <a:spLocks noGrp="1" noRot="1" noChangeAspect="1" noTextEdit="1"/>
          </p:cNvSpPr>
          <p:nvPr>
            <p:ph type="sldImg"/>
          </p:nvPr>
        </p:nvSpPr>
        <p:spPr>
          <a:xfrm>
            <a:off x="419100" y="1233488"/>
            <a:ext cx="5918200" cy="3328987"/>
          </a:xfrm>
          <a:ln w="12700"/>
        </p:spPr>
      </p:sp>
      <p:sp>
        <p:nvSpPr>
          <p:cNvPr id="123907" name="备注占位符 2"/>
          <p:cNvSpPr>
            <a:spLocks noGrp="1"/>
          </p:cNvSpPr>
          <p:nvPr>
            <p:ph type="body" idx="1"/>
          </p:nvPr>
        </p:nvSpPr>
        <p:spPr>
          <a:xfrm>
            <a:off x="676275" y="4746625"/>
            <a:ext cx="5403850" cy="3884613"/>
          </a:xfrm>
        </p:spPr>
        <p:txBody>
          <a:bodyPr wrap="square" lIns="91422" tIns="45711" rIns="91422" bIns="45711" anchor="t" anchorCtr="0"/>
          <a:lstStyle/>
          <a:p>
            <a:pPr lvl="0"/>
            <a:endParaRPr lang="zh-CN" altLang="en-US" dirty="0">
              <a:ea typeface="宋体" pitchFamily="2"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6" Type="http://schemas.openxmlformats.org/officeDocument/2006/relationships/image" Target="../media/image5.jpeg"/><Relationship Id="rId5" Type="http://schemas.openxmlformats.org/officeDocument/2006/relationships/image" Target="../media/image4.jpeg"/><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showMasterSp="0" userDrawn="1">
  <p:cSld name="标题幻灯片">
    <p:bg>
      <p:bgPr>
        <a:blipFill rotWithShape="0">
          <a:blip r:embed="rId2"/>
          <a:stretch>
            <a:fillRect/>
          </a:stretch>
        </a:blipFill>
        <a:effectLst/>
      </p:bgPr>
    </p:bg>
    <p:spTree>
      <p:nvGrpSpPr>
        <p:cNvPr id="1" name=""/>
        <p:cNvGrpSpPr/>
        <p:nvPr/>
      </p:nvGrpSpPr>
      <p:grpSpPr>
        <a:xfrm>
          <a:off x="0" y="0"/>
          <a:ext cx="0" cy="0"/>
          <a:chOff x="0" y="0"/>
          <a:chExt cx="0" cy="0"/>
        </a:xfrm>
      </p:grpSpPr>
      <p:sp>
        <p:nvSpPr>
          <p:cNvPr id="11" name="矩形 10"/>
          <p:cNvSpPr/>
          <p:nvPr/>
        </p:nvSpPr>
        <p:spPr>
          <a:xfrm>
            <a:off x="0" y="6678613"/>
            <a:ext cx="12192000" cy="179388"/>
          </a:xfrm>
          <a:prstGeom prst="rect">
            <a:avLst/>
          </a:prstGeom>
          <a:gradFill>
            <a:gsLst>
              <a:gs pos="0">
                <a:schemeClr val="accent1">
                  <a:alpha val="50000"/>
                </a:schemeClr>
              </a:gs>
              <a:gs pos="50000">
                <a:schemeClr val="accent1">
                  <a:tint val="20000"/>
                </a:schemeClr>
              </a:gs>
              <a:gs pos="100000">
                <a:schemeClr val="accent1">
                  <a:alpha val="4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90000"/>
              </a:lnSpc>
              <a:spcBef>
                <a:spcPts val="590"/>
              </a:spcBef>
              <a:spcAft>
                <a:spcPts val="590"/>
              </a:spcAft>
              <a:buClr>
                <a:schemeClr val="tx2"/>
              </a:buClr>
              <a:buSzPct val="80000"/>
              <a:buFont typeface="Wingdings" panose="05000000000000000000" pitchFamily="2" charset="2"/>
              <a:buNone/>
              <a:defRPr/>
            </a:pPr>
            <a:endParaRPr kumimoji="0" lang="zh-CN" altLang="en-US" sz="2000" b="0" i="0" u="none" strike="noStrike" kern="1200" cap="none" spc="0" normalizeH="0" baseline="0" noProof="0">
              <a:ln>
                <a:noFill/>
              </a:ln>
              <a:solidFill>
                <a:schemeClr val="lt1"/>
              </a:solidFill>
              <a:effectLst/>
              <a:uLnTx/>
              <a:uFillTx/>
              <a:latin typeface="+mn-lt"/>
              <a:ea typeface="+mn-ea"/>
              <a:cs typeface="+mn-cs"/>
            </a:endParaRPr>
          </a:p>
        </p:txBody>
      </p:sp>
      <p:sp>
        <p:nvSpPr>
          <p:cNvPr id="12" name="矩形 11"/>
          <p:cNvSpPr/>
          <p:nvPr/>
        </p:nvSpPr>
        <p:spPr>
          <a:xfrm>
            <a:off x="0" y="0"/>
            <a:ext cx="12192000" cy="107950"/>
          </a:xfrm>
          <a:prstGeom prst="rect">
            <a:avLst/>
          </a:prstGeom>
          <a:gradFill>
            <a:gsLst>
              <a:gs pos="0">
                <a:schemeClr val="accent1">
                  <a:alpha val="50000"/>
                </a:schemeClr>
              </a:gs>
              <a:gs pos="50000">
                <a:schemeClr val="accent1">
                  <a:tint val="20000"/>
                </a:schemeClr>
              </a:gs>
              <a:gs pos="100000">
                <a:schemeClr val="accent1">
                  <a:alpha val="4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90000"/>
              </a:lnSpc>
              <a:spcBef>
                <a:spcPts val="590"/>
              </a:spcBef>
              <a:spcAft>
                <a:spcPts val="590"/>
              </a:spcAft>
              <a:buClr>
                <a:schemeClr val="tx2"/>
              </a:buClr>
              <a:buSzPct val="80000"/>
              <a:buFont typeface="Wingdings" panose="05000000000000000000" pitchFamily="2" charset="2"/>
              <a:buNone/>
              <a:defRPr/>
            </a:pPr>
            <a:endParaRPr kumimoji="0" lang="zh-CN" altLang="en-US" sz="2000" b="0" i="0" u="none" strike="noStrike" kern="1200" cap="none" spc="0" normalizeH="0" baseline="0" noProof="0">
              <a:ln>
                <a:noFill/>
              </a:ln>
              <a:solidFill>
                <a:schemeClr val="lt1"/>
              </a:solidFill>
              <a:effectLst/>
              <a:uLnTx/>
              <a:uFillTx/>
              <a:latin typeface="+mn-lt"/>
              <a:ea typeface="+mn-ea"/>
              <a:cs typeface="+mn-cs"/>
            </a:endParaRPr>
          </a:p>
        </p:txBody>
      </p:sp>
      <p:sp>
        <p:nvSpPr>
          <p:cNvPr id="13" name="页脚占位符 6"/>
          <p:cNvSpPr>
            <a:spLocks noGrp="1"/>
          </p:cNvSpPr>
          <p:nvPr/>
        </p:nvSpPr>
        <p:spPr>
          <a:xfrm>
            <a:off x="10439400" y="115888"/>
            <a:ext cx="1949450" cy="360363"/>
          </a:xfrm>
          <a:prstGeom prst="rect">
            <a:avLst/>
          </a:prstGeom>
        </p:spPr>
        <p:txBody>
          <a:bodyPr/>
          <a:lstStyle>
            <a:defPPr>
              <a:defRPr lang="en-US"/>
            </a:defPPr>
            <a:lvl1pPr algn="l" rtl="0" eaLnBrk="0" fontAlgn="base" hangingPunct="0">
              <a:spcBef>
                <a:spcPct val="0"/>
              </a:spcBef>
              <a:spcAft>
                <a:spcPct val="0"/>
              </a:spcAft>
              <a:defRPr sz="2400" kern="1200">
                <a:solidFill>
                  <a:schemeClr val="tx1"/>
                </a:solidFill>
                <a:latin typeface="Times New Roman" panose="02020503050405090304" pitchFamily="18" charset="0"/>
                <a:ea typeface="宋体" pitchFamily="2" charset="-122"/>
                <a:cs typeface="+mn-cs"/>
              </a:defRPr>
            </a:lvl1pPr>
            <a:lvl2pPr marL="457200" algn="l" rtl="0" fontAlgn="base">
              <a:spcBef>
                <a:spcPct val="0"/>
              </a:spcBef>
              <a:spcAft>
                <a:spcPct val="0"/>
              </a:spcAft>
              <a:defRPr sz="2400" kern="1200">
                <a:solidFill>
                  <a:schemeClr val="tx1"/>
                </a:solidFill>
                <a:latin typeface="Times New Roman" panose="02020503050405090304" pitchFamily="18" charset="0"/>
                <a:ea typeface="宋体" pitchFamily="2" charset="-122"/>
                <a:cs typeface="+mn-cs"/>
              </a:defRPr>
            </a:lvl2pPr>
            <a:lvl3pPr marL="914400" algn="l" rtl="0" fontAlgn="base">
              <a:spcBef>
                <a:spcPct val="0"/>
              </a:spcBef>
              <a:spcAft>
                <a:spcPct val="0"/>
              </a:spcAft>
              <a:defRPr sz="2400" kern="1200">
                <a:solidFill>
                  <a:schemeClr val="tx1"/>
                </a:solidFill>
                <a:latin typeface="Times New Roman" panose="02020503050405090304" pitchFamily="18" charset="0"/>
                <a:ea typeface="宋体" pitchFamily="2" charset="-122"/>
                <a:cs typeface="+mn-cs"/>
              </a:defRPr>
            </a:lvl3pPr>
            <a:lvl4pPr marL="1371600" algn="l" rtl="0" fontAlgn="base">
              <a:spcBef>
                <a:spcPct val="0"/>
              </a:spcBef>
              <a:spcAft>
                <a:spcPct val="0"/>
              </a:spcAft>
              <a:defRPr sz="2400" kern="1200">
                <a:solidFill>
                  <a:schemeClr val="tx1"/>
                </a:solidFill>
                <a:latin typeface="Times New Roman" panose="02020503050405090304" pitchFamily="18" charset="0"/>
                <a:ea typeface="宋体" pitchFamily="2" charset="-122"/>
                <a:cs typeface="+mn-cs"/>
              </a:defRPr>
            </a:lvl4pPr>
            <a:lvl5pPr marL="1828800" algn="l" rtl="0" fontAlgn="base">
              <a:spcBef>
                <a:spcPct val="0"/>
              </a:spcBef>
              <a:spcAft>
                <a:spcPct val="0"/>
              </a:spcAft>
              <a:defRPr sz="2400" kern="1200">
                <a:solidFill>
                  <a:schemeClr val="tx1"/>
                </a:solidFill>
                <a:latin typeface="Times New Roman" panose="02020503050405090304" pitchFamily="18" charset="0"/>
                <a:ea typeface="宋体" pitchFamily="2" charset="-122"/>
                <a:cs typeface="+mn-cs"/>
              </a:defRPr>
            </a:lvl5pPr>
            <a:lvl6pPr marL="2286000" algn="l" defTabSz="914400" rtl="0" eaLnBrk="1" latinLnBrk="0" hangingPunct="1">
              <a:defRPr sz="2400" kern="1200">
                <a:solidFill>
                  <a:schemeClr val="tx1"/>
                </a:solidFill>
                <a:latin typeface="Times New Roman" panose="02020503050405090304" pitchFamily="18" charset="0"/>
                <a:ea typeface="宋体" pitchFamily="2" charset="-122"/>
                <a:cs typeface="+mn-cs"/>
              </a:defRPr>
            </a:lvl6pPr>
            <a:lvl7pPr marL="2743200" algn="l" defTabSz="914400" rtl="0" eaLnBrk="1" latinLnBrk="0" hangingPunct="1">
              <a:defRPr sz="2400" kern="1200">
                <a:solidFill>
                  <a:schemeClr val="tx1"/>
                </a:solidFill>
                <a:latin typeface="Times New Roman" panose="02020503050405090304" pitchFamily="18" charset="0"/>
                <a:ea typeface="宋体" pitchFamily="2" charset="-122"/>
                <a:cs typeface="+mn-cs"/>
              </a:defRPr>
            </a:lvl7pPr>
            <a:lvl8pPr marL="3200400" algn="l" defTabSz="914400" rtl="0" eaLnBrk="1" latinLnBrk="0" hangingPunct="1">
              <a:defRPr sz="2400" kern="1200">
                <a:solidFill>
                  <a:schemeClr val="tx1"/>
                </a:solidFill>
                <a:latin typeface="Times New Roman" panose="02020503050405090304" pitchFamily="18" charset="0"/>
                <a:ea typeface="宋体" pitchFamily="2" charset="-122"/>
                <a:cs typeface="+mn-cs"/>
              </a:defRPr>
            </a:lvl8pPr>
            <a:lvl9pPr marL="3657600" algn="l" defTabSz="914400" rtl="0" eaLnBrk="1" latinLnBrk="0" hangingPunct="1">
              <a:defRPr sz="2400" kern="1200">
                <a:solidFill>
                  <a:schemeClr val="tx1"/>
                </a:solidFill>
                <a:latin typeface="Times New Roman" panose="02020503050405090304" pitchFamily="18" charset="0"/>
                <a:ea typeface="宋体" pitchFamily="2" charset="-122"/>
                <a:cs typeface="+mn-cs"/>
              </a:defRPr>
            </a:lvl9pPr>
          </a:lstStyle>
          <a:p>
            <a:pPr marL="0" marR="0" lvl="0" indent="0" algn="l" defTabSz="914400" rtl="0" eaLnBrk="0" fontAlgn="base" latinLnBrk="0" hangingPunct="0">
              <a:lnSpc>
                <a:spcPct val="90000"/>
              </a:lnSpc>
              <a:spcBef>
                <a:spcPct val="0"/>
              </a:spcBef>
              <a:spcAft>
                <a:spcPct val="0"/>
              </a:spcAft>
              <a:buClr>
                <a:schemeClr val="tx2"/>
              </a:buClr>
              <a:buSzPct val="80000"/>
              <a:buFont typeface="Wingdings" panose="05000000000000000000" pitchFamily="2" charset="2"/>
              <a:buNone/>
              <a:defRPr/>
            </a:pPr>
            <a:r>
              <a:rPr kumimoji="0" lang="zh-CN" altLang="en-US" sz="2000" b="0" i="0" u="none" strike="noStrike" kern="1200" cap="none" spc="0" normalizeH="0" baseline="0" noProof="0" dirty="0">
                <a:ln>
                  <a:noFill/>
                </a:ln>
                <a:solidFill>
                  <a:srgbClr val="663300"/>
                </a:solidFill>
                <a:effectLst/>
                <a:uLnTx/>
                <a:uFillTx/>
                <a:latin typeface="华文行楷" panose="02010800040101010101" pitchFamily="2" charset="-122"/>
                <a:ea typeface="华文行楷" panose="02010800040101010101" pitchFamily="2" charset="-122"/>
                <a:cs typeface="+mn-cs"/>
              </a:rPr>
              <a:t>第</a:t>
            </a:r>
            <a:r>
              <a:rPr kumimoji="0" lang="en-US" altLang="zh-CN" sz="2000" b="0" i="0" u="none" strike="noStrike" kern="1200" cap="none" spc="0" normalizeH="0" baseline="0" noProof="0" dirty="0">
                <a:ln>
                  <a:noFill/>
                </a:ln>
                <a:solidFill>
                  <a:srgbClr val="663300"/>
                </a:solidFill>
                <a:effectLst/>
                <a:uLnTx/>
                <a:uFillTx/>
                <a:latin typeface="华文行楷" panose="02010800040101010101" pitchFamily="2" charset="-122"/>
                <a:ea typeface="华文行楷" panose="02010800040101010101" pitchFamily="2" charset="-122"/>
                <a:cs typeface="+mn-cs"/>
              </a:rPr>
              <a:t>7</a:t>
            </a:r>
            <a:r>
              <a:rPr kumimoji="0" lang="zh-CN" altLang="en-US" sz="2000" b="0" i="0" u="none" strike="noStrike" kern="1200" cap="none" spc="0" normalizeH="0" baseline="0" noProof="0" dirty="0">
                <a:ln>
                  <a:noFill/>
                </a:ln>
                <a:solidFill>
                  <a:srgbClr val="663300"/>
                </a:solidFill>
                <a:effectLst/>
                <a:uLnTx/>
                <a:uFillTx/>
                <a:latin typeface="华文行楷" panose="02010800040101010101" pitchFamily="2" charset="-122"/>
                <a:ea typeface="华文行楷" panose="02010800040101010101" pitchFamily="2" charset="-122"/>
                <a:cs typeface="+mn-cs"/>
              </a:rPr>
              <a:t>章  函数</a:t>
            </a:r>
            <a:endParaRPr kumimoji="0" lang="en-US" altLang="zh-CN" sz="2000" b="0" i="0" u="none" strike="noStrike" kern="1200" cap="none" spc="0" normalizeH="0" baseline="0" noProof="0" dirty="0">
              <a:ln>
                <a:noFill/>
              </a:ln>
              <a:solidFill>
                <a:srgbClr val="663300"/>
              </a:solidFill>
              <a:effectLst/>
              <a:uLnTx/>
              <a:uFillTx/>
              <a:latin typeface="华文行楷" panose="02010800040101010101" pitchFamily="2" charset="-122"/>
              <a:ea typeface="华文行楷" panose="02010800040101010101" pitchFamily="2" charset="-122"/>
              <a:cs typeface="+mn-cs"/>
            </a:endParaRPr>
          </a:p>
          <a:p>
            <a:pPr marL="0" marR="0" lvl="0" indent="0" algn="l" defTabSz="914400" rtl="0" eaLnBrk="0" fontAlgn="base" latinLnBrk="0" hangingPunct="0">
              <a:lnSpc>
                <a:spcPct val="90000"/>
              </a:lnSpc>
              <a:spcBef>
                <a:spcPct val="0"/>
              </a:spcBef>
              <a:spcAft>
                <a:spcPct val="0"/>
              </a:spcAft>
              <a:buClr>
                <a:schemeClr val="tx2"/>
              </a:buClr>
              <a:buSzPct val="80000"/>
              <a:buFont typeface="Wingdings" panose="05000000000000000000" pitchFamily="2" charset="2"/>
              <a:buNone/>
              <a:defRPr/>
            </a:pPr>
            <a:endParaRPr kumimoji="0" lang="en-US" altLang="zh-CN" sz="2000" b="0" i="0" u="none" strike="noStrike" kern="1200" cap="none" spc="0" normalizeH="0" baseline="0" noProof="0" dirty="0">
              <a:ln>
                <a:noFill/>
              </a:ln>
              <a:solidFill>
                <a:schemeClr val="tx1"/>
              </a:solidFill>
              <a:effectLst/>
              <a:uLnTx/>
              <a:uFillTx/>
              <a:latin typeface="华文行楷" panose="02010800040101010101" pitchFamily="2" charset="-122"/>
              <a:ea typeface="华文行楷" panose="02010800040101010101" pitchFamily="2" charset="-122"/>
              <a:cs typeface="+mn-cs"/>
            </a:endParaRPr>
          </a:p>
          <a:p>
            <a:pPr marL="0" marR="0" lvl="0" indent="0" algn="l" defTabSz="914400" rtl="0" eaLnBrk="0" fontAlgn="base" latinLnBrk="0" hangingPunct="0">
              <a:lnSpc>
                <a:spcPct val="90000"/>
              </a:lnSpc>
              <a:spcBef>
                <a:spcPct val="0"/>
              </a:spcBef>
              <a:spcAft>
                <a:spcPct val="0"/>
              </a:spcAft>
              <a:buClr>
                <a:schemeClr val="tx2"/>
              </a:buClr>
              <a:buSzPct val="80000"/>
              <a:buFont typeface="Wingdings" panose="05000000000000000000" pitchFamily="2" charset="2"/>
              <a:buNone/>
              <a:defRPr/>
            </a:pPr>
            <a:endParaRPr kumimoji="0" lang="en-US" altLang="zh-CN" sz="2000" b="0" i="0" u="none" strike="noStrike" kern="1200" cap="none" spc="0" normalizeH="0" baseline="0" noProof="0" dirty="0">
              <a:ln>
                <a:noFill/>
              </a:ln>
              <a:solidFill>
                <a:schemeClr val="tx1"/>
              </a:solidFill>
              <a:effectLst/>
              <a:uLnTx/>
              <a:uFillTx/>
              <a:latin typeface="楷体_GB2312" pitchFamily="49" charset="-122"/>
              <a:ea typeface="楷体_GB2312" pitchFamily="49" charset="-122"/>
              <a:cs typeface="+mn-cs"/>
            </a:endParaRPr>
          </a:p>
        </p:txBody>
      </p:sp>
      <p:sp>
        <p:nvSpPr>
          <p:cNvPr id="14" name="矩形 13"/>
          <p:cNvSpPr/>
          <p:nvPr/>
        </p:nvSpPr>
        <p:spPr>
          <a:xfrm>
            <a:off x="914400" y="3197225"/>
            <a:ext cx="10363200" cy="17463"/>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90000"/>
              </a:lnSpc>
              <a:spcBef>
                <a:spcPts val="590"/>
              </a:spcBef>
              <a:spcAft>
                <a:spcPts val="590"/>
              </a:spcAft>
              <a:buClr>
                <a:schemeClr val="tx2"/>
              </a:buClr>
              <a:buSzPct val="80000"/>
              <a:buFont typeface="Wingdings" panose="05000000000000000000" pitchFamily="2" charset="2"/>
              <a:buNone/>
              <a:defRPr/>
            </a:pPr>
            <a:endParaRPr kumimoji="0" lang="zh-CN" altLang="en-US" sz="2000" b="0" i="0" u="none" strike="noStrike" kern="1200" cap="none" spc="0" normalizeH="0" baseline="0" noProof="0">
              <a:ln>
                <a:noFill/>
              </a:ln>
              <a:solidFill>
                <a:schemeClr val="lt1"/>
              </a:solidFill>
              <a:effectLst/>
              <a:uLnTx/>
              <a:uFillTx/>
              <a:latin typeface="+mn-lt"/>
              <a:ea typeface="+mn-ea"/>
              <a:cs typeface="+mn-cs"/>
            </a:endParaRPr>
          </a:p>
        </p:txBody>
      </p:sp>
      <p:grpSp>
        <p:nvGrpSpPr>
          <p:cNvPr id="2054" name="Group 10"/>
          <p:cNvGrpSpPr/>
          <p:nvPr/>
        </p:nvGrpSpPr>
        <p:grpSpPr>
          <a:xfrm>
            <a:off x="736600" y="2924175"/>
            <a:ext cx="10410825" cy="1463675"/>
            <a:chOff x="336" y="1824"/>
            <a:chExt cx="5328" cy="922"/>
          </a:xfrm>
        </p:grpSpPr>
        <p:pic>
          <p:nvPicPr>
            <p:cNvPr id="2063" name="Picture 8" descr="ANABNR2"/>
            <p:cNvPicPr>
              <a:picLocks noChangeAspect="1"/>
            </p:cNvPicPr>
            <p:nvPr userDrawn="1"/>
          </p:nvPicPr>
          <p:blipFill>
            <a:blip r:embed="rId3"/>
            <a:srcRect l="-900" t="-1314" r="-2" b="-36961"/>
            <a:stretch>
              <a:fillRect/>
            </a:stretch>
          </p:blipFill>
          <p:spPr>
            <a:xfrm>
              <a:off x="336" y="2016"/>
              <a:ext cx="5328" cy="730"/>
            </a:xfrm>
            <a:prstGeom prst="rect">
              <a:avLst/>
            </a:prstGeom>
            <a:noFill/>
            <a:ln w="9525">
              <a:noFill/>
            </a:ln>
          </p:spPr>
        </p:pic>
        <p:sp>
          <p:nvSpPr>
            <p:cNvPr id="17" name="Rectangle 9"/>
            <p:cNvSpPr>
              <a:spLocks noChangeArrowheads="1"/>
            </p:cNvSpPr>
            <p:nvPr/>
          </p:nvSpPr>
          <p:spPr bwMode="hidden">
            <a:xfrm>
              <a:off x="501" y="1824"/>
              <a:ext cx="192" cy="624"/>
            </a:xfrm>
            <a:prstGeom prst="rect">
              <a:avLst/>
            </a:prstGeom>
            <a:solidFill>
              <a:srgbClr val="FFCC99">
                <a:alpha val="50195"/>
              </a:srgbClr>
            </a:solidFill>
            <a:ln>
              <a:noFill/>
            </a:ln>
          </p:spPr>
          <p:txBody>
            <a:bodyPr wrap="none" anchor="ctr"/>
            <a:lstStyle>
              <a:lvl1pPr>
                <a:lnSpc>
                  <a:spcPct val="90000"/>
                </a:lnSpc>
                <a:spcBef>
                  <a:spcPts val="590"/>
                </a:spcBef>
                <a:spcAft>
                  <a:spcPts val="590"/>
                </a:spcAft>
                <a:buClr>
                  <a:schemeClr val="tx2"/>
                </a:buClr>
                <a:buSzPct val="80000"/>
                <a:buFont typeface="Wingdings" panose="05000000000000000000" pitchFamily="2" charset="2"/>
                <a:defRPr sz="2000">
                  <a:solidFill>
                    <a:schemeClr val="tx1"/>
                  </a:solidFill>
                  <a:latin typeface="Arial" panose="020B0604020202090204" pitchFamily="34" charset="0"/>
                  <a:ea typeface="宋体" pitchFamily="2" charset="-122"/>
                </a:defRPr>
              </a:lvl1pPr>
              <a:lvl2pPr marL="742950" indent="-285750">
                <a:lnSpc>
                  <a:spcPct val="90000"/>
                </a:lnSpc>
                <a:spcBef>
                  <a:spcPts val="590"/>
                </a:spcBef>
                <a:spcAft>
                  <a:spcPts val="590"/>
                </a:spcAft>
                <a:buClr>
                  <a:schemeClr val="tx2"/>
                </a:buClr>
                <a:buSzPct val="80000"/>
                <a:buFont typeface="Wingdings" panose="05000000000000000000" pitchFamily="2" charset="2"/>
                <a:defRPr sz="2000">
                  <a:solidFill>
                    <a:schemeClr val="tx1"/>
                  </a:solidFill>
                  <a:latin typeface="Arial" panose="020B0604020202090204" pitchFamily="34" charset="0"/>
                  <a:ea typeface="宋体" pitchFamily="2" charset="-122"/>
                </a:defRPr>
              </a:lvl2pPr>
              <a:lvl3pPr marL="1143000" indent="-228600">
                <a:lnSpc>
                  <a:spcPct val="90000"/>
                </a:lnSpc>
                <a:spcBef>
                  <a:spcPts val="590"/>
                </a:spcBef>
                <a:spcAft>
                  <a:spcPts val="590"/>
                </a:spcAft>
                <a:buClr>
                  <a:schemeClr val="tx2"/>
                </a:buClr>
                <a:buSzPct val="80000"/>
                <a:buFont typeface="Wingdings" panose="05000000000000000000" pitchFamily="2" charset="2"/>
                <a:defRPr sz="2000">
                  <a:solidFill>
                    <a:schemeClr val="tx1"/>
                  </a:solidFill>
                  <a:latin typeface="Arial" panose="020B0604020202090204" pitchFamily="34" charset="0"/>
                  <a:ea typeface="宋体" pitchFamily="2" charset="-122"/>
                </a:defRPr>
              </a:lvl3pPr>
              <a:lvl4pPr marL="1600200" indent="-228600">
                <a:lnSpc>
                  <a:spcPct val="90000"/>
                </a:lnSpc>
                <a:spcBef>
                  <a:spcPts val="590"/>
                </a:spcBef>
                <a:spcAft>
                  <a:spcPts val="590"/>
                </a:spcAft>
                <a:buClr>
                  <a:schemeClr val="tx2"/>
                </a:buClr>
                <a:buSzPct val="80000"/>
                <a:buFont typeface="Wingdings" panose="05000000000000000000" pitchFamily="2" charset="2"/>
                <a:defRPr sz="2000">
                  <a:solidFill>
                    <a:schemeClr val="tx1"/>
                  </a:solidFill>
                  <a:latin typeface="Arial" panose="020B0604020202090204" pitchFamily="34" charset="0"/>
                  <a:ea typeface="宋体" pitchFamily="2" charset="-122"/>
                </a:defRPr>
              </a:lvl4pPr>
              <a:lvl5pPr marL="2057400" indent="-228600">
                <a:lnSpc>
                  <a:spcPct val="90000"/>
                </a:lnSpc>
                <a:spcBef>
                  <a:spcPts val="590"/>
                </a:spcBef>
                <a:spcAft>
                  <a:spcPts val="590"/>
                </a:spcAft>
                <a:buClr>
                  <a:schemeClr val="tx2"/>
                </a:buClr>
                <a:buSzPct val="80000"/>
                <a:buFont typeface="Wingdings" panose="05000000000000000000" pitchFamily="2" charset="2"/>
                <a:defRPr sz="2000">
                  <a:solidFill>
                    <a:schemeClr val="tx1"/>
                  </a:solidFill>
                  <a:latin typeface="Arial" panose="020B0604020202090204" pitchFamily="34" charset="0"/>
                  <a:ea typeface="宋体" pitchFamily="2" charset="-122"/>
                </a:defRPr>
              </a:lvl5pPr>
              <a:lvl6pPr marL="2514600" indent="-228600" eaLnBrk="0" fontAlgn="base" hangingPunct="0">
                <a:lnSpc>
                  <a:spcPct val="90000"/>
                </a:lnSpc>
                <a:spcBef>
                  <a:spcPts val="590"/>
                </a:spcBef>
                <a:spcAft>
                  <a:spcPts val="590"/>
                </a:spcAft>
                <a:buClr>
                  <a:schemeClr val="tx2"/>
                </a:buClr>
                <a:buSzPct val="80000"/>
                <a:buFont typeface="Wingdings" panose="05000000000000000000" pitchFamily="2" charset="2"/>
                <a:defRPr sz="2000">
                  <a:solidFill>
                    <a:schemeClr val="tx1"/>
                  </a:solidFill>
                  <a:latin typeface="Arial" panose="020B0604020202090204" pitchFamily="34" charset="0"/>
                  <a:ea typeface="宋体" pitchFamily="2" charset="-122"/>
                </a:defRPr>
              </a:lvl6pPr>
              <a:lvl7pPr marL="2971800" indent="-228600" eaLnBrk="0" fontAlgn="base" hangingPunct="0">
                <a:lnSpc>
                  <a:spcPct val="90000"/>
                </a:lnSpc>
                <a:spcBef>
                  <a:spcPts val="590"/>
                </a:spcBef>
                <a:spcAft>
                  <a:spcPts val="590"/>
                </a:spcAft>
                <a:buClr>
                  <a:schemeClr val="tx2"/>
                </a:buClr>
                <a:buSzPct val="80000"/>
                <a:buFont typeface="Wingdings" panose="05000000000000000000" pitchFamily="2" charset="2"/>
                <a:defRPr sz="2000">
                  <a:solidFill>
                    <a:schemeClr val="tx1"/>
                  </a:solidFill>
                  <a:latin typeface="Arial" panose="020B0604020202090204" pitchFamily="34" charset="0"/>
                  <a:ea typeface="宋体" pitchFamily="2" charset="-122"/>
                </a:defRPr>
              </a:lvl7pPr>
              <a:lvl8pPr marL="3429000" indent="-228600" eaLnBrk="0" fontAlgn="base" hangingPunct="0">
                <a:lnSpc>
                  <a:spcPct val="90000"/>
                </a:lnSpc>
                <a:spcBef>
                  <a:spcPts val="590"/>
                </a:spcBef>
                <a:spcAft>
                  <a:spcPts val="590"/>
                </a:spcAft>
                <a:buClr>
                  <a:schemeClr val="tx2"/>
                </a:buClr>
                <a:buSzPct val="80000"/>
                <a:buFont typeface="Wingdings" panose="05000000000000000000" pitchFamily="2" charset="2"/>
                <a:defRPr sz="2000">
                  <a:solidFill>
                    <a:schemeClr val="tx1"/>
                  </a:solidFill>
                  <a:latin typeface="Arial" panose="020B0604020202090204" pitchFamily="34" charset="0"/>
                  <a:ea typeface="宋体" pitchFamily="2" charset="-122"/>
                </a:defRPr>
              </a:lvl8pPr>
              <a:lvl9pPr marL="3886200" indent="-228600" eaLnBrk="0" fontAlgn="base" hangingPunct="0">
                <a:lnSpc>
                  <a:spcPct val="90000"/>
                </a:lnSpc>
                <a:spcBef>
                  <a:spcPts val="590"/>
                </a:spcBef>
                <a:spcAft>
                  <a:spcPts val="590"/>
                </a:spcAft>
                <a:buClr>
                  <a:schemeClr val="tx2"/>
                </a:buClr>
                <a:buSzPct val="80000"/>
                <a:buFont typeface="Wingdings" panose="05000000000000000000" pitchFamily="2" charset="2"/>
                <a:defRPr sz="2000">
                  <a:solidFill>
                    <a:schemeClr val="tx1"/>
                  </a:solidFill>
                  <a:latin typeface="Arial" panose="020B0604020202090204" pitchFamily="34" charset="0"/>
                  <a:ea typeface="宋体" pitchFamily="2" charset="-122"/>
                </a:defRPr>
              </a:lvl9pPr>
            </a:lstStyle>
            <a:p>
              <a:pPr marL="0" marR="0" lvl="0" indent="0" algn="ctr" defTabSz="914400" rtl="0" eaLnBrk="0" fontAlgn="base" latinLnBrk="0" hangingPunct="0">
                <a:lnSpc>
                  <a:spcPct val="90000"/>
                </a:lnSpc>
                <a:spcBef>
                  <a:spcPts val="590"/>
                </a:spcBef>
                <a:spcAft>
                  <a:spcPts val="590"/>
                </a:spcAft>
                <a:buClr>
                  <a:schemeClr val="tx2"/>
                </a:buClr>
                <a:buSzPct val="80000"/>
                <a:buFont typeface="Wingdings" panose="05000000000000000000" pitchFamily="2" charset="2"/>
                <a:buNone/>
                <a:defRPr/>
              </a:pPr>
              <a:endParaRPr kumimoji="1" lang="zh-CN" altLang="en-US" sz="20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grpSp>
      <p:pic>
        <p:nvPicPr>
          <p:cNvPr id="2055" name="图片 5"/>
          <p:cNvPicPr>
            <a:picLocks noChangeAspect="1"/>
          </p:cNvPicPr>
          <p:nvPr/>
        </p:nvPicPr>
        <p:blipFill>
          <a:blip r:embed="rId4">
            <a:lum contrast="-14000"/>
          </a:blip>
          <a:stretch>
            <a:fillRect/>
          </a:stretch>
        </p:blipFill>
        <p:spPr>
          <a:xfrm>
            <a:off x="0" y="0"/>
            <a:ext cx="12192000" cy="1722438"/>
          </a:xfrm>
          <a:prstGeom prst="rect">
            <a:avLst/>
          </a:prstGeom>
          <a:noFill/>
          <a:ln w="9525">
            <a:noFill/>
          </a:ln>
        </p:spPr>
      </p:pic>
      <p:pic>
        <p:nvPicPr>
          <p:cNvPr id="2056" name="Picture 2"/>
          <p:cNvPicPr>
            <a:picLocks noChangeAspect="1"/>
          </p:cNvPicPr>
          <p:nvPr userDrawn="1"/>
        </p:nvPicPr>
        <p:blipFill>
          <a:blip r:embed="rId5"/>
          <a:stretch>
            <a:fillRect/>
          </a:stretch>
        </p:blipFill>
        <p:spPr>
          <a:xfrm>
            <a:off x="866775" y="4149725"/>
            <a:ext cx="2216150" cy="2249488"/>
          </a:xfrm>
          <a:prstGeom prst="rect">
            <a:avLst/>
          </a:prstGeom>
          <a:noFill/>
          <a:ln w="9525">
            <a:noFill/>
          </a:ln>
        </p:spPr>
      </p:pic>
      <p:pic>
        <p:nvPicPr>
          <p:cNvPr id="2057" name="Picture 3"/>
          <p:cNvPicPr>
            <a:picLocks noChangeAspect="1"/>
          </p:cNvPicPr>
          <p:nvPr userDrawn="1"/>
        </p:nvPicPr>
        <p:blipFill>
          <a:blip r:embed="rId6"/>
          <a:stretch>
            <a:fillRect/>
          </a:stretch>
        </p:blipFill>
        <p:spPr>
          <a:xfrm>
            <a:off x="9020175" y="4149725"/>
            <a:ext cx="2178050" cy="2249488"/>
          </a:xfrm>
          <a:prstGeom prst="rect">
            <a:avLst/>
          </a:prstGeom>
          <a:noFill/>
          <a:ln w="9525">
            <a:noFill/>
          </a:ln>
        </p:spPr>
      </p:pic>
      <p:sp>
        <p:nvSpPr>
          <p:cNvPr id="21" name="页脚占位符 4"/>
          <p:cNvSpPr txBox="1"/>
          <p:nvPr/>
        </p:nvSpPr>
        <p:spPr>
          <a:xfrm>
            <a:off x="2092325" y="6384925"/>
            <a:ext cx="4978400" cy="284163"/>
          </a:xfrm>
          <a:prstGeom prst="rect">
            <a:avLst/>
          </a:prstGeom>
        </p:spPr>
        <p:txBody>
          <a:bodyPr anchor="ctr"/>
          <a:lstStyle>
            <a:lvl1pPr>
              <a:defRPr sz="2000">
                <a:solidFill>
                  <a:schemeClr val="tx1"/>
                </a:solidFill>
                <a:latin typeface="Arial" panose="020B0604020202090204" pitchFamily="34" charset="0"/>
                <a:ea typeface="宋体" pitchFamily="2" charset="-122"/>
              </a:defRPr>
            </a:lvl1pPr>
            <a:lvl2pPr marL="742950" indent="-285750">
              <a:defRPr sz="2000">
                <a:solidFill>
                  <a:schemeClr val="tx1"/>
                </a:solidFill>
                <a:latin typeface="Arial" panose="020B0604020202090204" pitchFamily="34" charset="0"/>
                <a:ea typeface="宋体" pitchFamily="2" charset="-122"/>
              </a:defRPr>
            </a:lvl2pPr>
            <a:lvl3pPr marL="1143000" indent="-228600">
              <a:defRPr sz="2000">
                <a:solidFill>
                  <a:schemeClr val="tx1"/>
                </a:solidFill>
                <a:latin typeface="Arial" panose="020B0604020202090204" pitchFamily="34" charset="0"/>
                <a:ea typeface="宋体" pitchFamily="2" charset="-122"/>
              </a:defRPr>
            </a:lvl3pPr>
            <a:lvl4pPr marL="1600200" indent="-228600">
              <a:defRPr sz="2000">
                <a:solidFill>
                  <a:schemeClr val="tx1"/>
                </a:solidFill>
                <a:latin typeface="Arial" panose="020B0604020202090204" pitchFamily="34" charset="0"/>
                <a:ea typeface="宋体" pitchFamily="2" charset="-122"/>
              </a:defRPr>
            </a:lvl4pPr>
            <a:lvl5pPr marL="2057400" indent="-228600">
              <a:defRPr sz="2000">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Arial" panose="020B0604020202090204" pitchFamily="34" charset="0"/>
                <a:ea typeface="宋体" pitchFamily="2" charset="-122"/>
              </a:defRPr>
            </a:lvl9pPr>
          </a:lstStyle>
          <a:p>
            <a:pPr marL="0" marR="0" lvl="0" indent="0" algn="r" defTabSz="914400" rtl="0" eaLnBrk="1" fontAlgn="base" latinLnBrk="0" hangingPunct="1">
              <a:lnSpc>
                <a:spcPct val="90000"/>
              </a:lnSpc>
              <a:spcBef>
                <a:spcPts val="590"/>
              </a:spcBef>
              <a:spcAft>
                <a:spcPts val="590"/>
              </a:spcAft>
              <a:buClr>
                <a:schemeClr val="tx2"/>
              </a:buClr>
              <a:buSzPct val="80000"/>
              <a:buFont typeface="Wingdings" panose="05000000000000000000" pitchFamily="2" charset="2"/>
              <a:buNone/>
              <a:defRPr/>
            </a:pPr>
            <a:r>
              <a:rPr kumimoji="0" lang="zh-CN" altLang="en-US" sz="1100" b="0" i="0" u="none" strike="noStrike" kern="1200" cap="none" spc="0" normalizeH="0" baseline="0" noProof="0">
                <a:ln>
                  <a:noFill/>
                </a:ln>
                <a:solidFill>
                  <a:srgbClr val="636363"/>
                </a:solidFill>
                <a:effectLst/>
                <a:uLnTx/>
                <a:uFillTx/>
                <a:latin typeface="Arial" panose="020B0604020202090204" pitchFamily="34" charset="0"/>
                <a:ea typeface="宋体" pitchFamily="2" charset="-122"/>
                <a:cs typeface="+mn-cs"/>
              </a:rPr>
              <a:t>版权所有，违者必究</a:t>
            </a:r>
            <a:endParaRPr kumimoji="0" lang="en-US" altLang="zh-CN" sz="1100" b="0" i="0" u="none" strike="noStrike" kern="1200" cap="none" spc="0" normalizeH="0" baseline="0" noProof="0">
              <a:ln>
                <a:noFill/>
              </a:ln>
              <a:solidFill>
                <a:srgbClr val="636363"/>
              </a:solidFill>
              <a:effectLst/>
              <a:uLnTx/>
              <a:uFillTx/>
              <a:latin typeface="Arial" panose="020B0604020202090204" pitchFamily="34" charset="0"/>
              <a:ea typeface="宋体" pitchFamily="2" charset="-122"/>
              <a:cs typeface="+mn-cs"/>
            </a:endParaRPr>
          </a:p>
        </p:txBody>
      </p:sp>
      <p:sp>
        <p:nvSpPr>
          <p:cNvPr id="2" name="标题 1"/>
          <p:cNvSpPr>
            <a:spLocks noGrp="1"/>
          </p:cNvSpPr>
          <p:nvPr>
            <p:ph type="ctrTitle"/>
          </p:nvPr>
        </p:nvSpPr>
        <p:spPr>
          <a:xfrm>
            <a:off x="914400" y="1676401"/>
            <a:ext cx="10363200" cy="1538286"/>
          </a:xfrm>
        </p:spPr>
        <p:txBody>
          <a:bodyPr anchor="b"/>
          <a:lstStyle/>
          <a:p>
            <a:r>
              <a:rPr lang="zh-CN" altLang="en-US" noProof="1"/>
              <a:t>单击此处编辑母版标题样式</a:t>
            </a:r>
            <a:endParaRPr lang="en-US" noProof="1"/>
          </a:p>
        </p:txBody>
      </p:sp>
      <p:sp>
        <p:nvSpPr>
          <p:cNvPr id="22" name="页脚占位符 4"/>
          <p:cNvSpPr>
            <a:spLocks noGrp="1"/>
          </p:cNvSpPr>
          <p:nvPr>
            <p:ph type="ftr" sz="quarter" idx="3"/>
          </p:nvPr>
        </p:nvSpPr>
        <p:spPr>
          <a:xfrm>
            <a:off x="3171825" y="6400800"/>
            <a:ext cx="4978400" cy="284163"/>
          </a:xfrm>
          <a:prstGeom prst="rect">
            <a:avLst/>
          </a:prstGeom>
        </p:spPr>
        <p:txBody>
          <a:bodyPr vert="horz" rtlCol="0" anchor="ctr"/>
          <a:lstStyle>
            <a:lvl1pPr>
              <a:defRPr/>
            </a:lvl1pPr>
          </a:lstStyle>
          <a:p>
            <a:pPr marL="0" marR="0" lvl="0" indent="0" algn="r" defTabSz="914400" rtl="0" eaLnBrk="1" fontAlgn="base" latinLnBrk="0" hangingPunct="1">
              <a:lnSpc>
                <a:spcPct val="90000"/>
              </a:lnSpc>
              <a:spcBef>
                <a:spcPts val="590"/>
              </a:spcBef>
              <a:spcAft>
                <a:spcPts val="590"/>
              </a:spcAft>
              <a:buClr>
                <a:schemeClr val="tx2"/>
              </a:buClr>
              <a:buSzPct val="80000"/>
              <a:buFont typeface="Wingdings" panose="05000000000000000000" pitchFamily="2" charset="2"/>
              <a:buNone/>
              <a:defRPr/>
            </a:pPr>
            <a:endParaRPr kumimoji="0" lang="zh-CN" altLang="en-US" sz="1100" b="0" i="0" u="none" strike="noStrike" kern="1200" cap="none" spc="0" normalizeH="0" baseline="0" noProof="0">
              <a:ln>
                <a:noFill/>
              </a:ln>
              <a:solidFill>
                <a:schemeClr val="tx2">
                  <a:lumMod val="75000"/>
                  <a:lumOff val="25000"/>
                </a:schemeClr>
              </a:solidFill>
              <a:effectLst/>
              <a:uLnTx/>
              <a:uFillTx/>
              <a:latin typeface="Arial" panose="020B0604020202090204" pitchFamily="34" charset="0"/>
              <a:ea typeface="宋体" pitchFamily="2" charset="-122"/>
              <a:cs typeface="+mn-cs"/>
            </a:endParaRPr>
          </a:p>
        </p:txBody>
      </p:sp>
      <p:sp>
        <p:nvSpPr>
          <p:cNvPr id="23" name="灯片编号占位符 5"/>
          <p:cNvSpPr>
            <a:spLocks noGrp="1"/>
          </p:cNvSpPr>
          <p:nvPr>
            <p:ph type="sldNum" sz="quarter" idx="4"/>
          </p:nvPr>
        </p:nvSpPr>
        <p:spPr>
          <a:xfrm>
            <a:off x="10902950" y="6400800"/>
            <a:ext cx="1219200" cy="284163"/>
          </a:xfrm>
          <a:prstGeom prst="rect">
            <a:avLst/>
          </a:prstGeom>
        </p:spPr>
        <p:txBody>
          <a:bodyPr vert="horz" wrap="square" lIns="45720" tIns="45720" rIns="45720" bIns="45720" numCol="1" anchor="ctr" anchorCtr="0" compatLnSpc="1"/>
          <a:lstStyle/>
          <a:p>
            <a:pPr algn="ctr" eaLnBrk="1" hangingPunct="1">
              <a:lnSpc>
                <a:spcPct val="90000"/>
              </a:lnSpc>
              <a:spcBef>
                <a:spcPts val="590"/>
              </a:spcBef>
              <a:spcAft>
                <a:spcPts val="590"/>
              </a:spcAft>
              <a:buClr>
                <a:schemeClr val="tx2"/>
              </a:buClr>
              <a:buSzPct val="80000"/>
              <a:buFont typeface="Wingdings" panose="05000000000000000000" pitchFamily="2" charset="2"/>
              <a:buNone/>
            </a:pPr>
            <a:fld id="{9A0DB2DC-4C9A-4742-B13C-FB6460FD3503}" type="slidenum">
              <a:rPr lang="en-US" altLang="zh-CN" dirty="0"/>
            </a:fld>
            <a:endParaRPr lang="en-US" altLang="zh-CN"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showMasterSp="0">
  <p:cSld name="标题和内容">
    <p:bg>
      <p:bgPr>
        <a:blipFill rotWithShape="0">
          <a:blip r:embed="rId2"/>
          <a:stretch>
            <a:fillRect/>
          </a:stretch>
        </a:blipFill>
        <a:effectLst/>
      </p:bgPr>
    </p:bg>
    <p:spTree>
      <p:nvGrpSpPr>
        <p:cNvPr id="1" name=""/>
        <p:cNvGrpSpPr/>
        <p:nvPr/>
      </p:nvGrpSpPr>
      <p:grpSpPr>
        <a:xfrm>
          <a:off x="0" y="0"/>
          <a:ext cx="0" cy="0"/>
          <a:chOff x="0" y="0"/>
          <a:chExt cx="0" cy="0"/>
        </a:xfrm>
      </p:grpSpPr>
      <p:sp>
        <p:nvSpPr>
          <p:cNvPr id="11" name="矩形 10"/>
          <p:cNvSpPr/>
          <p:nvPr/>
        </p:nvSpPr>
        <p:spPr>
          <a:xfrm>
            <a:off x="609600" y="1411288"/>
            <a:ext cx="10972800" cy="17463"/>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90000"/>
              </a:lnSpc>
              <a:spcBef>
                <a:spcPts val="590"/>
              </a:spcBef>
              <a:spcAft>
                <a:spcPts val="590"/>
              </a:spcAft>
              <a:buClr>
                <a:schemeClr val="tx2"/>
              </a:buClr>
              <a:buSzPct val="80000"/>
              <a:buFont typeface="Wingdings" panose="05000000000000000000" pitchFamily="2" charset="2"/>
              <a:buNone/>
              <a:defRPr/>
            </a:pPr>
            <a:endParaRPr kumimoji="0" lang="zh-CN" altLang="en-US" sz="2000" b="0" i="0" u="none" strike="noStrike" kern="1200" cap="none" spc="0" normalizeH="0" baseline="0" noProof="0">
              <a:ln>
                <a:noFill/>
              </a:ln>
              <a:solidFill>
                <a:schemeClr val="lt1"/>
              </a:solidFill>
              <a:effectLst/>
              <a:uLnTx/>
              <a:uFillTx/>
              <a:latin typeface="+mn-lt"/>
              <a:ea typeface="+mn-ea"/>
              <a:cs typeface="+mn-cs"/>
            </a:endParaRPr>
          </a:p>
        </p:txBody>
      </p:sp>
      <p:sp>
        <p:nvSpPr>
          <p:cNvPr id="2" name="标题 1"/>
          <p:cNvSpPr>
            <a:spLocks noGrp="1"/>
          </p:cNvSpPr>
          <p:nvPr>
            <p:ph type="title"/>
          </p:nvPr>
        </p:nvSpPr>
        <p:spPr>
          <a:xfrm>
            <a:off x="609600" y="269776"/>
            <a:ext cx="10972800" cy="1143000"/>
          </a:xfrm>
        </p:spPr>
        <p:txBody>
          <a:bodyPr/>
          <a:lstStyle>
            <a:lvl1pPr>
              <a:defRPr>
                <a:latin typeface="Arial" panose="020B0604020202090204" pitchFamily="34" charset="0"/>
                <a:ea typeface="黑体" panose="02010609060101010101" pitchFamily="49" charset="-122"/>
                <a:cs typeface="Arial" panose="020B0604020202090204" pitchFamily="34" charset="0"/>
              </a:defRPr>
            </a:lvl1pPr>
          </a:lstStyle>
          <a:p>
            <a:r>
              <a:rPr lang="zh-CN" altLang="en-US" noProof="1"/>
              <a:t>单击此处编辑母版标题样式</a:t>
            </a:r>
            <a:endParaRPr lang="en-US" noProof="1"/>
          </a:p>
        </p:txBody>
      </p:sp>
      <p:sp>
        <p:nvSpPr>
          <p:cNvPr id="3" name="内容占位符 2"/>
          <p:cNvSpPr>
            <a:spLocks noGrp="1"/>
          </p:cNvSpPr>
          <p:nvPr>
            <p:ph idx="1"/>
          </p:nvPr>
        </p:nvSpPr>
        <p:spPr/>
        <p:txBody>
          <a:bodyPr/>
          <a:lstStyle>
            <a:lvl1pPr>
              <a:lnSpc>
                <a:spcPct val="120000"/>
              </a:lnSpc>
              <a:spcBef>
                <a:spcPts val="600"/>
              </a:spcBef>
              <a:spcAft>
                <a:spcPts val="600"/>
              </a:spcAft>
              <a:defRPr sz="2800">
                <a:latin typeface="Times New Roman" panose="02020503050405090304" pitchFamily="18" charset="0"/>
                <a:cs typeface="Times New Roman" panose="02020503050405090304" pitchFamily="18" charset="0"/>
              </a:defRPr>
            </a:lvl1pPr>
            <a:lvl2pPr>
              <a:lnSpc>
                <a:spcPct val="120000"/>
              </a:lnSpc>
              <a:spcBef>
                <a:spcPts val="600"/>
              </a:spcBef>
              <a:spcAft>
                <a:spcPts val="600"/>
              </a:spcAft>
              <a:defRPr sz="2400">
                <a:solidFill>
                  <a:srgbClr val="333399"/>
                </a:solidFill>
                <a:latin typeface="Times New Roman" panose="02020503050405090304" pitchFamily="18" charset="0"/>
                <a:cs typeface="Times New Roman" panose="02020503050405090304" pitchFamily="18" charset="0"/>
              </a:defRPr>
            </a:lvl2pPr>
            <a:lvl3pPr>
              <a:lnSpc>
                <a:spcPct val="120000"/>
              </a:lnSpc>
              <a:spcBef>
                <a:spcPts val="600"/>
              </a:spcBef>
              <a:spcAft>
                <a:spcPts val="600"/>
              </a:spcAft>
              <a:defRPr sz="2000">
                <a:solidFill>
                  <a:srgbClr val="3333CC"/>
                </a:solidFill>
                <a:latin typeface="Times New Roman" panose="02020503050405090304" pitchFamily="18" charset="0"/>
                <a:cs typeface="Times New Roman" panose="02020503050405090304" pitchFamily="18" charset="0"/>
              </a:defRPr>
            </a:lvl3pPr>
            <a:lvl4pPr>
              <a:lnSpc>
                <a:spcPct val="120000"/>
              </a:lnSpc>
              <a:spcBef>
                <a:spcPts val="600"/>
              </a:spcBef>
              <a:spcAft>
                <a:spcPts val="600"/>
              </a:spcAft>
              <a:defRPr sz="1800">
                <a:latin typeface="Times New Roman" panose="02020503050405090304" pitchFamily="18" charset="0"/>
                <a:cs typeface="Times New Roman" panose="02020503050405090304" pitchFamily="18" charset="0"/>
              </a:defRPr>
            </a:lvl4pPr>
            <a:lvl5pPr>
              <a:lnSpc>
                <a:spcPct val="120000"/>
              </a:lnSpc>
              <a:spcBef>
                <a:spcPts val="600"/>
              </a:spcBef>
              <a:spcAft>
                <a:spcPts val="600"/>
              </a:spcAft>
              <a:defRPr sz="1800">
                <a:latin typeface="Times New Roman" panose="02020503050405090304" pitchFamily="18" charset="0"/>
                <a:cs typeface="Times New Roman" panose="02020503050405090304" pitchFamily="18" charset="0"/>
              </a:defRPr>
            </a:lvl5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en-US" noProof="1"/>
          </a:p>
        </p:txBody>
      </p:sp>
      <p:sp>
        <p:nvSpPr>
          <p:cNvPr id="12" name="页脚占位符 4"/>
          <p:cNvSpPr>
            <a:spLocks noGrp="1"/>
          </p:cNvSpPr>
          <p:nvPr>
            <p:ph type="ftr" sz="quarter" idx="3"/>
          </p:nvPr>
        </p:nvSpPr>
        <p:spPr>
          <a:xfrm>
            <a:off x="4041775" y="6400800"/>
            <a:ext cx="4978400" cy="284163"/>
          </a:xfrm>
          <a:prstGeom prst="rect">
            <a:avLst/>
          </a:prstGeom>
        </p:spPr>
        <p:txBody>
          <a:bodyPr vert="horz" rtlCol="0" anchor="ctr"/>
          <a:lstStyle>
            <a:lvl1pPr>
              <a:defRPr/>
            </a:lvl1pPr>
          </a:lstStyle>
          <a:p>
            <a:pPr marL="0" marR="0" lvl="0" indent="0" algn="r" defTabSz="914400" rtl="0" eaLnBrk="1" fontAlgn="base" latinLnBrk="0" hangingPunct="1">
              <a:lnSpc>
                <a:spcPct val="90000"/>
              </a:lnSpc>
              <a:spcBef>
                <a:spcPts val="590"/>
              </a:spcBef>
              <a:spcAft>
                <a:spcPts val="590"/>
              </a:spcAft>
              <a:buClr>
                <a:schemeClr val="tx2"/>
              </a:buClr>
              <a:buSzPct val="80000"/>
              <a:buFont typeface="Wingdings" panose="05000000000000000000" pitchFamily="2" charset="2"/>
              <a:buNone/>
              <a:defRPr/>
            </a:pPr>
            <a:endParaRPr kumimoji="0" lang="zh-CN" altLang="en-US" sz="1100" b="0" i="0" u="none" strike="noStrike" kern="1200" cap="none" spc="0" normalizeH="0" baseline="0" noProof="0">
              <a:ln>
                <a:noFill/>
              </a:ln>
              <a:solidFill>
                <a:schemeClr val="tx2">
                  <a:lumMod val="75000"/>
                  <a:lumOff val="25000"/>
                </a:schemeClr>
              </a:solidFill>
              <a:effectLst/>
              <a:uLnTx/>
              <a:uFillTx/>
              <a:latin typeface="Arial" panose="020B0604020202090204" pitchFamily="34" charset="0"/>
              <a:ea typeface="宋体" pitchFamily="2" charset="-122"/>
              <a:cs typeface="+mn-cs"/>
            </a:endParaRPr>
          </a:p>
        </p:txBody>
      </p:sp>
      <p:sp>
        <p:nvSpPr>
          <p:cNvPr id="13" name="灯片编号占位符 5"/>
          <p:cNvSpPr>
            <a:spLocks noGrp="1"/>
          </p:cNvSpPr>
          <p:nvPr>
            <p:ph type="sldNum" sz="quarter" idx="4"/>
          </p:nvPr>
        </p:nvSpPr>
        <p:spPr>
          <a:xfrm>
            <a:off x="10793413" y="6400800"/>
            <a:ext cx="1219200" cy="284163"/>
          </a:xfrm>
          <a:prstGeom prst="rect">
            <a:avLst/>
          </a:prstGeom>
        </p:spPr>
        <p:txBody>
          <a:bodyPr vert="horz" wrap="square" lIns="45720" tIns="45720" rIns="45720" bIns="45720" numCol="1" anchor="ctr" anchorCtr="0" compatLnSpc="1"/>
          <a:lstStyle/>
          <a:p>
            <a:pPr algn="ctr" eaLnBrk="1" hangingPunct="1">
              <a:lnSpc>
                <a:spcPct val="90000"/>
              </a:lnSpc>
              <a:spcBef>
                <a:spcPts val="590"/>
              </a:spcBef>
              <a:spcAft>
                <a:spcPts val="590"/>
              </a:spcAft>
              <a:buClr>
                <a:schemeClr val="tx2"/>
              </a:buClr>
              <a:buSzPct val="80000"/>
              <a:buFont typeface="Wingdings" panose="05000000000000000000" pitchFamily="2" charset="2"/>
              <a:buNone/>
            </a:pPr>
            <a:fld id="{9A0DB2DC-4C9A-4742-B13C-FB6460FD3503}" type="slidenum">
              <a:rPr lang="en-US" altLang="zh-CN" dirty="0"/>
            </a:fld>
            <a:r>
              <a:rPr lang="en-US" altLang="zh-CN" dirty="0"/>
              <a:t>/113</a:t>
            </a:r>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userDrawn="1">
  <p:cSld name="空白">
    <p:bg>
      <p:bgPr>
        <a:blipFill rotWithShape="0">
          <a:blip r:embed="rId2"/>
          <a:stretch>
            <a:fillRect/>
          </a:stretch>
        </a:blipFill>
        <a:effectLst/>
      </p:bgPr>
    </p:bg>
    <p:spTree>
      <p:nvGrpSpPr>
        <p:cNvPr id="1" name=""/>
        <p:cNvGrpSpPr/>
        <p:nvPr/>
      </p:nvGrpSpPr>
      <p:grpSpPr>
        <a:xfrm>
          <a:off x="0" y="0"/>
          <a:ext cx="0" cy="0"/>
          <a:chOff x="0" y="0"/>
          <a:chExt cx="0" cy="0"/>
        </a:xfrm>
      </p:grpSpPr>
      <p:sp>
        <p:nvSpPr>
          <p:cNvPr id="3" name="内容占位符 2"/>
          <p:cNvSpPr>
            <a:spLocks noGrp="1"/>
          </p:cNvSpPr>
          <p:nvPr>
            <p:ph idx="1"/>
          </p:nvPr>
        </p:nvSpPr>
        <p:spPr>
          <a:xfrm>
            <a:off x="609600" y="1600200"/>
            <a:ext cx="10972800" cy="4686300"/>
          </a:xfrm>
        </p:spPr>
        <p:txBody>
          <a:bodyPr/>
          <a:lstStyle>
            <a:lvl1pPr>
              <a:lnSpc>
                <a:spcPct val="120000"/>
              </a:lnSpc>
              <a:spcBef>
                <a:spcPts val="600"/>
              </a:spcBef>
              <a:spcAft>
                <a:spcPts val="600"/>
              </a:spcAft>
              <a:defRPr sz="2800">
                <a:latin typeface="Times New Roman" panose="02020503050405090304" pitchFamily="18" charset="0"/>
                <a:cs typeface="Times New Roman" panose="02020503050405090304" pitchFamily="18" charset="0"/>
              </a:defRPr>
            </a:lvl1pPr>
            <a:lvl2pPr>
              <a:lnSpc>
                <a:spcPct val="120000"/>
              </a:lnSpc>
              <a:spcBef>
                <a:spcPts val="600"/>
              </a:spcBef>
              <a:spcAft>
                <a:spcPts val="600"/>
              </a:spcAft>
              <a:defRPr sz="2400">
                <a:solidFill>
                  <a:srgbClr val="333399"/>
                </a:solidFill>
                <a:latin typeface="Times New Roman" panose="02020503050405090304" pitchFamily="18" charset="0"/>
                <a:cs typeface="Times New Roman" panose="02020503050405090304" pitchFamily="18" charset="0"/>
              </a:defRPr>
            </a:lvl2pPr>
            <a:lvl3pPr>
              <a:lnSpc>
                <a:spcPct val="120000"/>
              </a:lnSpc>
              <a:spcBef>
                <a:spcPts val="600"/>
              </a:spcBef>
              <a:spcAft>
                <a:spcPts val="600"/>
              </a:spcAft>
              <a:defRPr sz="2000">
                <a:solidFill>
                  <a:srgbClr val="3333CC"/>
                </a:solidFill>
                <a:latin typeface="Times New Roman" panose="02020503050405090304" pitchFamily="18" charset="0"/>
                <a:cs typeface="Times New Roman" panose="02020503050405090304" pitchFamily="18" charset="0"/>
              </a:defRPr>
            </a:lvl3pPr>
            <a:lvl4pPr>
              <a:lnSpc>
                <a:spcPct val="120000"/>
              </a:lnSpc>
              <a:spcBef>
                <a:spcPts val="600"/>
              </a:spcBef>
              <a:spcAft>
                <a:spcPts val="600"/>
              </a:spcAft>
              <a:defRPr sz="1800">
                <a:latin typeface="Times New Roman" panose="02020503050405090304" pitchFamily="18" charset="0"/>
                <a:cs typeface="Times New Roman" panose="02020503050405090304" pitchFamily="18" charset="0"/>
              </a:defRPr>
            </a:lvl4pPr>
            <a:lvl5pPr>
              <a:lnSpc>
                <a:spcPct val="120000"/>
              </a:lnSpc>
              <a:spcBef>
                <a:spcPts val="600"/>
              </a:spcBef>
              <a:spcAft>
                <a:spcPts val="600"/>
              </a:spcAft>
              <a:defRPr sz="1800">
                <a:latin typeface="Times New Roman" panose="02020503050405090304" pitchFamily="18" charset="0"/>
                <a:cs typeface="Times New Roman" panose="02020503050405090304" pitchFamily="18" charset="0"/>
              </a:defRPr>
            </a:lvl5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en-US" noProof="1"/>
          </a:p>
        </p:txBody>
      </p:sp>
      <p:sp>
        <p:nvSpPr>
          <p:cNvPr id="11" name="灯片编号占位符 5"/>
          <p:cNvSpPr>
            <a:spLocks noGrp="1"/>
          </p:cNvSpPr>
          <p:nvPr>
            <p:ph type="sldNum" sz="quarter" idx="4"/>
          </p:nvPr>
        </p:nvSpPr>
        <p:spPr>
          <a:xfrm>
            <a:off x="10902950" y="6400800"/>
            <a:ext cx="1219200" cy="284163"/>
          </a:xfrm>
          <a:prstGeom prst="rect">
            <a:avLst/>
          </a:prstGeom>
        </p:spPr>
        <p:txBody>
          <a:bodyPr vert="horz" wrap="square" lIns="45720" tIns="45720" rIns="45720" bIns="45720" numCol="1" anchor="ctr" anchorCtr="0" compatLnSpc="1"/>
          <a:lstStyle/>
          <a:p>
            <a:pPr algn="ctr" eaLnBrk="1" hangingPunct="1">
              <a:lnSpc>
                <a:spcPct val="90000"/>
              </a:lnSpc>
              <a:spcBef>
                <a:spcPts val="590"/>
              </a:spcBef>
              <a:spcAft>
                <a:spcPts val="590"/>
              </a:spcAft>
              <a:buClr>
                <a:schemeClr val="tx2"/>
              </a:buClr>
              <a:buSzPct val="80000"/>
              <a:buFont typeface="Wingdings" panose="05000000000000000000" pitchFamily="2" charset="2"/>
              <a:buNone/>
            </a:pPr>
            <a:fld id="{9A0DB2DC-4C9A-4742-B13C-FB6460FD3503}" type="slidenum">
              <a:rPr lang="en-US" altLang="zh-CN" dirty="0"/>
            </a:fld>
            <a:r>
              <a:rPr lang="en-US" altLang="zh-CN" dirty="0"/>
              <a:t>/113</a:t>
            </a:r>
            <a:endParaRPr lang="zh-CN" alt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showMasterSp="0">
  <p:cSld name="1_标题幻灯片">
    <p:bg>
      <p:bgPr>
        <a:blipFill rotWithShape="0">
          <a:blip r:embed="rId2"/>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6"/>
            <a:ext cx="10363200" cy="1470025"/>
          </a:xfrm>
        </p:spPr>
        <p:txBody>
          <a:bodyPr/>
          <a:lstStyle/>
          <a:p>
            <a:r>
              <a:rPr lang="zh-CN" altLang="en-US" noProof="1"/>
              <a:t>单击此处编辑母版标题样式</a:t>
            </a:r>
            <a:endParaRPr lang="zh-CN" altLang="en-US" noProof="1"/>
          </a:p>
        </p:txBody>
      </p:sp>
      <p:sp>
        <p:nvSpPr>
          <p:cNvPr id="3" name="副标题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noProof="1"/>
              <a:t>单击此处编辑母版副标题样式</a:t>
            </a:r>
            <a:endParaRPr lang="zh-CN" altLang="en-US" noProof="1"/>
          </a:p>
        </p:txBody>
      </p:sp>
      <p:sp>
        <p:nvSpPr>
          <p:cNvPr id="11" name="日期占位符 3"/>
          <p:cNvSpPr>
            <a:spLocks noGrp="1"/>
          </p:cNvSpPr>
          <p:nvPr>
            <p:ph type="dt" sz="half" idx="2"/>
          </p:nvPr>
        </p:nvSpPr>
        <p:spPr>
          <a:xfrm>
            <a:off x="0" y="0"/>
            <a:ext cx="0" cy="0"/>
          </a:xfrm>
        </p:spPr>
        <p:txBody>
          <a:bodyPr/>
          <a:lstStyle>
            <a:lvl1pPr eaLnBrk="0" hangingPunct="0">
              <a:defRPr/>
            </a:lvl1pPr>
          </a:lstStyle>
          <a:p>
            <a:pPr marL="0" marR="0" lvl="0" indent="0" algn="l" defTabSz="914400" rtl="0" eaLnBrk="0" fontAlgn="base" latinLnBrk="0" hangingPunct="0">
              <a:lnSpc>
                <a:spcPct val="100000"/>
              </a:lnSpc>
              <a:spcBef>
                <a:spcPct val="0"/>
              </a:spcBef>
              <a:spcAft>
                <a:spcPct val="0"/>
              </a:spcAft>
              <a:buClrTx/>
              <a:buSzTx/>
              <a:buFontTx/>
              <a:buNone/>
              <a:defRPr/>
            </a:pPr>
            <a:fld id="{5503A9A9-0C3D-4B4F-984C-3EC031260B0C}" type="datetimeFigureOut">
              <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rPr>
            </a:fld>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
        <p:nvSpPr>
          <p:cNvPr id="12" name="页脚占位符 4"/>
          <p:cNvSpPr>
            <a:spLocks noGrp="1"/>
          </p:cNvSpPr>
          <p:nvPr>
            <p:ph type="ftr" sz="quarter" idx="3"/>
          </p:nvPr>
        </p:nvSpPr>
        <p:spPr>
          <a:xfrm>
            <a:off x="3171825" y="6400800"/>
            <a:ext cx="4978400" cy="284163"/>
          </a:xfrm>
          <a:prstGeom prst="rect">
            <a:avLst/>
          </a:prstGeom>
        </p:spPr>
        <p:txBody>
          <a:bodyPr vert="horz" rtlCol="0" anchor="ctr"/>
          <a:lstStyle>
            <a:lvl1pPr>
              <a:defRPr/>
            </a:lvl1pPr>
          </a:lstStyle>
          <a:p>
            <a:pPr marL="0" marR="0" lvl="0" indent="0" algn="r" defTabSz="914400" rtl="0" eaLnBrk="1" fontAlgn="base" latinLnBrk="0" hangingPunct="1">
              <a:lnSpc>
                <a:spcPct val="90000"/>
              </a:lnSpc>
              <a:spcBef>
                <a:spcPts val="590"/>
              </a:spcBef>
              <a:spcAft>
                <a:spcPts val="590"/>
              </a:spcAft>
              <a:buClr>
                <a:schemeClr val="tx2"/>
              </a:buClr>
              <a:buSzPct val="80000"/>
              <a:buFont typeface="Wingdings" panose="05000000000000000000" pitchFamily="2" charset="2"/>
              <a:buNone/>
              <a:defRPr/>
            </a:pPr>
            <a:endParaRPr kumimoji="0" lang="zh-CN" altLang="en-US" sz="1100" b="0" i="0" u="none" strike="noStrike" kern="1200" cap="none" spc="0" normalizeH="0" baseline="0" noProof="0">
              <a:ln>
                <a:noFill/>
              </a:ln>
              <a:solidFill>
                <a:schemeClr val="tx2">
                  <a:lumMod val="75000"/>
                  <a:lumOff val="25000"/>
                </a:schemeClr>
              </a:solidFill>
              <a:effectLst/>
              <a:uLnTx/>
              <a:uFillTx/>
              <a:latin typeface="Arial" panose="020B0604020202090204" pitchFamily="34" charset="0"/>
              <a:ea typeface="宋体" pitchFamily="2" charset="-122"/>
              <a:cs typeface="+mn-cs"/>
            </a:endParaRPr>
          </a:p>
        </p:txBody>
      </p:sp>
      <p:sp>
        <p:nvSpPr>
          <p:cNvPr id="13" name="灯片编号占位符 5"/>
          <p:cNvSpPr>
            <a:spLocks noGrp="1"/>
          </p:cNvSpPr>
          <p:nvPr>
            <p:ph type="sldNum" sz="quarter" idx="4"/>
          </p:nvPr>
        </p:nvSpPr>
        <p:spPr>
          <a:xfrm>
            <a:off x="10902950" y="6400800"/>
            <a:ext cx="1219200" cy="284163"/>
          </a:xfrm>
          <a:prstGeom prst="rect">
            <a:avLst/>
          </a:prstGeom>
        </p:spPr>
        <p:txBody>
          <a:bodyPr vert="horz" wrap="square" lIns="45720" tIns="45720" rIns="45720" bIns="45720" numCol="1" anchor="ctr" anchorCtr="0" compatLnSpc="1"/>
          <a:lstStyle/>
          <a:p>
            <a:pPr algn="ctr" eaLnBrk="1" hangingPunct="1">
              <a:lnSpc>
                <a:spcPct val="90000"/>
              </a:lnSpc>
              <a:spcBef>
                <a:spcPts val="590"/>
              </a:spcBef>
              <a:spcAft>
                <a:spcPts val="590"/>
              </a:spcAft>
              <a:buClr>
                <a:schemeClr val="tx2"/>
              </a:buClr>
              <a:buSzPct val="80000"/>
              <a:buFont typeface="Wingdings" panose="05000000000000000000" pitchFamily="2" charset="2"/>
              <a:buNone/>
            </a:pPr>
            <a:fld id="{9A0DB2DC-4C9A-4742-B13C-FB6460FD3503}" type="slidenum">
              <a:rPr lang="zh-CN" altLang="en-US" dirty="0"/>
            </a:fld>
            <a:endParaRPr lang="zh-CN" alt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xAndTwoObj" showMasterSp="0">
  <p:cSld name="标题，文本与两项内容">
    <p:bg>
      <p:bgPr>
        <a:blipFill rotWithShape="0">
          <a:blip r:embed="rId2"/>
          <a:stretch>
            <a:fillRect/>
          </a:stretch>
        </a:blipFill>
        <a:effectLst/>
      </p:bgPr>
    </p:bg>
    <p:spTree>
      <p:nvGrpSpPr>
        <p:cNvPr id="1" name=""/>
        <p:cNvGrpSpPr/>
        <p:nvPr/>
      </p:nvGrpSpPr>
      <p:grpSpPr>
        <a:xfrm>
          <a:off x="0" y="0"/>
          <a:ext cx="0" cy="0"/>
          <a:chOff x="0" y="0"/>
          <a:chExt cx="0" cy="0"/>
        </a:xfrm>
      </p:grpSpPr>
      <p:sp>
        <p:nvSpPr>
          <p:cNvPr id="11" name="矩形 10"/>
          <p:cNvSpPr/>
          <p:nvPr/>
        </p:nvSpPr>
        <p:spPr>
          <a:xfrm>
            <a:off x="0" y="6678613"/>
            <a:ext cx="12192000" cy="179388"/>
          </a:xfrm>
          <a:prstGeom prst="rect">
            <a:avLst/>
          </a:prstGeom>
          <a:gradFill>
            <a:gsLst>
              <a:gs pos="0">
                <a:schemeClr val="accent1">
                  <a:alpha val="50000"/>
                </a:schemeClr>
              </a:gs>
              <a:gs pos="50000">
                <a:schemeClr val="accent1">
                  <a:tint val="20000"/>
                </a:schemeClr>
              </a:gs>
              <a:gs pos="100000">
                <a:schemeClr val="accent1">
                  <a:alpha val="4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90000"/>
              </a:lnSpc>
              <a:spcBef>
                <a:spcPts val="590"/>
              </a:spcBef>
              <a:spcAft>
                <a:spcPts val="590"/>
              </a:spcAft>
              <a:buClr>
                <a:schemeClr val="tx2"/>
              </a:buClr>
              <a:buSzPct val="80000"/>
              <a:buFont typeface="Wingdings" panose="05000000000000000000" pitchFamily="2" charset="2"/>
              <a:buNone/>
              <a:defRPr/>
            </a:pPr>
            <a:endParaRPr kumimoji="0" lang="zh-CN" altLang="en-US" sz="2000" b="0" i="0" u="none" strike="noStrike" kern="1200" cap="none" spc="0" normalizeH="0" baseline="0" noProof="0">
              <a:ln>
                <a:noFill/>
              </a:ln>
              <a:solidFill>
                <a:schemeClr val="lt1"/>
              </a:solidFill>
              <a:effectLst/>
              <a:uLnTx/>
              <a:uFillTx/>
              <a:latin typeface="+mn-lt"/>
              <a:ea typeface="+mn-ea"/>
              <a:cs typeface="+mn-cs"/>
            </a:endParaRPr>
          </a:p>
        </p:txBody>
      </p:sp>
      <p:sp>
        <p:nvSpPr>
          <p:cNvPr id="12" name="矩形 11"/>
          <p:cNvSpPr/>
          <p:nvPr/>
        </p:nvSpPr>
        <p:spPr>
          <a:xfrm>
            <a:off x="0" y="0"/>
            <a:ext cx="12192000" cy="107950"/>
          </a:xfrm>
          <a:prstGeom prst="rect">
            <a:avLst/>
          </a:prstGeom>
          <a:gradFill>
            <a:gsLst>
              <a:gs pos="0">
                <a:schemeClr val="accent1">
                  <a:alpha val="50000"/>
                </a:schemeClr>
              </a:gs>
              <a:gs pos="50000">
                <a:schemeClr val="accent1">
                  <a:tint val="20000"/>
                </a:schemeClr>
              </a:gs>
              <a:gs pos="100000">
                <a:schemeClr val="accent1">
                  <a:alpha val="4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90000"/>
              </a:lnSpc>
              <a:spcBef>
                <a:spcPts val="590"/>
              </a:spcBef>
              <a:spcAft>
                <a:spcPts val="590"/>
              </a:spcAft>
              <a:buClr>
                <a:schemeClr val="tx2"/>
              </a:buClr>
              <a:buSzPct val="80000"/>
              <a:buFont typeface="Wingdings" panose="05000000000000000000" pitchFamily="2" charset="2"/>
              <a:buNone/>
              <a:defRPr/>
            </a:pPr>
            <a:endParaRPr kumimoji="0" lang="zh-CN" altLang="en-US" sz="2000" b="0" i="0" u="none" strike="noStrike" kern="1200" cap="none" spc="0" normalizeH="0" baseline="0" noProof="0">
              <a:ln>
                <a:noFill/>
              </a:ln>
              <a:solidFill>
                <a:schemeClr val="lt1"/>
              </a:solidFill>
              <a:effectLst/>
              <a:uLnTx/>
              <a:uFillTx/>
              <a:latin typeface="+mn-lt"/>
              <a:ea typeface="+mn-ea"/>
              <a:cs typeface="+mn-cs"/>
            </a:endParaRPr>
          </a:p>
        </p:txBody>
      </p:sp>
      <p:sp>
        <p:nvSpPr>
          <p:cNvPr id="13" name="页脚占位符 6"/>
          <p:cNvSpPr>
            <a:spLocks noGrp="1"/>
          </p:cNvSpPr>
          <p:nvPr/>
        </p:nvSpPr>
        <p:spPr bwMode="auto">
          <a:xfrm>
            <a:off x="10615613" y="115888"/>
            <a:ext cx="1506538" cy="360363"/>
          </a:xfrm>
          <a:prstGeom prst="rect">
            <a:avLst/>
          </a:prstGeom>
          <a:noFill/>
          <a:ln w="9525">
            <a:noFill/>
            <a:miter lim="800000"/>
          </a:ln>
        </p:spPr>
        <p:txBody>
          <a:bodyPr/>
          <a:lstStyle>
            <a:lvl1pPr>
              <a:defRPr sz="2000">
                <a:solidFill>
                  <a:schemeClr val="tx1"/>
                </a:solidFill>
                <a:latin typeface="Arial" panose="020B0604020202090204" pitchFamily="34" charset="0"/>
                <a:ea typeface="宋体" pitchFamily="2" charset="-122"/>
              </a:defRPr>
            </a:lvl1pPr>
            <a:lvl2pPr marL="742950" indent="-285750">
              <a:defRPr sz="2000">
                <a:solidFill>
                  <a:schemeClr val="tx1"/>
                </a:solidFill>
                <a:latin typeface="Arial" panose="020B0604020202090204" pitchFamily="34" charset="0"/>
                <a:ea typeface="宋体" pitchFamily="2" charset="-122"/>
              </a:defRPr>
            </a:lvl2pPr>
            <a:lvl3pPr marL="1143000" indent="-228600">
              <a:defRPr sz="2000">
                <a:solidFill>
                  <a:schemeClr val="tx1"/>
                </a:solidFill>
                <a:latin typeface="Arial" panose="020B0604020202090204" pitchFamily="34" charset="0"/>
                <a:ea typeface="宋体" pitchFamily="2" charset="-122"/>
              </a:defRPr>
            </a:lvl3pPr>
            <a:lvl4pPr marL="1600200" indent="-228600">
              <a:defRPr sz="2000">
                <a:solidFill>
                  <a:schemeClr val="tx1"/>
                </a:solidFill>
                <a:latin typeface="Arial" panose="020B0604020202090204" pitchFamily="34" charset="0"/>
                <a:ea typeface="宋体" pitchFamily="2" charset="-122"/>
              </a:defRPr>
            </a:lvl4pPr>
            <a:lvl5pPr marL="2057400" indent="-228600">
              <a:defRPr sz="2000">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Arial" panose="020B0604020202090204" pitchFamily="34" charset="0"/>
                <a:ea typeface="宋体" pitchFamily="2" charset="-122"/>
              </a:defRPr>
            </a:lvl9pPr>
          </a:lstStyle>
          <a:p>
            <a:pPr marL="0" marR="0" lvl="0" indent="0" algn="l" defTabSz="914400" rtl="0" eaLnBrk="1" fontAlgn="base" latinLnBrk="0" hangingPunct="1">
              <a:lnSpc>
                <a:spcPct val="90000"/>
              </a:lnSpc>
              <a:spcBef>
                <a:spcPct val="0"/>
              </a:spcBef>
              <a:spcAft>
                <a:spcPct val="0"/>
              </a:spcAft>
              <a:buClr>
                <a:schemeClr val="tx2"/>
              </a:buClr>
              <a:buSzPct val="80000"/>
              <a:buFont typeface="Wingdings" panose="05000000000000000000" pitchFamily="2" charset="2"/>
              <a:buNone/>
              <a:defRPr/>
            </a:pPr>
            <a:r>
              <a:rPr kumimoji="0" lang="zh-CN" altLang="en-US" sz="1400" b="0" i="0" u="none" strike="noStrike" kern="1200" cap="none" spc="0" normalizeH="0" baseline="0" noProof="0">
                <a:ln>
                  <a:noFill/>
                </a:ln>
                <a:solidFill>
                  <a:srgbClr val="663300"/>
                </a:solidFill>
                <a:effectLst/>
                <a:uLnTx/>
                <a:uFillTx/>
                <a:latin typeface="黑体" panose="02010609060101010101" pitchFamily="49" charset="-122"/>
                <a:ea typeface="黑体" panose="02010609060101010101" pitchFamily="49" charset="-122"/>
                <a:cs typeface="+mn-cs"/>
              </a:rPr>
              <a:t>第</a:t>
            </a:r>
            <a:r>
              <a:rPr kumimoji="0" lang="en-US" altLang="zh-CN" sz="1400" b="0" i="0" u="none" strike="noStrike" kern="1200" cap="none" spc="0" normalizeH="0" baseline="0" noProof="0">
                <a:ln>
                  <a:noFill/>
                </a:ln>
                <a:solidFill>
                  <a:srgbClr val="663300"/>
                </a:solidFill>
                <a:effectLst/>
                <a:uLnTx/>
                <a:uFillTx/>
                <a:latin typeface="黑体" panose="02010609060101010101" pitchFamily="49" charset="-122"/>
                <a:ea typeface="黑体" panose="02010609060101010101" pitchFamily="49" charset="-122"/>
                <a:cs typeface="+mn-cs"/>
              </a:rPr>
              <a:t>8</a:t>
            </a:r>
            <a:r>
              <a:rPr kumimoji="0" lang="zh-CN" altLang="en-US" sz="1400" b="0" i="0" u="none" strike="noStrike" kern="1200" cap="none" spc="0" normalizeH="0" baseline="0" noProof="0">
                <a:ln>
                  <a:noFill/>
                </a:ln>
                <a:solidFill>
                  <a:srgbClr val="663300"/>
                </a:solidFill>
                <a:effectLst/>
                <a:uLnTx/>
                <a:uFillTx/>
                <a:latin typeface="黑体" panose="02010609060101010101" pitchFamily="49" charset="-122"/>
                <a:ea typeface="黑体" panose="02010609060101010101" pitchFamily="49" charset="-122"/>
                <a:cs typeface="+mn-cs"/>
              </a:rPr>
              <a:t>章  数组</a:t>
            </a:r>
            <a:endParaRPr kumimoji="0" lang="en-US" altLang="zh-CN" sz="1400" b="0" i="0" u="none" strike="noStrike" kern="1200" cap="none" spc="0" normalizeH="0" baseline="0" noProof="0">
              <a:ln>
                <a:noFill/>
              </a:ln>
              <a:solidFill>
                <a:srgbClr val="663300"/>
              </a:solidFill>
              <a:effectLst/>
              <a:uLnTx/>
              <a:uFillTx/>
              <a:latin typeface="黑体" panose="02010609060101010101" pitchFamily="49" charset="-122"/>
              <a:ea typeface="黑体" panose="02010609060101010101" pitchFamily="49" charset="-122"/>
              <a:cs typeface="+mn-cs"/>
            </a:endParaRPr>
          </a:p>
          <a:p>
            <a:pPr marL="0" marR="0" lvl="0" indent="0" algn="l" defTabSz="914400" rtl="0" eaLnBrk="1" fontAlgn="base" latinLnBrk="0" hangingPunct="1">
              <a:lnSpc>
                <a:spcPct val="90000"/>
              </a:lnSpc>
              <a:spcBef>
                <a:spcPct val="0"/>
              </a:spcBef>
              <a:spcAft>
                <a:spcPct val="0"/>
              </a:spcAft>
              <a:buClr>
                <a:schemeClr val="tx2"/>
              </a:buClr>
              <a:buSzPct val="80000"/>
              <a:buFont typeface="Wingdings" panose="05000000000000000000" pitchFamily="2" charset="2"/>
              <a:buNone/>
              <a:defRPr/>
            </a:pPr>
            <a:endParaRPr kumimoji="0" lang="en-US" altLang="zh-CN" sz="1400" b="0" i="0" u="none" strike="noStrike" kern="1200" cap="none" spc="0" normalizeH="0" baseline="0" noProof="0">
              <a:ln>
                <a:noFill/>
              </a:ln>
              <a:solidFill>
                <a:schemeClr val="tx1"/>
              </a:solidFill>
              <a:effectLst/>
              <a:uLnTx/>
              <a:uFillTx/>
              <a:latin typeface="黑体" panose="02010609060101010101" pitchFamily="49" charset="-122"/>
              <a:ea typeface="黑体" panose="02010609060101010101" pitchFamily="49" charset="-122"/>
              <a:cs typeface="+mn-cs"/>
            </a:endParaRPr>
          </a:p>
          <a:p>
            <a:pPr marL="0" marR="0" lvl="0" indent="0" algn="l" defTabSz="914400" rtl="0" eaLnBrk="1" fontAlgn="base" latinLnBrk="0" hangingPunct="1">
              <a:lnSpc>
                <a:spcPct val="90000"/>
              </a:lnSpc>
              <a:spcBef>
                <a:spcPct val="0"/>
              </a:spcBef>
              <a:spcAft>
                <a:spcPct val="0"/>
              </a:spcAft>
              <a:buClr>
                <a:schemeClr val="tx2"/>
              </a:buClr>
              <a:buSzPct val="80000"/>
              <a:buFont typeface="Wingdings" panose="05000000000000000000" pitchFamily="2" charset="2"/>
              <a:buNone/>
              <a:defRPr/>
            </a:pPr>
            <a:endParaRPr kumimoji="0" lang="en-US" altLang="zh-CN" sz="2000" b="0" i="0" u="none" strike="noStrike" kern="1200" cap="none" spc="0" normalizeH="0" baseline="0" noProof="0">
              <a:ln>
                <a:noFill/>
              </a:ln>
              <a:solidFill>
                <a:schemeClr val="tx1"/>
              </a:solidFill>
              <a:effectLst/>
              <a:uLnTx/>
              <a:uFillTx/>
              <a:latin typeface="楷体_GB2312" pitchFamily="49" charset="-122"/>
              <a:ea typeface="楷体_GB2312" pitchFamily="49" charset="-122"/>
              <a:cs typeface="+mn-cs"/>
            </a:endParaRPr>
          </a:p>
        </p:txBody>
      </p:sp>
      <p:sp>
        <p:nvSpPr>
          <p:cNvPr id="14" name="页脚占位符 6"/>
          <p:cNvSpPr>
            <a:spLocks noGrp="1"/>
          </p:cNvSpPr>
          <p:nvPr/>
        </p:nvSpPr>
        <p:spPr>
          <a:xfrm>
            <a:off x="87313" y="6453188"/>
            <a:ext cx="1755775" cy="288925"/>
          </a:xfrm>
          <a:prstGeom prst="rect">
            <a:avLst/>
          </a:prstGeom>
        </p:spPr>
        <p:txBody>
          <a:bodyPr/>
          <a:lstStyle>
            <a:lvl1pPr>
              <a:defRPr sz="2000">
                <a:solidFill>
                  <a:schemeClr val="tx1"/>
                </a:solidFill>
                <a:latin typeface="Arial" panose="020B0604020202090204" pitchFamily="34" charset="0"/>
                <a:ea typeface="宋体" pitchFamily="2" charset="-122"/>
              </a:defRPr>
            </a:lvl1pPr>
            <a:lvl2pPr marL="742950" indent="-285750">
              <a:defRPr sz="2000">
                <a:solidFill>
                  <a:schemeClr val="tx1"/>
                </a:solidFill>
                <a:latin typeface="Arial" panose="020B0604020202090204" pitchFamily="34" charset="0"/>
                <a:ea typeface="宋体" pitchFamily="2" charset="-122"/>
              </a:defRPr>
            </a:lvl2pPr>
            <a:lvl3pPr marL="1143000" indent="-228600">
              <a:defRPr sz="2000">
                <a:solidFill>
                  <a:schemeClr val="tx1"/>
                </a:solidFill>
                <a:latin typeface="Arial" panose="020B0604020202090204" pitchFamily="34" charset="0"/>
                <a:ea typeface="宋体" pitchFamily="2" charset="-122"/>
              </a:defRPr>
            </a:lvl3pPr>
            <a:lvl4pPr marL="1600200" indent="-228600">
              <a:defRPr sz="2000">
                <a:solidFill>
                  <a:schemeClr val="tx1"/>
                </a:solidFill>
                <a:latin typeface="Arial" panose="020B0604020202090204" pitchFamily="34" charset="0"/>
                <a:ea typeface="宋体" pitchFamily="2" charset="-122"/>
              </a:defRPr>
            </a:lvl4pPr>
            <a:lvl5pPr marL="2057400" indent="-228600">
              <a:defRPr sz="2000">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Arial" panose="020B0604020202090204" pitchFamily="34" charset="0"/>
                <a:ea typeface="宋体" pitchFamily="2" charset="-122"/>
              </a:defRPr>
            </a:lvl9pPr>
          </a:lstStyle>
          <a:p>
            <a:pPr marL="0" marR="0" lvl="0" indent="0" algn="l" defTabSz="914400" rtl="0" eaLnBrk="1" fontAlgn="base" latinLnBrk="0" hangingPunct="1">
              <a:lnSpc>
                <a:spcPct val="90000"/>
              </a:lnSpc>
              <a:spcBef>
                <a:spcPct val="0"/>
              </a:spcBef>
              <a:spcAft>
                <a:spcPct val="0"/>
              </a:spcAft>
              <a:buClr>
                <a:schemeClr val="tx2"/>
              </a:buClr>
              <a:buSzPct val="80000"/>
              <a:buFont typeface="Wingdings" panose="05000000000000000000" pitchFamily="2" charset="2"/>
              <a:buNone/>
              <a:defRPr/>
            </a:pPr>
            <a:r>
              <a:rPr kumimoji="0" lang="en-US" altLang="zh-CN" sz="1400" b="0" i="0" u="none" strike="noStrike" kern="1200" cap="none" spc="0" normalizeH="0" baseline="0" noProof="0">
                <a:ln>
                  <a:noFill/>
                </a:ln>
                <a:solidFill>
                  <a:srgbClr val="663300"/>
                </a:solidFill>
                <a:effectLst/>
                <a:uLnTx/>
                <a:uFillTx/>
                <a:latin typeface="Arial" panose="020B0604020202090204" pitchFamily="34" charset="0"/>
                <a:ea typeface="黑体" panose="02010609060101010101" pitchFamily="49" charset="-122"/>
                <a:cs typeface="Arial" panose="020B0604020202090204" pitchFamily="34" charset="0"/>
              </a:rPr>
              <a:t>C</a:t>
            </a:r>
            <a:r>
              <a:rPr kumimoji="0" lang="zh-CN" altLang="en-US" sz="1400" b="0" i="0" u="none" strike="noStrike" kern="1200" cap="none" spc="0" normalizeH="0" baseline="0" noProof="0">
                <a:ln>
                  <a:noFill/>
                </a:ln>
                <a:solidFill>
                  <a:srgbClr val="663300"/>
                </a:solidFill>
                <a:effectLst/>
                <a:uLnTx/>
                <a:uFillTx/>
                <a:latin typeface="Arial" panose="020B0604020202090204" pitchFamily="34" charset="0"/>
                <a:ea typeface="黑体" panose="02010609060101010101" pitchFamily="49" charset="-122"/>
                <a:cs typeface="Arial" panose="020B0604020202090204" pitchFamily="34" charset="0"/>
              </a:rPr>
              <a:t>语言程序设计</a:t>
            </a:r>
            <a:endParaRPr kumimoji="0" lang="en-US" altLang="zh-CN" sz="1400" b="0" i="0" u="none" strike="noStrike" kern="1200" cap="none" spc="0" normalizeH="0" baseline="0" noProof="0">
              <a:ln>
                <a:noFill/>
              </a:ln>
              <a:solidFill>
                <a:srgbClr val="663300"/>
              </a:solidFill>
              <a:effectLst/>
              <a:uLnTx/>
              <a:uFillTx/>
              <a:latin typeface="Arial" panose="020B0604020202090204" pitchFamily="34" charset="0"/>
              <a:ea typeface="黑体" panose="02010609060101010101" pitchFamily="49" charset="-122"/>
              <a:cs typeface="Arial" panose="020B0604020202090204" pitchFamily="34" charset="0"/>
            </a:endParaRPr>
          </a:p>
        </p:txBody>
      </p:sp>
      <p:sp>
        <p:nvSpPr>
          <p:cNvPr id="2" name="标题 1"/>
          <p:cNvSpPr>
            <a:spLocks noGrp="1"/>
          </p:cNvSpPr>
          <p:nvPr>
            <p:ph type="title"/>
          </p:nvPr>
        </p:nvSpPr>
        <p:spPr>
          <a:xfrm>
            <a:off x="908051" y="620715"/>
            <a:ext cx="10397067" cy="839787"/>
          </a:xfr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914400" y="1625600"/>
            <a:ext cx="5080000" cy="46116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quarter" idx="2"/>
          </p:nvPr>
        </p:nvSpPr>
        <p:spPr>
          <a:xfrm>
            <a:off x="6197600" y="1625600"/>
            <a:ext cx="5080000" cy="222885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内容占位符 4"/>
          <p:cNvSpPr>
            <a:spLocks noGrp="1"/>
          </p:cNvSpPr>
          <p:nvPr>
            <p:ph sz="quarter" idx="3"/>
          </p:nvPr>
        </p:nvSpPr>
        <p:spPr>
          <a:xfrm>
            <a:off x="6197600" y="4006850"/>
            <a:ext cx="5080000" cy="22304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5" name="灯片编号占位符 5"/>
          <p:cNvSpPr>
            <a:spLocks noGrp="1"/>
          </p:cNvSpPr>
          <p:nvPr>
            <p:ph type="sldNum" sz="quarter" idx="4"/>
          </p:nvPr>
        </p:nvSpPr>
        <p:spPr>
          <a:xfrm>
            <a:off x="10793413" y="6381750"/>
            <a:ext cx="1219200" cy="284163"/>
          </a:xfrm>
          <a:prstGeom prst="rect">
            <a:avLst/>
          </a:prstGeom>
        </p:spPr>
        <p:txBody>
          <a:bodyPr vert="horz" wrap="square" lIns="45720" tIns="45720" rIns="45720" bIns="45720" numCol="1" anchor="ctr" anchorCtr="0" compatLnSpc="1"/>
          <a:lstStyle/>
          <a:p>
            <a:pPr algn="ctr" eaLnBrk="1" hangingPunct="1">
              <a:lnSpc>
                <a:spcPct val="90000"/>
              </a:lnSpc>
              <a:spcBef>
                <a:spcPts val="590"/>
              </a:spcBef>
              <a:spcAft>
                <a:spcPts val="590"/>
              </a:spcAft>
              <a:buClr>
                <a:schemeClr val="tx2"/>
              </a:buClr>
              <a:buSzPct val="80000"/>
              <a:buFont typeface="Wingdings" panose="05000000000000000000" pitchFamily="2" charset="2"/>
              <a:buNone/>
            </a:pPr>
            <a:fld id="{9A0DB2DC-4C9A-4742-B13C-FB6460FD3503}" type="slidenum">
              <a:rPr lang="en-US" altLang="zh-CN" dirty="0"/>
            </a:fld>
            <a:r>
              <a:rPr lang="en-US" altLang="zh-CN" dirty="0"/>
              <a:t>/69</a:t>
            </a:r>
            <a:endParaRPr lang="zh-CN" alt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xAndObj" showMasterSp="0">
  <p:cSld name="标题，文本与内容">
    <p:bg>
      <p:bgPr>
        <a:blipFill rotWithShape="0">
          <a:blip r:embed="rId2"/>
          <a:stretch>
            <a:fillRect/>
          </a:stretch>
        </a:blipFill>
        <a:effectLst/>
      </p:bgPr>
    </p:bg>
    <p:spTree>
      <p:nvGrpSpPr>
        <p:cNvPr id="1" name=""/>
        <p:cNvGrpSpPr/>
        <p:nvPr/>
      </p:nvGrpSpPr>
      <p:grpSpPr>
        <a:xfrm>
          <a:off x="0" y="0"/>
          <a:ext cx="0" cy="0"/>
          <a:chOff x="0" y="0"/>
          <a:chExt cx="0" cy="0"/>
        </a:xfrm>
      </p:grpSpPr>
      <p:sp>
        <p:nvSpPr>
          <p:cNvPr id="11" name="矩形 10"/>
          <p:cNvSpPr/>
          <p:nvPr/>
        </p:nvSpPr>
        <p:spPr>
          <a:xfrm>
            <a:off x="0" y="6678613"/>
            <a:ext cx="12192000" cy="179388"/>
          </a:xfrm>
          <a:prstGeom prst="rect">
            <a:avLst/>
          </a:prstGeom>
          <a:gradFill>
            <a:gsLst>
              <a:gs pos="0">
                <a:schemeClr val="accent1">
                  <a:alpha val="50000"/>
                </a:schemeClr>
              </a:gs>
              <a:gs pos="50000">
                <a:schemeClr val="accent1">
                  <a:tint val="20000"/>
                </a:schemeClr>
              </a:gs>
              <a:gs pos="100000">
                <a:schemeClr val="accent1">
                  <a:alpha val="4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90000"/>
              </a:lnSpc>
              <a:spcBef>
                <a:spcPts val="590"/>
              </a:spcBef>
              <a:spcAft>
                <a:spcPts val="590"/>
              </a:spcAft>
              <a:buClr>
                <a:schemeClr val="tx2"/>
              </a:buClr>
              <a:buSzPct val="80000"/>
              <a:buFont typeface="Wingdings" panose="05000000000000000000" pitchFamily="2" charset="2"/>
              <a:buNone/>
              <a:defRPr/>
            </a:pPr>
            <a:endParaRPr kumimoji="0" lang="zh-CN" altLang="en-US" sz="2000" b="0" i="0" u="none" strike="noStrike" kern="1200" cap="none" spc="0" normalizeH="0" baseline="0" noProof="0">
              <a:ln>
                <a:noFill/>
              </a:ln>
              <a:solidFill>
                <a:schemeClr val="lt1"/>
              </a:solidFill>
              <a:effectLst/>
              <a:uLnTx/>
              <a:uFillTx/>
              <a:latin typeface="+mn-lt"/>
              <a:ea typeface="+mn-ea"/>
              <a:cs typeface="+mn-cs"/>
            </a:endParaRPr>
          </a:p>
        </p:txBody>
      </p:sp>
      <p:sp>
        <p:nvSpPr>
          <p:cNvPr id="12" name="矩形 11"/>
          <p:cNvSpPr/>
          <p:nvPr/>
        </p:nvSpPr>
        <p:spPr>
          <a:xfrm>
            <a:off x="0" y="0"/>
            <a:ext cx="12192000" cy="107950"/>
          </a:xfrm>
          <a:prstGeom prst="rect">
            <a:avLst/>
          </a:prstGeom>
          <a:gradFill>
            <a:gsLst>
              <a:gs pos="0">
                <a:schemeClr val="accent1">
                  <a:alpha val="50000"/>
                </a:schemeClr>
              </a:gs>
              <a:gs pos="50000">
                <a:schemeClr val="accent1">
                  <a:tint val="20000"/>
                </a:schemeClr>
              </a:gs>
              <a:gs pos="100000">
                <a:schemeClr val="accent1">
                  <a:alpha val="4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90000"/>
              </a:lnSpc>
              <a:spcBef>
                <a:spcPts val="590"/>
              </a:spcBef>
              <a:spcAft>
                <a:spcPts val="590"/>
              </a:spcAft>
              <a:buClr>
                <a:schemeClr val="tx2"/>
              </a:buClr>
              <a:buSzPct val="80000"/>
              <a:buFont typeface="Wingdings" panose="05000000000000000000" pitchFamily="2" charset="2"/>
              <a:buNone/>
              <a:defRPr/>
            </a:pPr>
            <a:endParaRPr kumimoji="0" lang="zh-CN" altLang="en-US" sz="2000" b="0" i="0" u="none" strike="noStrike" kern="1200" cap="none" spc="0" normalizeH="0" baseline="0" noProof="0">
              <a:ln>
                <a:noFill/>
              </a:ln>
              <a:solidFill>
                <a:schemeClr val="lt1"/>
              </a:solidFill>
              <a:effectLst/>
              <a:uLnTx/>
              <a:uFillTx/>
              <a:latin typeface="+mn-lt"/>
              <a:ea typeface="+mn-ea"/>
              <a:cs typeface="+mn-cs"/>
            </a:endParaRPr>
          </a:p>
        </p:txBody>
      </p:sp>
      <p:sp>
        <p:nvSpPr>
          <p:cNvPr id="13" name="页脚占位符 6"/>
          <p:cNvSpPr>
            <a:spLocks noGrp="1"/>
          </p:cNvSpPr>
          <p:nvPr/>
        </p:nvSpPr>
        <p:spPr>
          <a:xfrm>
            <a:off x="87313" y="6453188"/>
            <a:ext cx="1755775" cy="288925"/>
          </a:xfrm>
          <a:prstGeom prst="rect">
            <a:avLst/>
          </a:prstGeom>
        </p:spPr>
        <p:txBody>
          <a:bodyPr/>
          <a:lstStyle>
            <a:lvl1pPr>
              <a:defRPr sz="2000">
                <a:solidFill>
                  <a:schemeClr val="tx1"/>
                </a:solidFill>
                <a:latin typeface="Arial" panose="020B0604020202090204" pitchFamily="34" charset="0"/>
                <a:ea typeface="宋体" pitchFamily="2" charset="-122"/>
              </a:defRPr>
            </a:lvl1pPr>
            <a:lvl2pPr marL="742950" indent="-285750">
              <a:defRPr sz="2000">
                <a:solidFill>
                  <a:schemeClr val="tx1"/>
                </a:solidFill>
                <a:latin typeface="Arial" panose="020B0604020202090204" pitchFamily="34" charset="0"/>
                <a:ea typeface="宋体" pitchFamily="2" charset="-122"/>
              </a:defRPr>
            </a:lvl2pPr>
            <a:lvl3pPr marL="1143000" indent="-228600">
              <a:defRPr sz="2000">
                <a:solidFill>
                  <a:schemeClr val="tx1"/>
                </a:solidFill>
                <a:latin typeface="Arial" panose="020B0604020202090204" pitchFamily="34" charset="0"/>
                <a:ea typeface="宋体" pitchFamily="2" charset="-122"/>
              </a:defRPr>
            </a:lvl3pPr>
            <a:lvl4pPr marL="1600200" indent="-228600">
              <a:defRPr sz="2000">
                <a:solidFill>
                  <a:schemeClr val="tx1"/>
                </a:solidFill>
                <a:latin typeface="Arial" panose="020B0604020202090204" pitchFamily="34" charset="0"/>
                <a:ea typeface="宋体" pitchFamily="2" charset="-122"/>
              </a:defRPr>
            </a:lvl4pPr>
            <a:lvl5pPr marL="2057400" indent="-228600">
              <a:defRPr sz="2000">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Arial" panose="020B0604020202090204" pitchFamily="34" charset="0"/>
                <a:ea typeface="宋体" pitchFamily="2" charset="-122"/>
              </a:defRPr>
            </a:lvl9pPr>
          </a:lstStyle>
          <a:p>
            <a:pPr marL="0" marR="0" lvl="0" indent="0" algn="l" defTabSz="914400" rtl="0" eaLnBrk="1" fontAlgn="base" latinLnBrk="0" hangingPunct="1">
              <a:lnSpc>
                <a:spcPct val="90000"/>
              </a:lnSpc>
              <a:spcBef>
                <a:spcPct val="0"/>
              </a:spcBef>
              <a:spcAft>
                <a:spcPct val="0"/>
              </a:spcAft>
              <a:buClr>
                <a:schemeClr val="tx2"/>
              </a:buClr>
              <a:buSzPct val="80000"/>
              <a:buFont typeface="Wingdings" panose="05000000000000000000" pitchFamily="2" charset="2"/>
              <a:buNone/>
              <a:defRPr/>
            </a:pPr>
            <a:r>
              <a:rPr kumimoji="0" lang="en-US" altLang="zh-CN" sz="1400" b="0" i="0" u="none" strike="noStrike" kern="1200" cap="none" spc="0" normalizeH="0" baseline="0" noProof="0">
                <a:ln>
                  <a:noFill/>
                </a:ln>
                <a:solidFill>
                  <a:srgbClr val="663300"/>
                </a:solidFill>
                <a:effectLst/>
                <a:uLnTx/>
                <a:uFillTx/>
                <a:latin typeface="Arial" panose="020B0604020202090204" pitchFamily="34" charset="0"/>
                <a:ea typeface="黑体" panose="02010609060101010101" pitchFamily="49" charset="-122"/>
                <a:cs typeface="Arial" panose="020B0604020202090204" pitchFamily="34" charset="0"/>
              </a:rPr>
              <a:t>C</a:t>
            </a:r>
            <a:r>
              <a:rPr kumimoji="0" lang="zh-CN" altLang="en-US" sz="1400" b="0" i="0" u="none" strike="noStrike" kern="1200" cap="none" spc="0" normalizeH="0" baseline="0" noProof="0">
                <a:ln>
                  <a:noFill/>
                </a:ln>
                <a:solidFill>
                  <a:srgbClr val="663300"/>
                </a:solidFill>
                <a:effectLst/>
                <a:uLnTx/>
                <a:uFillTx/>
                <a:latin typeface="Arial" panose="020B0604020202090204" pitchFamily="34" charset="0"/>
                <a:ea typeface="黑体" panose="02010609060101010101" pitchFamily="49" charset="-122"/>
                <a:cs typeface="Arial" panose="020B0604020202090204" pitchFamily="34" charset="0"/>
              </a:rPr>
              <a:t>语言程序设计</a:t>
            </a:r>
            <a:endParaRPr kumimoji="0" lang="en-US" altLang="zh-CN" sz="1400" b="0" i="0" u="none" strike="noStrike" kern="1200" cap="none" spc="0" normalizeH="0" baseline="0" noProof="0">
              <a:ln>
                <a:noFill/>
              </a:ln>
              <a:solidFill>
                <a:srgbClr val="663300"/>
              </a:solidFill>
              <a:effectLst/>
              <a:uLnTx/>
              <a:uFillTx/>
              <a:latin typeface="Arial" panose="020B0604020202090204" pitchFamily="34" charset="0"/>
              <a:ea typeface="黑体" panose="02010609060101010101" pitchFamily="49" charset="-122"/>
              <a:cs typeface="Arial" panose="020B0604020202090204" pitchFamily="34" charset="0"/>
            </a:endParaRPr>
          </a:p>
        </p:txBody>
      </p:sp>
      <p:sp>
        <p:nvSpPr>
          <p:cNvPr id="14" name="页脚占位符 6"/>
          <p:cNvSpPr>
            <a:spLocks noGrp="1"/>
          </p:cNvSpPr>
          <p:nvPr/>
        </p:nvSpPr>
        <p:spPr bwMode="auto">
          <a:xfrm>
            <a:off x="10704513" y="115888"/>
            <a:ext cx="1417638" cy="360363"/>
          </a:xfrm>
          <a:prstGeom prst="rect">
            <a:avLst/>
          </a:prstGeom>
          <a:noFill/>
          <a:ln w="9525">
            <a:noFill/>
            <a:miter lim="800000"/>
          </a:ln>
        </p:spPr>
        <p:txBody>
          <a:bodyPr/>
          <a:lstStyle>
            <a:lvl1pPr>
              <a:defRPr sz="2000">
                <a:solidFill>
                  <a:schemeClr val="tx1"/>
                </a:solidFill>
                <a:latin typeface="Arial" panose="020B0604020202090204" pitchFamily="34" charset="0"/>
                <a:ea typeface="宋体" pitchFamily="2" charset="-122"/>
              </a:defRPr>
            </a:lvl1pPr>
            <a:lvl2pPr marL="742950" indent="-285750">
              <a:defRPr sz="2000">
                <a:solidFill>
                  <a:schemeClr val="tx1"/>
                </a:solidFill>
                <a:latin typeface="Arial" panose="020B0604020202090204" pitchFamily="34" charset="0"/>
                <a:ea typeface="宋体" pitchFamily="2" charset="-122"/>
              </a:defRPr>
            </a:lvl2pPr>
            <a:lvl3pPr marL="1143000" indent="-228600">
              <a:defRPr sz="2000">
                <a:solidFill>
                  <a:schemeClr val="tx1"/>
                </a:solidFill>
                <a:latin typeface="Arial" panose="020B0604020202090204" pitchFamily="34" charset="0"/>
                <a:ea typeface="宋体" pitchFamily="2" charset="-122"/>
              </a:defRPr>
            </a:lvl3pPr>
            <a:lvl4pPr marL="1600200" indent="-228600">
              <a:defRPr sz="2000">
                <a:solidFill>
                  <a:schemeClr val="tx1"/>
                </a:solidFill>
                <a:latin typeface="Arial" panose="020B0604020202090204" pitchFamily="34" charset="0"/>
                <a:ea typeface="宋体" pitchFamily="2" charset="-122"/>
              </a:defRPr>
            </a:lvl4pPr>
            <a:lvl5pPr marL="2057400" indent="-228600">
              <a:defRPr sz="2000">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Arial" panose="020B0604020202090204" pitchFamily="34" charset="0"/>
                <a:ea typeface="宋体" pitchFamily="2" charset="-122"/>
              </a:defRPr>
            </a:lvl9pPr>
          </a:lstStyle>
          <a:p>
            <a:pPr marL="0" marR="0" lvl="0" indent="0" algn="l" defTabSz="914400" rtl="0" eaLnBrk="1" fontAlgn="base" latinLnBrk="0" hangingPunct="1">
              <a:lnSpc>
                <a:spcPct val="90000"/>
              </a:lnSpc>
              <a:spcBef>
                <a:spcPct val="0"/>
              </a:spcBef>
              <a:spcAft>
                <a:spcPct val="0"/>
              </a:spcAft>
              <a:buClr>
                <a:schemeClr val="tx2"/>
              </a:buClr>
              <a:buSzPct val="80000"/>
              <a:buFont typeface="Wingdings" panose="05000000000000000000" pitchFamily="2" charset="2"/>
              <a:buNone/>
              <a:defRPr/>
            </a:pPr>
            <a:r>
              <a:rPr kumimoji="0" lang="zh-CN" altLang="en-US" sz="1400" b="0" i="0" u="none" strike="noStrike" kern="1200" cap="none" spc="0" normalizeH="0" baseline="0" noProof="0">
                <a:ln>
                  <a:noFill/>
                </a:ln>
                <a:solidFill>
                  <a:srgbClr val="663300"/>
                </a:solidFill>
                <a:effectLst/>
                <a:uLnTx/>
                <a:uFillTx/>
                <a:latin typeface="Arial" panose="020B0604020202090204" pitchFamily="34" charset="0"/>
                <a:ea typeface="黑体" panose="02010609060101010101" pitchFamily="49" charset="-122"/>
                <a:cs typeface="Arial" panose="020B0604020202090204" pitchFamily="34" charset="0"/>
              </a:rPr>
              <a:t>第</a:t>
            </a:r>
            <a:r>
              <a:rPr kumimoji="0" lang="en-US" altLang="zh-CN" sz="1400" b="0" i="0" u="none" strike="noStrike" kern="1200" cap="none" spc="0" normalizeH="0" baseline="0" noProof="0">
                <a:ln>
                  <a:noFill/>
                </a:ln>
                <a:solidFill>
                  <a:srgbClr val="663300"/>
                </a:solidFill>
                <a:effectLst/>
                <a:uLnTx/>
                <a:uFillTx/>
                <a:latin typeface="Arial" panose="020B0604020202090204" pitchFamily="34" charset="0"/>
                <a:ea typeface="黑体" panose="02010609060101010101" pitchFamily="49" charset="-122"/>
                <a:cs typeface="Arial" panose="020B0604020202090204" pitchFamily="34" charset="0"/>
              </a:rPr>
              <a:t>9</a:t>
            </a:r>
            <a:r>
              <a:rPr kumimoji="0" lang="zh-CN" altLang="en-US" sz="1400" b="0" i="0" u="none" strike="noStrike" kern="1200" cap="none" spc="0" normalizeH="0" baseline="0" noProof="0">
                <a:ln>
                  <a:noFill/>
                </a:ln>
                <a:solidFill>
                  <a:srgbClr val="663300"/>
                </a:solidFill>
                <a:effectLst/>
                <a:uLnTx/>
                <a:uFillTx/>
                <a:latin typeface="Arial" panose="020B0604020202090204" pitchFamily="34" charset="0"/>
                <a:ea typeface="黑体" panose="02010609060101010101" pitchFamily="49" charset="-122"/>
                <a:cs typeface="Arial" panose="020B0604020202090204" pitchFamily="34" charset="0"/>
              </a:rPr>
              <a:t>章  指针</a:t>
            </a:r>
            <a:endParaRPr kumimoji="0" lang="en-US" altLang="zh-CN" sz="1400" b="0" i="0" u="none" strike="noStrike" kern="1200" cap="none" spc="0" normalizeH="0" baseline="0" noProof="0">
              <a:ln>
                <a:noFill/>
              </a:ln>
              <a:solidFill>
                <a:srgbClr val="663300"/>
              </a:solidFill>
              <a:effectLst/>
              <a:uLnTx/>
              <a:uFillTx/>
              <a:latin typeface="Arial" panose="020B0604020202090204" pitchFamily="34" charset="0"/>
              <a:ea typeface="黑体" panose="02010609060101010101" pitchFamily="49" charset="-122"/>
              <a:cs typeface="Arial" panose="020B0604020202090204" pitchFamily="34" charset="0"/>
            </a:endParaRPr>
          </a:p>
          <a:p>
            <a:pPr marL="0" marR="0" lvl="0" indent="0" algn="l" defTabSz="914400" rtl="0" eaLnBrk="1" fontAlgn="base" latinLnBrk="0" hangingPunct="1">
              <a:lnSpc>
                <a:spcPct val="90000"/>
              </a:lnSpc>
              <a:spcBef>
                <a:spcPct val="0"/>
              </a:spcBef>
              <a:spcAft>
                <a:spcPct val="0"/>
              </a:spcAft>
              <a:buClr>
                <a:schemeClr val="tx2"/>
              </a:buClr>
              <a:buSzPct val="80000"/>
              <a:buFont typeface="Wingdings" panose="05000000000000000000" pitchFamily="2" charset="2"/>
              <a:buNone/>
              <a:defRPr/>
            </a:pPr>
            <a:endParaRPr kumimoji="0" lang="en-US" altLang="zh-CN" sz="2000" b="0" i="0" u="none" strike="noStrike" kern="1200" cap="none" spc="0" normalizeH="0" baseline="0" noProof="0">
              <a:ln>
                <a:noFill/>
              </a:ln>
              <a:solidFill>
                <a:schemeClr val="tx1"/>
              </a:solidFill>
              <a:effectLst/>
              <a:uLnTx/>
              <a:uFillTx/>
              <a:latin typeface="华文行楷" panose="02010800040101010101" pitchFamily="2" charset="-122"/>
              <a:ea typeface="华文行楷" panose="02010800040101010101" pitchFamily="2" charset="-122"/>
              <a:cs typeface="Arial" panose="020B0604020202090204" pitchFamily="34" charset="0"/>
            </a:endParaRPr>
          </a:p>
          <a:p>
            <a:pPr marL="0" marR="0" lvl="0" indent="0" algn="l" defTabSz="914400" rtl="0" eaLnBrk="1" fontAlgn="base" latinLnBrk="0" hangingPunct="1">
              <a:lnSpc>
                <a:spcPct val="90000"/>
              </a:lnSpc>
              <a:spcBef>
                <a:spcPct val="0"/>
              </a:spcBef>
              <a:spcAft>
                <a:spcPct val="0"/>
              </a:spcAft>
              <a:buClr>
                <a:schemeClr val="tx2"/>
              </a:buClr>
              <a:buSzPct val="80000"/>
              <a:buFont typeface="Wingdings" panose="05000000000000000000" pitchFamily="2" charset="2"/>
              <a:buNone/>
              <a:defRPr/>
            </a:pPr>
            <a:endParaRPr kumimoji="0" lang="en-US" altLang="zh-CN" sz="2000" b="0" i="0" u="none" strike="noStrike" kern="1200" cap="none" spc="0" normalizeH="0" baseline="0" noProof="0">
              <a:ln>
                <a:noFill/>
              </a:ln>
              <a:solidFill>
                <a:schemeClr val="tx1"/>
              </a:solidFill>
              <a:effectLst/>
              <a:uLnTx/>
              <a:uFillTx/>
              <a:latin typeface="楷体_GB2312" pitchFamily="49" charset="-122"/>
              <a:ea typeface="楷体_GB2312" pitchFamily="49" charset="-122"/>
              <a:cs typeface="Arial" panose="020B0604020202090204" pitchFamily="34" charset="0"/>
            </a:endParaRPr>
          </a:p>
        </p:txBody>
      </p:sp>
      <p:sp>
        <p:nvSpPr>
          <p:cNvPr id="2" name="标题 1"/>
          <p:cNvSpPr>
            <a:spLocks noGrp="1"/>
          </p:cNvSpPr>
          <p:nvPr>
            <p:ph type="title"/>
          </p:nvPr>
        </p:nvSpPr>
        <p:spPr>
          <a:xfrm>
            <a:off x="908051" y="573090"/>
            <a:ext cx="10397067" cy="839787"/>
          </a:xfr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914400" y="1625600"/>
            <a:ext cx="5080000" cy="46116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97600" y="1625600"/>
            <a:ext cx="5080000" cy="46116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5" name="灯片编号占位符 5"/>
          <p:cNvSpPr>
            <a:spLocks noGrp="1"/>
          </p:cNvSpPr>
          <p:nvPr>
            <p:ph type="sldNum" sz="quarter" idx="4"/>
          </p:nvPr>
        </p:nvSpPr>
        <p:spPr>
          <a:xfrm>
            <a:off x="10793413" y="6381750"/>
            <a:ext cx="1219200" cy="284163"/>
          </a:xfrm>
          <a:prstGeom prst="rect">
            <a:avLst/>
          </a:prstGeom>
        </p:spPr>
        <p:txBody>
          <a:bodyPr vert="horz" wrap="square" lIns="45720" tIns="45720" rIns="45720" bIns="45720" numCol="1" anchor="ctr" anchorCtr="0" compatLnSpc="1"/>
          <a:lstStyle/>
          <a:p>
            <a:pPr algn="ctr" eaLnBrk="1" hangingPunct="1">
              <a:lnSpc>
                <a:spcPct val="90000"/>
              </a:lnSpc>
              <a:spcBef>
                <a:spcPts val="590"/>
              </a:spcBef>
              <a:spcAft>
                <a:spcPts val="590"/>
              </a:spcAft>
              <a:buClr>
                <a:schemeClr val="tx2"/>
              </a:buClr>
              <a:buSzPct val="80000"/>
              <a:buFont typeface="Wingdings" panose="05000000000000000000" pitchFamily="2" charset="2"/>
              <a:buNone/>
            </a:pPr>
            <a:fld id="{9A0DB2DC-4C9A-4742-B13C-FB6460FD3503}" type="slidenum">
              <a:rPr lang="en-US" altLang="zh-CN" dirty="0"/>
            </a:fld>
            <a:r>
              <a:rPr lang="en-US" altLang="zh-CN" dirty="0"/>
              <a:t>/53</a:t>
            </a:r>
            <a:endParaRPr lang="zh-CN" alt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showMasterSp="0">
  <p:cSld name="1_空白">
    <p:bg>
      <p:bgPr>
        <a:blipFill rotWithShape="0">
          <a:blip r:embed="rId2"/>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theme" Target="../theme/theme1.xml"/><Relationship Id="rId8" Type="http://schemas.openxmlformats.org/officeDocument/2006/relationships/image" Target="../media/image1.jpeg"/><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0">
          <a:blip r:embed="rId8"/>
          <a:stretch>
            <a:fillRect/>
          </a:stretch>
        </a:blipFill>
        <a:effectLst/>
      </p:bgPr>
    </p:bg>
    <p:spTree>
      <p:nvGrpSpPr>
        <p:cNvPr id="1" name=""/>
        <p:cNvGrpSpPr/>
        <p:nvPr/>
      </p:nvGrpSpPr>
      <p:grpSpPr>
        <a:xfrm>
          <a:off x="0" y="0"/>
          <a:ext cx="0" cy="0"/>
          <a:chOff x="0" y="0"/>
          <a:chExt cx="0" cy="0"/>
        </a:xfrm>
      </p:grpSpPr>
      <p:sp>
        <p:nvSpPr>
          <p:cNvPr id="7" name="矩形 6"/>
          <p:cNvSpPr/>
          <p:nvPr/>
        </p:nvSpPr>
        <p:spPr>
          <a:xfrm>
            <a:off x="0" y="6678613"/>
            <a:ext cx="12192000" cy="179388"/>
          </a:xfrm>
          <a:prstGeom prst="rect">
            <a:avLst/>
          </a:prstGeom>
          <a:gradFill>
            <a:gsLst>
              <a:gs pos="0">
                <a:schemeClr val="accent1">
                  <a:alpha val="50000"/>
                </a:schemeClr>
              </a:gs>
              <a:gs pos="50000">
                <a:schemeClr val="accent1">
                  <a:tint val="20000"/>
                </a:schemeClr>
              </a:gs>
              <a:gs pos="100000">
                <a:schemeClr val="accent1">
                  <a:alpha val="4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90000"/>
              </a:lnSpc>
              <a:spcBef>
                <a:spcPts val="590"/>
              </a:spcBef>
              <a:spcAft>
                <a:spcPts val="590"/>
              </a:spcAft>
              <a:buClr>
                <a:schemeClr val="tx2"/>
              </a:buClr>
              <a:buSzPct val="80000"/>
              <a:buFont typeface="Wingdings" panose="05000000000000000000" pitchFamily="2" charset="2"/>
              <a:buNone/>
              <a:defRPr/>
            </a:pPr>
            <a:endParaRPr kumimoji="0" lang="zh-CN" altLang="en-US" sz="2000" b="0" i="0" u="none" strike="noStrike" kern="1200" cap="none" spc="0" normalizeH="0" baseline="0" noProof="0">
              <a:ln>
                <a:noFill/>
              </a:ln>
              <a:solidFill>
                <a:schemeClr val="lt1"/>
              </a:solidFill>
              <a:effectLst/>
              <a:uLnTx/>
              <a:uFillTx/>
              <a:latin typeface="+mn-lt"/>
              <a:ea typeface="+mn-ea"/>
              <a:cs typeface="+mn-cs"/>
            </a:endParaRPr>
          </a:p>
        </p:txBody>
      </p:sp>
      <p:sp>
        <p:nvSpPr>
          <p:cNvPr id="1027" name="标题占位符 1"/>
          <p:cNvSpPr>
            <a:spLocks noGrp="1"/>
          </p:cNvSpPr>
          <p:nvPr>
            <p:ph type="title"/>
          </p:nvPr>
        </p:nvSpPr>
        <p:spPr>
          <a:xfrm>
            <a:off x="609600" y="274638"/>
            <a:ext cx="10972800" cy="1143000"/>
          </a:xfrm>
          <a:prstGeom prst="rect">
            <a:avLst/>
          </a:prstGeom>
          <a:noFill/>
          <a:ln w="9525">
            <a:noFill/>
          </a:ln>
        </p:spPr>
        <p:txBody>
          <a:bodyPr anchor="ctr" anchorCtr="0"/>
          <a:lstStyle/>
          <a:p>
            <a:pPr lvl="0"/>
            <a:r>
              <a:rPr lang="zh-CN" altLang="en-US" dirty="0"/>
              <a:t>单击此处编辑母版标题样式</a:t>
            </a:r>
            <a:endParaRPr lang="zh-CN" altLang="en-US" dirty="0"/>
          </a:p>
        </p:txBody>
      </p:sp>
      <p:sp>
        <p:nvSpPr>
          <p:cNvPr id="1028" name="文本占位符 2"/>
          <p:cNvSpPr>
            <a:spLocks noGrp="1"/>
          </p:cNvSpPr>
          <p:nvPr>
            <p:ph type="body"/>
          </p:nvPr>
        </p:nvSpPr>
        <p:spPr>
          <a:xfrm>
            <a:off x="609600" y="1600200"/>
            <a:ext cx="10972800" cy="4686300"/>
          </a:xfrm>
          <a:prstGeom prst="rect">
            <a:avLst/>
          </a:prstGeom>
          <a:noFill/>
          <a:ln w="9525">
            <a:noFill/>
          </a:ln>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页脚占位符 4"/>
          <p:cNvSpPr>
            <a:spLocks noGrp="1"/>
          </p:cNvSpPr>
          <p:nvPr>
            <p:ph type="ftr" sz="quarter" idx="3"/>
          </p:nvPr>
        </p:nvSpPr>
        <p:spPr>
          <a:xfrm>
            <a:off x="3171825" y="6400800"/>
            <a:ext cx="4978400" cy="284163"/>
          </a:xfrm>
          <a:prstGeom prst="rect">
            <a:avLst/>
          </a:prstGeom>
        </p:spPr>
        <p:txBody>
          <a:bodyPr vert="horz" rtlCol="0" anchor="ctr"/>
          <a:lstStyle>
            <a:lvl1pPr algn="r" eaLnBrk="1" latinLnBrk="0" hangingPunct="1">
              <a:lnSpc>
                <a:spcPct val="90000"/>
              </a:lnSpc>
              <a:spcBef>
                <a:spcPts val="590"/>
              </a:spcBef>
              <a:spcAft>
                <a:spcPts val="590"/>
              </a:spcAft>
              <a:buClr>
                <a:schemeClr val="tx2"/>
              </a:buClr>
              <a:buSzPct val="80000"/>
              <a:buFont typeface="Wingdings" panose="05000000000000000000" pitchFamily="2" charset="2"/>
              <a:buNone/>
              <a:defRPr kumimoji="0" sz="1100">
                <a:solidFill>
                  <a:schemeClr val="tx2">
                    <a:lumMod val="75000"/>
                    <a:lumOff val="25000"/>
                  </a:schemeClr>
                </a:solidFill>
                <a:latin typeface="Arial" panose="020B0604020202090204" pitchFamily="34" charset="0"/>
                <a:ea typeface="宋体" pitchFamily="2" charset="-122"/>
              </a:defRPr>
            </a:lvl1pPr>
          </a:lstStyle>
          <a:p>
            <a:pPr marL="0" marR="0" lvl="0" indent="0" algn="r" defTabSz="914400" rtl="0" eaLnBrk="1" fontAlgn="base" latinLnBrk="0" hangingPunct="1">
              <a:lnSpc>
                <a:spcPct val="90000"/>
              </a:lnSpc>
              <a:spcBef>
                <a:spcPts val="590"/>
              </a:spcBef>
              <a:spcAft>
                <a:spcPts val="590"/>
              </a:spcAft>
              <a:buClr>
                <a:schemeClr val="tx2"/>
              </a:buClr>
              <a:buSzPct val="80000"/>
              <a:buFont typeface="Wingdings" panose="05000000000000000000" pitchFamily="2" charset="2"/>
              <a:buNone/>
              <a:defRPr/>
            </a:pPr>
            <a:endParaRPr kumimoji="0" lang="zh-CN" altLang="en-US" sz="1100" b="0" i="0" u="none" strike="noStrike" kern="1200" cap="none" spc="0" normalizeH="0" baseline="0" noProof="0">
              <a:ln>
                <a:noFill/>
              </a:ln>
              <a:solidFill>
                <a:schemeClr val="tx2">
                  <a:lumMod val="75000"/>
                  <a:lumOff val="25000"/>
                </a:schemeClr>
              </a:solidFill>
              <a:effectLst/>
              <a:uLnTx/>
              <a:uFillTx/>
              <a:latin typeface="Arial" panose="020B0604020202090204" pitchFamily="34" charset="0"/>
              <a:ea typeface="宋体" pitchFamily="2" charset="-122"/>
              <a:cs typeface="+mn-cs"/>
            </a:endParaRPr>
          </a:p>
        </p:txBody>
      </p:sp>
      <p:sp>
        <p:nvSpPr>
          <p:cNvPr id="6" name="灯片编号占位符 5"/>
          <p:cNvSpPr>
            <a:spLocks noGrp="1"/>
          </p:cNvSpPr>
          <p:nvPr>
            <p:ph type="sldNum" sz="quarter" idx="4"/>
          </p:nvPr>
        </p:nvSpPr>
        <p:spPr>
          <a:xfrm>
            <a:off x="10902950" y="6400800"/>
            <a:ext cx="1219200" cy="284163"/>
          </a:xfrm>
          <a:prstGeom prst="rect">
            <a:avLst/>
          </a:prstGeom>
          <a:noFill/>
        </p:spPr>
        <p:txBody>
          <a:bodyPr vert="horz" wrap="square" lIns="45720" tIns="45720" rIns="45720" bIns="45720" numCol="1" anchor="ctr" anchorCtr="0" compatLnSpc="1"/>
          <a:lstStyle>
            <a:lvl1pPr algn="ctr">
              <a:buFont typeface="Wingdings" panose="05000000000000000000" pitchFamily="2" charset="2"/>
              <a:defRPr sz="1100">
                <a:solidFill>
                  <a:srgbClr val="636363"/>
                </a:solidFill>
              </a:defRPr>
            </a:lvl1pPr>
          </a:lstStyle>
          <a:p>
            <a:pPr lvl="0" eaLnBrk="1" hangingPunct="1">
              <a:lnSpc>
                <a:spcPct val="90000"/>
              </a:lnSpc>
              <a:spcBef>
                <a:spcPts val="590"/>
              </a:spcBef>
              <a:spcAft>
                <a:spcPts val="590"/>
              </a:spcAft>
              <a:buClr>
                <a:schemeClr val="tx2"/>
              </a:buClr>
              <a:buSzPct val="80000"/>
              <a:buNone/>
            </a:pPr>
            <a:fld id="{9A0DB2DC-4C9A-4742-B13C-FB6460FD3503}" type="slidenum">
              <a:rPr lang="en-US" altLang="zh-CN" dirty="0">
                <a:latin typeface="Arial" panose="020B0604020202090204" pitchFamily="34" charset="0"/>
              </a:rPr>
            </a:fld>
            <a:r>
              <a:rPr lang="en-US" altLang="zh-CN" sz="1100" dirty="0">
                <a:solidFill>
                  <a:srgbClr val="636363"/>
                </a:solidFill>
                <a:latin typeface="Arial" panose="020B0604020202090204" pitchFamily="34" charset="0"/>
              </a:rPr>
              <a:t>/113</a:t>
            </a:r>
            <a:endParaRPr lang="zh-CN" altLang="en-US" sz="1100" dirty="0">
              <a:solidFill>
                <a:srgbClr val="636363"/>
              </a:solidFill>
              <a:latin typeface="Arial" panose="020B0604020202090204" pitchFamily="34" charset="0"/>
            </a:endParaRPr>
          </a:p>
        </p:txBody>
      </p:sp>
      <p:sp>
        <p:nvSpPr>
          <p:cNvPr id="8" name="矩形 7"/>
          <p:cNvSpPr/>
          <p:nvPr/>
        </p:nvSpPr>
        <p:spPr>
          <a:xfrm>
            <a:off x="0" y="0"/>
            <a:ext cx="12192000" cy="107950"/>
          </a:xfrm>
          <a:prstGeom prst="rect">
            <a:avLst/>
          </a:prstGeom>
          <a:gradFill>
            <a:gsLst>
              <a:gs pos="0">
                <a:schemeClr val="accent1">
                  <a:alpha val="50000"/>
                </a:schemeClr>
              </a:gs>
              <a:gs pos="50000">
                <a:schemeClr val="accent1">
                  <a:tint val="20000"/>
                </a:schemeClr>
              </a:gs>
              <a:gs pos="100000">
                <a:schemeClr val="accent1">
                  <a:alpha val="4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90000"/>
              </a:lnSpc>
              <a:spcBef>
                <a:spcPts val="590"/>
              </a:spcBef>
              <a:spcAft>
                <a:spcPts val="590"/>
              </a:spcAft>
              <a:buClr>
                <a:schemeClr val="tx2"/>
              </a:buClr>
              <a:buSzPct val="80000"/>
              <a:buFont typeface="Wingdings" panose="05000000000000000000" pitchFamily="2" charset="2"/>
              <a:buNone/>
              <a:defRPr/>
            </a:pPr>
            <a:endParaRPr kumimoji="0" lang="zh-CN" altLang="en-US" sz="2000" b="0" i="0" u="none" strike="noStrike" kern="1200" cap="none" spc="0" normalizeH="0" baseline="0" noProof="0">
              <a:ln>
                <a:noFill/>
              </a:ln>
              <a:solidFill>
                <a:schemeClr val="lt1"/>
              </a:solidFill>
              <a:effectLst/>
              <a:uLnTx/>
              <a:uFillTx/>
              <a:latin typeface="+mn-lt"/>
              <a:ea typeface="+mn-ea"/>
              <a:cs typeface="+mn-cs"/>
            </a:endParaRPr>
          </a:p>
        </p:txBody>
      </p:sp>
      <p:sp>
        <p:nvSpPr>
          <p:cNvPr id="9" name="页脚占位符 6"/>
          <p:cNvSpPr>
            <a:spLocks noGrp="1"/>
          </p:cNvSpPr>
          <p:nvPr/>
        </p:nvSpPr>
        <p:spPr>
          <a:xfrm>
            <a:off x="87313" y="6453188"/>
            <a:ext cx="1755775" cy="288925"/>
          </a:xfrm>
          <a:prstGeom prst="rect">
            <a:avLst/>
          </a:prstGeom>
        </p:spPr>
        <p:txBody>
          <a:bodyPr/>
          <a:lstStyle>
            <a:lvl1pPr>
              <a:defRPr sz="2000">
                <a:solidFill>
                  <a:schemeClr val="tx1"/>
                </a:solidFill>
                <a:latin typeface="Arial" panose="020B0604020202090204" pitchFamily="34" charset="0"/>
                <a:ea typeface="宋体" pitchFamily="2" charset="-122"/>
              </a:defRPr>
            </a:lvl1pPr>
            <a:lvl2pPr marL="742950" indent="-285750">
              <a:defRPr sz="2000">
                <a:solidFill>
                  <a:schemeClr val="tx1"/>
                </a:solidFill>
                <a:latin typeface="Arial" panose="020B0604020202090204" pitchFamily="34" charset="0"/>
                <a:ea typeface="宋体" pitchFamily="2" charset="-122"/>
              </a:defRPr>
            </a:lvl2pPr>
            <a:lvl3pPr marL="1143000" indent="-228600">
              <a:defRPr sz="2000">
                <a:solidFill>
                  <a:schemeClr val="tx1"/>
                </a:solidFill>
                <a:latin typeface="Arial" panose="020B0604020202090204" pitchFamily="34" charset="0"/>
                <a:ea typeface="宋体" pitchFamily="2" charset="-122"/>
              </a:defRPr>
            </a:lvl3pPr>
            <a:lvl4pPr marL="1600200" indent="-228600">
              <a:defRPr sz="2000">
                <a:solidFill>
                  <a:schemeClr val="tx1"/>
                </a:solidFill>
                <a:latin typeface="Arial" panose="020B0604020202090204" pitchFamily="34" charset="0"/>
                <a:ea typeface="宋体" pitchFamily="2" charset="-122"/>
              </a:defRPr>
            </a:lvl4pPr>
            <a:lvl5pPr marL="2057400" indent="-228600">
              <a:defRPr sz="2000">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2000">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2000">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2000">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2000">
                <a:solidFill>
                  <a:schemeClr val="tx1"/>
                </a:solidFill>
                <a:latin typeface="Arial" panose="020B0604020202090204" pitchFamily="34" charset="0"/>
                <a:ea typeface="宋体" pitchFamily="2" charset="-122"/>
              </a:defRPr>
            </a:lvl9pPr>
          </a:lstStyle>
          <a:p>
            <a:pPr marL="0" marR="0" lvl="0" indent="0" algn="l" defTabSz="914400" rtl="0" eaLnBrk="0" fontAlgn="base" latinLnBrk="0" hangingPunct="0">
              <a:lnSpc>
                <a:spcPct val="90000"/>
              </a:lnSpc>
              <a:spcBef>
                <a:spcPct val="0"/>
              </a:spcBef>
              <a:spcAft>
                <a:spcPct val="0"/>
              </a:spcAft>
              <a:buClr>
                <a:schemeClr val="tx2"/>
              </a:buClr>
              <a:buSzPct val="80000"/>
              <a:buFont typeface="Wingdings" panose="05000000000000000000" pitchFamily="2" charset="2"/>
              <a:buNone/>
              <a:defRPr/>
            </a:pPr>
            <a:r>
              <a:rPr kumimoji="0" lang="en-US" altLang="zh-CN" sz="1400" b="0" i="0" u="none" strike="noStrike" kern="1200" cap="none" spc="0" normalizeH="0" baseline="0" noProof="0">
                <a:ln>
                  <a:noFill/>
                </a:ln>
                <a:solidFill>
                  <a:srgbClr val="663300"/>
                </a:solidFill>
                <a:effectLst/>
                <a:uLnTx/>
                <a:uFillTx/>
                <a:latin typeface="Arial" panose="020B0604020202090204" pitchFamily="34" charset="0"/>
                <a:ea typeface="黑体" panose="02010609060101010101" pitchFamily="49" charset="-122"/>
                <a:cs typeface="Arial" panose="020B0604020202090204" pitchFamily="34" charset="0"/>
              </a:rPr>
              <a:t>C</a:t>
            </a:r>
            <a:r>
              <a:rPr kumimoji="0" lang="zh-CN" altLang="en-US" sz="1400" b="0" i="0" u="none" strike="noStrike" kern="1200" cap="none" spc="0" normalizeH="0" baseline="0" noProof="0">
                <a:ln>
                  <a:noFill/>
                </a:ln>
                <a:solidFill>
                  <a:srgbClr val="663300"/>
                </a:solidFill>
                <a:effectLst/>
                <a:uLnTx/>
                <a:uFillTx/>
                <a:latin typeface="Arial" panose="020B0604020202090204" pitchFamily="34" charset="0"/>
                <a:ea typeface="黑体" panose="02010609060101010101" pitchFamily="49" charset="-122"/>
                <a:cs typeface="Arial" panose="020B0604020202090204" pitchFamily="34" charset="0"/>
              </a:rPr>
              <a:t>语言程序设计</a:t>
            </a:r>
            <a:endParaRPr kumimoji="0" lang="en-US" altLang="zh-CN" sz="1400" b="0" i="0" u="none" strike="noStrike" kern="1200" cap="none" spc="0" normalizeH="0" baseline="0" noProof="0">
              <a:ln>
                <a:noFill/>
              </a:ln>
              <a:solidFill>
                <a:srgbClr val="663300"/>
              </a:solidFill>
              <a:effectLst/>
              <a:uLnTx/>
              <a:uFillTx/>
              <a:latin typeface="Arial" panose="020B0604020202090204" pitchFamily="34" charset="0"/>
              <a:ea typeface="黑体" panose="02010609060101010101" pitchFamily="49" charset="-122"/>
              <a:cs typeface="Arial" panose="020B0604020202090204" pitchFamily="34" charset="0"/>
            </a:endParaRPr>
          </a:p>
        </p:txBody>
      </p:sp>
      <p:sp>
        <p:nvSpPr>
          <p:cNvPr id="10" name="页脚占位符 6"/>
          <p:cNvSpPr>
            <a:spLocks noGrp="1"/>
          </p:cNvSpPr>
          <p:nvPr/>
        </p:nvSpPr>
        <p:spPr>
          <a:xfrm>
            <a:off x="10439400" y="115888"/>
            <a:ext cx="1752600" cy="360363"/>
          </a:xfrm>
          <a:prstGeom prst="rect">
            <a:avLst/>
          </a:prstGeom>
        </p:spPr>
        <p:txBody>
          <a:bodyPr/>
          <a:lstStyle>
            <a:defPPr>
              <a:defRPr lang="en-US"/>
            </a:defPPr>
            <a:lvl1pPr algn="l" rtl="0" eaLnBrk="0" fontAlgn="base" hangingPunct="0">
              <a:spcBef>
                <a:spcPct val="0"/>
              </a:spcBef>
              <a:spcAft>
                <a:spcPct val="0"/>
              </a:spcAft>
              <a:defRPr sz="2400" kern="1200">
                <a:solidFill>
                  <a:schemeClr val="tx1"/>
                </a:solidFill>
                <a:latin typeface="Times New Roman" panose="02020503050405090304" pitchFamily="18" charset="0"/>
                <a:ea typeface="宋体" pitchFamily="2" charset="-122"/>
                <a:cs typeface="+mn-cs"/>
              </a:defRPr>
            </a:lvl1pPr>
            <a:lvl2pPr marL="457200" algn="l" rtl="0" fontAlgn="base">
              <a:spcBef>
                <a:spcPct val="0"/>
              </a:spcBef>
              <a:spcAft>
                <a:spcPct val="0"/>
              </a:spcAft>
              <a:defRPr sz="2400" kern="1200">
                <a:solidFill>
                  <a:schemeClr val="tx1"/>
                </a:solidFill>
                <a:latin typeface="Times New Roman" panose="02020503050405090304" pitchFamily="18" charset="0"/>
                <a:ea typeface="宋体" pitchFamily="2" charset="-122"/>
                <a:cs typeface="+mn-cs"/>
              </a:defRPr>
            </a:lvl2pPr>
            <a:lvl3pPr marL="914400" algn="l" rtl="0" fontAlgn="base">
              <a:spcBef>
                <a:spcPct val="0"/>
              </a:spcBef>
              <a:spcAft>
                <a:spcPct val="0"/>
              </a:spcAft>
              <a:defRPr sz="2400" kern="1200">
                <a:solidFill>
                  <a:schemeClr val="tx1"/>
                </a:solidFill>
                <a:latin typeface="Times New Roman" panose="02020503050405090304" pitchFamily="18" charset="0"/>
                <a:ea typeface="宋体" pitchFamily="2" charset="-122"/>
                <a:cs typeface="+mn-cs"/>
              </a:defRPr>
            </a:lvl3pPr>
            <a:lvl4pPr marL="1371600" algn="l" rtl="0" fontAlgn="base">
              <a:spcBef>
                <a:spcPct val="0"/>
              </a:spcBef>
              <a:spcAft>
                <a:spcPct val="0"/>
              </a:spcAft>
              <a:defRPr sz="2400" kern="1200">
                <a:solidFill>
                  <a:schemeClr val="tx1"/>
                </a:solidFill>
                <a:latin typeface="Times New Roman" panose="02020503050405090304" pitchFamily="18" charset="0"/>
                <a:ea typeface="宋体" pitchFamily="2" charset="-122"/>
                <a:cs typeface="+mn-cs"/>
              </a:defRPr>
            </a:lvl4pPr>
            <a:lvl5pPr marL="1828800" algn="l" rtl="0" fontAlgn="base">
              <a:spcBef>
                <a:spcPct val="0"/>
              </a:spcBef>
              <a:spcAft>
                <a:spcPct val="0"/>
              </a:spcAft>
              <a:defRPr sz="2400" kern="1200">
                <a:solidFill>
                  <a:schemeClr val="tx1"/>
                </a:solidFill>
                <a:latin typeface="Times New Roman" panose="02020503050405090304" pitchFamily="18" charset="0"/>
                <a:ea typeface="宋体" pitchFamily="2" charset="-122"/>
                <a:cs typeface="+mn-cs"/>
              </a:defRPr>
            </a:lvl5pPr>
            <a:lvl6pPr marL="2286000" algn="l" defTabSz="914400" rtl="0" eaLnBrk="1" latinLnBrk="0" hangingPunct="1">
              <a:defRPr sz="2400" kern="1200">
                <a:solidFill>
                  <a:schemeClr val="tx1"/>
                </a:solidFill>
                <a:latin typeface="Times New Roman" panose="02020503050405090304" pitchFamily="18" charset="0"/>
                <a:ea typeface="宋体" pitchFamily="2" charset="-122"/>
                <a:cs typeface="+mn-cs"/>
              </a:defRPr>
            </a:lvl6pPr>
            <a:lvl7pPr marL="2743200" algn="l" defTabSz="914400" rtl="0" eaLnBrk="1" latinLnBrk="0" hangingPunct="1">
              <a:defRPr sz="2400" kern="1200">
                <a:solidFill>
                  <a:schemeClr val="tx1"/>
                </a:solidFill>
                <a:latin typeface="Times New Roman" panose="02020503050405090304" pitchFamily="18" charset="0"/>
                <a:ea typeface="宋体" pitchFamily="2" charset="-122"/>
                <a:cs typeface="+mn-cs"/>
              </a:defRPr>
            </a:lvl7pPr>
            <a:lvl8pPr marL="3200400" algn="l" defTabSz="914400" rtl="0" eaLnBrk="1" latinLnBrk="0" hangingPunct="1">
              <a:defRPr sz="2400" kern="1200">
                <a:solidFill>
                  <a:schemeClr val="tx1"/>
                </a:solidFill>
                <a:latin typeface="Times New Roman" panose="02020503050405090304" pitchFamily="18" charset="0"/>
                <a:ea typeface="宋体" pitchFamily="2" charset="-122"/>
                <a:cs typeface="+mn-cs"/>
              </a:defRPr>
            </a:lvl8pPr>
            <a:lvl9pPr marL="3657600" algn="l" defTabSz="914400" rtl="0" eaLnBrk="1" latinLnBrk="0" hangingPunct="1">
              <a:defRPr sz="2400" kern="1200">
                <a:solidFill>
                  <a:schemeClr val="tx1"/>
                </a:solidFill>
                <a:latin typeface="Times New Roman" panose="02020503050405090304" pitchFamily="18" charset="0"/>
                <a:ea typeface="宋体" pitchFamily="2" charset="-122"/>
                <a:cs typeface="+mn-cs"/>
              </a:defRPr>
            </a:lvl9pPr>
          </a:lstStyle>
          <a:p>
            <a:pPr marL="0" marR="0" lvl="0" indent="0" algn="l" defTabSz="914400" rtl="0" eaLnBrk="0" fontAlgn="base" latinLnBrk="0" hangingPunct="0">
              <a:lnSpc>
                <a:spcPct val="90000"/>
              </a:lnSpc>
              <a:spcBef>
                <a:spcPct val="0"/>
              </a:spcBef>
              <a:spcAft>
                <a:spcPct val="0"/>
              </a:spcAft>
              <a:buClr>
                <a:schemeClr val="tx2"/>
              </a:buClr>
              <a:buSzPct val="80000"/>
              <a:buFont typeface="Wingdings" panose="05000000000000000000" pitchFamily="2" charset="2"/>
              <a:buNone/>
              <a:defRPr/>
            </a:pPr>
            <a:r>
              <a:rPr kumimoji="0" lang="zh-CN" altLang="en-US" sz="1400" b="0" i="0" u="none" strike="noStrike" kern="1200" cap="none" spc="0" normalizeH="0" baseline="0" noProof="0" dirty="0">
                <a:ln>
                  <a:noFill/>
                </a:ln>
                <a:solidFill>
                  <a:srgbClr val="663300"/>
                </a:solidFill>
                <a:effectLst/>
                <a:uLnTx/>
                <a:uFillTx/>
                <a:latin typeface="Arial" panose="020B0604020202090204" pitchFamily="34" charset="0"/>
                <a:ea typeface="黑体" panose="02010609060101010101" pitchFamily="49" charset="-122"/>
                <a:cs typeface="Arial" panose="020B0604020202090204" pitchFamily="34" charset="0"/>
              </a:rPr>
              <a:t>第</a:t>
            </a:r>
            <a:r>
              <a:rPr kumimoji="0" lang="en-US" altLang="zh-CN" sz="1400" b="0" i="0" u="none" strike="noStrike" kern="1200" cap="none" spc="0" normalizeH="0" baseline="0" noProof="0" dirty="0">
                <a:ln>
                  <a:noFill/>
                </a:ln>
                <a:solidFill>
                  <a:srgbClr val="663300"/>
                </a:solidFill>
                <a:effectLst/>
                <a:uLnTx/>
                <a:uFillTx/>
                <a:latin typeface="Arial" panose="020B0604020202090204" pitchFamily="34" charset="0"/>
                <a:ea typeface="黑体" panose="02010609060101010101" pitchFamily="49" charset="-122"/>
                <a:cs typeface="Arial" panose="020B0604020202090204" pitchFamily="34" charset="0"/>
              </a:rPr>
              <a:t>7</a:t>
            </a:r>
            <a:r>
              <a:rPr kumimoji="0" lang="zh-CN" altLang="en-US" sz="1400" b="0" i="0" u="none" strike="noStrike" kern="1200" cap="none" spc="0" normalizeH="0" baseline="0" noProof="0" dirty="0">
                <a:ln>
                  <a:noFill/>
                </a:ln>
                <a:solidFill>
                  <a:srgbClr val="663300"/>
                </a:solidFill>
                <a:effectLst/>
                <a:uLnTx/>
                <a:uFillTx/>
                <a:latin typeface="Arial" panose="020B0604020202090204" pitchFamily="34" charset="0"/>
                <a:ea typeface="黑体" panose="02010609060101010101" pitchFamily="49" charset="-122"/>
                <a:cs typeface="Arial" panose="020B0604020202090204" pitchFamily="34" charset="0"/>
              </a:rPr>
              <a:t>章  函数</a:t>
            </a:r>
            <a:endParaRPr kumimoji="0" lang="en-US" altLang="zh-CN" sz="1400" b="0" i="0" u="none" strike="noStrike" kern="1200" cap="none" spc="0" normalizeH="0" baseline="0" noProof="0" dirty="0">
              <a:ln>
                <a:noFill/>
              </a:ln>
              <a:solidFill>
                <a:srgbClr val="663300"/>
              </a:solidFill>
              <a:effectLst/>
              <a:uLnTx/>
              <a:uFillTx/>
              <a:latin typeface="Arial" panose="020B0604020202090204" pitchFamily="34" charset="0"/>
              <a:ea typeface="黑体" panose="02010609060101010101" pitchFamily="49" charset="-122"/>
              <a:cs typeface="Arial" panose="020B0604020202090204" pitchFamily="34" charset="0"/>
            </a:endParaRPr>
          </a:p>
          <a:p>
            <a:pPr marL="0" marR="0" lvl="0" indent="0" algn="l" defTabSz="914400" rtl="0" eaLnBrk="0" fontAlgn="base" latinLnBrk="0" hangingPunct="0">
              <a:lnSpc>
                <a:spcPct val="90000"/>
              </a:lnSpc>
              <a:spcBef>
                <a:spcPct val="0"/>
              </a:spcBef>
              <a:spcAft>
                <a:spcPct val="0"/>
              </a:spcAft>
              <a:buClr>
                <a:schemeClr val="tx2"/>
              </a:buClr>
              <a:buSzPct val="80000"/>
              <a:buFont typeface="Wingdings" panose="05000000000000000000" pitchFamily="2" charset="2"/>
              <a:buNone/>
              <a:defRPr/>
            </a:pPr>
            <a:endParaRPr kumimoji="0" lang="en-US" altLang="zh-CN" sz="2000" b="0" i="0" u="none" strike="noStrike" kern="1200" cap="none" spc="0" normalizeH="0" baseline="0" noProof="0" dirty="0">
              <a:ln>
                <a:noFill/>
              </a:ln>
              <a:solidFill>
                <a:schemeClr val="tx1"/>
              </a:solidFill>
              <a:effectLst/>
              <a:uLnTx/>
              <a:uFillTx/>
              <a:latin typeface="华文行楷" panose="02010800040101010101" pitchFamily="2" charset="-122"/>
              <a:ea typeface="华文行楷" panose="02010800040101010101" pitchFamily="2" charset="-122"/>
              <a:cs typeface="+mn-cs"/>
            </a:endParaRPr>
          </a:p>
          <a:p>
            <a:pPr marL="0" marR="0" lvl="0" indent="0" algn="l" defTabSz="914400" rtl="0" eaLnBrk="0" fontAlgn="base" latinLnBrk="0" hangingPunct="0">
              <a:lnSpc>
                <a:spcPct val="90000"/>
              </a:lnSpc>
              <a:spcBef>
                <a:spcPct val="0"/>
              </a:spcBef>
              <a:spcAft>
                <a:spcPct val="0"/>
              </a:spcAft>
              <a:buClr>
                <a:schemeClr val="tx2"/>
              </a:buClr>
              <a:buSzPct val="80000"/>
              <a:buFont typeface="Wingdings" panose="05000000000000000000" pitchFamily="2" charset="2"/>
              <a:buNone/>
              <a:defRPr/>
            </a:pPr>
            <a:endParaRPr kumimoji="0" lang="en-US" altLang="zh-CN" sz="2000" b="0" i="0" u="none" strike="noStrike" kern="1200" cap="none" spc="0" normalizeH="0" baseline="0" noProof="0" dirty="0">
              <a:ln>
                <a:noFill/>
              </a:ln>
              <a:solidFill>
                <a:schemeClr val="tx1"/>
              </a:solidFill>
              <a:effectLst/>
              <a:uLnTx/>
              <a:uFillTx/>
              <a:latin typeface="楷体_GB2312" pitchFamily="49" charset="-122"/>
              <a:ea typeface="楷体_GB2312" pitchFamily="49" charset="-122"/>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sldNum="0" hdr="0" ftr="0" dt="0"/>
  <p:txStyles>
    <p:titleStyle>
      <a:lvl1pPr algn="ctr" rtl="0" eaLnBrk="0" fontAlgn="base" hangingPunct="0">
        <a:spcBef>
          <a:spcPct val="0"/>
        </a:spcBef>
        <a:spcAft>
          <a:spcPct val="0"/>
        </a:spcAft>
        <a:defRPr sz="4400" kern="1200">
          <a:solidFill>
            <a:schemeClr val="tx2"/>
          </a:solidFill>
          <a:latin typeface="Arial" panose="020B0604020202090204" pitchFamily="34" charset="0"/>
          <a:ea typeface="黑体" panose="02010609060101010101" pitchFamily="49" charset="-122"/>
          <a:cs typeface="Arial" panose="020B0604020202090204" pitchFamily="34" charset="0"/>
        </a:defRPr>
      </a:lvl1pPr>
      <a:lvl2pPr algn="ctr" rtl="0" eaLnBrk="0" fontAlgn="base" hangingPunct="0">
        <a:spcBef>
          <a:spcPct val="0"/>
        </a:spcBef>
        <a:spcAft>
          <a:spcPct val="0"/>
        </a:spcAft>
        <a:defRPr sz="4400">
          <a:solidFill>
            <a:schemeClr val="tx2"/>
          </a:solidFill>
          <a:latin typeface="Arial" panose="020B0604020202090204" pitchFamily="34" charset="0"/>
          <a:ea typeface="黑体" panose="02010609060101010101" pitchFamily="49" charset="-122"/>
          <a:cs typeface="Arial" panose="020B0604020202090204" pitchFamily="34" charset="0"/>
        </a:defRPr>
      </a:lvl2pPr>
      <a:lvl3pPr algn="ctr" rtl="0" eaLnBrk="0" fontAlgn="base" hangingPunct="0">
        <a:spcBef>
          <a:spcPct val="0"/>
        </a:spcBef>
        <a:spcAft>
          <a:spcPct val="0"/>
        </a:spcAft>
        <a:defRPr sz="4400">
          <a:solidFill>
            <a:schemeClr val="tx2"/>
          </a:solidFill>
          <a:latin typeface="Arial" panose="020B0604020202090204" pitchFamily="34" charset="0"/>
          <a:ea typeface="黑体" panose="02010609060101010101" pitchFamily="49" charset="-122"/>
          <a:cs typeface="Arial" panose="020B0604020202090204" pitchFamily="34" charset="0"/>
        </a:defRPr>
      </a:lvl3pPr>
      <a:lvl4pPr algn="ctr" rtl="0" eaLnBrk="0" fontAlgn="base" hangingPunct="0">
        <a:spcBef>
          <a:spcPct val="0"/>
        </a:spcBef>
        <a:spcAft>
          <a:spcPct val="0"/>
        </a:spcAft>
        <a:defRPr sz="4400">
          <a:solidFill>
            <a:schemeClr val="tx2"/>
          </a:solidFill>
          <a:latin typeface="Arial" panose="020B0604020202090204" pitchFamily="34" charset="0"/>
          <a:ea typeface="黑体" panose="02010609060101010101" pitchFamily="49" charset="-122"/>
          <a:cs typeface="Arial" panose="020B0604020202090204" pitchFamily="34" charset="0"/>
        </a:defRPr>
      </a:lvl4pPr>
      <a:lvl5pPr algn="ctr" rtl="0" eaLnBrk="0" fontAlgn="base" hangingPunct="0">
        <a:spcBef>
          <a:spcPct val="0"/>
        </a:spcBef>
        <a:spcAft>
          <a:spcPct val="0"/>
        </a:spcAft>
        <a:defRPr sz="4400">
          <a:solidFill>
            <a:schemeClr val="tx2"/>
          </a:solidFill>
          <a:latin typeface="Arial" panose="020B0604020202090204" pitchFamily="34" charset="0"/>
          <a:ea typeface="黑体" panose="02010609060101010101" pitchFamily="49" charset="-122"/>
          <a:cs typeface="Arial" panose="020B0604020202090204" pitchFamily="34" charset="0"/>
        </a:defRPr>
      </a:lvl5pPr>
      <a:lvl6pPr eaLnBrk="1" latinLnBrk="0" hangingPunct="1">
        <a:defRPr kumimoji="0">
          <a:solidFill>
            <a:schemeClr val="tx2"/>
          </a:solidFill>
        </a:defRPr>
      </a:lvl6pPr>
      <a:lvl7pPr eaLnBrk="1" latinLnBrk="0" hangingPunct="1">
        <a:defRPr kumimoji="0">
          <a:solidFill>
            <a:schemeClr val="tx2"/>
          </a:solidFill>
        </a:defRPr>
      </a:lvl7pPr>
      <a:lvl8pPr eaLnBrk="1" latinLnBrk="0" hangingPunct="1">
        <a:defRPr kumimoji="0">
          <a:solidFill>
            <a:schemeClr val="tx2"/>
          </a:solidFill>
        </a:defRPr>
      </a:lvl8pPr>
      <a:lvl9pPr eaLnBrk="1" latinLnBrk="0" hangingPunct="1">
        <a:defRPr kumimoji="0">
          <a:solidFill>
            <a:schemeClr val="tx2"/>
          </a:solidFill>
        </a:defRPr>
      </a:lvl9pPr>
    </p:titleStyle>
    <p:body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vl6pPr marL="2514600" indent="-228600" algn="l" rtl="0" eaLnBrk="1" latinLnBrk="0" hangingPunct="1">
        <a:spcBef>
          <a:spcPct val="20000"/>
        </a:spcBef>
        <a:buFont typeface="Arial" panose="020B0604020202090204"/>
        <a:buChar char="•"/>
        <a:defRPr kumimoji="0" sz="2000" kern="1200">
          <a:solidFill>
            <a:schemeClr val="tx1"/>
          </a:solidFill>
          <a:latin typeface="+mn-lt"/>
          <a:ea typeface="+mn-ea"/>
          <a:cs typeface="+mn-cs"/>
        </a:defRPr>
      </a:lvl6pPr>
      <a:lvl7pPr marL="2971800" indent="-228600" algn="l" rtl="0" eaLnBrk="1" latinLnBrk="0" hangingPunct="1">
        <a:spcBef>
          <a:spcPct val="20000"/>
        </a:spcBef>
        <a:buFont typeface="Arial" panose="020B0604020202090204"/>
        <a:buChar char="•"/>
        <a:defRPr kumimoji="0" sz="2000" kern="1200">
          <a:solidFill>
            <a:schemeClr val="tx1"/>
          </a:solidFill>
          <a:latin typeface="+mn-lt"/>
          <a:ea typeface="+mn-ea"/>
          <a:cs typeface="+mn-cs"/>
        </a:defRPr>
      </a:lvl7pPr>
      <a:lvl8pPr marL="3429000" indent="-228600" algn="l" rtl="0" eaLnBrk="1" latinLnBrk="0" hangingPunct="1">
        <a:spcBef>
          <a:spcPct val="20000"/>
        </a:spcBef>
        <a:buFont typeface="Arial" panose="020B0604020202090204"/>
        <a:buChar char="•"/>
        <a:defRPr kumimoji="0" sz="2000" kern="1200">
          <a:solidFill>
            <a:schemeClr val="tx1"/>
          </a:solidFill>
          <a:latin typeface="+mn-lt"/>
          <a:ea typeface="+mn-ea"/>
          <a:cs typeface="+mn-cs"/>
        </a:defRPr>
      </a:lvl8pPr>
      <a:lvl9pPr marL="3886200" indent="-228600" algn="l" rtl="0" eaLnBrk="1" latinLnBrk="0" hangingPunct="1">
        <a:spcBef>
          <a:spcPct val="20000"/>
        </a:spcBef>
        <a:buFont typeface="Arial" panose="020B0604020202090204"/>
        <a:buChar char="•"/>
        <a:defRPr kumimoji="0" sz="20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3.xml"/><Relationship Id="rId2" Type="http://schemas.openxmlformats.org/officeDocument/2006/relationships/image" Target="../media/image10.jpeg"/><Relationship Id="rId1" Type="http://schemas.openxmlformats.org/officeDocument/2006/relationships/image" Target="../media/image9.jpe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3.xml"/><Relationship Id="rId1"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3.xml"/><Relationship Id="rId1" Type="http://schemas.openxmlformats.org/officeDocument/2006/relationships/image" Target="../media/image10.jpe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2.jpeg"/><Relationship Id="rId1" Type="http://schemas.openxmlformats.org/officeDocument/2006/relationships/image" Target="../media/image10.jpe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3.xml"/><Relationship Id="rId1" Type="http://schemas.openxmlformats.org/officeDocument/2006/relationships/image" Target="../media/image13.jpe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3.xml"/><Relationship Id="rId1" Type="http://schemas.openxmlformats.org/officeDocument/2006/relationships/image" Target="../media/image14.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13.xml.rels><?xml version="1.0" encoding="UTF-8" standalone="yes"?>
<Relationships xmlns="http://schemas.openxmlformats.org/package/2006/relationships"><Relationship Id="rId6" Type="http://schemas.openxmlformats.org/officeDocument/2006/relationships/notesSlide" Target="../notesSlides/notesSlide10.xml"/><Relationship Id="rId5" Type="http://schemas.openxmlformats.org/officeDocument/2006/relationships/slideLayout" Target="../slideLayouts/slideLayout3.xml"/><Relationship Id="rId4" Type="http://schemas.openxmlformats.org/officeDocument/2006/relationships/image" Target="../media/image19.wmf"/><Relationship Id="rId3" Type="http://schemas.openxmlformats.org/officeDocument/2006/relationships/image" Target="../media/image18.png"/><Relationship Id="rId2" Type="http://schemas.openxmlformats.org/officeDocument/2006/relationships/image" Target="../media/image17.emf"/><Relationship Id="rId1" Type="http://schemas.openxmlformats.org/officeDocument/2006/relationships/image" Target="../media/image16.wmf"/></Relationships>
</file>

<file path=ppt/slides/_rels/slide14.xml.rels><?xml version="1.0" encoding="UTF-8" standalone="yes"?>
<Relationships xmlns="http://schemas.openxmlformats.org/package/2006/relationships"><Relationship Id="rId6" Type="http://schemas.openxmlformats.org/officeDocument/2006/relationships/notesSlide" Target="../notesSlides/notesSlide11.xml"/><Relationship Id="rId5" Type="http://schemas.openxmlformats.org/officeDocument/2006/relationships/slideLayout" Target="../slideLayouts/slideLayout2.xml"/><Relationship Id="rId4" Type="http://schemas.openxmlformats.org/officeDocument/2006/relationships/image" Target="../media/image23.png"/><Relationship Id="rId3" Type="http://schemas.openxmlformats.org/officeDocument/2006/relationships/image" Target="../media/image22.jpeg"/><Relationship Id="rId2" Type="http://schemas.openxmlformats.org/officeDocument/2006/relationships/image" Target="../media/image21.png"/><Relationship Id="rId1" Type="http://schemas.openxmlformats.org/officeDocument/2006/relationships/image" Target="../media/image20.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24.GIF"/></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jpe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jpe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20.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2.xml"/><Relationship Id="rId2" Type="http://schemas.openxmlformats.org/officeDocument/2006/relationships/image" Target="../media/image25.emf"/><Relationship Id="rId1" Type="http://schemas.openxmlformats.org/officeDocument/2006/relationships/oleObject" Target="../embeddings/oleObject1.bin"/></Relationships>
</file>

<file path=ppt/slides/_rels/slide21.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2.xml"/><Relationship Id="rId2" Type="http://schemas.openxmlformats.org/officeDocument/2006/relationships/image" Target="../media/image27.png"/><Relationship Id="rId1" Type="http://schemas.openxmlformats.org/officeDocument/2006/relationships/image" Target="../media/image26.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6.xml"/><Relationship Id="rId1" Type="http://schemas.openxmlformats.org/officeDocument/2006/relationships/image" Target="../media/image13.jpeg"/></Relationships>
</file>

<file path=ppt/slides/_rels/slide23.xml.rels><?xml version="1.0" encoding="UTF-8" standalone="yes"?>
<Relationships xmlns="http://schemas.openxmlformats.org/package/2006/relationships"><Relationship Id="rId4" Type="http://schemas.openxmlformats.org/officeDocument/2006/relationships/notesSlide" Target="../notesSlides/notesSlide14.xml"/><Relationship Id="rId3" Type="http://schemas.openxmlformats.org/officeDocument/2006/relationships/slideLayout" Target="../slideLayouts/slideLayout2.xml"/><Relationship Id="rId2" Type="http://schemas.openxmlformats.org/officeDocument/2006/relationships/image" Target="../media/image29.png"/><Relationship Id="rId1" Type="http://schemas.openxmlformats.org/officeDocument/2006/relationships/image" Target="../media/image28.png"/></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1.png"/><Relationship Id="rId1" Type="http://schemas.openxmlformats.org/officeDocument/2006/relationships/image" Target="../media/image30.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image" Target="../media/image1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2.png"/></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3.png"/><Relationship Id="rId1" Type="http://schemas.openxmlformats.org/officeDocument/2006/relationships/image" Target="../media/image32.png"/></Relationships>
</file>

<file path=ppt/slides/_rels/slide30.xml.rels><?xml version="1.0" encoding="UTF-8" standalone="yes"?>
<Relationships xmlns="http://schemas.openxmlformats.org/package/2006/relationships"><Relationship Id="rId4" Type="http://schemas.openxmlformats.org/officeDocument/2006/relationships/notesSlide" Target="../notesSlides/notesSlide16.xml"/><Relationship Id="rId3" Type="http://schemas.openxmlformats.org/officeDocument/2006/relationships/slideLayout" Target="../slideLayouts/slideLayout2.xml"/><Relationship Id="rId2" Type="http://schemas.openxmlformats.org/officeDocument/2006/relationships/image" Target="../media/image35.png"/><Relationship Id="rId1" Type="http://schemas.openxmlformats.org/officeDocument/2006/relationships/image" Target="../media/image34.png"/></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4.png"/><Relationship Id="rId1" Type="http://schemas.openxmlformats.org/officeDocument/2006/relationships/image" Target="../media/image36.png"/></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8.png"/><Relationship Id="rId1" Type="http://schemas.openxmlformats.org/officeDocument/2006/relationships/image" Target="../media/image37.png"/></Relationships>
</file>

<file path=ppt/slides/_rels/slide3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0.png"/><Relationship Id="rId1" Type="http://schemas.openxmlformats.org/officeDocument/2006/relationships/image" Target="../media/image39.png"/></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2.png"/><Relationship Id="rId1" Type="http://schemas.openxmlformats.org/officeDocument/2006/relationships/image" Target="../media/image4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image" Target="../media/image43.png"/></Relationships>
</file>

<file path=ppt/slides/_rels/slide4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45.png"/><Relationship Id="rId2" Type="http://schemas.openxmlformats.org/officeDocument/2006/relationships/image" Target="../media/image47.png"/><Relationship Id="rId1" Type="http://schemas.openxmlformats.org/officeDocument/2006/relationships/image" Target="../media/image46.png"/></Relationships>
</file>

<file path=ppt/slides/_rels/slide4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image" Target="../media/image48.png"/></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4" Type="http://schemas.openxmlformats.org/officeDocument/2006/relationships/notesSlide" Target="../notesSlides/notesSlide18.xml"/><Relationship Id="rId3" Type="http://schemas.openxmlformats.org/officeDocument/2006/relationships/slideLayout" Target="../slideLayouts/slideLayout2.xml"/><Relationship Id="rId2" Type="http://schemas.openxmlformats.org/officeDocument/2006/relationships/image" Target="../media/image52.jpeg"/><Relationship Id="rId1" Type="http://schemas.openxmlformats.org/officeDocument/2006/relationships/image" Target="../media/image51.png"/></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1.png"/></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1.png"/></Relationships>
</file>

<file path=ppt/slides/_rels/slide5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3.jpeg"/></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3.jpe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3.jpe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4.jpeg"/></Relationships>
</file>

<file path=ppt/slides/_rels/slide6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5.jpeg"/></Relationships>
</file>

<file path=ppt/slides/_rels/slide6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6.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7.png"/></Relationships>
</file>

<file path=ppt/slides/_rels/slide6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6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8.jpeg"/></Relationships>
</file>

<file path=ppt/slides/_rels/slide6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0.png"/><Relationship Id="rId1" Type="http://schemas.openxmlformats.org/officeDocument/2006/relationships/image" Target="../media/image59.png"/></Relationships>
</file>

<file path=ppt/slides/_rels/slide6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2.png"/><Relationship Id="rId1" Type="http://schemas.openxmlformats.org/officeDocument/2006/relationships/image" Target="../media/image61.png"/></Relationships>
</file>

<file path=ppt/slides/_rels/slide6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4.png"/><Relationship Id="rId1" Type="http://schemas.openxmlformats.org/officeDocument/2006/relationships/image" Target="../media/image63.png"/></Relationships>
</file>

<file path=ppt/slides/_rels/slide70.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68.png"/><Relationship Id="rId4" Type="http://schemas.openxmlformats.org/officeDocument/2006/relationships/image" Target="../media/image67.png"/><Relationship Id="rId3" Type="http://schemas.openxmlformats.org/officeDocument/2006/relationships/image" Target="../media/image64.png"/><Relationship Id="rId2" Type="http://schemas.openxmlformats.org/officeDocument/2006/relationships/image" Target="../media/image66.png"/><Relationship Id="rId1" Type="http://schemas.openxmlformats.org/officeDocument/2006/relationships/image" Target="../media/image65.png"/></Relationships>
</file>

<file path=ppt/slides/_rels/slide71.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73.png"/><Relationship Id="rId4" Type="http://schemas.openxmlformats.org/officeDocument/2006/relationships/image" Target="../media/image72.png"/><Relationship Id="rId3" Type="http://schemas.openxmlformats.org/officeDocument/2006/relationships/image" Target="../media/image71.png"/><Relationship Id="rId2" Type="http://schemas.openxmlformats.org/officeDocument/2006/relationships/image" Target="../media/image70.png"/><Relationship Id="rId1" Type="http://schemas.openxmlformats.org/officeDocument/2006/relationships/image" Target="../media/image69.png"/></Relationships>
</file>

<file path=ppt/slides/_rels/slide72.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77.png"/><Relationship Id="rId4" Type="http://schemas.openxmlformats.org/officeDocument/2006/relationships/image" Target="../media/image76.png"/><Relationship Id="rId3" Type="http://schemas.openxmlformats.org/officeDocument/2006/relationships/image" Target="../media/image71.png"/><Relationship Id="rId2" Type="http://schemas.openxmlformats.org/officeDocument/2006/relationships/image" Target="../media/image75.wmf"/><Relationship Id="rId1" Type="http://schemas.openxmlformats.org/officeDocument/2006/relationships/image" Target="../media/image74.png"/></Relationships>
</file>

<file path=ppt/slides/_rels/slide7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79.png"/><Relationship Id="rId1" Type="http://schemas.openxmlformats.org/officeDocument/2006/relationships/image" Target="../media/image78.png"/></Relationships>
</file>

<file path=ppt/slides/_rels/slide7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8.jpeg"/><Relationship Id="rId1" Type="http://schemas.openxmlformats.org/officeDocument/2006/relationships/image" Target="../media/image80.png"/></Relationships>
</file>

<file path=ppt/slides/_rels/slide7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82.png"/><Relationship Id="rId2" Type="http://schemas.openxmlformats.org/officeDocument/2006/relationships/image" Target="../media/image81.jpeg"/><Relationship Id="rId1" Type="http://schemas.openxmlformats.org/officeDocument/2006/relationships/image" Target="../media/image80.png"/></Relationships>
</file>

<file path=ppt/slides/_rels/slide7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83.png"/><Relationship Id="rId2" Type="http://schemas.openxmlformats.org/officeDocument/2006/relationships/image" Target="../media/image73.png"/><Relationship Id="rId1" Type="http://schemas.openxmlformats.org/officeDocument/2006/relationships/image" Target="../media/image71.png"/></Relationships>
</file>

<file path=ppt/slides/_rels/slide7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4.png"/></Relationships>
</file>

<file path=ppt/slides/_rels/slide7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86.png"/><Relationship Id="rId1" Type="http://schemas.openxmlformats.org/officeDocument/2006/relationships/image" Target="../media/image85.png"/></Relationships>
</file>

<file path=ppt/slides/_rels/slide79.xml.rels><?xml version="1.0" encoding="UTF-8" standalone="yes"?>
<Relationships xmlns="http://schemas.openxmlformats.org/package/2006/relationships"><Relationship Id="rId5" Type="http://schemas.openxmlformats.org/officeDocument/2006/relationships/notesSlide" Target="../notesSlides/notesSlide20.xml"/><Relationship Id="rId4" Type="http://schemas.openxmlformats.org/officeDocument/2006/relationships/slideLayout" Target="../slideLayouts/slideLayout2.xml"/><Relationship Id="rId3" Type="http://schemas.openxmlformats.org/officeDocument/2006/relationships/image" Target="../media/image87.jpeg"/><Relationship Id="rId2" Type="http://schemas.openxmlformats.org/officeDocument/2006/relationships/image" Target="../media/image71.png"/><Relationship Id="rId1" Type="http://schemas.openxmlformats.org/officeDocument/2006/relationships/image" Target="../media/image73.png"/></Relationships>
</file>

<file path=ppt/slides/_rels/slide80.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88.jpeg"/><Relationship Id="rId2" Type="http://schemas.openxmlformats.org/officeDocument/2006/relationships/image" Target="../media/image71.png"/><Relationship Id="rId1" Type="http://schemas.openxmlformats.org/officeDocument/2006/relationships/image" Target="../media/image73.png"/></Relationships>
</file>

<file path=ppt/slides/_rels/slide8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88.jpeg"/><Relationship Id="rId2" Type="http://schemas.openxmlformats.org/officeDocument/2006/relationships/image" Target="../media/image71.png"/><Relationship Id="rId1" Type="http://schemas.openxmlformats.org/officeDocument/2006/relationships/image" Target="../media/image73.png"/></Relationships>
</file>

<file path=ppt/slides/_rels/slide8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89.jpeg"/><Relationship Id="rId2" Type="http://schemas.openxmlformats.org/officeDocument/2006/relationships/image" Target="../media/image71.png"/><Relationship Id="rId1" Type="http://schemas.openxmlformats.org/officeDocument/2006/relationships/image" Target="../media/image73.png"/></Relationships>
</file>

<file path=ppt/slides/_rels/slide8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89.jpeg"/><Relationship Id="rId2" Type="http://schemas.openxmlformats.org/officeDocument/2006/relationships/image" Target="../media/image71.png"/><Relationship Id="rId1" Type="http://schemas.openxmlformats.org/officeDocument/2006/relationships/image" Target="../media/image73.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8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0.png"/></Relationships>
</file>

<file path=ppt/slides/_rels/slide90.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xml"/><Relationship Id="rId1" Type="http://schemas.openxmlformats.org/officeDocument/2006/relationships/image" Target="../media/image90.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91.png"/></Relationships>
</file>

<file path=ppt/slides/_rels/slide9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93.png"/><Relationship Id="rId1" Type="http://schemas.openxmlformats.org/officeDocument/2006/relationships/image" Target="../media/image92.png"/></Relationships>
</file>

<file path=ppt/slides/_rels/slide9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4.png"/></Relationships>
</file>

<file path=ppt/slides/_rels/slide99.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97.png"/><Relationship Id="rId2" Type="http://schemas.openxmlformats.org/officeDocument/2006/relationships/image" Target="../media/image96.png"/><Relationship Id="rId1" Type="http://schemas.openxmlformats.org/officeDocument/2006/relationships/image" Target="../media/image95.png"/></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266" name="标题 1"/>
          <p:cNvSpPr>
            <a:spLocks noGrp="1"/>
          </p:cNvSpPr>
          <p:nvPr>
            <p:ph type="ctrTitle"/>
          </p:nvPr>
        </p:nvSpPr>
        <p:spPr>
          <a:xfrm>
            <a:off x="2209800" y="1773238"/>
            <a:ext cx="7772400" cy="1470025"/>
          </a:xfrm>
        </p:spPr>
        <p:txBody>
          <a:bodyPr vert="horz" wrap="square" lIns="91440" tIns="45720" rIns="91440" bIns="45720" anchor="ctr" anchorCtr="0"/>
          <a:lstStyle/>
          <a:p>
            <a:pPr>
              <a:buClrTx/>
              <a:buSzTx/>
              <a:buFontTx/>
            </a:pPr>
            <a:r>
              <a:rPr lang="zh-CN" altLang="en-US" sz="6000" dirty="0">
                <a:latin typeface="微软雅黑" panose="020B0503020204020204" charset="-122"/>
                <a:ea typeface="微软雅黑" panose="020B0503020204020204" charset="-122"/>
              </a:rPr>
              <a:t>计算思维与实践</a:t>
            </a:r>
            <a:endParaRPr lang="en-SG" altLang="zh-CN" sz="6000" dirty="0">
              <a:latin typeface="微软雅黑" panose="020B0503020204020204" charset="-122"/>
              <a:ea typeface="微软雅黑" panose="020B0503020204020204" charset="-122"/>
            </a:endParaRPr>
          </a:p>
        </p:txBody>
      </p:sp>
      <p:sp>
        <p:nvSpPr>
          <p:cNvPr id="3" name="副标题 2"/>
          <p:cNvSpPr>
            <a:spLocks noGrp="1"/>
          </p:cNvSpPr>
          <p:nvPr>
            <p:ph type="subTitle" idx="1"/>
          </p:nvPr>
        </p:nvSpPr>
        <p:spPr bwMode="auto">
          <a:xfrm>
            <a:off x="2999654" y="3615160"/>
            <a:ext cx="6400800" cy="1752599"/>
          </a:xfrm>
          <a:effectLst/>
          <a:scene3d>
            <a:camera prst="orthographicFront"/>
            <a:lightRig rig="balanced" dir="t"/>
          </a:scene3d>
          <a:sp3d prstMaterial="plastic"/>
        </p:spPr>
        <p:txBody>
          <a:bodyPr vert="horz" wrap="square" lIns="91440" tIns="45720" rIns="91440" bIns="45720" numCol="1" anchor="t" anchorCtr="0" compatLnSpc="1"/>
          <a:lstStyle/>
          <a:p>
            <a:pPr marL="0" marR="0" lvl="0" indent="0" algn="ctr" defTabSz="914400" rtl="0" eaLnBrk="0" fontAlgn="base" latinLnBrk="0" hangingPunct="0">
              <a:lnSpc>
                <a:spcPct val="95000"/>
              </a:lnSpc>
              <a:spcBef>
                <a:spcPts val="575"/>
              </a:spcBef>
              <a:spcAft>
                <a:spcPct val="0"/>
              </a:spcAft>
              <a:buClr>
                <a:schemeClr val="tx2"/>
              </a:buClr>
              <a:buSzPct val="50000"/>
              <a:buFont typeface="Wingdings" panose="05000000000000000000" pitchFamily="2" charset="2"/>
              <a:buNone/>
              <a:defRPr/>
            </a:pPr>
            <a:r>
              <a:rPr kumimoji="0" lang="zh-CN" altLang="en-US" sz="32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rPr>
              <a:t>邓翔</a:t>
            </a:r>
            <a:endParaRPr kumimoji="0" lang="en-US" altLang="zh-CN" sz="32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endParaRPr>
          </a:p>
          <a:p>
            <a:pPr marL="0" marR="0" lvl="0" indent="0" algn="ctr" defTabSz="914400" rtl="0" eaLnBrk="0" fontAlgn="base" latinLnBrk="0" hangingPunct="0">
              <a:lnSpc>
                <a:spcPct val="95000"/>
              </a:lnSpc>
              <a:spcBef>
                <a:spcPts val="575"/>
              </a:spcBef>
              <a:spcAft>
                <a:spcPct val="0"/>
              </a:spcAft>
              <a:buClr>
                <a:schemeClr val="tx2"/>
              </a:buClr>
              <a:buSzPct val="50000"/>
              <a:buFont typeface="Wingdings" panose="05000000000000000000" pitchFamily="2" charset="2"/>
              <a:buNone/>
              <a:defRPr/>
            </a:pPr>
            <a:endParaRPr kumimoji="0" lang="en-US" altLang="zh-CN" sz="32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endParaRPr>
          </a:p>
          <a:p>
            <a:pPr marL="0" marR="0" lvl="0" indent="0" algn="ctr" defTabSz="914400" rtl="0" eaLnBrk="0" fontAlgn="base" latinLnBrk="0" hangingPunct="0">
              <a:lnSpc>
                <a:spcPct val="95000"/>
              </a:lnSpc>
              <a:spcBef>
                <a:spcPts val="575"/>
              </a:spcBef>
              <a:spcAft>
                <a:spcPct val="0"/>
              </a:spcAft>
              <a:buClr>
                <a:schemeClr val="tx2"/>
              </a:buClr>
              <a:buSzPct val="50000"/>
              <a:buFont typeface="Wingdings" panose="05000000000000000000" pitchFamily="2" charset="2"/>
              <a:buNone/>
              <a:defRPr/>
            </a:pPr>
            <a:r>
              <a:rPr kumimoji="0" lang="zh-CN" altLang="en-US" sz="32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rPr>
              <a:t>信息学部计算机科学与技术学院</a:t>
            </a:r>
            <a:endParaRPr kumimoji="0" lang="zh-CN" altLang="en-US" sz="32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3314" name="TextBox 4"/>
          <p:cNvSpPr txBox="1"/>
          <p:nvPr/>
        </p:nvSpPr>
        <p:spPr>
          <a:xfrm>
            <a:off x="1416050" y="1919288"/>
            <a:ext cx="9632950" cy="4203700"/>
          </a:xfrm>
          <a:prstGeom prst="rect">
            <a:avLst/>
          </a:prstGeom>
          <a:noFill/>
          <a:ln w="9525">
            <a:noFill/>
          </a:ln>
        </p:spPr>
        <p:txBody>
          <a:bodyPr>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algn="ctr">
              <a:lnSpc>
                <a:spcPct val="90000"/>
              </a:lnSpc>
              <a:spcBef>
                <a:spcPts val="600"/>
              </a:spcBef>
              <a:spcAft>
                <a:spcPts val="590"/>
              </a:spcAft>
              <a:buSzPct val="80000"/>
              <a:buNone/>
            </a:pPr>
            <a:r>
              <a:rPr lang="zh-CN" altLang="en-US" sz="6600" dirty="0">
                <a:latin typeface="微软雅黑" panose="020B0503020204020204" charset="-122"/>
                <a:ea typeface="微软雅黑" panose="020B0503020204020204" charset="-122"/>
              </a:rPr>
              <a:t>第</a:t>
            </a:r>
            <a:r>
              <a:rPr lang="en-US" altLang="zh-CN" sz="6600" dirty="0">
                <a:latin typeface="微软雅黑" panose="020B0503020204020204" charset="-122"/>
                <a:ea typeface="微软雅黑" panose="020B0503020204020204" charset="-122"/>
              </a:rPr>
              <a:t>3</a:t>
            </a:r>
            <a:r>
              <a:rPr lang="zh-CN" altLang="en-US" sz="6600" dirty="0">
                <a:latin typeface="微软雅黑" panose="020B0503020204020204" charset="-122"/>
                <a:ea typeface="微软雅黑" panose="020B0503020204020204" charset="-122"/>
              </a:rPr>
              <a:t>讲 程序设计基础</a:t>
            </a:r>
            <a:r>
              <a:rPr lang="en-US" altLang="zh-CN" sz="6600" dirty="0">
                <a:latin typeface="微软雅黑" panose="020B0503020204020204" charset="-122"/>
                <a:ea typeface="微软雅黑" panose="020B0503020204020204" charset="-122"/>
              </a:rPr>
              <a:t>II</a:t>
            </a:r>
            <a:endParaRPr lang="en-US" altLang="zh-CN" sz="6600" dirty="0">
              <a:latin typeface="微软雅黑" panose="020B0503020204020204" charset="-122"/>
              <a:ea typeface="微软雅黑" panose="020B0503020204020204" charset="-122"/>
            </a:endParaRPr>
          </a:p>
          <a:p>
            <a:pPr marL="0" lvl="0" indent="0" algn="ctr">
              <a:lnSpc>
                <a:spcPct val="90000"/>
              </a:lnSpc>
              <a:spcBef>
                <a:spcPts val="600"/>
              </a:spcBef>
              <a:spcAft>
                <a:spcPts val="590"/>
              </a:spcAft>
              <a:buSzPct val="80000"/>
              <a:buNone/>
            </a:pPr>
            <a:endParaRPr lang="en-US" altLang="zh-CN" sz="6600" dirty="0">
              <a:latin typeface="微软雅黑" panose="020B0503020204020204" charset="-122"/>
              <a:ea typeface="微软雅黑" panose="020B0503020204020204" charset="-122"/>
            </a:endParaRPr>
          </a:p>
          <a:p>
            <a:pPr marL="0" lvl="0" indent="0" algn="ctr">
              <a:lnSpc>
                <a:spcPct val="90000"/>
              </a:lnSpc>
              <a:spcBef>
                <a:spcPts val="600"/>
              </a:spcBef>
              <a:spcAft>
                <a:spcPts val="590"/>
              </a:spcAft>
              <a:buSzPct val="80000"/>
              <a:buNone/>
            </a:pPr>
            <a:r>
              <a:rPr lang="zh-CN" altLang="en-US" sz="6600" dirty="0">
                <a:latin typeface="微软雅黑" panose="020B0503020204020204" charset="-122"/>
                <a:ea typeface="微软雅黑" panose="020B0503020204020204" charset="-122"/>
              </a:rPr>
              <a:t>数据操作基础</a:t>
            </a:r>
            <a:endParaRPr lang="zh-CN" altLang="en-US" sz="6600" dirty="0">
              <a:latin typeface="微软雅黑" panose="020B0503020204020204" charset="-122"/>
              <a:ea typeface="微软雅黑" panose="020B0503020204020204" charset="-122"/>
            </a:endParaRPr>
          </a:p>
          <a:p>
            <a:pPr marL="0" lvl="0" indent="0" algn="ctr">
              <a:lnSpc>
                <a:spcPct val="90000"/>
              </a:lnSpc>
              <a:spcBef>
                <a:spcPts val="600"/>
              </a:spcBef>
              <a:spcAft>
                <a:spcPts val="590"/>
              </a:spcAft>
              <a:buSzPct val="80000"/>
              <a:buNone/>
            </a:pPr>
            <a:endParaRPr lang="zh-CN" altLang="en-US" sz="6600" dirty="0">
              <a:latin typeface="微软雅黑" panose="020B0503020204020204" charset="-122"/>
              <a:ea typeface="微软雅黑" panose="020B0503020204020204" charset="-122"/>
            </a:endParaRPr>
          </a:p>
        </p:txBody>
      </p:sp>
    </p:spTree>
  </p:cSld>
  <p:clrMapOvr>
    <a:masterClrMapping/>
  </p:clrMapOvr>
  <p:transition>
    <p:newsflash/>
  </p:transition>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362" name="Rectangle 2"/>
          <p:cNvSpPr>
            <a:spLocks noGrp="1"/>
          </p:cNvSpPr>
          <p:nvPr>
            <p:ph type="title"/>
          </p:nvPr>
        </p:nvSpPr>
        <p:spPr>
          <a:xfrm>
            <a:off x="1638300" y="269875"/>
            <a:ext cx="8915400" cy="1143000"/>
          </a:xfrm>
        </p:spPr>
        <p:txBody>
          <a:bodyPr vert="horz" wrap="square" lIns="91440" tIns="45720" rIns="91440" bIns="45720" anchor="ctr" anchorCtr="0"/>
          <a:lstStyle/>
          <a:p>
            <a:pPr eaLnBrk="1" hangingPunct="1"/>
            <a:r>
              <a:rPr lang="zh-CN" altLang="en-US" kern="1200" dirty="0">
                <a:latin typeface="黑体" panose="02010609060101010101" pitchFamily="49" charset="-122"/>
                <a:ea typeface="黑体" panose="02010609060101010101" pitchFamily="49" charset="-122"/>
                <a:cs typeface="Arial" panose="020B0604020202090204" pitchFamily="34" charset="0"/>
              </a:rPr>
              <a:t> 学习内容</a:t>
            </a:r>
            <a:endParaRPr lang="zh-CN" altLang="en-US" kern="1200" dirty="0">
              <a:latin typeface="黑体" panose="02010609060101010101" pitchFamily="49" charset="-122"/>
              <a:ea typeface="黑体" panose="02010609060101010101" pitchFamily="49" charset="-122"/>
              <a:cs typeface="Arial" panose="020B0604020202090204" pitchFamily="34" charset="0"/>
            </a:endParaRPr>
          </a:p>
        </p:txBody>
      </p:sp>
      <p:sp>
        <p:nvSpPr>
          <p:cNvPr id="12290" name="Rectangle 3"/>
          <p:cNvSpPr>
            <a:spLocks noGrp="1" noChangeArrowheads="1"/>
          </p:cNvSpPr>
          <p:nvPr>
            <p:ph idx="1"/>
          </p:nvPr>
        </p:nvSpPr>
        <p:spPr>
          <a:xfrm>
            <a:off x="2495550" y="1844675"/>
            <a:ext cx="6840538" cy="4556125"/>
          </a:xfrm>
        </p:spPr>
        <p:txBody>
          <a:bodyPr vert="horz" wrap="square" lIns="91440" tIns="45720" rIns="91440" bIns="45720" numCol="1" anchor="t" anchorCtr="0" compatLnSpc="1"/>
          <a:lstStyle/>
          <a:p>
            <a:pPr marL="533400" marR="0" lvl="0" indent="-533400" algn="l" defTabSz="914400" rtl="0" eaLnBrk="1" fontAlgn="base" latinLnBrk="0" hangingPunct="1">
              <a:lnSpc>
                <a:spcPct val="120000"/>
              </a:lnSpc>
              <a:spcBef>
                <a:spcPts val="600"/>
              </a:spcBef>
              <a:spcAft>
                <a:spcPts val="600"/>
              </a:spcAft>
              <a:buClr>
                <a:schemeClr val="tx2"/>
              </a:buClr>
              <a:buSzPct val="50000"/>
              <a:buFont typeface="Wingdings" panose="05000000000000000000" pitchFamily="2" charset="2"/>
              <a:buChar char="n"/>
              <a:defRPr/>
            </a:pPr>
            <a:r>
              <a:rPr kumimoji="0" lang="en-US" altLang="zh-CN" sz="3200" b="1" i="0" u="none" strike="noStrike" kern="1200" cap="none" spc="0" normalizeH="0" baseline="0" noProof="0" dirty="0">
                <a:ln>
                  <a:noFill/>
                </a:ln>
                <a:solidFill>
                  <a:srgbClr val="FF0000"/>
                </a:solidFill>
                <a:effectLst/>
                <a:uLnTx/>
                <a:uFillTx/>
                <a:latin typeface="+mn-ea"/>
                <a:ea typeface="+mn-ea"/>
                <a:cs typeface="Times New Roman" panose="02020503050405090304" pitchFamily="18" charset="0"/>
              </a:rPr>
              <a:t>3.1 </a:t>
            </a:r>
            <a:r>
              <a:rPr kumimoji="0" lang="zh-CN" altLang="en-US" sz="3200" b="1" i="0" u="none" strike="noStrike" kern="1200" cap="none" spc="0" normalizeH="0" baseline="0" noProof="0" dirty="0">
                <a:ln>
                  <a:noFill/>
                </a:ln>
                <a:solidFill>
                  <a:srgbClr val="FF0000"/>
                </a:solidFill>
                <a:effectLst/>
                <a:uLnTx/>
                <a:uFillTx/>
                <a:latin typeface="+mn-ea"/>
                <a:ea typeface="+mn-ea"/>
                <a:cs typeface="Times New Roman" panose="02020503050405090304" pitchFamily="18" charset="0"/>
              </a:rPr>
              <a:t>数组</a:t>
            </a:r>
            <a:endParaRPr kumimoji="0" lang="en-US" altLang="zh-CN" sz="3200" b="1" i="0" u="none" strike="noStrike" kern="1200" cap="none" spc="0" normalizeH="0" baseline="0" noProof="0" dirty="0">
              <a:ln>
                <a:noFill/>
              </a:ln>
              <a:solidFill>
                <a:srgbClr val="FF0000"/>
              </a:solidFill>
              <a:effectLst/>
              <a:uLnTx/>
              <a:uFillTx/>
              <a:latin typeface="+mn-ea"/>
              <a:ea typeface="+mn-ea"/>
              <a:cs typeface="Times New Roman" panose="02020503050405090304" pitchFamily="18" charset="0"/>
            </a:endParaRPr>
          </a:p>
          <a:p>
            <a:pPr marL="533400" marR="0" lvl="0" indent="-533400" algn="l" defTabSz="914400" rtl="0" eaLnBrk="1" fontAlgn="base" latinLnBrk="0" hangingPunct="1">
              <a:lnSpc>
                <a:spcPct val="120000"/>
              </a:lnSpc>
              <a:spcBef>
                <a:spcPts val="600"/>
              </a:spcBef>
              <a:spcAft>
                <a:spcPts val="600"/>
              </a:spcAft>
              <a:buClr>
                <a:schemeClr val="tx2"/>
              </a:buClr>
              <a:buSzPct val="50000"/>
              <a:buFont typeface="Wingdings" panose="05000000000000000000" pitchFamily="2" charset="2"/>
              <a:buChar char="n"/>
              <a:defRPr/>
            </a:pPr>
            <a:r>
              <a:rPr kumimoji="0" lang="en-US" altLang="zh-CN" sz="3200" b="0" i="0" u="none" strike="noStrike" kern="1200" cap="none" spc="0" normalizeH="0" baseline="0" noProof="0" dirty="0">
                <a:ln>
                  <a:noFill/>
                </a:ln>
                <a:solidFill>
                  <a:schemeClr val="tx1"/>
                </a:solidFill>
                <a:effectLst/>
                <a:uLnTx/>
                <a:uFillTx/>
                <a:latin typeface="+mn-ea"/>
                <a:ea typeface="+mn-ea"/>
                <a:cs typeface="Times New Roman" panose="02020503050405090304" pitchFamily="18" charset="0"/>
              </a:rPr>
              <a:t>3.2 </a:t>
            </a:r>
            <a:r>
              <a:rPr kumimoji="0" lang="zh-CN" altLang="en-US" sz="3200" b="0" i="0" u="none" strike="noStrike" kern="1200" cap="none" spc="0" normalizeH="0" baseline="0" noProof="0" dirty="0">
                <a:ln>
                  <a:noFill/>
                </a:ln>
                <a:solidFill>
                  <a:schemeClr val="tx1"/>
                </a:solidFill>
                <a:effectLst/>
                <a:uLnTx/>
                <a:uFillTx/>
                <a:latin typeface="+mn-ea"/>
                <a:ea typeface="+mn-ea"/>
                <a:cs typeface="Times New Roman" panose="02020503050405090304" pitchFamily="18" charset="0"/>
              </a:rPr>
              <a:t>指针</a:t>
            </a:r>
            <a:endParaRPr kumimoji="0" lang="zh-CN" altLang="en-US" sz="3200" b="0" i="0" u="none" strike="noStrike" kern="1200" cap="none" spc="0" normalizeH="0" baseline="0" noProof="0" dirty="0">
              <a:ln>
                <a:noFill/>
              </a:ln>
              <a:solidFill>
                <a:schemeClr val="tx1"/>
              </a:solidFill>
              <a:effectLst/>
              <a:uLnTx/>
              <a:uFillTx/>
              <a:latin typeface="+mn-ea"/>
              <a:ea typeface="+mn-ea"/>
              <a:cs typeface="Times New Roman" panose="02020503050405090304" pitchFamily="18" charset="0"/>
            </a:endParaRPr>
          </a:p>
          <a:p>
            <a:pPr marL="533400" marR="0" lvl="0" indent="-533400" algn="l" defTabSz="914400" rtl="0" eaLnBrk="1" fontAlgn="base" latinLnBrk="0" hangingPunct="1">
              <a:lnSpc>
                <a:spcPct val="120000"/>
              </a:lnSpc>
              <a:spcBef>
                <a:spcPts val="600"/>
              </a:spcBef>
              <a:spcAft>
                <a:spcPts val="600"/>
              </a:spcAft>
              <a:buClr>
                <a:schemeClr val="tx2"/>
              </a:buClr>
              <a:buSzPct val="50000"/>
              <a:buFont typeface="Wingdings" panose="05000000000000000000" pitchFamily="2" charset="2"/>
              <a:buChar char="n"/>
              <a:defRPr/>
            </a:pPr>
            <a:r>
              <a:rPr kumimoji="0" lang="en-US" altLang="zh-CN" sz="3200" b="0" i="0" u="none" strike="noStrike" kern="1200" cap="none" spc="0" normalizeH="0" baseline="0" noProof="0" dirty="0">
                <a:ln>
                  <a:noFill/>
                </a:ln>
                <a:solidFill>
                  <a:schemeClr val="tx1"/>
                </a:solidFill>
                <a:effectLst/>
                <a:uLnTx/>
                <a:uFillTx/>
                <a:latin typeface="+mn-ea"/>
                <a:ea typeface="+mn-ea"/>
                <a:cs typeface="Times New Roman" panose="02020503050405090304" pitchFamily="18" charset="0"/>
              </a:rPr>
              <a:t>3.3 </a:t>
            </a:r>
            <a:r>
              <a:rPr kumimoji="0" lang="zh-CN" altLang="en-US" sz="3200" b="0" i="0" u="none" strike="noStrike" kern="1200" cap="none" spc="0" normalizeH="0" baseline="0" noProof="0" dirty="0">
                <a:ln>
                  <a:noFill/>
                </a:ln>
                <a:solidFill>
                  <a:schemeClr val="tx1"/>
                </a:solidFill>
                <a:effectLst/>
                <a:uLnTx/>
                <a:uFillTx/>
                <a:latin typeface="+mn-ea"/>
                <a:ea typeface="+mn-ea"/>
                <a:cs typeface="Times New Roman" panose="02020503050405090304" pitchFamily="18" charset="0"/>
              </a:rPr>
              <a:t>字符串</a:t>
            </a:r>
            <a:endParaRPr kumimoji="0" lang="zh-CN" altLang="en-US" sz="3200" b="0" i="0" u="none" strike="noStrike" kern="1200" cap="none" spc="0" normalizeH="0" baseline="0" noProof="0" dirty="0">
              <a:ln>
                <a:noFill/>
              </a:ln>
              <a:solidFill>
                <a:schemeClr val="tx1"/>
              </a:solidFill>
              <a:effectLst/>
              <a:uLnTx/>
              <a:uFillTx/>
              <a:latin typeface="+mn-ea"/>
              <a:ea typeface="+mn-ea"/>
              <a:cs typeface="Times New Roman" panose="02020503050405090304" pitchFamily="18" charset="0"/>
            </a:endParaRPr>
          </a:p>
          <a:p>
            <a:pPr marL="533400" marR="0" lvl="0" indent="-533400" algn="l" defTabSz="914400" rtl="0" eaLnBrk="1" fontAlgn="base" latinLnBrk="0" hangingPunct="1">
              <a:lnSpc>
                <a:spcPct val="120000"/>
              </a:lnSpc>
              <a:spcBef>
                <a:spcPts val="600"/>
              </a:spcBef>
              <a:spcAft>
                <a:spcPts val="600"/>
              </a:spcAft>
              <a:buClr>
                <a:schemeClr val="tx2"/>
              </a:buClr>
              <a:buSzPct val="50000"/>
              <a:buFont typeface="Wingdings" panose="05000000000000000000" pitchFamily="2" charset="2"/>
              <a:buChar char="n"/>
              <a:defRPr/>
            </a:pPr>
            <a:r>
              <a:rPr kumimoji="0" lang="en-US" altLang="zh-CN" sz="3200" b="0" i="0" u="none" strike="noStrike" kern="1200" cap="none" spc="0" normalizeH="0" baseline="0" noProof="0" dirty="0">
                <a:ln>
                  <a:noFill/>
                </a:ln>
                <a:solidFill>
                  <a:schemeClr val="tx1"/>
                </a:solidFill>
                <a:effectLst/>
                <a:uLnTx/>
                <a:uFillTx/>
                <a:latin typeface="+mn-ea"/>
                <a:ea typeface="+mn-ea"/>
                <a:cs typeface="Times New Roman" panose="02020503050405090304" pitchFamily="18" charset="0"/>
              </a:rPr>
              <a:t>3.4 </a:t>
            </a:r>
            <a:r>
              <a:rPr kumimoji="0" lang="zh-CN" altLang="en-US" sz="3200" b="0" i="0" u="none" strike="noStrike" kern="1200" cap="none" spc="0" normalizeH="0" baseline="0" noProof="0" dirty="0">
                <a:ln>
                  <a:noFill/>
                </a:ln>
                <a:solidFill>
                  <a:schemeClr val="tx1"/>
                </a:solidFill>
                <a:effectLst/>
                <a:uLnTx/>
                <a:uFillTx/>
                <a:latin typeface="+mn-ea"/>
                <a:ea typeface="+mn-ea"/>
                <a:cs typeface="Times New Roman" panose="02020503050405090304" pitchFamily="18" charset="0"/>
              </a:rPr>
              <a:t>结构体</a:t>
            </a:r>
            <a:endParaRPr kumimoji="0" lang="en-US" altLang="zh-CN" sz="3200" b="0" i="0" u="none" strike="noStrike" kern="1200" cap="none" spc="0" normalizeH="0" baseline="0" noProof="0" dirty="0">
              <a:ln>
                <a:noFill/>
              </a:ln>
              <a:solidFill>
                <a:schemeClr val="tx1"/>
              </a:solidFill>
              <a:effectLst/>
              <a:uLnTx/>
              <a:uFillTx/>
              <a:latin typeface="+mn-ea"/>
              <a:ea typeface="+mn-ea"/>
              <a:cs typeface="Times New Roman" panose="02020503050405090304" pitchFamily="18" charset="0"/>
            </a:endParaRPr>
          </a:p>
          <a:p>
            <a:pPr marL="533400" marR="0" lvl="0" indent="-533400" algn="l" defTabSz="914400" rtl="0" eaLnBrk="1" fontAlgn="base" latinLnBrk="0" hangingPunct="1">
              <a:lnSpc>
                <a:spcPct val="120000"/>
              </a:lnSpc>
              <a:spcBef>
                <a:spcPts val="600"/>
              </a:spcBef>
              <a:spcAft>
                <a:spcPts val="600"/>
              </a:spcAft>
              <a:buClr>
                <a:schemeClr val="tx2"/>
              </a:buClr>
              <a:buSzPct val="50000"/>
              <a:buFont typeface="Wingdings" panose="05000000000000000000" pitchFamily="2" charset="2"/>
              <a:buChar char="n"/>
              <a:defRPr/>
            </a:pPr>
            <a:r>
              <a:rPr kumimoji="0" lang="en-US" altLang="zh-CN" sz="3200" b="0" i="0" u="none" strike="noStrike" kern="1200" cap="none" spc="0" normalizeH="0" baseline="0" noProof="0" dirty="0">
                <a:ln>
                  <a:noFill/>
                </a:ln>
                <a:solidFill>
                  <a:schemeClr val="tx1"/>
                </a:solidFill>
                <a:effectLst/>
                <a:uLnTx/>
                <a:uFillTx/>
                <a:latin typeface="+mn-ea"/>
                <a:ea typeface="+mn-ea"/>
                <a:cs typeface="Times New Roman" panose="02020503050405090304" pitchFamily="18" charset="0"/>
              </a:rPr>
              <a:t>3.5 </a:t>
            </a:r>
            <a:r>
              <a:rPr kumimoji="0" lang="zh-CN" altLang="en-US" sz="3200" b="0" i="0" u="none" strike="noStrike" kern="1200" cap="none" spc="0" normalizeH="0" baseline="0" noProof="0" dirty="0">
                <a:ln>
                  <a:noFill/>
                </a:ln>
                <a:solidFill>
                  <a:schemeClr val="tx1"/>
                </a:solidFill>
                <a:effectLst/>
                <a:uLnTx/>
                <a:uFillTx/>
                <a:latin typeface="+mn-ea"/>
                <a:ea typeface="+mn-ea"/>
                <a:cs typeface="Times New Roman" panose="02020503050405090304" pitchFamily="18" charset="0"/>
              </a:rPr>
              <a:t>动态内存分配</a:t>
            </a:r>
            <a:endParaRPr kumimoji="0" lang="en-US" altLang="zh-CN" sz="3200" b="0" i="0" u="none" strike="noStrike" kern="1200" cap="none" spc="0" normalizeH="0" baseline="0" noProof="0" dirty="0">
              <a:ln>
                <a:noFill/>
              </a:ln>
              <a:solidFill>
                <a:schemeClr val="tx1"/>
              </a:solidFill>
              <a:effectLst/>
              <a:uLnTx/>
              <a:uFillTx/>
              <a:latin typeface="+mn-ea"/>
              <a:ea typeface="+mn-ea"/>
              <a:cs typeface="Times New Roman" panose="02020503050405090304" pitchFamily="18" charset="0"/>
            </a:endParaRPr>
          </a:p>
        </p:txBody>
      </p:sp>
      <p:pic>
        <p:nvPicPr>
          <p:cNvPr id="15364" name="Picture 7"/>
          <p:cNvPicPr>
            <a:picLocks noChangeAspect="1"/>
          </p:cNvPicPr>
          <p:nvPr/>
        </p:nvPicPr>
        <p:blipFill>
          <a:blip r:embed="rId1">
            <a:clrChange>
              <a:clrFrom>
                <a:srgbClr val="FFFFFF"/>
              </a:clrFrom>
              <a:clrTo>
                <a:srgbClr val="FFFFFF">
                  <a:alpha val="0"/>
                </a:srgbClr>
              </a:clrTo>
            </a:clrChange>
          </a:blip>
          <a:stretch>
            <a:fillRect/>
          </a:stretch>
        </p:blipFill>
        <p:spPr>
          <a:xfrm>
            <a:off x="7842250" y="3141663"/>
            <a:ext cx="2774950" cy="2616200"/>
          </a:xfrm>
          <a:prstGeom prst="rect">
            <a:avLst/>
          </a:prstGeom>
          <a:noFill/>
          <a:ln w="9525">
            <a:noFill/>
          </a:ln>
        </p:spPr>
      </p:pic>
    </p:spTree>
  </p:cSld>
  <p:clrMapOvr>
    <a:masterClrMapping/>
  </p:clrMapOvr>
  <p:transition>
    <p:newsflash/>
  </p:transition>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6386" name="Picture 14" descr="E:\剪贴画\反方向的问号小人-1.jpg"/>
          <p:cNvPicPr>
            <a:picLocks noChangeAspect="1"/>
          </p:cNvPicPr>
          <p:nvPr/>
        </p:nvPicPr>
        <p:blipFill>
          <a:blip r:embed="rId1">
            <a:clrChange>
              <a:clrFrom>
                <a:srgbClr val="FFFFFF"/>
              </a:clrFrom>
              <a:clrTo>
                <a:srgbClr val="FFFFFF">
                  <a:alpha val="0"/>
                </a:srgbClr>
              </a:clrTo>
            </a:clrChange>
          </a:blip>
          <a:stretch>
            <a:fillRect/>
          </a:stretch>
        </p:blipFill>
        <p:spPr>
          <a:xfrm>
            <a:off x="9656763" y="5000625"/>
            <a:ext cx="1120775" cy="1381125"/>
          </a:xfrm>
          <a:prstGeom prst="rect">
            <a:avLst/>
          </a:prstGeom>
          <a:noFill/>
          <a:ln w="9525">
            <a:noFill/>
          </a:ln>
        </p:spPr>
      </p:pic>
      <p:sp>
        <p:nvSpPr>
          <p:cNvPr id="16387" name="标题 1"/>
          <p:cNvSpPr>
            <a:spLocks noGrp="1"/>
          </p:cNvSpPr>
          <p:nvPr>
            <p:ph type="title" idx="4294967295"/>
          </p:nvPr>
        </p:nvSpPr>
        <p:spPr/>
        <p:txBody>
          <a:bodyPr vert="horz" wrap="square" lIns="91440" tIns="45720" rIns="91440" bIns="45720" anchor="ctr" anchorCtr="0"/>
          <a:lstStyle/>
          <a:p>
            <a:r>
              <a:rPr lang="zh-CN" altLang="en-US" dirty="0"/>
              <a:t>为什么使用数组</a:t>
            </a:r>
            <a:r>
              <a:rPr lang="en-US" altLang="zh-CN" dirty="0"/>
              <a:t>(Array)?</a:t>
            </a:r>
            <a:endParaRPr lang="zh-CN" altLang="en-US" dirty="0"/>
          </a:p>
        </p:txBody>
      </p:sp>
      <p:sp>
        <p:nvSpPr>
          <p:cNvPr id="3" name="内容占位符 2"/>
          <p:cNvSpPr>
            <a:spLocks noGrp="1"/>
          </p:cNvSpPr>
          <p:nvPr>
            <p:ph idx="1"/>
          </p:nvPr>
        </p:nvSpPr>
        <p:spPr>
          <a:xfrm>
            <a:off x="1487805" y="1414145"/>
            <a:ext cx="9145270" cy="5373370"/>
          </a:xfrm>
        </p:spPr>
        <p:txBody>
          <a:bodyPr vert="horz" wrap="square" lIns="91440" tIns="45720" rIns="91440" bIns="45720" anchor="t" anchorCtr="0"/>
          <a:lstStyle/>
          <a:p>
            <a:pPr eaLnBrk="1">
              <a:lnSpc>
                <a:spcPct val="105000"/>
              </a:lnSpc>
              <a:buSzPct val="50000"/>
            </a:pPr>
            <a:r>
              <a:rPr lang="zh-CN" altLang="en-US" kern="1200" dirty="0">
                <a:latin typeface="黑体" panose="02010609060101010101" pitchFamily="49" charset="-122"/>
                <a:ea typeface="黑体" panose="02010609060101010101" pitchFamily="49" charset="-122"/>
                <a:cs typeface="Times New Roman" panose="02020503050405090304" pitchFamily="18" charset="0"/>
              </a:rPr>
              <a:t>要读入</a:t>
            </a:r>
            <a:r>
              <a:rPr lang="en-US" altLang="zh-CN" kern="1200" dirty="0">
                <a:latin typeface="黑体" panose="02010609060101010101" pitchFamily="49" charset="-122"/>
                <a:ea typeface="黑体" panose="02010609060101010101" pitchFamily="49" charset="-122"/>
                <a:cs typeface="Times New Roman" panose="02020503050405090304" pitchFamily="18" charset="0"/>
              </a:rPr>
              <a:t>10</a:t>
            </a:r>
            <a:r>
              <a:rPr lang="zh-CN" altLang="en-US" kern="1200" dirty="0">
                <a:latin typeface="黑体" panose="02010609060101010101" pitchFamily="49" charset="-122"/>
                <a:ea typeface="黑体" panose="02010609060101010101" pitchFamily="49" charset="-122"/>
                <a:cs typeface="Times New Roman" panose="02020503050405090304" pitchFamily="18" charset="0"/>
              </a:rPr>
              <a:t>人的成绩，然后求平均成绩</a:t>
            </a:r>
            <a:endParaRPr lang="zh-CN" altLang="en-US" kern="1200" dirty="0">
              <a:latin typeface="黑体" panose="02010609060101010101" pitchFamily="49" charset="-122"/>
              <a:ea typeface="黑体" panose="02010609060101010101" pitchFamily="49" charset="-122"/>
              <a:cs typeface="Times New Roman" panose="02020503050405090304" pitchFamily="18" charset="0"/>
            </a:endParaRPr>
          </a:p>
          <a:p>
            <a:pPr eaLnBrk="1">
              <a:lnSpc>
                <a:spcPct val="105000"/>
              </a:lnSpc>
              <a:buSzPct val="50000"/>
              <a:buFont typeface="Monotype Sorts"/>
              <a:buChar char=""/>
            </a:pPr>
            <a:r>
              <a:rPr lang="zh-CN" altLang="en-US" kern="1200" dirty="0">
                <a:latin typeface="黑体" panose="02010609060101010101" pitchFamily="49" charset="-122"/>
                <a:ea typeface="黑体" panose="02010609060101010101" pitchFamily="49" charset="-122"/>
                <a:cs typeface="Times New Roman" panose="02020503050405090304" pitchFamily="18" charset="0"/>
              </a:rPr>
              <a:t>需定义</a:t>
            </a:r>
            <a:r>
              <a:rPr lang="en-US" altLang="zh-CN" kern="1200" dirty="0">
                <a:latin typeface="黑体" panose="02010609060101010101" pitchFamily="49" charset="-122"/>
                <a:ea typeface="黑体" panose="02010609060101010101" pitchFamily="49" charset="-122"/>
                <a:cs typeface="Times New Roman" panose="02020503050405090304" pitchFamily="18" charset="0"/>
              </a:rPr>
              <a:t>10</a:t>
            </a:r>
            <a:r>
              <a:rPr lang="zh-CN" altLang="en-US" kern="1200" dirty="0">
                <a:latin typeface="黑体" panose="02010609060101010101" pitchFamily="49" charset="-122"/>
                <a:ea typeface="黑体" panose="02010609060101010101" pitchFamily="49" charset="-122"/>
                <a:cs typeface="Times New Roman" panose="02020503050405090304" pitchFamily="18" charset="0"/>
              </a:rPr>
              <a:t>个不同名的整型变量，需使用多个</a:t>
            </a:r>
            <a:r>
              <a:rPr lang="en-US" altLang="zh-CN" b="1" kern="1200" dirty="0">
                <a:latin typeface="Courier New" panose="02070409020205090404" pitchFamily="49" charset="0"/>
                <a:ea typeface="华文仿宋" panose="02010600040101010101" pitchFamily="2" charset="-122"/>
                <a:cs typeface="+mn-cs"/>
              </a:rPr>
              <a:t>scanf()</a:t>
            </a:r>
            <a:r>
              <a:rPr lang="zh-CN" altLang="en-US" sz="2000" b="1" kern="1200" dirty="0">
                <a:latin typeface="Courier New" panose="02070409020205090404" pitchFamily="49" charset="0"/>
                <a:ea typeface="华文仿宋" panose="02010600040101010101" pitchFamily="2" charset="-122"/>
                <a:cs typeface="+mn-cs"/>
              </a:rPr>
              <a:t>  </a:t>
            </a:r>
            <a:endParaRPr lang="zh-CN" altLang="en-US" sz="2000" b="1" kern="1200" dirty="0">
              <a:latin typeface="Courier New" panose="02070409020205090404" pitchFamily="49" charset="0"/>
              <a:ea typeface="华文仿宋" panose="02010600040101010101" pitchFamily="2" charset="-122"/>
              <a:cs typeface="+mn-cs"/>
            </a:endParaRPr>
          </a:p>
          <a:p>
            <a:pPr eaLnBrk="1">
              <a:lnSpc>
                <a:spcPct val="110000"/>
              </a:lnSpc>
              <a:spcBef>
                <a:spcPct val="0"/>
              </a:spcBef>
              <a:buSzPct val="50000"/>
              <a:buFont typeface="Monotype Sorts"/>
              <a:buNone/>
            </a:pPr>
            <a:r>
              <a:rPr lang="en-US" altLang="zh-CN" sz="2000" kern="1200" dirty="0">
                <a:solidFill>
                  <a:srgbClr val="FF0000"/>
                </a:solidFill>
                <a:latin typeface="Times New Roman" panose="02020503050405090304" pitchFamily="18" charset="0"/>
                <a:ea typeface="宋体" pitchFamily="2" charset="-122"/>
                <a:cs typeface="+mn-cs"/>
              </a:rPr>
              <a:t>	</a:t>
            </a:r>
            <a:r>
              <a:rPr lang="en-US" altLang="zh-CN" sz="2000" kern="1200" dirty="0">
                <a:solidFill>
                  <a:srgbClr val="000066"/>
                </a:solidFill>
                <a:latin typeface="Times New Roman" panose="02020503050405090304" pitchFamily="18" charset="0"/>
                <a:ea typeface="宋体" pitchFamily="2" charset="-122"/>
                <a:cs typeface="+mn-cs"/>
              </a:rPr>
              <a:t>        </a:t>
            </a:r>
            <a:r>
              <a:rPr lang="en-US" altLang="zh-CN" sz="2000" b="1" kern="1200" dirty="0">
                <a:solidFill>
                  <a:srgbClr val="000066"/>
                </a:solidFill>
                <a:latin typeface="Courier New" panose="02070409020205090404" pitchFamily="49" charset="0"/>
                <a:ea typeface="宋体" pitchFamily="2" charset="-122"/>
                <a:cs typeface="+mn-cs"/>
              </a:rPr>
              <a:t>int score1, score2, … score10;</a:t>
            </a:r>
            <a:r>
              <a:rPr lang="zh-CN" altLang="en-US" sz="2000" b="1" kern="1200" dirty="0">
                <a:solidFill>
                  <a:srgbClr val="000066"/>
                </a:solidFill>
                <a:latin typeface="Courier New" panose="02070409020205090404" pitchFamily="49" charset="0"/>
                <a:ea typeface="宋体" pitchFamily="2" charset="-122"/>
                <a:cs typeface="+mn-cs"/>
              </a:rPr>
              <a:t> </a:t>
            </a:r>
            <a:endParaRPr lang="en-US" altLang="zh-CN" sz="2000" b="1" kern="1200" dirty="0">
              <a:solidFill>
                <a:srgbClr val="000066"/>
              </a:solidFill>
              <a:latin typeface="Courier New" panose="02070409020205090404" pitchFamily="49" charset="0"/>
              <a:ea typeface="宋体" pitchFamily="2" charset="-122"/>
              <a:cs typeface="+mn-cs"/>
            </a:endParaRPr>
          </a:p>
          <a:p>
            <a:pPr eaLnBrk="1">
              <a:lnSpc>
                <a:spcPct val="110000"/>
              </a:lnSpc>
              <a:spcBef>
                <a:spcPct val="0"/>
              </a:spcBef>
              <a:buSzPct val="50000"/>
              <a:buFont typeface="Monotype Sorts"/>
              <a:buNone/>
            </a:pPr>
            <a:r>
              <a:rPr lang="en-US" altLang="zh-CN" sz="2000" b="1" kern="1200" dirty="0">
                <a:solidFill>
                  <a:srgbClr val="000066"/>
                </a:solidFill>
                <a:latin typeface="Courier New" panose="02070409020205090404" pitchFamily="49" charset="0"/>
                <a:ea typeface="宋体" pitchFamily="2" charset="-122"/>
                <a:cs typeface="+mn-cs"/>
              </a:rPr>
              <a:t>      scanf("%d", &amp;score1);</a:t>
            </a:r>
            <a:endParaRPr lang="en-US" altLang="zh-CN" sz="2000" b="1" kern="1200" dirty="0">
              <a:solidFill>
                <a:srgbClr val="000066"/>
              </a:solidFill>
              <a:latin typeface="Courier New" panose="02070409020205090404" pitchFamily="49" charset="0"/>
              <a:ea typeface="宋体" pitchFamily="2" charset="-122"/>
              <a:cs typeface="+mn-cs"/>
            </a:endParaRPr>
          </a:p>
          <a:p>
            <a:pPr eaLnBrk="1">
              <a:lnSpc>
                <a:spcPct val="110000"/>
              </a:lnSpc>
              <a:spcBef>
                <a:spcPct val="0"/>
              </a:spcBef>
              <a:buSzPct val="50000"/>
              <a:buFont typeface="Monotype Sorts"/>
              <a:buNone/>
            </a:pPr>
            <a:r>
              <a:rPr lang="en-US" altLang="zh-CN" sz="2000" b="1" kern="1200" dirty="0">
                <a:solidFill>
                  <a:srgbClr val="000066"/>
                </a:solidFill>
                <a:latin typeface="Courier New" panose="02070409020205090404" pitchFamily="49" charset="0"/>
                <a:ea typeface="宋体" pitchFamily="2" charset="-122"/>
                <a:cs typeface="+mn-cs"/>
              </a:rPr>
              <a:t>    	scanf("%d", &amp;score2);</a:t>
            </a:r>
            <a:endParaRPr lang="en-US" altLang="zh-CN" sz="2000" b="1" kern="1200" dirty="0">
              <a:solidFill>
                <a:srgbClr val="000066"/>
              </a:solidFill>
              <a:latin typeface="Courier New" panose="02070409020205090404" pitchFamily="49" charset="0"/>
              <a:ea typeface="宋体" pitchFamily="2" charset="-122"/>
              <a:cs typeface="+mn-cs"/>
            </a:endParaRPr>
          </a:p>
          <a:p>
            <a:pPr eaLnBrk="1">
              <a:lnSpc>
                <a:spcPct val="110000"/>
              </a:lnSpc>
              <a:spcBef>
                <a:spcPct val="0"/>
              </a:spcBef>
              <a:buSzPct val="50000"/>
              <a:buFont typeface="Monotype Sorts"/>
              <a:buNone/>
            </a:pPr>
            <a:r>
              <a:rPr lang="en-US" altLang="zh-CN" sz="2000" b="1" kern="1200" dirty="0">
                <a:solidFill>
                  <a:srgbClr val="C00000"/>
                </a:solidFill>
                <a:latin typeface="Courier New" panose="02070409020205090404" pitchFamily="49" charset="0"/>
                <a:ea typeface="宋体" pitchFamily="2" charset="-122"/>
                <a:cs typeface="+mn-cs"/>
              </a:rPr>
              <a:t>      </a:t>
            </a:r>
            <a:r>
              <a:rPr lang="en-US" altLang="zh-CN" sz="2000" b="1" kern="1200" dirty="0">
                <a:solidFill>
                  <a:srgbClr val="000066"/>
                </a:solidFill>
                <a:latin typeface="Courier New" panose="02070409020205090404" pitchFamily="49" charset="0"/>
                <a:ea typeface="宋体" pitchFamily="2" charset="-122"/>
                <a:cs typeface="+mn-cs"/>
              </a:rPr>
              <a:t>......</a:t>
            </a:r>
            <a:endParaRPr lang="zh-CN" altLang="en-US" sz="2000" b="1" kern="1200" dirty="0">
              <a:solidFill>
                <a:srgbClr val="000066"/>
              </a:solidFill>
              <a:latin typeface="Courier New" panose="02070409020205090404" pitchFamily="49" charset="0"/>
              <a:ea typeface="宋体" pitchFamily="2" charset="-122"/>
              <a:cs typeface="+mn-cs"/>
            </a:endParaRPr>
          </a:p>
          <a:p>
            <a:pPr eaLnBrk="1">
              <a:lnSpc>
                <a:spcPct val="105000"/>
              </a:lnSpc>
              <a:buSzPct val="50000"/>
            </a:pPr>
            <a:r>
              <a:rPr lang="zh-CN" altLang="en-US" kern="1200" dirty="0">
                <a:latin typeface="Courier New" panose="02070409020205090404" pitchFamily="49" charset="0"/>
                <a:ea typeface="黑体" panose="02010609060101010101" pitchFamily="49" charset="-122"/>
                <a:cs typeface="Times New Roman" panose="02020503050405090304" pitchFamily="18" charset="0"/>
              </a:rPr>
              <a:t>而数组仅用一个</a:t>
            </a:r>
            <a:r>
              <a:rPr lang="en-US" altLang="zh-CN" b="1" kern="1200" dirty="0">
                <a:latin typeface="Courier New" panose="02070409020205090404" pitchFamily="49" charset="0"/>
                <a:ea typeface="黑体" panose="02010609060101010101" pitchFamily="49" charset="-122"/>
                <a:cs typeface="Times New Roman" panose="02020503050405090304" pitchFamily="18" charset="0"/>
              </a:rPr>
              <a:t>scanf()</a:t>
            </a:r>
            <a:r>
              <a:rPr lang="zh-CN" altLang="en-US" kern="1200" dirty="0">
                <a:latin typeface="Courier New" panose="02070409020205090404" pitchFamily="49" charset="0"/>
                <a:ea typeface="黑体" panose="02010609060101010101" pitchFamily="49" charset="-122"/>
                <a:cs typeface="Times New Roman" panose="02020503050405090304" pitchFamily="18" charset="0"/>
              </a:rPr>
              <a:t>并利用循环语句读取  </a:t>
            </a:r>
            <a:endParaRPr lang="zh-CN" altLang="en-US" kern="1200" dirty="0">
              <a:latin typeface="Courier New" panose="02070409020205090404" pitchFamily="49" charset="0"/>
              <a:ea typeface="黑体" panose="02010609060101010101" pitchFamily="49" charset="-122"/>
              <a:cs typeface="Times New Roman" panose="02020503050405090304" pitchFamily="18" charset="0"/>
            </a:endParaRPr>
          </a:p>
          <a:p>
            <a:pPr eaLnBrk="1">
              <a:lnSpc>
                <a:spcPct val="110000"/>
              </a:lnSpc>
              <a:spcBef>
                <a:spcPct val="0"/>
              </a:spcBef>
              <a:buSzPct val="50000"/>
              <a:buFont typeface="Monotype Sorts"/>
              <a:buNone/>
            </a:pPr>
            <a:r>
              <a:rPr lang="en-US" altLang="zh-CN" sz="2000" kern="1200" dirty="0">
                <a:solidFill>
                  <a:srgbClr val="FF0000"/>
                </a:solidFill>
                <a:latin typeface="Times New Roman" panose="02020503050405090304" pitchFamily="18" charset="0"/>
                <a:ea typeface="宋体" pitchFamily="2" charset="-122"/>
                <a:cs typeface="+mn-cs"/>
              </a:rPr>
              <a:t>	</a:t>
            </a:r>
            <a:r>
              <a:rPr lang="zh-CN" altLang="en-US" sz="2000" b="1" kern="1200" dirty="0">
                <a:solidFill>
                  <a:srgbClr val="C00000"/>
                </a:solidFill>
                <a:latin typeface="Times New Roman" panose="02020503050405090304" pitchFamily="18" charset="0"/>
                <a:ea typeface="宋体" pitchFamily="2" charset="-122"/>
                <a:cs typeface="+mn-cs"/>
              </a:rPr>
              <a:t>        </a:t>
            </a:r>
            <a:r>
              <a:rPr lang="en-US" altLang="zh-CN" sz="2000" b="1" kern="1200" dirty="0">
                <a:solidFill>
                  <a:srgbClr val="000066"/>
                </a:solidFill>
                <a:latin typeface="Courier New" panose="02070409020205090404" pitchFamily="49" charset="0"/>
                <a:ea typeface="宋体" pitchFamily="2" charset="-122"/>
                <a:cs typeface="+mn-cs"/>
              </a:rPr>
              <a:t>int score[10],i;</a:t>
            </a:r>
            <a:endParaRPr lang="en-US" altLang="zh-CN" sz="2000" b="1" kern="1200" dirty="0">
              <a:solidFill>
                <a:srgbClr val="000066"/>
              </a:solidFill>
              <a:latin typeface="Courier New" panose="02070409020205090404" pitchFamily="49" charset="0"/>
              <a:ea typeface="宋体" pitchFamily="2" charset="-122"/>
              <a:cs typeface="+mn-cs"/>
            </a:endParaRPr>
          </a:p>
          <a:p>
            <a:pPr eaLnBrk="1">
              <a:lnSpc>
                <a:spcPct val="110000"/>
              </a:lnSpc>
              <a:spcBef>
                <a:spcPct val="0"/>
              </a:spcBef>
              <a:buSzPct val="50000"/>
              <a:buFont typeface="Monotype Sorts"/>
              <a:buNone/>
            </a:pPr>
            <a:r>
              <a:rPr lang="en-US" altLang="zh-CN" sz="2000" b="1" kern="1200" dirty="0">
                <a:solidFill>
                  <a:srgbClr val="000066"/>
                </a:solidFill>
                <a:latin typeface="Courier New" panose="02070409020205090404" pitchFamily="49" charset="0"/>
                <a:ea typeface="宋体" pitchFamily="2" charset="-122"/>
                <a:cs typeface="+mn-cs"/>
              </a:rPr>
              <a:t>     	for (i=0; i&lt;10; i++)</a:t>
            </a:r>
            <a:endParaRPr lang="en-US" altLang="zh-CN" sz="2000" b="1" kern="1200" dirty="0">
              <a:solidFill>
                <a:srgbClr val="000066"/>
              </a:solidFill>
              <a:latin typeface="Courier New" panose="02070409020205090404" pitchFamily="49" charset="0"/>
              <a:ea typeface="宋体" pitchFamily="2" charset="-122"/>
              <a:cs typeface="+mn-cs"/>
            </a:endParaRPr>
          </a:p>
          <a:p>
            <a:pPr eaLnBrk="1">
              <a:lnSpc>
                <a:spcPct val="110000"/>
              </a:lnSpc>
              <a:spcBef>
                <a:spcPct val="0"/>
              </a:spcBef>
              <a:buSzPct val="50000"/>
              <a:buFont typeface="Monotype Sorts"/>
              <a:buNone/>
            </a:pPr>
            <a:r>
              <a:rPr lang="en-US" altLang="zh-CN" sz="2000" b="1" kern="1200" dirty="0">
                <a:solidFill>
                  <a:srgbClr val="000066"/>
                </a:solidFill>
                <a:latin typeface="Courier New" panose="02070409020205090404" pitchFamily="49" charset="0"/>
                <a:ea typeface="宋体" pitchFamily="2" charset="-122"/>
                <a:cs typeface="+mn-cs"/>
              </a:rPr>
              <a:t>      {</a:t>
            </a:r>
            <a:endParaRPr lang="en-US" altLang="zh-CN" sz="2000" b="1" kern="1200" dirty="0">
              <a:solidFill>
                <a:srgbClr val="000066"/>
              </a:solidFill>
              <a:latin typeface="Courier New" panose="02070409020205090404" pitchFamily="49" charset="0"/>
              <a:ea typeface="宋体" pitchFamily="2" charset="-122"/>
              <a:cs typeface="+mn-cs"/>
            </a:endParaRPr>
          </a:p>
          <a:p>
            <a:pPr eaLnBrk="1">
              <a:lnSpc>
                <a:spcPct val="110000"/>
              </a:lnSpc>
              <a:spcBef>
                <a:spcPct val="0"/>
              </a:spcBef>
              <a:buSzPct val="50000"/>
              <a:buFont typeface="Monotype Sorts"/>
              <a:buNone/>
            </a:pPr>
            <a:r>
              <a:rPr lang="en-US" altLang="zh-CN" sz="2000" b="1" kern="1200" dirty="0">
                <a:solidFill>
                  <a:srgbClr val="000066"/>
                </a:solidFill>
                <a:latin typeface="Courier New" panose="02070409020205090404" pitchFamily="49" charset="0"/>
                <a:ea typeface="宋体" pitchFamily="2" charset="-122"/>
                <a:cs typeface="+mn-cs"/>
              </a:rPr>
              <a:t>           scanf("%d", &amp;score[i]);</a:t>
            </a:r>
            <a:endParaRPr lang="en-US" altLang="zh-CN" sz="2000" b="1" kern="1200" dirty="0">
              <a:solidFill>
                <a:srgbClr val="000066"/>
              </a:solidFill>
              <a:latin typeface="Courier New" panose="02070409020205090404" pitchFamily="49" charset="0"/>
              <a:ea typeface="宋体" pitchFamily="2" charset="-122"/>
              <a:cs typeface="+mn-cs"/>
            </a:endParaRPr>
          </a:p>
          <a:p>
            <a:pPr eaLnBrk="1">
              <a:lnSpc>
                <a:spcPct val="110000"/>
              </a:lnSpc>
              <a:spcBef>
                <a:spcPct val="0"/>
              </a:spcBef>
              <a:buSzPct val="50000"/>
              <a:buFont typeface="Monotype Sorts"/>
              <a:buNone/>
            </a:pPr>
            <a:r>
              <a:rPr lang="zh-CN" altLang="en-US" sz="2000" b="1" kern="1200" dirty="0">
                <a:solidFill>
                  <a:srgbClr val="000066"/>
                </a:solidFill>
                <a:latin typeface="Courier New" panose="02070409020205090404" pitchFamily="49" charset="0"/>
                <a:ea typeface="宋体" pitchFamily="2" charset="-122"/>
                <a:cs typeface="+mn-cs"/>
              </a:rPr>
              <a:t>      </a:t>
            </a:r>
            <a:r>
              <a:rPr lang="en-US" altLang="zh-CN" sz="2000" b="1" kern="1200" dirty="0">
                <a:solidFill>
                  <a:srgbClr val="000066"/>
                </a:solidFill>
                <a:latin typeface="Courier New" panose="02070409020205090404" pitchFamily="49" charset="0"/>
                <a:ea typeface="宋体" pitchFamily="2" charset="-122"/>
                <a:cs typeface="+mn-cs"/>
              </a:rPr>
              <a:t>}</a:t>
            </a:r>
            <a:endParaRPr lang="en-US" altLang="zh-CN" sz="2000" b="1" kern="1200" dirty="0">
              <a:solidFill>
                <a:srgbClr val="000066"/>
              </a:solidFill>
              <a:latin typeface="Courier New" panose="02070409020205090404" pitchFamily="49" charset="0"/>
              <a:ea typeface="宋体" pitchFamily="2" charset="-122"/>
              <a:cs typeface="+mn-cs"/>
            </a:endParaRPr>
          </a:p>
        </p:txBody>
      </p:sp>
      <p:sp>
        <p:nvSpPr>
          <p:cNvPr id="6" name="爆炸形 2 5"/>
          <p:cNvSpPr/>
          <p:nvPr/>
        </p:nvSpPr>
        <p:spPr>
          <a:xfrm>
            <a:off x="7175500" y="4508500"/>
            <a:ext cx="3641725" cy="2016125"/>
          </a:xfrm>
          <a:prstGeom prst="irregularSeal2">
            <a:avLst/>
          </a:prstGeom>
          <a:solidFill>
            <a:srgbClr val="FFFF99"/>
          </a:solidFill>
          <a:ln w="9525" cap="flat" cmpd="sng">
            <a:solidFill>
              <a:srgbClr val="00B050"/>
            </a:solidFill>
            <a:prstDash val="solid"/>
            <a:miter/>
            <a:headEnd type="none" w="med" len="med"/>
            <a:tailEnd type="none" w="med" len="med"/>
          </a:ln>
        </p:spPr>
        <p:txBody>
          <a:bodyPr anchor="ctr" anchorCtr="0"/>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algn="ctr" eaLnBrk="1" hangingPunct="1">
              <a:lnSpc>
                <a:spcPct val="90000"/>
              </a:lnSpc>
              <a:spcBef>
                <a:spcPct val="0"/>
              </a:spcBef>
              <a:spcAft>
                <a:spcPts val="590"/>
              </a:spcAft>
              <a:buSzPct val="80000"/>
              <a:buNone/>
            </a:pPr>
            <a:r>
              <a:rPr lang="zh-CN" altLang="en-US" sz="2400" dirty="0">
                <a:solidFill>
                  <a:srgbClr val="000066"/>
                </a:solidFill>
                <a:latin typeface="黑体" panose="02010609060101010101" pitchFamily="49" charset="-122"/>
              </a:rPr>
              <a:t>保存大量同类型的相关数据</a:t>
            </a:r>
            <a:endParaRPr lang="zh-CN" altLang="en-US" sz="2400" dirty="0">
              <a:solidFill>
                <a:srgbClr val="000066"/>
              </a:solidFill>
              <a:latin typeface="黑体" panose="02010609060101010101" pitchFamily="49" charset="-122"/>
            </a:endParaRPr>
          </a:p>
        </p:txBody>
      </p:sp>
      <p:pic>
        <p:nvPicPr>
          <p:cNvPr id="16390" name="Picture 6" descr="D:\教程\PPT\PPT素材\3D小人\8\Comp_8023312306.jpg"/>
          <p:cNvPicPr>
            <a:picLocks noChangeAspect="1"/>
          </p:cNvPicPr>
          <p:nvPr/>
        </p:nvPicPr>
        <p:blipFill>
          <a:blip r:embed="rId2">
            <a:clrChange>
              <a:clrFrom>
                <a:srgbClr val="FFFFFF"/>
              </a:clrFrom>
              <a:clrTo>
                <a:srgbClr val="FFFFFF">
                  <a:alpha val="0"/>
                </a:srgbClr>
              </a:clrTo>
            </a:clrChange>
          </a:blip>
          <a:stretch>
            <a:fillRect/>
          </a:stretch>
        </p:blipFill>
        <p:spPr>
          <a:xfrm>
            <a:off x="8959850" y="2781300"/>
            <a:ext cx="1817688" cy="1258888"/>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500" fill="hold"/>
                                        <p:tgtEl>
                                          <p:spTgt spid="3">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3">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3">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 calcmode="lin" valueType="num">
                                      <p:cBhvr>
                                        <p:cTn id="14" dur="500" fill="hold"/>
                                        <p:tgtEl>
                                          <p:spTgt spid="3">
                                            <p:txEl>
                                              <p:pRg st="1" end="1"/>
                                            </p:txEl>
                                          </p:spTgt>
                                        </p:tgtEl>
                                        <p:attrNameLst>
                                          <p:attrName>ppt_w</p:attrName>
                                        </p:attrNameLst>
                                      </p:cBhvr>
                                      <p:tavLst>
                                        <p:tav tm="0">
                                          <p:val>
                                            <p:fltVal val="0"/>
                                          </p:val>
                                        </p:tav>
                                        <p:tav tm="100000">
                                          <p:val>
                                            <p:strVal val="#ppt_w"/>
                                          </p:val>
                                        </p:tav>
                                      </p:tavLst>
                                    </p:anim>
                                    <p:anim calcmode="lin" valueType="num">
                                      <p:cBhvr>
                                        <p:cTn id="15" dur="500" fill="hold"/>
                                        <p:tgtEl>
                                          <p:spTgt spid="3">
                                            <p:txEl>
                                              <p:pRg st="1" end="1"/>
                                            </p:txEl>
                                          </p:spTgt>
                                        </p:tgtEl>
                                        <p:attrNameLst>
                                          <p:attrName>ppt_h</p:attrName>
                                        </p:attrNameLst>
                                      </p:cBhvr>
                                      <p:tavLst>
                                        <p:tav tm="0">
                                          <p:val>
                                            <p:fltVal val="0"/>
                                          </p:val>
                                        </p:tav>
                                        <p:tav tm="100000">
                                          <p:val>
                                            <p:strVal val="#ppt_h"/>
                                          </p:val>
                                        </p:tav>
                                      </p:tavLst>
                                    </p:anim>
                                    <p:animEffect transition="in" filter="fade">
                                      <p:cBhvr>
                                        <p:cTn id="16" dur="500"/>
                                        <p:tgtEl>
                                          <p:spTgt spid="3">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 calcmode="lin" valueType="num">
                                      <p:cBhvr>
                                        <p:cTn id="21" dur="500" fill="hold"/>
                                        <p:tgtEl>
                                          <p:spTgt spid="3">
                                            <p:txEl>
                                              <p:pRg st="2" end="2"/>
                                            </p:txEl>
                                          </p:spTgt>
                                        </p:tgtEl>
                                        <p:attrNameLst>
                                          <p:attrName>ppt_w</p:attrName>
                                        </p:attrNameLst>
                                      </p:cBhvr>
                                      <p:tavLst>
                                        <p:tav tm="0">
                                          <p:val>
                                            <p:fltVal val="0"/>
                                          </p:val>
                                        </p:tav>
                                        <p:tav tm="100000">
                                          <p:val>
                                            <p:strVal val="#ppt_w"/>
                                          </p:val>
                                        </p:tav>
                                      </p:tavLst>
                                    </p:anim>
                                    <p:anim calcmode="lin" valueType="num">
                                      <p:cBhvr>
                                        <p:cTn id="22" dur="500" fill="hold"/>
                                        <p:tgtEl>
                                          <p:spTgt spid="3">
                                            <p:txEl>
                                              <p:pRg st="2" end="2"/>
                                            </p:txEl>
                                          </p:spTgt>
                                        </p:tgtEl>
                                        <p:attrNameLst>
                                          <p:attrName>ppt_h</p:attrName>
                                        </p:attrNameLst>
                                      </p:cBhvr>
                                      <p:tavLst>
                                        <p:tav tm="0">
                                          <p:val>
                                            <p:fltVal val="0"/>
                                          </p:val>
                                        </p:tav>
                                        <p:tav tm="100000">
                                          <p:val>
                                            <p:strVal val="#ppt_h"/>
                                          </p:val>
                                        </p:tav>
                                      </p:tavLst>
                                    </p:anim>
                                    <p:animEffect transition="in" filter="fade">
                                      <p:cBhvr>
                                        <p:cTn id="23" dur="500"/>
                                        <p:tgtEl>
                                          <p:spTgt spid="3">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 calcmode="lin" valueType="num">
                                      <p:cBhvr>
                                        <p:cTn id="28" dur="500" fill="hold"/>
                                        <p:tgtEl>
                                          <p:spTgt spid="3">
                                            <p:txEl>
                                              <p:pRg st="3" end="3"/>
                                            </p:txEl>
                                          </p:spTgt>
                                        </p:tgtEl>
                                        <p:attrNameLst>
                                          <p:attrName>ppt_w</p:attrName>
                                        </p:attrNameLst>
                                      </p:cBhvr>
                                      <p:tavLst>
                                        <p:tav tm="0">
                                          <p:val>
                                            <p:fltVal val="0"/>
                                          </p:val>
                                        </p:tav>
                                        <p:tav tm="100000">
                                          <p:val>
                                            <p:strVal val="#ppt_w"/>
                                          </p:val>
                                        </p:tav>
                                      </p:tavLst>
                                    </p:anim>
                                    <p:anim calcmode="lin" valueType="num">
                                      <p:cBhvr>
                                        <p:cTn id="29" dur="500" fill="hold"/>
                                        <p:tgtEl>
                                          <p:spTgt spid="3">
                                            <p:txEl>
                                              <p:pRg st="3" end="3"/>
                                            </p:txEl>
                                          </p:spTgt>
                                        </p:tgtEl>
                                        <p:attrNameLst>
                                          <p:attrName>ppt_h</p:attrName>
                                        </p:attrNameLst>
                                      </p:cBhvr>
                                      <p:tavLst>
                                        <p:tav tm="0">
                                          <p:val>
                                            <p:fltVal val="0"/>
                                          </p:val>
                                        </p:tav>
                                        <p:tav tm="100000">
                                          <p:val>
                                            <p:strVal val="#ppt_h"/>
                                          </p:val>
                                        </p:tav>
                                      </p:tavLst>
                                    </p:anim>
                                    <p:animEffect transition="in" filter="fade">
                                      <p:cBhvr>
                                        <p:cTn id="30" dur="500"/>
                                        <p:tgtEl>
                                          <p:spTgt spid="3">
                                            <p:txEl>
                                              <p:pRg st="3" end="3"/>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53" presetClass="entr" presetSubtype="16"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 calcmode="lin" valueType="num">
                                      <p:cBhvr>
                                        <p:cTn id="35" dur="500" fill="hold"/>
                                        <p:tgtEl>
                                          <p:spTgt spid="3">
                                            <p:txEl>
                                              <p:pRg st="4" end="4"/>
                                            </p:txEl>
                                          </p:spTgt>
                                        </p:tgtEl>
                                        <p:attrNameLst>
                                          <p:attrName>ppt_w</p:attrName>
                                        </p:attrNameLst>
                                      </p:cBhvr>
                                      <p:tavLst>
                                        <p:tav tm="0">
                                          <p:val>
                                            <p:fltVal val="0"/>
                                          </p:val>
                                        </p:tav>
                                        <p:tav tm="100000">
                                          <p:val>
                                            <p:strVal val="#ppt_w"/>
                                          </p:val>
                                        </p:tav>
                                      </p:tavLst>
                                    </p:anim>
                                    <p:anim calcmode="lin" valueType="num">
                                      <p:cBhvr>
                                        <p:cTn id="36" dur="500" fill="hold"/>
                                        <p:tgtEl>
                                          <p:spTgt spid="3">
                                            <p:txEl>
                                              <p:pRg st="4" end="4"/>
                                            </p:txEl>
                                          </p:spTgt>
                                        </p:tgtEl>
                                        <p:attrNameLst>
                                          <p:attrName>ppt_h</p:attrName>
                                        </p:attrNameLst>
                                      </p:cBhvr>
                                      <p:tavLst>
                                        <p:tav tm="0">
                                          <p:val>
                                            <p:fltVal val="0"/>
                                          </p:val>
                                        </p:tav>
                                        <p:tav tm="100000">
                                          <p:val>
                                            <p:strVal val="#ppt_h"/>
                                          </p:val>
                                        </p:tav>
                                      </p:tavLst>
                                    </p:anim>
                                    <p:animEffect transition="in" filter="fade">
                                      <p:cBhvr>
                                        <p:cTn id="37" dur="500"/>
                                        <p:tgtEl>
                                          <p:spTgt spid="3">
                                            <p:txEl>
                                              <p:pRg st="4" end="4"/>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53" presetClass="entr" presetSubtype="16"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 calcmode="lin" valueType="num">
                                      <p:cBhvr>
                                        <p:cTn id="42" dur="500" fill="hold"/>
                                        <p:tgtEl>
                                          <p:spTgt spid="3">
                                            <p:txEl>
                                              <p:pRg st="5" end="5"/>
                                            </p:txEl>
                                          </p:spTgt>
                                        </p:tgtEl>
                                        <p:attrNameLst>
                                          <p:attrName>ppt_w</p:attrName>
                                        </p:attrNameLst>
                                      </p:cBhvr>
                                      <p:tavLst>
                                        <p:tav tm="0">
                                          <p:val>
                                            <p:fltVal val="0"/>
                                          </p:val>
                                        </p:tav>
                                        <p:tav tm="100000">
                                          <p:val>
                                            <p:strVal val="#ppt_w"/>
                                          </p:val>
                                        </p:tav>
                                      </p:tavLst>
                                    </p:anim>
                                    <p:anim calcmode="lin" valueType="num">
                                      <p:cBhvr>
                                        <p:cTn id="43" dur="500" fill="hold"/>
                                        <p:tgtEl>
                                          <p:spTgt spid="3">
                                            <p:txEl>
                                              <p:pRg st="5" end="5"/>
                                            </p:txEl>
                                          </p:spTgt>
                                        </p:tgtEl>
                                        <p:attrNameLst>
                                          <p:attrName>ppt_h</p:attrName>
                                        </p:attrNameLst>
                                      </p:cBhvr>
                                      <p:tavLst>
                                        <p:tav tm="0">
                                          <p:val>
                                            <p:fltVal val="0"/>
                                          </p:val>
                                        </p:tav>
                                        <p:tav tm="100000">
                                          <p:val>
                                            <p:strVal val="#ppt_h"/>
                                          </p:val>
                                        </p:tav>
                                      </p:tavLst>
                                    </p:anim>
                                    <p:animEffect transition="in" filter="fade">
                                      <p:cBhvr>
                                        <p:cTn id="44" dur="500"/>
                                        <p:tgtEl>
                                          <p:spTgt spid="3">
                                            <p:txEl>
                                              <p:pRg st="5" end="5"/>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53" presetClass="entr" presetSubtype="16" fill="hold" grpId="0"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 calcmode="lin" valueType="num">
                                      <p:cBhvr>
                                        <p:cTn id="49" dur="500" fill="hold"/>
                                        <p:tgtEl>
                                          <p:spTgt spid="3">
                                            <p:txEl>
                                              <p:pRg st="6" end="6"/>
                                            </p:txEl>
                                          </p:spTgt>
                                        </p:tgtEl>
                                        <p:attrNameLst>
                                          <p:attrName>ppt_w</p:attrName>
                                        </p:attrNameLst>
                                      </p:cBhvr>
                                      <p:tavLst>
                                        <p:tav tm="0">
                                          <p:val>
                                            <p:fltVal val="0"/>
                                          </p:val>
                                        </p:tav>
                                        <p:tav tm="100000">
                                          <p:val>
                                            <p:strVal val="#ppt_w"/>
                                          </p:val>
                                        </p:tav>
                                      </p:tavLst>
                                    </p:anim>
                                    <p:anim calcmode="lin" valueType="num">
                                      <p:cBhvr>
                                        <p:cTn id="50" dur="500" fill="hold"/>
                                        <p:tgtEl>
                                          <p:spTgt spid="3">
                                            <p:txEl>
                                              <p:pRg st="6" end="6"/>
                                            </p:txEl>
                                          </p:spTgt>
                                        </p:tgtEl>
                                        <p:attrNameLst>
                                          <p:attrName>ppt_h</p:attrName>
                                        </p:attrNameLst>
                                      </p:cBhvr>
                                      <p:tavLst>
                                        <p:tav tm="0">
                                          <p:val>
                                            <p:fltVal val="0"/>
                                          </p:val>
                                        </p:tav>
                                        <p:tav tm="100000">
                                          <p:val>
                                            <p:strVal val="#ppt_h"/>
                                          </p:val>
                                        </p:tav>
                                      </p:tavLst>
                                    </p:anim>
                                    <p:animEffect transition="in" filter="fade">
                                      <p:cBhvr>
                                        <p:cTn id="51" dur="500"/>
                                        <p:tgtEl>
                                          <p:spTgt spid="3">
                                            <p:txEl>
                                              <p:pRg st="6" end="6"/>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53" presetClass="entr" presetSubtype="16" fill="hold" grpId="0" nodeType="clickEffect">
                                  <p:stCondLst>
                                    <p:cond delay="0"/>
                                  </p:stCondLst>
                                  <p:childTnLst>
                                    <p:set>
                                      <p:cBhvr>
                                        <p:cTn id="55" dur="1" fill="hold">
                                          <p:stCondLst>
                                            <p:cond delay="0"/>
                                          </p:stCondLst>
                                        </p:cTn>
                                        <p:tgtEl>
                                          <p:spTgt spid="3">
                                            <p:txEl>
                                              <p:pRg st="7" end="7"/>
                                            </p:txEl>
                                          </p:spTgt>
                                        </p:tgtEl>
                                        <p:attrNameLst>
                                          <p:attrName>style.visibility</p:attrName>
                                        </p:attrNameLst>
                                      </p:cBhvr>
                                      <p:to>
                                        <p:strVal val="visible"/>
                                      </p:to>
                                    </p:set>
                                    <p:anim calcmode="lin" valueType="num">
                                      <p:cBhvr>
                                        <p:cTn id="56" dur="500" fill="hold"/>
                                        <p:tgtEl>
                                          <p:spTgt spid="3">
                                            <p:txEl>
                                              <p:pRg st="7" end="7"/>
                                            </p:txEl>
                                          </p:spTgt>
                                        </p:tgtEl>
                                        <p:attrNameLst>
                                          <p:attrName>ppt_w</p:attrName>
                                        </p:attrNameLst>
                                      </p:cBhvr>
                                      <p:tavLst>
                                        <p:tav tm="0">
                                          <p:val>
                                            <p:fltVal val="0"/>
                                          </p:val>
                                        </p:tav>
                                        <p:tav tm="100000">
                                          <p:val>
                                            <p:strVal val="#ppt_w"/>
                                          </p:val>
                                        </p:tav>
                                      </p:tavLst>
                                    </p:anim>
                                    <p:anim calcmode="lin" valueType="num">
                                      <p:cBhvr>
                                        <p:cTn id="57" dur="500" fill="hold"/>
                                        <p:tgtEl>
                                          <p:spTgt spid="3">
                                            <p:txEl>
                                              <p:pRg st="7" end="7"/>
                                            </p:txEl>
                                          </p:spTgt>
                                        </p:tgtEl>
                                        <p:attrNameLst>
                                          <p:attrName>ppt_h</p:attrName>
                                        </p:attrNameLst>
                                      </p:cBhvr>
                                      <p:tavLst>
                                        <p:tav tm="0">
                                          <p:val>
                                            <p:fltVal val="0"/>
                                          </p:val>
                                        </p:tav>
                                        <p:tav tm="100000">
                                          <p:val>
                                            <p:strVal val="#ppt_h"/>
                                          </p:val>
                                        </p:tav>
                                      </p:tavLst>
                                    </p:anim>
                                    <p:animEffect transition="in" filter="fade">
                                      <p:cBhvr>
                                        <p:cTn id="58" dur="500"/>
                                        <p:tgtEl>
                                          <p:spTgt spid="3">
                                            <p:txEl>
                                              <p:pRg st="7" end="7"/>
                                            </p:txEl>
                                          </p:spTgt>
                                        </p:tgtEl>
                                      </p:cBhvr>
                                    </p:animEffect>
                                  </p:childTnLst>
                                </p:cTn>
                              </p:par>
                            </p:childTnLst>
                          </p:cTn>
                        </p:par>
                      </p:childTnLst>
                    </p:cTn>
                  </p:par>
                  <p:par>
                    <p:cTn id="59" fill="hold">
                      <p:stCondLst>
                        <p:cond delay="indefinite"/>
                      </p:stCondLst>
                      <p:childTnLst>
                        <p:par>
                          <p:cTn id="60" fill="hold">
                            <p:stCondLst>
                              <p:cond delay="0"/>
                            </p:stCondLst>
                            <p:childTnLst>
                              <p:par>
                                <p:cTn id="61" presetID="53" presetClass="entr" presetSubtype="16" fill="hold" grpId="0" nodeType="clickEffect">
                                  <p:stCondLst>
                                    <p:cond delay="0"/>
                                  </p:stCondLst>
                                  <p:childTnLst>
                                    <p:set>
                                      <p:cBhvr>
                                        <p:cTn id="62" dur="1" fill="hold">
                                          <p:stCondLst>
                                            <p:cond delay="0"/>
                                          </p:stCondLst>
                                        </p:cTn>
                                        <p:tgtEl>
                                          <p:spTgt spid="3">
                                            <p:txEl>
                                              <p:pRg st="8" end="8"/>
                                            </p:txEl>
                                          </p:spTgt>
                                        </p:tgtEl>
                                        <p:attrNameLst>
                                          <p:attrName>style.visibility</p:attrName>
                                        </p:attrNameLst>
                                      </p:cBhvr>
                                      <p:to>
                                        <p:strVal val="visible"/>
                                      </p:to>
                                    </p:set>
                                    <p:anim calcmode="lin" valueType="num">
                                      <p:cBhvr>
                                        <p:cTn id="63" dur="500" fill="hold"/>
                                        <p:tgtEl>
                                          <p:spTgt spid="3">
                                            <p:txEl>
                                              <p:pRg st="8" end="8"/>
                                            </p:txEl>
                                          </p:spTgt>
                                        </p:tgtEl>
                                        <p:attrNameLst>
                                          <p:attrName>ppt_w</p:attrName>
                                        </p:attrNameLst>
                                      </p:cBhvr>
                                      <p:tavLst>
                                        <p:tav tm="0">
                                          <p:val>
                                            <p:fltVal val="0"/>
                                          </p:val>
                                        </p:tav>
                                        <p:tav tm="100000">
                                          <p:val>
                                            <p:strVal val="#ppt_w"/>
                                          </p:val>
                                        </p:tav>
                                      </p:tavLst>
                                    </p:anim>
                                    <p:anim calcmode="lin" valueType="num">
                                      <p:cBhvr>
                                        <p:cTn id="64" dur="500" fill="hold"/>
                                        <p:tgtEl>
                                          <p:spTgt spid="3">
                                            <p:txEl>
                                              <p:pRg st="8" end="8"/>
                                            </p:txEl>
                                          </p:spTgt>
                                        </p:tgtEl>
                                        <p:attrNameLst>
                                          <p:attrName>ppt_h</p:attrName>
                                        </p:attrNameLst>
                                      </p:cBhvr>
                                      <p:tavLst>
                                        <p:tav tm="0">
                                          <p:val>
                                            <p:fltVal val="0"/>
                                          </p:val>
                                        </p:tav>
                                        <p:tav tm="100000">
                                          <p:val>
                                            <p:strVal val="#ppt_h"/>
                                          </p:val>
                                        </p:tav>
                                      </p:tavLst>
                                    </p:anim>
                                    <p:animEffect transition="in" filter="fade">
                                      <p:cBhvr>
                                        <p:cTn id="65" dur="500"/>
                                        <p:tgtEl>
                                          <p:spTgt spid="3">
                                            <p:txEl>
                                              <p:pRg st="8" end="8"/>
                                            </p:txEl>
                                          </p:spTgt>
                                        </p:tgtEl>
                                      </p:cBhvr>
                                    </p:animEffect>
                                  </p:childTnLst>
                                </p:cTn>
                              </p:par>
                            </p:childTnLst>
                          </p:cTn>
                        </p:par>
                      </p:childTnLst>
                    </p:cTn>
                  </p:par>
                  <p:par>
                    <p:cTn id="66" fill="hold">
                      <p:stCondLst>
                        <p:cond delay="indefinite"/>
                      </p:stCondLst>
                      <p:childTnLst>
                        <p:par>
                          <p:cTn id="67" fill="hold">
                            <p:stCondLst>
                              <p:cond delay="0"/>
                            </p:stCondLst>
                            <p:childTnLst>
                              <p:par>
                                <p:cTn id="68" presetID="53" presetClass="entr" presetSubtype="16" fill="hold" grpId="0" nodeType="clickEffect">
                                  <p:stCondLst>
                                    <p:cond delay="0"/>
                                  </p:stCondLst>
                                  <p:childTnLst>
                                    <p:set>
                                      <p:cBhvr>
                                        <p:cTn id="69" dur="1" fill="hold">
                                          <p:stCondLst>
                                            <p:cond delay="0"/>
                                          </p:stCondLst>
                                        </p:cTn>
                                        <p:tgtEl>
                                          <p:spTgt spid="3">
                                            <p:txEl>
                                              <p:pRg st="9" end="9"/>
                                            </p:txEl>
                                          </p:spTgt>
                                        </p:tgtEl>
                                        <p:attrNameLst>
                                          <p:attrName>style.visibility</p:attrName>
                                        </p:attrNameLst>
                                      </p:cBhvr>
                                      <p:to>
                                        <p:strVal val="visible"/>
                                      </p:to>
                                    </p:set>
                                    <p:anim calcmode="lin" valueType="num">
                                      <p:cBhvr>
                                        <p:cTn id="70" dur="500" fill="hold"/>
                                        <p:tgtEl>
                                          <p:spTgt spid="3">
                                            <p:txEl>
                                              <p:pRg st="9" end="9"/>
                                            </p:txEl>
                                          </p:spTgt>
                                        </p:tgtEl>
                                        <p:attrNameLst>
                                          <p:attrName>ppt_w</p:attrName>
                                        </p:attrNameLst>
                                      </p:cBhvr>
                                      <p:tavLst>
                                        <p:tav tm="0">
                                          <p:val>
                                            <p:fltVal val="0"/>
                                          </p:val>
                                        </p:tav>
                                        <p:tav tm="100000">
                                          <p:val>
                                            <p:strVal val="#ppt_w"/>
                                          </p:val>
                                        </p:tav>
                                      </p:tavLst>
                                    </p:anim>
                                    <p:anim calcmode="lin" valueType="num">
                                      <p:cBhvr>
                                        <p:cTn id="71" dur="500" fill="hold"/>
                                        <p:tgtEl>
                                          <p:spTgt spid="3">
                                            <p:txEl>
                                              <p:pRg st="9" end="9"/>
                                            </p:txEl>
                                          </p:spTgt>
                                        </p:tgtEl>
                                        <p:attrNameLst>
                                          <p:attrName>ppt_h</p:attrName>
                                        </p:attrNameLst>
                                      </p:cBhvr>
                                      <p:tavLst>
                                        <p:tav tm="0">
                                          <p:val>
                                            <p:fltVal val="0"/>
                                          </p:val>
                                        </p:tav>
                                        <p:tav tm="100000">
                                          <p:val>
                                            <p:strVal val="#ppt_h"/>
                                          </p:val>
                                        </p:tav>
                                      </p:tavLst>
                                    </p:anim>
                                    <p:animEffect transition="in" filter="fade">
                                      <p:cBhvr>
                                        <p:cTn id="72" dur="500"/>
                                        <p:tgtEl>
                                          <p:spTgt spid="3">
                                            <p:txEl>
                                              <p:pRg st="9" end="9"/>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53" presetClass="entr" presetSubtype="16" fill="hold" grpId="0" nodeType="clickEffect">
                                  <p:stCondLst>
                                    <p:cond delay="0"/>
                                  </p:stCondLst>
                                  <p:childTnLst>
                                    <p:set>
                                      <p:cBhvr>
                                        <p:cTn id="76" dur="1" fill="hold">
                                          <p:stCondLst>
                                            <p:cond delay="0"/>
                                          </p:stCondLst>
                                        </p:cTn>
                                        <p:tgtEl>
                                          <p:spTgt spid="3">
                                            <p:txEl>
                                              <p:pRg st="10" end="10"/>
                                            </p:txEl>
                                          </p:spTgt>
                                        </p:tgtEl>
                                        <p:attrNameLst>
                                          <p:attrName>style.visibility</p:attrName>
                                        </p:attrNameLst>
                                      </p:cBhvr>
                                      <p:to>
                                        <p:strVal val="visible"/>
                                      </p:to>
                                    </p:set>
                                    <p:anim calcmode="lin" valueType="num">
                                      <p:cBhvr>
                                        <p:cTn id="77" dur="500" fill="hold"/>
                                        <p:tgtEl>
                                          <p:spTgt spid="3">
                                            <p:txEl>
                                              <p:pRg st="10" end="10"/>
                                            </p:txEl>
                                          </p:spTgt>
                                        </p:tgtEl>
                                        <p:attrNameLst>
                                          <p:attrName>ppt_w</p:attrName>
                                        </p:attrNameLst>
                                      </p:cBhvr>
                                      <p:tavLst>
                                        <p:tav tm="0">
                                          <p:val>
                                            <p:fltVal val="0"/>
                                          </p:val>
                                        </p:tav>
                                        <p:tav tm="100000">
                                          <p:val>
                                            <p:strVal val="#ppt_w"/>
                                          </p:val>
                                        </p:tav>
                                      </p:tavLst>
                                    </p:anim>
                                    <p:anim calcmode="lin" valueType="num">
                                      <p:cBhvr>
                                        <p:cTn id="78" dur="500" fill="hold"/>
                                        <p:tgtEl>
                                          <p:spTgt spid="3">
                                            <p:txEl>
                                              <p:pRg st="10" end="10"/>
                                            </p:txEl>
                                          </p:spTgt>
                                        </p:tgtEl>
                                        <p:attrNameLst>
                                          <p:attrName>ppt_h</p:attrName>
                                        </p:attrNameLst>
                                      </p:cBhvr>
                                      <p:tavLst>
                                        <p:tav tm="0">
                                          <p:val>
                                            <p:fltVal val="0"/>
                                          </p:val>
                                        </p:tav>
                                        <p:tav tm="100000">
                                          <p:val>
                                            <p:strVal val="#ppt_h"/>
                                          </p:val>
                                        </p:tav>
                                      </p:tavLst>
                                    </p:anim>
                                    <p:animEffect transition="in" filter="fade">
                                      <p:cBhvr>
                                        <p:cTn id="79" dur="500"/>
                                        <p:tgtEl>
                                          <p:spTgt spid="3">
                                            <p:txEl>
                                              <p:pRg st="10" end="10"/>
                                            </p:txEl>
                                          </p:spTgt>
                                        </p:tgtEl>
                                      </p:cBhvr>
                                    </p:animEffect>
                                  </p:childTnLst>
                                </p:cTn>
                              </p:par>
                            </p:childTnLst>
                          </p:cTn>
                        </p:par>
                      </p:childTnLst>
                    </p:cTn>
                  </p:par>
                  <p:par>
                    <p:cTn id="80" fill="hold">
                      <p:stCondLst>
                        <p:cond delay="indefinite"/>
                      </p:stCondLst>
                      <p:childTnLst>
                        <p:par>
                          <p:cTn id="81" fill="hold">
                            <p:stCondLst>
                              <p:cond delay="0"/>
                            </p:stCondLst>
                            <p:childTnLst>
                              <p:par>
                                <p:cTn id="82" presetID="53" presetClass="entr" presetSubtype="16" fill="hold" grpId="0" nodeType="clickEffect">
                                  <p:stCondLst>
                                    <p:cond delay="0"/>
                                  </p:stCondLst>
                                  <p:childTnLst>
                                    <p:set>
                                      <p:cBhvr>
                                        <p:cTn id="83" dur="1" fill="hold">
                                          <p:stCondLst>
                                            <p:cond delay="0"/>
                                          </p:stCondLst>
                                        </p:cTn>
                                        <p:tgtEl>
                                          <p:spTgt spid="3">
                                            <p:txEl>
                                              <p:pRg st="11" end="11"/>
                                            </p:txEl>
                                          </p:spTgt>
                                        </p:tgtEl>
                                        <p:attrNameLst>
                                          <p:attrName>style.visibility</p:attrName>
                                        </p:attrNameLst>
                                      </p:cBhvr>
                                      <p:to>
                                        <p:strVal val="visible"/>
                                      </p:to>
                                    </p:set>
                                    <p:anim calcmode="lin" valueType="num">
                                      <p:cBhvr>
                                        <p:cTn id="84" dur="500" fill="hold"/>
                                        <p:tgtEl>
                                          <p:spTgt spid="3">
                                            <p:txEl>
                                              <p:pRg st="11" end="11"/>
                                            </p:txEl>
                                          </p:spTgt>
                                        </p:tgtEl>
                                        <p:attrNameLst>
                                          <p:attrName>ppt_w</p:attrName>
                                        </p:attrNameLst>
                                      </p:cBhvr>
                                      <p:tavLst>
                                        <p:tav tm="0">
                                          <p:val>
                                            <p:fltVal val="0"/>
                                          </p:val>
                                        </p:tav>
                                        <p:tav tm="100000">
                                          <p:val>
                                            <p:strVal val="#ppt_w"/>
                                          </p:val>
                                        </p:tav>
                                      </p:tavLst>
                                    </p:anim>
                                    <p:anim calcmode="lin" valueType="num">
                                      <p:cBhvr>
                                        <p:cTn id="85" dur="500" fill="hold"/>
                                        <p:tgtEl>
                                          <p:spTgt spid="3">
                                            <p:txEl>
                                              <p:pRg st="11" end="11"/>
                                            </p:txEl>
                                          </p:spTgt>
                                        </p:tgtEl>
                                        <p:attrNameLst>
                                          <p:attrName>ppt_h</p:attrName>
                                        </p:attrNameLst>
                                      </p:cBhvr>
                                      <p:tavLst>
                                        <p:tav tm="0">
                                          <p:val>
                                            <p:fltVal val="0"/>
                                          </p:val>
                                        </p:tav>
                                        <p:tav tm="100000">
                                          <p:val>
                                            <p:strVal val="#ppt_h"/>
                                          </p:val>
                                        </p:tav>
                                      </p:tavLst>
                                    </p:anim>
                                    <p:animEffect transition="in" filter="fade">
                                      <p:cBhvr>
                                        <p:cTn id="86" dur="500"/>
                                        <p:tgtEl>
                                          <p:spTgt spid="3">
                                            <p:txEl>
                                              <p:pRg st="11" end="11"/>
                                            </p:txEl>
                                          </p:spTgt>
                                        </p:tgtEl>
                                      </p:cBhvr>
                                    </p:animEffect>
                                  </p:childTnLst>
                                </p:cTn>
                              </p:par>
                            </p:childTnLst>
                          </p:cTn>
                        </p:par>
                      </p:childTnLst>
                    </p:cTn>
                  </p:par>
                  <p:par>
                    <p:cTn id="87" fill="hold">
                      <p:stCondLst>
                        <p:cond delay="indefinite"/>
                      </p:stCondLst>
                      <p:childTnLst>
                        <p:par>
                          <p:cTn id="88" fill="hold">
                            <p:stCondLst>
                              <p:cond delay="0"/>
                            </p:stCondLst>
                            <p:childTnLst>
                              <p:par>
                                <p:cTn id="89" presetID="53" presetClass="entr" presetSubtype="16" fill="hold" nodeType="clickEffect">
                                  <p:stCondLst>
                                    <p:cond delay="0"/>
                                  </p:stCondLst>
                                  <p:childTnLst>
                                    <p:set>
                                      <p:cBhvr>
                                        <p:cTn id="90" dur="1" fill="hold">
                                          <p:stCondLst>
                                            <p:cond delay="0"/>
                                          </p:stCondLst>
                                        </p:cTn>
                                        <p:tgtEl>
                                          <p:spTgt spid="3">
                                            <p:txEl>
                                              <p:charRg st="54" end="95"/>
                                            </p:txEl>
                                          </p:spTgt>
                                        </p:tgtEl>
                                        <p:attrNameLst>
                                          <p:attrName>style.visibility</p:attrName>
                                        </p:attrNameLst>
                                      </p:cBhvr>
                                      <p:to>
                                        <p:strVal val="visible"/>
                                      </p:to>
                                    </p:set>
                                    <p:anim calcmode="lin" valueType="num">
                                      <p:cBhvr>
                                        <p:cTn id="91" dur="500" fill="hold"/>
                                        <p:tgtEl>
                                          <p:spTgt spid="3">
                                            <p:txEl>
                                              <p:charRg st="54" end="95"/>
                                            </p:txEl>
                                          </p:spTgt>
                                        </p:tgtEl>
                                        <p:attrNameLst>
                                          <p:attrName>ppt_w</p:attrName>
                                        </p:attrNameLst>
                                      </p:cBhvr>
                                      <p:tavLst>
                                        <p:tav tm="0">
                                          <p:val>
                                            <p:fltVal val="0"/>
                                          </p:val>
                                        </p:tav>
                                        <p:tav tm="100000">
                                          <p:val>
                                            <p:strVal val="#ppt_w"/>
                                          </p:val>
                                        </p:tav>
                                      </p:tavLst>
                                    </p:anim>
                                    <p:anim calcmode="lin" valueType="num">
                                      <p:cBhvr>
                                        <p:cTn id="92" dur="500" fill="hold"/>
                                        <p:tgtEl>
                                          <p:spTgt spid="3">
                                            <p:txEl>
                                              <p:charRg st="54" end="95"/>
                                            </p:txEl>
                                          </p:spTgt>
                                        </p:tgtEl>
                                        <p:attrNameLst>
                                          <p:attrName>ppt_h</p:attrName>
                                        </p:attrNameLst>
                                      </p:cBhvr>
                                      <p:tavLst>
                                        <p:tav tm="0">
                                          <p:val>
                                            <p:fltVal val="0"/>
                                          </p:val>
                                        </p:tav>
                                        <p:tav tm="100000">
                                          <p:val>
                                            <p:strVal val="#ppt_h"/>
                                          </p:val>
                                        </p:tav>
                                      </p:tavLst>
                                    </p:anim>
                                    <p:animEffect transition="in" filter="fade">
                                      <p:cBhvr>
                                        <p:cTn id="93" dur="500"/>
                                        <p:tgtEl>
                                          <p:spTgt spid="3">
                                            <p:txEl>
                                              <p:charRg st="54" end="95"/>
                                            </p:txEl>
                                          </p:spTgt>
                                        </p:tgtEl>
                                      </p:cBhvr>
                                    </p:animEffect>
                                  </p:childTnLst>
                                </p:cTn>
                              </p:par>
                            </p:childTnLst>
                          </p:cTn>
                        </p:par>
                      </p:childTnLst>
                    </p:cTn>
                  </p:par>
                  <p:par>
                    <p:cTn id="94" fill="hold">
                      <p:stCondLst>
                        <p:cond delay="indefinite"/>
                      </p:stCondLst>
                      <p:childTnLst>
                        <p:par>
                          <p:cTn id="95" fill="hold">
                            <p:stCondLst>
                              <p:cond delay="0"/>
                            </p:stCondLst>
                            <p:childTnLst>
                              <p:par>
                                <p:cTn id="96" presetID="53" presetClass="entr" presetSubtype="16" fill="hold" nodeType="clickEffect">
                                  <p:stCondLst>
                                    <p:cond delay="0"/>
                                  </p:stCondLst>
                                  <p:childTnLst>
                                    <p:set>
                                      <p:cBhvr>
                                        <p:cTn id="97" dur="1" fill="hold">
                                          <p:stCondLst>
                                            <p:cond delay="0"/>
                                          </p:stCondLst>
                                        </p:cTn>
                                        <p:tgtEl>
                                          <p:spTgt spid="3">
                                            <p:txEl>
                                              <p:charRg st="95" end="123"/>
                                            </p:txEl>
                                          </p:spTgt>
                                        </p:tgtEl>
                                        <p:attrNameLst>
                                          <p:attrName>style.visibility</p:attrName>
                                        </p:attrNameLst>
                                      </p:cBhvr>
                                      <p:to>
                                        <p:strVal val="visible"/>
                                      </p:to>
                                    </p:set>
                                    <p:anim calcmode="lin" valueType="num">
                                      <p:cBhvr>
                                        <p:cTn id="98" dur="500" fill="hold"/>
                                        <p:tgtEl>
                                          <p:spTgt spid="3">
                                            <p:txEl>
                                              <p:charRg st="95" end="123"/>
                                            </p:txEl>
                                          </p:spTgt>
                                        </p:tgtEl>
                                        <p:attrNameLst>
                                          <p:attrName>ppt_w</p:attrName>
                                        </p:attrNameLst>
                                      </p:cBhvr>
                                      <p:tavLst>
                                        <p:tav tm="0">
                                          <p:val>
                                            <p:fltVal val="0"/>
                                          </p:val>
                                        </p:tav>
                                        <p:tav tm="100000">
                                          <p:val>
                                            <p:strVal val="#ppt_w"/>
                                          </p:val>
                                        </p:tav>
                                      </p:tavLst>
                                    </p:anim>
                                    <p:anim calcmode="lin" valueType="num">
                                      <p:cBhvr>
                                        <p:cTn id="99" dur="500" fill="hold"/>
                                        <p:tgtEl>
                                          <p:spTgt spid="3">
                                            <p:txEl>
                                              <p:charRg st="95" end="123"/>
                                            </p:txEl>
                                          </p:spTgt>
                                        </p:tgtEl>
                                        <p:attrNameLst>
                                          <p:attrName>ppt_h</p:attrName>
                                        </p:attrNameLst>
                                      </p:cBhvr>
                                      <p:tavLst>
                                        <p:tav tm="0">
                                          <p:val>
                                            <p:fltVal val="0"/>
                                          </p:val>
                                        </p:tav>
                                        <p:tav tm="100000">
                                          <p:val>
                                            <p:strVal val="#ppt_h"/>
                                          </p:val>
                                        </p:tav>
                                      </p:tavLst>
                                    </p:anim>
                                    <p:animEffect transition="in" filter="fade">
                                      <p:cBhvr>
                                        <p:cTn id="100" dur="500"/>
                                        <p:tgtEl>
                                          <p:spTgt spid="3">
                                            <p:txEl>
                                              <p:charRg st="95" end="123"/>
                                            </p:txEl>
                                          </p:spTgt>
                                        </p:tgtEl>
                                      </p:cBhvr>
                                    </p:animEffect>
                                  </p:childTnLst>
                                </p:cTn>
                              </p:par>
                              <p:par>
                                <p:cTn id="101" presetID="53" presetClass="entr" presetSubtype="16" fill="hold" nodeType="withEffect">
                                  <p:stCondLst>
                                    <p:cond delay="0"/>
                                  </p:stCondLst>
                                  <p:childTnLst>
                                    <p:set>
                                      <p:cBhvr>
                                        <p:cTn id="102" dur="1" fill="hold">
                                          <p:stCondLst>
                                            <p:cond delay="0"/>
                                          </p:stCondLst>
                                        </p:cTn>
                                        <p:tgtEl>
                                          <p:spTgt spid="3">
                                            <p:txEl>
                                              <p:charRg st="123" end="150"/>
                                            </p:txEl>
                                          </p:spTgt>
                                        </p:tgtEl>
                                        <p:attrNameLst>
                                          <p:attrName>style.visibility</p:attrName>
                                        </p:attrNameLst>
                                      </p:cBhvr>
                                      <p:to>
                                        <p:strVal val="visible"/>
                                      </p:to>
                                    </p:set>
                                    <p:anim calcmode="lin" valueType="num">
                                      <p:cBhvr>
                                        <p:cTn id="103" dur="500" fill="hold"/>
                                        <p:tgtEl>
                                          <p:spTgt spid="3">
                                            <p:txEl>
                                              <p:charRg st="123" end="150"/>
                                            </p:txEl>
                                          </p:spTgt>
                                        </p:tgtEl>
                                        <p:attrNameLst>
                                          <p:attrName>ppt_w</p:attrName>
                                        </p:attrNameLst>
                                      </p:cBhvr>
                                      <p:tavLst>
                                        <p:tav tm="0">
                                          <p:val>
                                            <p:fltVal val="0"/>
                                          </p:val>
                                        </p:tav>
                                        <p:tav tm="100000">
                                          <p:val>
                                            <p:strVal val="#ppt_w"/>
                                          </p:val>
                                        </p:tav>
                                      </p:tavLst>
                                    </p:anim>
                                    <p:anim calcmode="lin" valueType="num">
                                      <p:cBhvr>
                                        <p:cTn id="104" dur="500" fill="hold"/>
                                        <p:tgtEl>
                                          <p:spTgt spid="3">
                                            <p:txEl>
                                              <p:charRg st="123" end="150"/>
                                            </p:txEl>
                                          </p:spTgt>
                                        </p:tgtEl>
                                        <p:attrNameLst>
                                          <p:attrName>ppt_h</p:attrName>
                                        </p:attrNameLst>
                                      </p:cBhvr>
                                      <p:tavLst>
                                        <p:tav tm="0">
                                          <p:val>
                                            <p:fltVal val="0"/>
                                          </p:val>
                                        </p:tav>
                                        <p:tav tm="100000">
                                          <p:val>
                                            <p:strVal val="#ppt_h"/>
                                          </p:val>
                                        </p:tav>
                                      </p:tavLst>
                                    </p:anim>
                                    <p:animEffect transition="in" filter="fade">
                                      <p:cBhvr>
                                        <p:cTn id="105" dur="500"/>
                                        <p:tgtEl>
                                          <p:spTgt spid="3">
                                            <p:txEl>
                                              <p:charRg st="123" end="150"/>
                                            </p:txEl>
                                          </p:spTgt>
                                        </p:tgtEl>
                                      </p:cBhvr>
                                    </p:animEffect>
                                  </p:childTnLst>
                                </p:cTn>
                              </p:par>
                              <p:par>
                                <p:cTn id="106" presetID="53" presetClass="entr" presetSubtype="16" fill="hold" nodeType="withEffect">
                                  <p:stCondLst>
                                    <p:cond delay="0"/>
                                  </p:stCondLst>
                                  <p:childTnLst>
                                    <p:set>
                                      <p:cBhvr>
                                        <p:cTn id="107" dur="1" fill="hold">
                                          <p:stCondLst>
                                            <p:cond delay="0"/>
                                          </p:stCondLst>
                                        </p:cTn>
                                        <p:tgtEl>
                                          <p:spTgt spid="3">
                                            <p:txEl>
                                              <p:charRg st="150" end="163"/>
                                            </p:txEl>
                                          </p:spTgt>
                                        </p:tgtEl>
                                        <p:attrNameLst>
                                          <p:attrName>style.visibility</p:attrName>
                                        </p:attrNameLst>
                                      </p:cBhvr>
                                      <p:to>
                                        <p:strVal val="visible"/>
                                      </p:to>
                                    </p:set>
                                    <p:anim calcmode="lin" valueType="num">
                                      <p:cBhvr>
                                        <p:cTn id="108" dur="500" fill="hold"/>
                                        <p:tgtEl>
                                          <p:spTgt spid="3">
                                            <p:txEl>
                                              <p:charRg st="150" end="163"/>
                                            </p:txEl>
                                          </p:spTgt>
                                        </p:tgtEl>
                                        <p:attrNameLst>
                                          <p:attrName>ppt_w</p:attrName>
                                        </p:attrNameLst>
                                      </p:cBhvr>
                                      <p:tavLst>
                                        <p:tav tm="0">
                                          <p:val>
                                            <p:fltVal val="0"/>
                                          </p:val>
                                        </p:tav>
                                        <p:tav tm="100000">
                                          <p:val>
                                            <p:strVal val="#ppt_w"/>
                                          </p:val>
                                        </p:tav>
                                      </p:tavLst>
                                    </p:anim>
                                    <p:anim calcmode="lin" valueType="num">
                                      <p:cBhvr>
                                        <p:cTn id="109" dur="500" fill="hold"/>
                                        <p:tgtEl>
                                          <p:spTgt spid="3">
                                            <p:txEl>
                                              <p:charRg st="150" end="163"/>
                                            </p:txEl>
                                          </p:spTgt>
                                        </p:tgtEl>
                                        <p:attrNameLst>
                                          <p:attrName>ppt_h</p:attrName>
                                        </p:attrNameLst>
                                      </p:cBhvr>
                                      <p:tavLst>
                                        <p:tav tm="0">
                                          <p:val>
                                            <p:fltVal val="0"/>
                                          </p:val>
                                        </p:tav>
                                        <p:tav tm="100000">
                                          <p:val>
                                            <p:strVal val="#ppt_h"/>
                                          </p:val>
                                        </p:tav>
                                      </p:tavLst>
                                    </p:anim>
                                    <p:animEffect transition="in" filter="fade">
                                      <p:cBhvr>
                                        <p:cTn id="110" dur="500"/>
                                        <p:tgtEl>
                                          <p:spTgt spid="3">
                                            <p:txEl>
                                              <p:charRg st="150" end="163"/>
                                            </p:txEl>
                                          </p:spTgt>
                                        </p:tgtEl>
                                      </p:cBhvr>
                                    </p:animEffect>
                                  </p:childTnLst>
                                </p:cTn>
                              </p:par>
                            </p:childTnLst>
                          </p:cTn>
                        </p:par>
                      </p:childTnLst>
                    </p:cTn>
                  </p:par>
                  <p:par>
                    <p:cTn id="111" fill="hold">
                      <p:stCondLst>
                        <p:cond delay="indefinite"/>
                      </p:stCondLst>
                      <p:childTnLst>
                        <p:par>
                          <p:cTn id="112" fill="hold">
                            <p:stCondLst>
                              <p:cond delay="0"/>
                            </p:stCondLst>
                            <p:childTnLst>
                              <p:par>
                                <p:cTn id="113" presetID="53" presetClass="entr" presetSubtype="16" fill="hold" nodeType="clickEffect">
                                  <p:stCondLst>
                                    <p:cond delay="0"/>
                                  </p:stCondLst>
                                  <p:childTnLst>
                                    <p:set>
                                      <p:cBhvr>
                                        <p:cTn id="114" dur="1" fill="hold">
                                          <p:stCondLst>
                                            <p:cond delay="0"/>
                                          </p:stCondLst>
                                        </p:cTn>
                                        <p:tgtEl>
                                          <p:spTgt spid="3">
                                            <p:txEl>
                                              <p:charRg st="163" end="189"/>
                                            </p:txEl>
                                          </p:spTgt>
                                        </p:tgtEl>
                                        <p:attrNameLst>
                                          <p:attrName>style.visibility</p:attrName>
                                        </p:attrNameLst>
                                      </p:cBhvr>
                                      <p:to>
                                        <p:strVal val="visible"/>
                                      </p:to>
                                    </p:set>
                                    <p:anim calcmode="lin" valueType="num">
                                      <p:cBhvr>
                                        <p:cTn id="115" dur="500" fill="hold"/>
                                        <p:tgtEl>
                                          <p:spTgt spid="3">
                                            <p:txEl>
                                              <p:charRg st="163" end="189"/>
                                            </p:txEl>
                                          </p:spTgt>
                                        </p:tgtEl>
                                        <p:attrNameLst>
                                          <p:attrName>ppt_w</p:attrName>
                                        </p:attrNameLst>
                                      </p:cBhvr>
                                      <p:tavLst>
                                        <p:tav tm="0">
                                          <p:val>
                                            <p:fltVal val="0"/>
                                          </p:val>
                                        </p:tav>
                                        <p:tav tm="100000">
                                          <p:val>
                                            <p:strVal val="#ppt_w"/>
                                          </p:val>
                                        </p:tav>
                                      </p:tavLst>
                                    </p:anim>
                                    <p:anim calcmode="lin" valueType="num">
                                      <p:cBhvr>
                                        <p:cTn id="116" dur="500" fill="hold"/>
                                        <p:tgtEl>
                                          <p:spTgt spid="3">
                                            <p:txEl>
                                              <p:charRg st="163" end="189"/>
                                            </p:txEl>
                                          </p:spTgt>
                                        </p:tgtEl>
                                        <p:attrNameLst>
                                          <p:attrName>ppt_h</p:attrName>
                                        </p:attrNameLst>
                                      </p:cBhvr>
                                      <p:tavLst>
                                        <p:tav tm="0">
                                          <p:val>
                                            <p:fltVal val="0"/>
                                          </p:val>
                                        </p:tav>
                                        <p:tav tm="100000">
                                          <p:val>
                                            <p:strVal val="#ppt_h"/>
                                          </p:val>
                                        </p:tav>
                                      </p:tavLst>
                                    </p:anim>
                                    <p:animEffect transition="in" filter="fade">
                                      <p:cBhvr>
                                        <p:cTn id="117" dur="500"/>
                                        <p:tgtEl>
                                          <p:spTgt spid="3">
                                            <p:txEl>
                                              <p:charRg st="163" end="189"/>
                                            </p:txEl>
                                          </p:spTgt>
                                        </p:tgtEl>
                                      </p:cBhvr>
                                    </p:animEffect>
                                  </p:childTnLst>
                                </p:cTn>
                              </p:par>
                            </p:childTnLst>
                          </p:cTn>
                        </p:par>
                      </p:childTnLst>
                    </p:cTn>
                  </p:par>
                  <p:par>
                    <p:cTn id="118" fill="hold">
                      <p:stCondLst>
                        <p:cond delay="indefinite"/>
                      </p:stCondLst>
                      <p:childTnLst>
                        <p:par>
                          <p:cTn id="119" fill="hold">
                            <p:stCondLst>
                              <p:cond delay="0"/>
                            </p:stCondLst>
                            <p:childTnLst>
                              <p:par>
                                <p:cTn id="120" presetID="53" presetClass="entr" presetSubtype="16" fill="hold" nodeType="clickEffect">
                                  <p:stCondLst>
                                    <p:cond delay="0"/>
                                  </p:stCondLst>
                                  <p:childTnLst>
                                    <p:set>
                                      <p:cBhvr>
                                        <p:cTn id="121" dur="1" fill="hold">
                                          <p:stCondLst>
                                            <p:cond delay="0"/>
                                          </p:stCondLst>
                                        </p:cTn>
                                        <p:tgtEl>
                                          <p:spTgt spid="3">
                                            <p:txEl>
                                              <p:charRg st="189" end="215"/>
                                            </p:txEl>
                                          </p:spTgt>
                                        </p:tgtEl>
                                        <p:attrNameLst>
                                          <p:attrName>style.visibility</p:attrName>
                                        </p:attrNameLst>
                                      </p:cBhvr>
                                      <p:to>
                                        <p:strVal val="visible"/>
                                      </p:to>
                                    </p:set>
                                    <p:anim calcmode="lin" valueType="num">
                                      <p:cBhvr>
                                        <p:cTn id="122" dur="500" fill="hold"/>
                                        <p:tgtEl>
                                          <p:spTgt spid="3">
                                            <p:txEl>
                                              <p:charRg st="189" end="215"/>
                                            </p:txEl>
                                          </p:spTgt>
                                        </p:tgtEl>
                                        <p:attrNameLst>
                                          <p:attrName>ppt_w</p:attrName>
                                        </p:attrNameLst>
                                      </p:cBhvr>
                                      <p:tavLst>
                                        <p:tav tm="0">
                                          <p:val>
                                            <p:fltVal val="0"/>
                                          </p:val>
                                        </p:tav>
                                        <p:tav tm="100000">
                                          <p:val>
                                            <p:strVal val="#ppt_w"/>
                                          </p:val>
                                        </p:tav>
                                      </p:tavLst>
                                    </p:anim>
                                    <p:anim calcmode="lin" valueType="num">
                                      <p:cBhvr>
                                        <p:cTn id="123" dur="500" fill="hold"/>
                                        <p:tgtEl>
                                          <p:spTgt spid="3">
                                            <p:txEl>
                                              <p:charRg st="189" end="215"/>
                                            </p:txEl>
                                          </p:spTgt>
                                        </p:tgtEl>
                                        <p:attrNameLst>
                                          <p:attrName>ppt_h</p:attrName>
                                        </p:attrNameLst>
                                      </p:cBhvr>
                                      <p:tavLst>
                                        <p:tav tm="0">
                                          <p:val>
                                            <p:fltVal val="0"/>
                                          </p:val>
                                        </p:tav>
                                        <p:tav tm="100000">
                                          <p:val>
                                            <p:strVal val="#ppt_h"/>
                                          </p:val>
                                        </p:tav>
                                      </p:tavLst>
                                    </p:anim>
                                    <p:animEffect transition="in" filter="fade">
                                      <p:cBhvr>
                                        <p:cTn id="124" dur="500"/>
                                        <p:tgtEl>
                                          <p:spTgt spid="3">
                                            <p:txEl>
                                              <p:charRg st="189" end="215"/>
                                            </p:txEl>
                                          </p:spTgt>
                                        </p:tgtEl>
                                      </p:cBhvr>
                                    </p:animEffect>
                                  </p:childTnLst>
                                </p:cTn>
                              </p:par>
                              <p:par>
                                <p:cTn id="125" presetID="53" presetClass="entr" presetSubtype="16" fill="hold" nodeType="withEffect">
                                  <p:stCondLst>
                                    <p:cond delay="0"/>
                                  </p:stCondLst>
                                  <p:childTnLst>
                                    <p:set>
                                      <p:cBhvr>
                                        <p:cTn id="126" dur="1" fill="hold">
                                          <p:stCondLst>
                                            <p:cond delay="0"/>
                                          </p:stCondLst>
                                        </p:cTn>
                                        <p:tgtEl>
                                          <p:spTgt spid="3">
                                            <p:txEl>
                                              <p:charRg st="215" end="242"/>
                                            </p:txEl>
                                          </p:spTgt>
                                        </p:tgtEl>
                                        <p:attrNameLst>
                                          <p:attrName>style.visibility</p:attrName>
                                        </p:attrNameLst>
                                      </p:cBhvr>
                                      <p:to>
                                        <p:strVal val="visible"/>
                                      </p:to>
                                    </p:set>
                                    <p:anim calcmode="lin" valueType="num">
                                      <p:cBhvr>
                                        <p:cTn id="127" dur="500" fill="hold"/>
                                        <p:tgtEl>
                                          <p:spTgt spid="3">
                                            <p:txEl>
                                              <p:charRg st="215" end="242"/>
                                            </p:txEl>
                                          </p:spTgt>
                                        </p:tgtEl>
                                        <p:attrNameLst>
                                          <p:attrName>ppt_w</p:attrName>
                                        </p:attrNameLst>
                                      </p:cBhvr>
                                      <p:tavLst>
                                        <p:tav tm="0">
                                          <p:val>
                                            <p:fltVal val="0"/>
                                          </p:val>
                                        </p:tav>
                                        <p:tav tm="100000">
                                          <p:val>
                                            <p:strVal val="#ppt_w"/>
                                          </p:val>
                                        </p:tav>
                                      </p:tavLst>
                                    </p:anim>
                                    <p:anim calcmode="lin" valueType="num">
                                      <p:cBhvr>
                                        <p:cTn id="128" dur="500" fill="hold"/>
                                        <p:tgtEl>
                                          <p:spTgt spid="3">
                                            <p:txEl>
                                              <p:charRg st="215" end="242"/>
                                            </p:txEl>
                                          </p:spTgt>
                                        </p:tgtEl>
                                        <p:attrNameLst>
                                          <p:attrName>ppt_h</p:attrName>
                                        </p:attrNameLst>
                                      </p:cBhvr>
                                      <p:tavLst>
                                        <p:tav tm="0">
                                          <p:val>
                                            <p:fltVal val="0"/>
                                          </p:val>
                                        </p:tav>
                                        <p:tav tm="100000">
                                          <p:val>
                                            <p:strVal val="#ppt_h"/>
                                          </p:val>
                                        </p:tav>
                                      </p:tavLst>
                                    </p:anim>
                                    <p:animEffect transition="in" filter="fade">
                                      <p:cBhvr>
                                        <p:cTn id="129" dur="500"/>
                                        <p:tgtEl>
                                          <p:spTgt spid="3">
                                            <p:txEl>
                                              <p:charRg st="215" end="242"/>
                                            </p:txEl>
                                          </p:spTgt>
                                        </p:tgtEl>
                                      </p:cBhvr>
                                    </p:animEffect>
                                  </p:childTnLst>
                                </p:cTn>
                              </p:par>
                              <p:par>
                                <p:cTn id="130" presetID="53" presetClass="entr" presetSubtype="16" fill="hold" nodeType="withEffect">
                                  <p:stCondLst>
                                    <p:cond delay="0"/>
                                  </p:stCondLst>
                                  <p:childTnLst>
                                    <p:set>
                                      <p:cBhvr>
                                        <p:cTn id="131" dur="1" fill="hold">
                                          <p:stCondLst>
                                            <p:cond delay="0"/>
                                          </p:stCondLst>
                                        </p:cTn>
                                        <p:tgtEl>
                                          <p:spTgt spid="3">
                                            <p:txEl>
                                              <p:charRg st="242" end="250"/>
                                            </p:txEl>
                                          </p:spTgt>
                                        </p:tgtEl>
                                        <p:attrNameLst>
                                          <p:attrName>style.visibility</p:attrName>
                                        </p:attrNameLst>
                                      </p:cBhvr>
                                      <p:to>
                                        <p:strVal val="visible"/>
                                      </p:to>
                                    </p:set>
                                    <p:anim calcmode="lin" valueType="num">
                                      <p:cBhvr>
                                        <p:cTn id="132" dur="500" fill="hold"/>
                                        <p:tgtEl>
                                          <p:spTgt spid="3">
                                            <p:txEl>
                                              <p:charRg st="242" end="250"/>
                                            </p:txEl>
                                          </p:spTgt>
                                        </p:tgtEl>
                                        <p:attrNameLst>
                                          <p:attrName>ppt_w</p:attrName>
                                        </p:attrNameLst>
                                      </p:cBhvr>
                                      <p:tavLst>
                                        <p:tav tm="0">
                                          <p:val>
                                            <p:fltVal val="0"/>
                                          </p:val>
                                        </p:tav>
                                        <p:tav tm="100000">
                                          <p:val>
                                            <p:strVal val="#ppt_w"/>
                                          </p:val>
                                        </p:tav>
                                      </p:tavLst>
                                    </p:anim>
                                    <p:anim calcmode="lin" valueType="num">
                                      <p:cBhvr>
                                        <p:cTn id="133" dur="500" fill="hold"/>
                                        <p:tgtEl>
                                          <p:spTgt spid="3">
                                            <p:txEl>
                                              <p:charRg st="242" end="250"/>
                                            </p:txEl>
                                          </p:spTgt>
                                        </p:tgtEl>
                                        <p:attrNameLst>
                                          <p:attrName>ppt_h</p:attrName>
                                        </p:attrNameLst>
                                      </p:cBhvr>
                                      <p:tavLst>
                                        <p:tav tm="0">
                                          <p:val>
                                            <p:fltVal val="0"/>
                                          </p:val>
                                        </p:tav>
                                        <p:tav tm="100000">
                                          <p:val>
                                            <p:strVal val="#ppt_h"/>
                                          </p:val>
                                        </p:tav>
                                      </p:tavLst>
                                    </p:anim>
                                    <p:animEffect transition="in" filter="fade">
                                      <p:cBhvr>
                                        <p:cTn id="134" dur="500"/>
                                        <p:tgtEl>
                                          <p:spTgt spid="3">
                                            <p:txEl>
                                              <p:charRg st="242" end="250"/>
                                            </p:txEl>
                                          </p:spTgt>
                                        </p:tgtEl>
                                      </p:cBhvr>
                                    </p:animEffect>
                                  </p:childTnLst>
                                </p:cTn>
                              </p:par>
                              <p:par>
                                <p:cTn id="135" presetID="53" presetClass="entr" presetSubtype="16" fill="hold" nodeType="withEffect">
                                  <p:stCondLst>
                                    <p:cond delay="0"/>
                                  </p:stCondLst>
                                  <p:childTnLst>
                                    <p:set>
                                      <p:cBhvr>
                                        <p:cTn id="136" dur="1" fill="hold">
                                          <p:stCondLst>
                                            <p:cond delay="0"/>
                                          </p:stCondLst>
                                        </p:cTn>
                                        <p:tgtEl>
                                          <p:spTgt spid="3">
                                            <p:txEl>
                                              <p:charRg st="250" end="285"/>
                                            </p:txEl>
                                          </p:spTgt>
                                        </p:tgtEl>
                                        <p:attrNameLst>
                                          <p:attrName>style.visibility</p:attrName>
                                        </p:attrNameLst>
                                      </p:cBhvr>
                                      <p:to>
                                        <p:strVal val="visible"/>
                                      </p:to>
                                    </p:set>
                                    <p:anim calcmode="lin" valueType="num">
                                      <p:cBhvr>
                                        <p:cTn id="137" dur="500" fill="hold"/>
                                        <p:tgtEl>
                                          <p:spTgt spid="3">
                                            <p:txEl>
                                              <p:charRg st="250" end="285"/>
                                            </p:txEl>
                                          </p:spTgt>
                                        </p:tgtEl>
                                        <p:attrNameLst>
                                          <p:attrName>ppt_w</p:attrName>
                                        </p:attrNameLst>
                                      </p:cBhvr>
                                      <p:tavLst>
                                        <p:tav tm="0">
                                          <p:val>
                                            <p:fltVal val="0"/>
                                          </p:val>
                                        </p:tav>
                                        <p:tav tm="100000">
                                          <p:val>
                                            <p:strVal val="#ppt_w"/>
                                          </p:val>
                                        </p:tav>
                                      </p:tavLst>
                                    </p:anim>
                                    <p:anim calcmode="lin" valueType="num">
                                      <p:cBhvr>
                                        <p:cTn id="138" dur="500" fill="hold"/>
                                        <p:tgtEl>
                                          <p:spTgt spid="3">
                                            <p:txEl>
                                              <p:charRg st="250" end="285"/>
                                            </p:txEl>
                                          </p:spTgt>
                                        </p:tgtEl>
                                        <p:attrNameLst>
                                          <p:attrName>ppt_h</p:attrName>
                                        </p:attrNameLst>
                                      </p:cBhvr>
                                      <p:tavLst>
                                        <p:tav tm="0">
                                          <p:val>
                                            <p:fltVal val="0"/>
                                          </p:val>
                                        </p:tav>
                                        <p:tav tm="100000">
                                          <p:val>
                                            <p:strVal val="#ppt_h"/>
                                          </p:val>
                                        </p:tav>
                                      </p:tavLst>
                                    </p:anim>
                                    <p:animEffect transition="in" filter="fade">
                                      <p:cBhvr>
                                        <p:cTn id="139" dur="500"/>
                                        <p:tgtEl>
                                          <p:spTgt spid="3">
                                            <p:txEl>
                                              <p:charRg st="250" end="285"/>
                                            </p:txEl>
                                          </p:spTgt>
                                        </p:tgtEl>
                                      </p:cBhvr>
                                    </p:animEffect>
                                  </p:childTnLst>
                                </p:cTn>
                              </p:par>
                              <p:par>
                                <p:cTn id="140" presetID="53" presetClass="entr" presetSubtype="16" fill="hold" nodeType="withEffect">
                                  <p:stCondLst>
                                    <p:cond delay="0"/>
                                  </p:stCondLst>
                                  <p:childTnLst>
                                    <p:set>
                                      <p:cBhvr>
                                        <p:cTn id="141" dur="1" fill="hold">
                                          <p:stCondLst>
                                            <p:cond delay="0"/>
                                          </p:stCondLst>
                                        </p:cTn>
                                        <p:tgtEl>
                                          <p:spTgt spid="3">
                                            <p:txEl>
                                              <p:charRg st="285" end="287"/>
                                            </p:txEl>
                                          </p:spTgt>
                                        </p:tgtEl>
                                        <p:attrNameLst>
                                          <p:attrName>style.visibility</p:attrName>
                                        </p:attrNameLst>
                                      </p:cBhvr>
                                      <p:to>
                                        <p:strVal val="visible"/>
                                      </p:to>
                                    </p:set>
                                    <p:anim calcmode="lin" valueType="num">
                                      <p:cBhvr>
                                        <p:cTn id="142" dur="500" fill="hold"/>
                                        <p:tgtEl>
                                          <p:spTgt spid="3">
                                            <p:txEl>
                                              <p:charRg st="285" end="287"/>
                                            </p:txEl>
                                          </p:spTgt>
                                        </p:tgtEl>
                                        <p:attrNameLst>
                                          <p:attrName>ppt_w</p:attrName>
                                        </p:attrNameLst>
                                      </p:cBhvr>
                                      <p:tavLst>
                                        <p:tav tm="0">
                                          <p:val>
                                            <p:fltVal val="0"/>
                                          </p:val>
                                        </p:tav>
                                        <p:tav tm="100000">
                                          <p:val>
                                            <p:strVal val="#ppt_w"/>
                                          </p:val>
                                        </p:tav>
                                      </p:tavLst>
                                    </p:anim>
                                    <p:anim calcmode="lin" valueType="num">
                                      <p:cBhvr>
                                        <p:cTn id="143" dur="500" fill="hold"/>
                                        <p:tgtEl>
                                          <p:spTgt spid="3">
                                            <p:txEl>
                                              <p:charRg st="285" end="287"/>
                                            </p:txEl>
                                          </p:spTgt>
                                        </p:tgtEl>
                                        <p:attrNameLst>
                                          <p:attrName>ppt_h</p:attrName>
                                        </p:attrNameLst>
                                      </p:cBhvr>
                                      <p:tavLst>
                                        <p:tav tm="0">
                                          <p:val>
                                            <p:fltVal val="0"/>
                                          </p:val>
                                        </p:tav>
                                        <p:tav tm="100000">
                                          <p:val>
                                            <p:strVal val="#ppt_h"/>
                                          </p:val>
                                        </p:tav>
                                      </p:tavLst>
                                    </p:anim>
                                    <p:animEffect transition="in" filter="fade">
                                      <p:cBhvr>
                                        <p:cTn id="144" dur="500"/>
                                        <p:tgtEl>
                                          <p:spTgt spid="3">
                                            <p:txEl>
                                              <p:charRg st="285" end="287"/>
                                            </p:txEl>
                                          </p:spTgt>
                                        </p:tgtEl>
                                      </p:cBhvr>
                                    </p:animEffect>
                                  </p:childTnLst>
                                </p:cTn>
                              </p:par>
                            </p:childTnLst>
                          </p:cTn>
                        </p:par>
                      </p:childTnLst>
                    </p:cTn>
                  </p:par>
                  <p:par>
                    <p:cTn id="145" fill="hold">
                      <p:stCondLst>
                        <p:cond delay="indefinite"/>
                      </p:stCondLst>
                      <p:childTnLst>
                        <p:par>
                          <p:cTn id="146" fill="hold">
                            <p:stCondLst>
                              <p:cond delay="0"/>
                            </p:stCondLst>
                            <p:childTnLst>
                              <p:par>
                                <p:cTn id="147" presetID="23" presetClass="entr" presetSubtype="16" fill="hold" grpId="0" nodeType="clickEffect">
                                  <p:stCondLst>
                                    <p:cond delay="0"/>
                                  </p:stCondLst>
                                  <p:childTnLst>
                                    <p:set>
                                      <p:cBhvr>
                                        <p:cTn id="148" dur="1" fill="hold">
                                          <p:stCondLst>
                                            <p:cond delay="0"/>
                                          </p:stCondLst>
                                        </p:cTn>
                                        <p:tgtEl>
                                          <p:spTgt spid="6"/>
                                        </p:tgtEl>
                                        <p:attrNameLst>
                                          <p:attrName>style.visibility</p:attrName>
                                        </p:attrNameLst>
                                      </p:cBhvr>
                                      <p:to>
                                        <p:strVal val="visible"/>
                                      </p:to>
                                    </p:set>
                                    <p:anim calcmode="lin" valueType="num">
                                      <p:cBhvr>
                                        <p:cTn id="149" dur="500" fill="hold"/>
                                        <p:tgtEl>
                                          <p:spTgt spid="6"/>
                                        </p:tgtEl>
                                        <p:attrNameLst>
                                          <p:attrName>ppt_w</p:attrName>
                                        </p:attrNameLst>
                                      </p:cBhvr>
                                      <p:tavLst>
                                        <p:tav tm="0">
                                          <p:val>
                                            <p:fltVal val="0"/>
                                          </p:val>
                                        </p:tav>
                                        <p:tav tm="100000">
                                          <p:val>
                                            <p:strVal val="#ppt_w"/>
                                          </p:val>
                                        </p:tav>
                                      </p:tavLst>
                                    </p:anim>
                                    <p:anim calcmode="lin" valueType="num">
                                      <p:cBhvr>
                                        <p:cTn id="150" dur="500" fill="hold"/>
                                        <p:tgtEl>
                                          <p:spTgt spid="6"/>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6" grpId="0" bldLvl="0" animBg="1"/>
    </p:bldLst>
  </p:timing>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8434" name="Rectangle 2"/>
          <p:cNvSpPr>
            <a:spLocks noGrp="1"/>
          </p:cNvSpPr>
          <p:nvPr>
            <p:ph type="title" idx="4294967295"/>
          </p:nvPr>
        </p:nvSpPr>
        <p:spPr/>
        <p:txBody>
          <a:bodyPr vert="horz" wrap="square" lIns="91440" tIns="45720" rIns="91440" bIns="45720" anchor="ctr" anchorCtr="0"/>
          <a:lstStyle/>
          <a:p>
            <a:r>
              <a:rPr lang="en-US" altLang="zh-CN" dirty="0"/>
              <a:t>3.1.1</a:t>
            </a:r>
            <a:r>
              <a:rPr lang="zh-CN" altLang="en-US" dirty="0"/>
              <a:t>一维数组的定义和初始化</a:t>
            </a:r>
            <a:endParaRPr lang="zh-CN" altLang="en-US" dirty="0"/>
          </a:p>
        </p:txBody>
      </p:sp>
      <p:sp>
        <p:nvSpPr>
          <p:cNvPr id="18435" name="Rectangle 3"/>
          <p:cNvSpPr>
            <a:spLocks noGrp="1"/>
          </p:cNvSpPr>
          <p:nvPr>
            <p:ph idx="1"/>
          </p:nvPr>
        </p:nvSpPr>
        <p:spPr>
          <a:xfrm>
            <a:off x="1416050" y="1412875"/>
            <a:ext cx="9634538" cy="647700"/>
          </a:xfrm>
        </p:spPr>
        <p:txBody>
          <a:bodyPr vert="horz" wrap="square" lIns="91440" tIns="45720" rIns="91440" bIns="45720" anchor="t" anchorCtr="0"/>
          <a:lstStyle/>
          <a:p>
            <a:pPr eaLnBrk="1">
              <a:lnSpc>
                <a:spcPct val="110000"/>
              </a:lnSpc>
              <a:buSzPct val="50000"/>
            </a:pPr>
            <a:r>
              <a:rPr lang="zh-CN" altLang="en-US" sz="2400" kern="1200" dirty="0">
                <a:latin typeface="Courier New" panose="02070409020205090404" pitchFamily="49" charset="0"/>
                <a:ea typeface="宋体" pitchFamily="2" charset="-122"/>
                <a:cs typeface="+mn-cs"/>
              </a:rPr>
              <a:t> </a:t>
            </a:r>
            <a:r>
              <a:rPr lang="zh-CN" altLang="en-US" kern="1200" dirty="0">
                <a:latin typeface="黑体" panose="02010609060101010101" pitchFamily="49" charset="-122"/>
                <a:ea typeface="宋体" pitchFamily="2" charset="-122"/>
                <a:cs typeface="+mn-cs"/>
              </a:rPr>
              <a:t>一维数组的定义</a:t>
            </a:r>
            <a:endParaRPr lang="zh-CN" altLang="en-US" kern="1200" dirty="0">
              <a:latin typeface="黑体" panose="02010609060101010101" pitchFamily="49" charset="-122"/>
              <a:ea typeface="宋体" pitchFamily="2" charset="-122"/>
              <a:cs typeface="+mn-cs"/>
            </a:endParaRPr>
          </a:p>
          <a:p>
            <a:pPr eaLnBrk="1">
              <a:lnSpc>
                <a:spcPct val="110000"/>
              </a:lnSpc>
              <a:buSzPct val="50000"/>
              <a:buFont typeface="Monotype Sorts"/>
              <a:buNone/>
            </a:pPr>
            <a:r>
              <a:rPr lang="zh-CN" altLang="en-US" sz="2400" kern="1200" dirty="0">
                <a:latin typeface="黑体" panose="02010609060101010101" pitchFamily="49" charset="-122"/>
                <a:ea typeface="宋体" pitchFamily="2" charset="-122"/>
                <a:cs typeface="+mn-cs"/>
              </a:rPr>
              <a:t> </a:t>
            </a:r>
            <a:endParaRPr lang="en-US" altLang="zh-CN" sz="2400" kern="1200" dirty="0">
              <a:solidFill>
                <a:srgbClr val="CC0000"/>
              </a:solidFill>
              <a:latin typeface="黑体" panose="02010609060101010101" pitchFamily="49" charset="-122"/>
              <a:ea typeface="宋体" pitchFamily="2" charset="-122"/>
              <a:cs typeface="+mn-cs"/>
            </a:endParaRPr>
          </a:p>
        </p:txBody>
      </p:sp>
      <p:grpSp>
        <p:nvGrpSpPr>
          <p:cNvPr id="2" name="Group 8"/>
          <p:cNvGrpSpPr/>
          <p:nvPr/>
        </p:nvGrpSpPr>
        <p:grpSpPr>
          <a:xfrm>
            <a:off x="9150350" y="5691188"/>
            <a:ext cx="1519238" cy="665162"/>
            <a:chOff x="4080" y="1989"/>
            <a:chExt cx="973" cy="603"/>
          </a:xfrm>
        </p:grpSpPr>
        <p:sp>
          <p:nvSpPr>
            <p:cNvPr id="18454" name="Text Box 9"/>
            <p:cNvSpPr txBox="1"/>
            <p:nvPr/>
          </p:nvSpPr>
          <p:spPr>
            <a:xfrm>
              <a:off x="4080" y="1989"/>
              <a:ext cx="442" cy="384"/>
            </a:xfrm>
            <a:prstGeom prst="rect">
              <a:avLst/>
            </a:prstGeom>
            <a:noFill/>
            <a:ln w="9525">
              <a:noFill/>
            </a:ln>
          </p:spPr>
          <p:txBody>
            <a:bodyPr wrap="none">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ct val="0"/>
                </a:spcBef>
                <a:spcAft>
                  <a:spcPts val="590"/>
                </a:spcAft>
                <a:buSzPct val="80000"/>
                <a:buNone/>
              </a:pPr>
              <a:r>
                <a:rPr lang="en-US" altLang="zh-CN" sz="2400" dirty="0">
                  <a:solidFill>
                    <a:schemeClr val="tx2"/>
                  </a:solidFill>
                  <a:ea typeface="宋体" pitchFamily="2" charset="-122"/>
                </a:rPr>
                <a:t>a[9]</a:t>
              </a:r>
              <a:endParaRPr lang="en-US" altLang="zh-CN" sz="2400" dirty="0">
                <a:solidFill>
                  <a:schemeClr val="tx2"/>
                </a:solidFill>
                <a:ea typeface="宋体" pitchFamily="2" charset="-122"/>
              </a:endParaRPr>
            </a:p>
          </p:txBody>
        </p:sp>
        <p:pic>
          <p:nvPicPr>
            <p:cNvPr id="18455" name="Picture 11" descr="closedoor"/>
            <p:cNvPicPr>
              <a:picLocks noChangeAspect="1"/>
            </p:cNvPicPr>
            <p:nvPr/>
          </p:nvPicPr>
          <p:blipFill>
            <a:blip r:embed="rId1"/>
            <a:stretch>
              <a:fillRect/>
            </a:stretch>
          </p:blipFill>
          <p:spPr>
            <a:xfrm>
              <a:off x="4592" y="1989"/>
              <a:ext cx="461" cy="603"/>
            </a:xfrm>
            <a:prstGeom prst="rect">
              <a:avLst/>
            </a:prstGeom>
            <a:noFill/>
            <a:ln w="9525">
              <a:noFill/>
            </a:ln>
          </p:spPr>
        </p:pic>
      </p:grpSp>
      <p:grpSp>
        <p:nvGrpSpPr>
          <p:cNvPr id="3" name="Group 13"/>
          <p:cNvGrpSpPr/>
          <p:nvPr/>
        </p:nvGrpSpPr>
        <p:grpSpPr>
          <a:xfrm>
            <a:off x="9150350" y="4981575"/>
            <a:ext cx="1519238" cy="665163"/>
            <a:chOff x="3840" y="2229"/>
            <a:chExt cx="973" cy="603"/>
          </a:xfrm>
        </p:grpSpPr>
        <p:sp>
          <p:nvSpPr>
            <p:cNvPr id="18452" name="Text Box 14"/>
            <p:cNvSpPr txBox="1"/>
            <p:nvPr/>
          </p:nvSpPr>
          <p:spPr>
            <a:xfrm>
              <a:off x="3840" y="2261"/>
              <a:ext cx="442" cy="384"/>
            </a:xfrm>
            <a:prstGeom prst="rect">
              <a:avLst/>
            </a:prstGeom>
            <a:noFill/>
            <a:ln w="9525">
              <a:noFill/>
            </a:ln>
          </p:spPr>
          <p:txBody>
            <a:bodyPr wrap="none">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ct val="0"/>
                </a:spcBef>
                <a:spcAft>
                  <a:spcPts val="590"/>
                </a:spcAft>
                <a:buSzPct val="80000"/>
                <a:buNone/>
              </a:pPr>
              <a:r>
                <a:rPr lang="en-US" altLang="zh-CN" sz="2400" dirty="0">
                  <a:solidFill>
                    <a:schemeClr val="tx2"/>
                  </a:solidFill>
                  <a:ea typeface="宋体" pitchFamily="2" charset="-122"/>
                </a:rPr>
                <a:t>a[8]</a:t>
              </a:r>
              <a:endParaRPr lang="en-US" altLang="zh-CN" sz="2400" dirty="0">
                <a:solidFill>
                  <a:schemeClr val="tx2"/>
                </a:solidFill>
                <a:ea typeface="宋体" pitchFamily="2" charset="-122"/>
              </a:endParaRPr>
            </a:p>
          </p:txBody>
        </p:sp>
        <p:pic>
          <p:nvPicPr>
            <p:cNvPr id="18453" name="Picture 16" descr="closedoor"/>
            <p:cNvPicPr>
              <a:picLocks noChangeAspect="1"/>
            </p:cNvPicPr>
            <p:nvPr/>
          </p:nvPicPr>
          <p:blipFill>
            <a:blip r:embed="rId1"/>
            <a:stretch>
              <a:fillRect/>
            </a:stretch>
          </p:blipFill>
          <p:spPr>
            <a:xfrm>
              <a:off x="4352" y="2229"/>
              <a:ext cx="461" cy="603"/>
            </a:xfrm>
            <a:prstGeom prst="rect">
              <a:avLst/>
            </a:prstGeom>
            <a:noFill/>
            <a:ln w="9525">
              <a:noFill/>
            </a:ln>
          </p:spPr>
        </p:pic>
      </p:grpSp>
      <p:grpSp>
        <p:nvGrpSpPr>
          <p:cNvPr id="4" name="Group 18"/>
          <p:cNvGrpSpPr/>
          <p:nvPr/>
        </p:nvGrpSpPr>
        <p:grpSpPr>
          <a:xfrm>
            <a:off x="9163050" y="4275138"/>
            <a:ext cx="1508125" cy="665162"/>
            <a:chOff x="3559" y="2469"/>
            <a:chExt cx="966" cy="603"/>
          </a:xfrm>
        </p:grpSpPr>
        <p:sp>
          <p:nvSpPr>
            <p:cNvPr id="18450" name="Text Box 19"/>
            <p:cNvSpPr txBox="1"/>
            <p:nvPr/>
          </p:nvSpPr>
          <p:spPr>
            <a:xfrm>
              <a:off x="3559" y="2501"/>
              <a:ext cx="443" cy="384"/>
            </a:xfrm>
            <a:prstGeom prst="rect">
              <a:avLst/>
            </a:prstGeom>
            <a:noFill/>
            <a:ln w="9525">
              <a:noFill/>
            </a:ln>
          </p:spPr>
          <p:txBody>
            <a:bodyPr wrap="none">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ct val="0"/>
                </a:spcBef>
                <a:spcAft>
                  <a:spcPts val="590"/>
                </a:spcAft>
                <a:buSzPct val="80000"/>
                <a:buNone/>
              </a:pPr>
              <a:r>
                <a:rPr lang="en-US" altLang="zh-CN" sz="2400" dirty="0">
                  <a:solidFill>
                    <a:schemeClr val="tx2"/>
                  </a:solidFill>
                  <a:ea typeface="宋体" pitchFamily="2" charset="-122"/>
                </a:rPr>
                <a:t>a[7]</a:t>
              </a:r>
              <a:endParaRPr lang="en-US" altLang="zh-CN" sz="2400" dirty="0">
                <a:solidFill>
                  <a:schemeClr val="tx2"/>
                </a:solidFill>
                <a:ea typeface="宋体" pitchFamily="2" charset="-122"/>
              </a:endParaRPr>
            </a:p>
          </p:txBody>
        </p:sp>
        <p:pic>
          <p:nvPicPr>
            <p:cNvPr id="18451" name="Picture 21" descr="closedoor"/>
            <p:cNvPicPr>
              <a:picLocks noChangeAspect="1"/>
            </p:cNvPicPr>
            <p:nvPr/>
          </p:nvPicPr>
          <p:blipFill>
            <a:blip r:embed="rId1"/>
            <a:stretch>
              <a:fillRect/>
            </a:stretch>
          </p:blipFill>
          <p:spPr>
            <a:xfrm>
              <a:off x="4064" y="2469"/>
              <a:ext cx="461" cy="603"/>
            </a:xfrm>
            <a:prstGeom prst="rect">
              <a:avLst/>
            </a:prstGeom>
            <a:noFill/>
            <a:ln w="9525">
              <a:noFill/>
            </a:ln>
          </p:spPr>
        </p:pic>
      </p:grpSp>
      <p:grpSp>
        <p:nvGrpSpPr>
          <p:cNvPr id="5" name="Group 23"/>
          <p:cNvGrpSpPr/>
          <p:nvPr/>
        </p:nvGrpSpPr>
        <p:grpSpPr>
          <a:xfrm>
            <a:off x="9067800" y="3300413"/>
            <a:ext cx="1592263" cy="733425"/>
            <a:chOff x="2496" y="3356"/>
            <a:chExt cx="1021" cy="664"/>
          </a:xfrm>
        </p:grpSpPr>
        <p:sp>
          <p:nvSpPr>
            <p:cNvPr id="18448" name="Text Box 24"/>
            <p:cNvSpPr txBox="1"/>
            <p:nvPr/>
          </p:nvSpPr>
          <p:spPr>
            <a:xfrm>
              <a:off x="2496" y="3356"/>
              <a:ext cx="497" cy="383"/>
            </a:xfrm>
            <a:prstGeom prst="rect">
              <a:avLst/>
            </a:prstGeom>
            <a:noFill/>
            <a:ln w="9525">
              <a:noFill/>
            </a:ln>
          </p:spPr>
          <p:txBody>
            <a:bodyPr wrap="none">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ct val="0"/>
                </a:spcBef>
                <a:spcAft>
                  <a:spcPts val="590"/>
                </a:spcAft>
                <a:buSzPct val="80000"/>
                <a:buNone/>
              </a:pPr>
              <a:r>
                <a:rPr lang="en-US" altLang="zh-CN" sz="2400" dirty="0">
                  <a:solidFill>
                    <a:schemeClr val="tx2"/>
                  </a:solidFill>
                  <a:ea typeface="宋体" pitchFamily="2" charset="-122"/>
                </a:rPr>
                <a:t> a[1]</a:t>
              </a:r>
              <a:endParaRPr lang="en-US" altLang="zh-CN" sz="2400" dirty="0">
                <a:solidFill>
                  <a:schemeClr val="tx2"/>
                </a:solidFill>
                <a:ea typeface="宋体" pitchFamily="2" charset="-122"/>
              </a:endParaRPr>
            </a:p>
          </p:txBody>
        </p:sp>
        <p:pic>
          <p:nvPicPr>
            <p:cNvPr id="18449" name="Picture 26" descr="closedoor"/>
            <p:cNvPicPr>
              <a:picLocks noChangeAspect="1"/>
            </p:cNvPicPr>
            <p:nvPr/>
          </p:nvPicPr>
          <p:blipFill>
            <a:blip r:embed="rId1"/>
            <a:stretch>
              <a:fillRect/>
            </a:stretch>
          </p:blipFill>
          <p:spPr>
            <a:xfrm>
              <a:off x="3056" y="3417"/>
              <a:ext cx="461" cy="603"/>
            </a:xfrm>
            <a:prstGeom prst="rect">
              <a:avLst/>
            </a:prstGeom>
            <a:noFill/>
            <a:ln w="9525">
              <a:noFill/>
            </a:ln>
          </p:spPr>
        </p:pic>
      </p:grpSp>
      <p:grpSp>
        <p:nvGrpSpPr>
          <p:cNvPr id="6" name="Group 28"/>
          <p:cNvGrpSpPr/>
          <p:nvPr/>
        </p:nvGrpSpPr>
        <p:grpSpPr>
          <a:xfrm>
            <a:off x="9123363" y="2663825"/>
            <a:ext cx="1541462" cy="665163"/>
            <a:chOff x="2096" y="3669"/>
            <a:chExt cx="989" cy="603"/>
          </a:xfrm>
        </p:grpSpPr>
        <p:sp>
          <p:nvSpPr>
            <p:cNvPr id="18446" name="Text Box 29"/>
            <p:cNvSpPr txBox="1"/>
            <p:nvPr/>
          </p:nvSpPr>
          <p:spPr>
            <a:xfrm>
              <a:off x="2096" y="3750"/>
              <a:ext cx="443" cy="384"/>
            </a:xfrm>
            <a:prstGeom prst="rect">
              <a:avLst/>
            </a:prstGeom>
            <a:noFill/>
            <a:ln w="9525">
              <a:noFill/>
            </a:ln>
          </p:spPr>
          <p:txBody>
            <a:bodyPr wrap="none">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ct val="0"/>
                </a:spcBef>
                <a:spcAft>
                  <a:spcPts val="590"/>
                </a:spcAft>
                <a:buSzPct val="80000"/>
                <a:buNone/>
              </a:pPr>
              <a:r>
                <a:rPr lang="en-US" altLang="zh-CN" sz="2400" dirty="0">
                  <a:solidFill>
                    <a:schemeClr val="tx2"/>
                  </a:solidFill>
                  <a:ea typeface="宋体" pitchFamily="2" charset="-122"/>
                </a:rPr>
                <a:t>a[0]</a:t>
              </a:r>
              <a:endParaRPr lang="en-US" altLang="zh-CN" sz="2400" dirty="0">
                <a:solidFill>
                  <a:schemeClr val="tx2"/>
                </a:solidFill>
                <a:ea typeface="宋体" pitchFamily="2" charset="-122"/>
              </a:endParaRPr>
            </a:p>
          </p:txBody>
        </p:sp>
        <p:pic>
          <p:nvPicPr>
            <p:cNvPr id="18447" name="Picture 31" descr="closedoor"/>
            <p:cNvPicPr>
              <a:picLocks noChangeAspect="1"/>
            </p:cNvPicPr>
            <p:nvPr/>
          </p:nvPicPr>
          <p:blipFill>
            <a:blip r:embed="rId1"/>
            <a:stretch>
              <a:fillRect/>
            </a:stretch>
          </p:blipFill>
          <p:spPr>
            <a:xfrm>
              <a:off x="2624" y="3669"/>
              <a:ext cx="461" cy="603"/>
            </a:xfrm>
            <a:prstGeom prst="rect">
              <a:avLst/>
            </a:prstGeom>
            <a:noFill/>
            <a:ln w="9525">
              <a:noFill/>
            </a:ln>
          </p:spPr>
        </p:pic>
      </p:grpSp>
      <p:sp>
        <p:nvSpPr>
          <p:cNvPr id="177185" name="Text Box 33"/>
          <p:cNvSpPr txBox="1"/>
          <p:nvPr/>
        </p:nvSpPr>
        <p:spPr>
          <a:xfrm>
            <a:off x="9912350" y="3616325"/>
            <a:ext cx="741363" cy="700088"/>
          </a:xfrm>
          <a:prstGeom prst="rect">
            <a:avLst/>
          </a:prstGeom>
          <a:noFill/>
          <a:ln w="9525">
            <a:noFill/>
          </a:ln>
        </p:spPr>
        <p:txBody>
          <a:bodyPr wrap="none">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ct val="0"/>
              </a:spcBef>
              <a:spcAft>
                <a:spcPts val="590"/>
              </a:spcAft>
              <a:buSzPct val="80000"/>
              <a:buNone/>
            </a:pPr>
            <a:r>
              <a:rPr lang="en-US" altLang="zh-CN" sz="4400" dirty="0">
                <a:ea typeface="宋体" pitchFamily="2" charset="-122"/>
              </a:rPr>
              <a:t>…</a:t>
            </a:r>
            <a:endParaRPr lang="en-US" altLang="zh-CN" sz="4400" dirty="0">
              <a:ea typeface="宋体" pitchFamily="2" charset="-122"/>
            </a:endParaRPr>
          </a:p>
        </p:txBody>
      </p:sp>
      <p:sp>
        <p:nvSpPr>
          <p:cNvPr id="322596" name="Rectangle 3"/>
          <p:cNvSpPr>
            <a:spLocks noChangeArrowheads="1"/>
          </p:cNvSpPr>
          <p:nvPr/>
        </p:nvSpPr>
        <p:spPr bwMode="auto">
          <a:xfrm>
            <a:off x="1416050" y="1916113"/>
            <a:ext cx="7835900" cy="4608513"/>
          </a:xfrm>
          <a:prstGeom prst="rect">
            <a:avLst/>
          </a:prstGeom>
          <a:noFill/>
          <a:ln w="9525">
            <a:noFill/>
            <a:miter lim="800000"/>
          </a:ln>
          <a:effectLst/>
        </p:spPr>
        <p:txBody>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374650" lvl="0" indent="-374650" eaLnBrk="1">
              <a:lnSpc>
                <a:spcPct val="125000"/>
              </a:lnSpc>
              <a:spcBef>
                <a:spcPct val="20000"/>
              </a:spcBef>
              <a:buClr>
                <a:srgbClr val="FFCC66"/>
              </a:buClr>
              <a:buSzPct val="80000"/>
              <a:buFont typeface="Monotype Sorts"/>
              <a:buNone/>
            </a:pPr>
            <a:r>
              <a:rPr lang="en-US" altLang="zh-CN" sz="2800" b="1" dirty="0">
                <a:solidFill>
                  <a:srgbClr val="0000FF"/>
                </a:solidFill>
                <a:effectLst>
                  <a:outerShdw blurRad="38100" dist="38100" dir="2700000">
                    <a:srgbClr val="000000"/>
                  </a:outerShdw>
                </a:effectLst>
                <a:latin typeface="Courier New" panose="02070409020205090404" pitchFamily="49" charset="0"/>
                <a:ea typeface="宋体" pitchFamily="2" charset="-122"/>
              </a:rPr>
              <a:t>          int</a:t>
            </a:r>
            <a:r>
              <a:rPr lang="en-US" altLang="zh-CN" sz="2800" b="1" dirty="0">
                <a:solidFill>
                  <a:srgbClr val="000000"/>
                </a:solidFill>
                <a:effectLst>
                  <a:outerShdw blurRad="38100" dist="38100" dir="2700000">
                    <a:srgbClr val="FFFFFF"/>
                  </a:outerShdw>
                </a:effectLst>
                <a:latin typeface="Courier New" panose="02070409020205090404" pitchFamily="49" charset="0"/>
                <a:ea typeface="宋体" pitchFamily="2" charset="-122"/>
              </a:rPr>
              <a:t> a[10];</a:t>
            </a:r>
            <a:endParaRPr lang="en-US" altLang="zh-CN" sz="2800" b="1" dirty="0">
              <a:solidFill>
                <a:srgbClr val="000000"/>
              </a:solidFill>
              <a:effectLst>
                <a:outerShdw blurRad="38100" dist="38100" dir="2700000">
                  <a:srgbClr val="FFFFFF"/>
                </a:outerShdw>
              </a:effectLst>
              <a:latin typeface="Courier New" panose="02070409020205090404" pitchFamily="49" charset="0"/>
              <a:ea typeface="宋体" pitchFamily="2" charset="-122"/>
            </a:endParaRPr>
          </a:p>
          <a:p>
            <a:pPr marL="374650" lvl="0" indent="-374650" algn="ctr" eaLnBrk="1">
              <a:lnSpc>
                <a:spcPct val="125000"/>
              </a:lnSpc>
              <a:spcBef>
                <a:spcPct val="20000"/>
              </a:spcBef>
              <a:spcAft>
                <a:spcPts val="590"/>
              </a:spcAft>
              <a:buClr>
                <a:srgbClr val="FFCC66"/>
              </a:buClr>
              <a:buSzPct val="80000"/>
              <a:buFont typeface="Monotype Sorts"/>
              <a:buNone/>
            </a:pPr>
            <a:endParaRPr lang="en-US" altLang="zh-CN" sz="2800" dirty="0">
              <a:solidFill>
                <a:srgbClr val="000000"/>
              </a:solidFill>
              <a:effectLst>
                <a:outerShdw blurRad="38100" dist="38100" dir="2700000">
                  <a:srgbClr val="FFFFFF"/>
                </a:outerShdw>
              </a:effectLst>
              <a:latin typeface="Courier New" panose="02070409020205090404" pitchFamily="49" charset="0"/>
              <a:ea typeface="宋体" pitchFamily="2" charset="-122"/>
            </a:endParaRPr>
          </a:p>
          <a:p>
            <a:pPr marL="374650" lvl="0" indent="-374650" eaLnBrk="1">
              <a:lnSpc>
                <a:spcPct val="150000"/>
              </a:lnSpc>
              <a:spcBef>
                <a:spcPts val="600"/>
              </a:spcBef>
              <a:spcAft>
                <a:spcPts val="590"/>
              </a:spcAft>
              <a:buClrTx/>
            </a:pPr>
            <a:r>
              <a:rPr lang="zh-CN" altLang="en-US" sz="2800" dirty="0">
                <a:solidFill>
                  <a:srgbClr val="000066"/>
                </a:solidFill>
                <a:latin typeface="黑体" panose="02010609060101010101" pitchFamily="49" charset="-122"/>
                <a:cs typeface="Courier New" panose="02070409020205090404" pitchFamily="49" charset="0"/>
              </a:rPr>
              <a:t>定义一个有</a:t>
            </a:r>
            <a:r>
              <a:rPr lang="en-US" altLang="zh-CN" sz="2800" dirty="0">
                <a:solidFill>
                  <a:srgbClr val="000000"/>
                </a:solidFill>
                <a:cs typeface="Arial" panose="020B0604020202090204" pitchFamily="34" charset="0"/>
              </a:rPr>
              <a:t>10</a:t>
            </a:r>
            <a:r>
              <a:rPr lang="zh-CN" altLang="en-US" sz="2800" dirty="0">
                <a:solidFill>
                  <a:srgbClr val="000066"/>
                </a:solidFill>
                <a:latin typeface="黑体" panose="02010609060101010101" pitchFamily="49" charset="-122"/>
                <a:cs typeface="Courier New" panose="02070409020205090404" pitchFamily="49" charset="0"/>
              </a:rPr>
              <a:t>个</a:t>
            </a:r>
            <a:r>
              <a:rPr lang="en-US" altLang="zh-CN" sz="2800" b="1" dirty="0">
                <a:solidFill>
                  <a:srgbClr val="0000FF"/>
                </a:solidFill>
                <a:latin typeface="Courier New" panose="02070409020205090404" pitchFamily="49" charset="0"/>
                <a:ea typeface="华文仿宋" panose="02010600040101010101" pitchFamily="2" charset="-122"/>
              </a:rPr>
              <a:t>int</a:t>
            </a:r>
            <a:r>
              <a:rPr lang="zh-CN" altLang="en-US" sz="2800" dirty="0">
                <a:solidFill>
                  <a:srgbClr val="000066"/>
                </a:solidFill>
                <a:latin typeface="黑体" panose="02010609060101010101" pitchFamily="49" charset="-122"/>
                <a:cs typeface="Courier New" panose="02070409020205090404" pitchFamily="49" charset="0"/>
              </a:rPr>
              <a:t>型元素的一维数组</a:t>
            </a:r>
            <a:endParaRPr lang="en-US" altLang="zh-CN" sz="2800" dirty="0">
              <a:solidFill>
                <a:srgbClr val="000000"/>
              </a:solidFill>
              <a:latin typeface="黑体" panose="02010609060101010101" pitchFamily="49" charset="-122"/>
              <a:cs typeface="Courier New" panose="02070409020205090404" pitchFamily="49" charset="0"/>
            </a:endParaRPr>
          </a:p>
          <a:p>
            <a:pPr marL="850900" lvl="1" indent="-285750" eaLnBrk="1">
              <a:lnSpc>
                <a:spcPct val="120000"/>
              </a:lnSpc>
              <a:spcBef>
                <a:spcPts val="600"/>
              </a:spcBef>
              <a:buClr>
                <a:srgbClr val="FFCC66"/>
              </a:buClr>
              <a:buSzPct val="115000"/>
              <a:buFontTx/>
              <a:buChar char="–"/>
            </a:pPr>
            <a:r>
              <a:rPr lang="zh-CN" altLang="en-US" sz="2400" dirty="0">
                <a:latin typeface="黑体" panose="02010609060101010101" pitchFamily="49" charset="-122"/>
                <a:cs typeface="Arial" panose="020B0604020202090204" pitchFamily="34" charset="0"/>
              </a:rPr>
              <a:t>系统分配连续的</a:t>
            </a:r>
            <a:r>
              <a:rPr lang="en-US" altLang="zh-CN" sz="2400" dirty="0">
                <a:solidFill>
                  <a:schemeClr val="tx1"/>
                </a:solidFill>
              </a:rPr>
              <a:t>10</a:t>
            </a:r>
            <a:r>
              <a:rPr lang="zh-CN" altLang="en-US" sz="2400" dirty="0">
                <a:latin typeface="黑体" panose="02010609060101010101" pitchFamily="49" charset="-122"/>
              </a:rPr>
              <a:t>个</a:t>
            </a:r>
            <a:r>
              <a:rPr lang="en-US" altLang="zh-CN" sz="2400" b="1" dirty="0">
                <a:solidFill>
                  <a:srgbClr val="0000FF"/>
                </a:solidFill>
                <a:latin typeface="Courier New" panose="02070409020205090404" pitchFamily="49" charset="0"/>
                <a:ea typeface="宋体" pitchFamily="2" charset="-122"/>
              </a:rPr>
              <a:t>int</a:t>
            </a:r>
            <a:r>
              <a:rPr lang="zh-CN" altLang="en-US" sz="2400" dirty="0">
                <a:latin typeface="黑体" panose="02010609060101010101" pitchFamily="49" charset="-122"/>
              </a:rPr>
              <a:t>型存储空间给此数组</a:t>
            </a:r>
            <a:endParaRPr lang="en-US" altLang="zh-CN" sz="2400" dirty="0">
              <a:latin typeface="黑体" panose="02010609060101010101" pitchFamily="49" charset="-122"/>
            </a:endParaRPr>
          </a:p>
          <a:p>
            <a:pPr marL="374650" lvl="0" indent="-374650" eaLnBrk="1">
              <a:lnSpc>
                <a:spcPct val="120000"/>
              </a:lnSpc>
              <a:spcBef>
                <a:spcPts val="600"/>
              </a:spcBef>
              <a:spcAft>
                <a:spcPts val="590"/>
              </a:spcAft>
              <a:buClrTx/>
            </a:pPr>
            <a:r>
              <a:rPr lang="zh-CN" altLang="en-US" sz="2800" dirty="0">
                <a:latin typeface="黑体" panose="02010609060101010101" pitchFamily="49" charset="-122"/>
              </a:rPr>
              <a:t>为什么数组下标从</a:t>
            </a:r>
            <a:r>
              <a:rPr lang="en-US" altLang="zh-CN" sz="2800" dirty="0"/>
              <a:t>0</a:t>
            </a:r>
            <a:r>
              <a:rPr lang="zh-CN" altLang="en-US" sz="2800" dirty="0">
                <a:latin typeface="黑体" panose="02010609060101010101" pitchFamily="49" charset="-122"/>
              </a:rPr>
              <a:t>开始？</a:t>
            </a:r>
            <a:endParaRPr lang="en-US" altLang="zh-CN" sz="2800" dirty="0">
              <a:solidFill>
                <a:srgbClr val="000000"/>
              </a:solidFill>
              <a:latin typeface="黑体" panose="02010609060101010101" pitchFamily="49" charset="-122"/>
              <a:ea typeface="宋体" pitchFamily="2" charset="-122"/>
            </a:endParaRPr>
          </a:p>
          <a:p>
            <a:pPr marL="850900" lvl="1" indent="-285750" eaLnBrk="1">
              <a:lnSpc>
                <a:spcPct val="120000"/>
              </a:lnSpc>
              <a:spcBef>
                <a:spcPts val="600"/>
              </a:spcBef>
              <a:buClr>
                <a:srgbClr val="FFCC66"/>
              </a:buClr>
              <a:buSzPct val="115000"/>
              <a:buFontTx/>
              <a:buChar char="–"/>
            </a:pPr>
            <a:r>
              <a:rPr lang="zh-CN" altLang="en-US" sz="2400" dirty="0">
                <a:latin typeface="黑体" panose="02010609060101010101" pitchFamily="49" charset="-122"/>
              </a:rPr>
              <a:t>使编译器简化，且运算速度少量提高</a:t>
            </a:r>
            <a:endParaRPr lang="en-US" altLang="zh-CN" sz="2400" dirty="0">
              <a:latin typeface="黑体" panose="02010609060101010101" pitchFamily="49" charset="-122"/>
            </a:endParaRPr>
          </a:p>
          <a:p>
            <a:pPr marL="374650" lvl="0" indent="-374650" eaLnBrk="1">
              <a:lnSpc>
                <a:spcPct val="120000"/>
              </a:lnSpc>
              <a:spcBef>
                <a:spcPts val="600"/>
              </a:spcBef>
              <a:spcAft>
                <a:spcPts val="590"/>
              </a:spcAft>
              <a:buClrTx/>
            </a:pPr>
            <a:r>
              <a:rPr lang="zh-CN" altLang="en-US" sz="2800" dirty="0">
                <a:latin typeface="黑体" panose="02010609060101010101" pitchFamily="49" charset="-122"/>
              </a:rPr>
              <a:t>如果希望下标从</a:t>
            </a:r>
            <a:r>
              <a:rPr lang="en-US" altLang="zh-CN" sz="2800" dirty="0"/>
              <a:t>1</a:t>
            </a:r>
            <a:r>
              <a:rPr lang="zh-CN" altLang="en-US" sz="2800" dirty="0"/>
              <a:t>到</a:t>
            </a:r>
            <a:r>
              <a:rPr lang="en-US" altLang="zh-CN" sz="2800" dirty="0"/>
              <a:t>10</a:t>
            </a:r>
            <a:r>
              <a:rPr lang="zh-CN" altLang="en-US" sz="2800" dirty="0"/>
              <a:t>而非从</a:t>
            </a:r>
            <a:r>
              <a:rPr lang="en-US" altLang="zh-CN" sz="2800" dirty="0"/>
              <a:t>0</a:t>
            </a:r>
            <a:r>
              <a:rPr lang="zh-CN" altLang="en-US" sz="2800" dirty="0"/>
              <a:t>到</a:t>
            </a:r>
            <a:r>
              <a:rPr lang="en-US" altLang="zh-CN" sz="2800" dirty="0"/>
              <a:t>9</a:t>
            </a:r>
            <a:r>
              <a:rPr lang="zh-CN" altLang="en-US" sz="2800" dirty="0">
                <a:latin typeface="黑体" panose="02010609060101010101" pitchFamily="49" charset="-122"/>
              </a:rPr>
              <a:t>，怎么办？</a:t>
            </a:r>
            <a:endParaRPr lang="en-US" altLang="zh-CN" sz="2800" dirty="0">
              <a:solidFill>
                <a:srgbClr val="000000"/>
              </a:solidFill>
              <a:latin typeface="黑体" panose="02010609060101010101" pitchFamily="49" charset="-122"/>
              <a:ea typeface="宋体" pitchFamily="2" charset="-122"/>
            </a:endParaRPr>
          </a:p>
        </p:txBody>
      </p:sp>
      <p:sp>
        <p:nvSpPr>
          <p:cNvPr id="322598" name="AutoShape 38"/>
          <p:cNvSpPr>
            <a:spLocks noChangeArrowheads="1"/>
          </p:cNvSpPr>
          <p:nvPr/>
        </p:nvSpPr>
        <p:spPr bwMode="auto">
          <a:xfrm>
            <a:off x="2428875" y="2563813"/>
            <a:ext cx="1795463" cy="793750"/>
          </a:xfrm>
          <a:prstGeom prst="cloudCallout">
            <a:avLst>
              <a:gd name="adj1" fmla="val 41288"/>
              <a:gd name="adj2" fmla="val -72118"/>
            </a:avLst>
          </a:prstGeom>
          <a:solidFill>
            <a:schemeClr val="bg2">
              <a:lumMod val="90000"/>
            </a:schemeClr>
          </a:solidFill>
          <a:ln w="9525">
            <a:solidFill>
              <a:srgbClr val="00B050"/>
            </a:solidFill>
            <a:round/>
          </a:ln>
        </p:spPr>
        <p:txBody>
          <a:bodyPr wrap="none" anchor="ctr"/>
          <a:lstStyle>
            <a:lvl1pPr>
              <a:lnSpc>
                <a:spcPct val="120000"/>
              </a:lnSpc>
              <a:spcBef>
                <a:spcPts val="600"/>
              </a:spcBef>
              <a:buClr>
                <a:schemeClr val="tx2"/>
              </a:buClr>
              <a:buSzPct val="50000"/>
              <a:buFont typeface="Wingdings" panose="05000000000000000000" pitchFamily="2" charset="2"/>
              <a:buChar char="n"/>
              <a:defRPr sz="3200">
                <a:solidFill>
                  <a:schemeClr val="tx1"/>
                </a:solidFill>
                <a:latin typeface="Franklin Gothic Book" pitchFamily="34" charset="0"/>
              </a:defRPr>
            </a:lvl1pPr>
            <a:lvl2pPr marL="742950" indent="-285750">
              <a:lnSpc>
                <a:spcPct val="120000"/>
              </a:lnSpc>
              <a:spcBef>
                <a:spcPts val="600"/>
              </a:spcBef>
              <a:buClr>
                <a:schemeClr val="tx2"/>
              </a:buClr>
              <a:buSzPct val="50000"/>
              <a:buFont typeface="Wingdings 2" panose="05020102010507070707" pitchFamily="18" charset="2"/>
              <a:buChar char="Þ"/>
              <a:defRPr sz="2800">
                <a:solidFill>
                  <a:srgbClr val="333399"/>
                </a:solidFill>
                <a:latin typeface="Times New Roman" panose="02020503050405090304" pitchFamily="18" charset="0"/>
                <a:cs typeface="Times New Roman" panose="02020503050405090304" pitchFamily="18" charset="0"/>
              </a:defRPr>
            </a:lvl2pPr>
            <a:lvl3pPr marL="1143000" indent="-228600">
              <a:lnSpc>
                <a:spcPct val="120000"/>
              </a:lnSpc>
              <a:spcBef>
                <a:spcPts val="600"/>
              </a:spcBef>
              <a:buClr>
                <a:schemeClr val="tx2"/>
              </a:buClr>
              <a:buSzPct val="50000"/>
              <a:buFont typeface="Wingdings 2" panose="05020102010507070707" pitchFamily="18" charset="2"/>
              <a:buChar char=""/>
              <a:defRPr sz="2400">
                <a:solidFill>
                  <a:srgbClr val="3333CC"/>
                </a:solidFill>
                <a:latin typeface="Times New Roman" panose="02020503050405090304" pitchFamily="18" charset="0"/>
                <a:cs typeface="Times New Roman" panose="02020503050405090304" pitchFamily="18" charset="0"/>
              </a:defRPr>
            </a:lvl3pPr>
            <a:lvl4pPr marL="1600200" indent="-228600">
              <a:lnSpc>
                <a:spcPct val="120000"/>
              </a:lnSpc>
              <a:spcBef>
                <a:spcPts val="600"/>
              </a:spcBef>
              <a:buClr>
                <a:schemeClr val="tx2"/>
              </a:buClr>
              <a:buSzPct val="50000"/>
              <a:buFont typeface="Wingdings 2" panose="05020102010507070707" pitchFamily="18" charset="2"/>
              <a:buChar char=""/>
              <a:defRPr sz="2000">
                <a:solidFill>
                  <a:schemeClr val="tx1"/>
                </a:solidFill>
                <a:latin typeface="Times New Roman" panose="02020503050405090304" pitchFamily="18" charset="0"/>
                <a:cs typeface="Times New Roman" panose="02020503050405090304" pitchFamily="18" charset="0"/>
              </a:defRPr>
            </a:lvl4pPr>
            <a:lvl5pPr marL="2057400" indent="-228600">
              <a:lnSpc>
                <a:spcPct val="120000"/>
              </a:lnSpc>
              <a:spcBef>
                <a:spcPts val="600"/>
              </a:spcBef>
              <a:buClr>
                <a:schemeClr val="tx2"/>
              </a:buClr>
              <a:buSzPct val="50000"/>
              <a:buFont typeface="Wingdings 2" panose="05020102010507070707" pitchFamily="18" charset="2"/>
              <a:buChar char=""/>
              <a:defRPr sz="2000">
                <a:solidFill>
                  <a:schemeClr val="tx1"/>
                </a:solidFill>
                <a:latin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18" charset="2"/>
              <a:buChar char=""/>
              <a:defRPr sz="2000">
                <a:solidFill>
                  <a:schemeClr val="tx1"/>
                </a:solidFill>
                <a:latin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18" charset="2"/>
              <a:buChar char=""/>
              <a:defRPr sz="2000">
                <a:solidFill>
                  <a:schemeClr val="tx1"/>
                </a:solidFill>
                <a:latin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18" charset="2"/>
              <a:buChar char=""/>
              <a:defRPr sz="2000">
                <a:solidFill>
                  <a:schemeClr val="tx1"/>
                </a:solidFill>
                <a:latin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18" charset="2"/>
              <a:buChar char=""/>
              <a:defRPr sz="2000">
                <a:solidFill>
                  <a:schemeClr val="tx1"/>
                </a:solidFill>
                <a:latin typeface="Times New Roman" panose="02020503050405090304" pitchFamily="18" charset="0"/>
                <a:cs typeface="Times New Roman" panose="02020503050405090304" pitchFamily="18" charset="0"/>
              </a:defRPr>
            </a:lvl9pPr>
          </a:lstStyle>
          <a:p>
            <a:pPr marL="0" marR="0" lvl="0" indent="0" algn="ctr" defTabSz="914400" rtl="0" eaLnBrk="1" fontAlgn="base" latinLnBrk="0" hangingPunct="1">
              <a:lnSpc>
                <a:spcPct val="90000"/>
              </a:lnSpc>
              <a:spcBef>
                <a:spcPct val="0"/>
              </a:spcBef>
              <a:spcAft>
                <a:spcPts val="590"/>
              </a:spcAft>
              <a:buClr>
                <a:schemeClr val="tx2"/>
              </a:buClr>
              <a:buSzPct val="80000"/>
              <a:buFont typeface="Wingdings" panose="05000000000000000000" pitchFamily="2" charset="2"/>
              <a:buNone/>
              <a:defRPr/>
            </a:pPr>
            <a:r>
              <a:rPr kumimoji="1" lang="zh-CN" altLang="en-US" sz="2400" b="0" i="0" u="none" strike="noStrike" kern="1200" cap="none" spc="0" normalizeH="0" baseline="0" noProof="0">
                <a:ln>
                  <a:noFill/>
                </a:ln>
                <a:solidFill>
                  <a:srgbClr val="333399"/>
                </a:solidFill>
                <a:effectLst/>
                <a:uLnTx/>
                <a:uFillTx/>
                <a:latin typeface="黑体" panose="02010609060101010101" pitchFamily="49" charset="-122"/>
                <a:ea typeface="黑体" panose="02010609060101010101" pitchFamily="49" charset="-122"/>
                <a:cs typeface="+mn-cs"/>
              </a:rPr>
              <a:t>数据类型</a:t>
            </a:r>
            <a:endParaRPr kumimoji="1" lang="zh-CN" altLang="en-US" sz="2400" b="0" i="0" u="none" strike="noStrike" kern="1200" cap="none" spc="0" normalizeH="0" baseline="0" noProof="0">
              <a:ln>
                <a:noFill/>
              </a:ln>
              <a:solidFill>
                <a:srgbClr val="333399"/>
              </a:solidFill>
              <a:effectLst/>
              <a:uLnTx/>
              <a:uFillTx/>
              <a:latin typeface="黑体" panose="02010609060101010101" pitchFamily="49" charset="-122"/>
              <a:ea typeface="黑体" panose="02010609060101010101" pitchFamily="49" charset="-122"/>
              <a:cs typeface="+mn-cs"/>
            </a:endParaRPr>
          </a:p>
        </p:txBody>
      </p:sp>
      <p:sp>
        <p:nvSpPr>
          <p:cNvPr id="322600" name="AutoShape 40"/>
          <p:cNvSpPr>
            <a:spLocks noChangeArrowheads="1"/>
          </p:cNvSpPr>
          <p:nvPr/>
        </p:nvSpPr>
        <p:spPr bwMode="auto">
          <a:xfrm>
            <a:off x="4440238" y="2563813"/>
            <a:ext cx="3173413" cy="792163"/>
          </a:xfrm>
          <a:prstGeom prst="cloudCallout">
            <a:avLst>
              <a:gd name="adj1" fmla="val -23935"/>
              <a:gd name="adj2" fmla="val -79434"/>
            </a:avLst>
          </a:prstGeom>
          <a:solidFill>
            <a:schemeClr val="bg2">
              <a:lumMod val="90000"/>
            </a:schemeClr>
          </a:solidFill>
          <a:ln w="9525">
            <a:solidFill>
              <a:srgbClr val="00B050"/>
            </a:solidFill>
            <a:round/>
          </a:ln>
        </p:spPr>
        <p:txBody>
          <a:bodyPr wrap="none" anchor="ctr"/>
          <a:lstStyle/>
          <a:p>
            <a:pPr marL="0" marR="0" lvl="0" indent="0" algn="ctr" defTabSz="914400" rtl="0" eaLnBrk="1" fontAlgn="base" latinLnBrk="0" hangingPunct="1">
              <a:lnSpc>
                <a:spcPct val="90000"/>
              </a:lnSpc>
              <a:spcBef>
                <a:spcPct val="0"/>
              </a:spcBef>
              <a:spcAft>
                <a:spcPts val="590"/>
              </a:spcAft>
              <a:buClr>
                <a:schemeClr val="tx2"/>
              </a:buClr>
              <a:buSzPct val="80000"/>
              <a:buFont typeface="Wingdings" panose="05000000000000000000" pitchFamily="2" charset="2"/>
              <a:buNone/>
              <a:defRPr/>
            </a:pPr>
            <a:r>
              <a:rPr kumimoji="1" lang="zh-CN" altLang="en-US" sz="2400" b="0" i="0" u="none" strike="noStrike" kern="1200" cap="none" spc="0" normalizeH="0" baseline="0" noProof="0" dirty="0">
                <a:ln>
                  <a:noFill/>
                </a:ln>
                <a:solidFill>
                  <a:srgbClr val="333399"/>
                </a:solidFill>
                <a:effectLst/>
                <a:uLnTx/>
                <a:uFillTx/>
                <a:latin typeface="黑体" panose="02010609060101010101" pitchFamily="49" charset="-122"/>
                <a:ea typeface="黑体" panose="02010609060101010101" pitchFamily="49" charset="-122"/>
                <a:cs typeface="+mn-cs"/>
              </a:rPr>
              <a:t>代表元素个数</a:t>
            </a:r>
            <a:endParaRPr kumimoji="1" lang="en-US" altLang="zh-CN" sz="2400" b="0" i="0" u="none" strike="noStrike" kern="1200" cap="none" spc="0" normalizeH="0" baseline="0" noProof="0" dirty="0">
              <a:ln>
                <a:noFill/>
              </a:ln>
              <a:solidFill>
                <a:srgbClr val="333399"/>
              </a:solidFill>
              <a:effectLst/>
              <a:uLnTx/>
              <a:uFillTx/>
              <a:latin typeface="黑体" panose="02010609060101010101" pitchFamily="49" charset="-122"/>
              <a:ea typeface="黑体" panose="02010609060101010101" pitchFamily="49" charset="-122"/>
              <a:cs typeface="+mn-cs"/>
            </a:endParaRPr>
          </a:p>
        </p:txBody>
      </p:sp>
      <p:sp>
        <p:nvSpPr>
          <p:cNvPr id="33" name="AutoShape 40"/>
          <p:cNvSpPr>
            <a:spLocks noChangeArrowheads="1"/>
          </p:cNvSpPr>
          <p:nvPr/>
        </p:nvSpPr>
        <p:spPr bwMode="auto">
          <a:xfrm>
            <a:off x="7412038" y="1279525"/>
            <a:ext cx="3405188" cy="1285875"/>
          </a:xfrm>
          <a:prstGeom prst="cloudCallout">
            <a:avLst>
              <a:gd name="adj1" fmla="val 12306"/>
              <a:gd name="adj2" fmla="val 66852"/>
            </a:avLst>
          </a:prstGeom>
          <a:solidFill>
            <a:schemeClr val="bg2">
              <a:lumMod val="90000"/>
            </a:schemeClr>
          </a:solidFill>
          <a:ln w="9525">
            <a:solidFill>
              <a:srgbClr val="00B050"/>
            </a:solidFill>
            <a:round/>
          </a:ln>
        </p:spPr>
        <p:txBody>
          <a:bodyPr wrap="none" anchor="ctr"/>
          <a:lstStyle>
            <a:lvl1pPr>
              <a:lnSpc>
                <a:spcPct val="120000"/>
              </a:lnSpc>
              <a:spcBef>
                <a:spcPts val="600"/>
              </a:spcBef>
              <a:buClr>
                <a:schemeClr val="tx2"/>
              </a:buClr>
              <a:buSzPct val="50000"/>
              <a:buFont typeface="Wingdings" panose="05000000000000000000" pitchFamily="2" charset="2"/>
              <a:buChar char="n"/>
              <a:defRPr sz="3200">
                <a:solidFill>
                  <a:schemeClr val="tx1"/>
                </a:solidFill>
                <a:latin typeface="Franklin Gothic Book" pitchFamily="34" charset="0"/>
              </a:defRPr>
            </a:lvl1pPr>
            <a:lvl2pPr marL="742950" indent="-285750">
              <a:lnSpc>
                <a:spcPct val="120000"/>
              </a:lnSpc>
              <a:spcBef>
                <a:spcPts val="600"/>
              </a:spcBef>
              <a:buClr>
                <a:schemeClr val="tx2"/>
              </a:buClr>
              <a:buSzPct val="50000"/>
              <a:buFont typeface="Wingdings 2" panose="05020102010507070707" pitchFamily="18" charset="2"/>
              <a:buChar char="Þ"/>
              <a:defRPr sz="2800">
                <a:solidFill>
                  <a:srgbClr val="333399"/>
                </a:solidFill>
                <a:latin typeface="Times New Roman" panose="02020503050405090304" pitchFamily="18" charset="0"/>
                <a:cs typeface="Times New Roman" panose="02020503050405090304" pitchFamily="18" charset="0"/>
              </a:defRPr>
            </a:lvl2pPr>
            <a:lvl3pPr marL="1143000" indent="-228600">
              <a:lnSpc>
                <a:spcPct val="120000"/>
              </a:lnSpc>
              <a:spcBef>
                <a:spcPts val="600"/>
              </a:spcBef>
              <a:buClr>
                <a:schemeClr val="tx2"/>
              </a:buClr>
              <a:buSzPct val="50000"/>
              <a:buFont typeface="Wingdings 2" panose="05020102010507070707" pitchFamily="18" charset="2"/>
              <a:buChar char=""/>
              <a:defRPr sz="2400">
                <a:solidFill>
                  <a:srgbClr val="3333CC"/>
                </a:solidFill>
                <a:latin typeface="Times New Roman" panose="02020503050405090304" pitchFamily="18" charset="0"/>
                <a:cs typeface="Times New Roman" panose="02020503050405090304" pitchFamily="18" charset="0"/>
              </a:defRPr>
            </a:lvl3pPr>
            <a:lvl4pPr marL="1600200" indent="-228600">
              <a:lnSpc>
                <a:spcPct val="120000"/>
              </a:lnSpc>
              <a:spcBef>
                <a:spcPts val="600"/>
              </a:spcBef>
              <a:buClr>
                <a:schemeClr val="tx2"/>
              </a:buClr>
              <a:buSzPct val="50000"/>
              <a:buFont typeface="Wingdings 2" panose="05020102010507070707" pitchFamily="18" charset="2"/>
              <a:buChar char=""/>
              <a:defRPr sz="2000">
                <a:solidFill>
                  <a:schemeClr val="tx1"/>
                </a:solidFill>
                <a:latin typeface="Times New Roman" panose="02020503050405090304" pitchFamily="18" charset="0"/>
                <a:cs typeface="Times New Roman" panose="02020503050405090304" pitchFamily="18" charset="0"/>
              </a:defRPr>
            </a:lvl4pPr>
            <a:lvl5pPr marL="2057400" indent="-228600">
              <a:lnSpc>
                <a:spcPct val="120000"/>
              </a:lnSpc>
              <a:spcBef>
                <a:spcPts val="600"/>
              </a:spcBef>
              <a:buClr>
                <a:schemeClr val="tx2"/>
              </a:buClr>
              <a:buSzPct val="50000"/>
              <a:buFont typeface="Wingdings 2" panose="05020102010507070707" pitchFamily="18" charset="2"/>
              <a:buChar char=""/>
              <a:defRPr sz="2000">
                <a:solidFill>
                  <a:schemeClr val="tx1"/>
                </a:solidFill>
                <a:latin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18" charset="2"/>
              <a:buChar char=""/>
              <a:defRPr sz="2000">
                <a:solidFill>
                  <a:schemeClr val="tx1"/>
                </a:solidFill>
                <a:latin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18" charset="2"/>
              <a:buChar char=""/>
              <a:defRPr sz="2000">
                <a:solidFill>
                  <a:schemeClr val="tx1"/>
                </a:solidFill>
                <a:latin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18" charset="2"/>
              <a:buChar char=""/>
              <a:defRPr sz="2000">
                <a:solidFill>
                  <a:schemeClr val="tx1"/>
                </a:solidFill>
                <a:latin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18" charset="2"/>
              <a:buChar char=""/>
              <a:defRPr sz="2000">
                <a:solidFill>
                  <a:schemeClr val="tx1"/>
                </a:solidFill>
                <a:latin typeface="Times New Roman" panose="02020503050405090304" pitchFamily="18" charset="0"/>
                <a:cs typeface="Times New Roman" panose="02020503050405090304" pitchFamily="18" charset="0"/>
              </a:defRPr>
            </a:lvl9pPr>
          </a:lstStyle>
          <a:p>
            <a:pPr marL="0" marR="0" lvl="0" indent="0" algn="ctr" defTabSz="914400" rtl="0" eaLnBrk="1" fontAlgn="base" latinLnBrk="0" hangingPunct="1">
              <a:lnSpc>
                <a:spcPct val="90000"/>
              </a:lnSpc>
              <a:spcBef>
                <a:spcPct val="0"/>
              </a:spcBef>
              <a:spcAft>
                <a:spcPts val="590"/>
              </a:spcAft>
              <a:buClr>
                <a:schemeClr val="tx2"/>
              </a:buClr>
              <a:buSzPct val="80000"/>
              <a:buFont typeface="Wingdings" panose="05000000000000000000" pitchFamily="2" charset="2"/>
              <a:buNone/>
              <a:defRPr/>
            </a:pPr>
            <a:r>
              <a:rPr kumimoji="1" lang="zh-CN" altLang="en-US" sz="2400" b="0" i="0" u="none" strike="noStrike" kern="1200" cap="none" spc="0" normalizeH="0" baseline="0" noProof="0">
                <a:ln>
                  <a:noFill/>
                </a:ln>
                <a:solidFill>
                  <a:srgbClr val="333399"/>
                </a:solidFill>
                <a:effectLst/>
                <a:uLnTx/>
                <a:uFillTx/>
                <a:latin typeface="黑体" panose="02010609060101010101" pitchFamily="49" charset="-122"/>
                <a:ea typeface="黑体" panose="02010609060101010101" pitchFamily="49" charset="-122"/>
                <a:cs typeface="+mn-cs"/>
              </a:rPr>
              <a:t>下标从</a:t>
            </a:r>
            <a:r>
              <a:rPr kumimoji="1" lang="en-US" altLang="zh-CN" sz="2400" b="0" i="0" u="none" strike="noStrike" kern="1200" cap="none" spc="0" normalizeH="0" baseline="0" noProof="0">
                <a:ln>
                  <a:noFill/>
                </a:ln>
                <a:solidFill>
                  <a:srgbClr val="333399"/>
                </a:solidFill>
                <a:effectLst/>
                <a:uLnTx/>
                <a:uFillTx/>
                <a:latin typeface="黑体" panose="02010609060101010101" pitchFamily="49" charset="-122"/>
                <a:ea typeface="黑体" panose="02010609060101010101" pitchFamily="49" charset="-122"/>
                <a:cs typeface="+mn-cs"/>
              </a:rPr>
              <a:t>0</a:t>
            </a:r>
            <a:r>
              <a:rPr kumimoji="1" lang="zh-CN" altLang="en-US" sz="2400" b="0" i="0" u="none" strike="noStrike" kern="1200" cap="none" spc="0" normalizeH="0" baseline="0" noProof="0">
                <a:ln>
                  <a:noFill/>
                </a:ln>
                <a:solidFill>
                  <a:srgbClr val="333399"/>
                </a:solidFill>
                <a:effectLst/>
                <a:uLnTx/>
                <a:uFillTx/>
                <a:latin typeface="黑体" panose="02010609060101010101" pitchFamily="49" charset="-122"/>
                <a:ea typeface="黑体" panose="02010609060101010101" pitchFamily="49" charset="-122"/>
                <a:cs typeface="+mn-cs"/>
              </a:rPr>
              <a:t>开始</a:t>
            </a:r>
            <a:endParaRPr kumimoji="1" lang="en-US" altLang="zh-CN" sz="2400" b="0" i="0" u="none" strike="noStrike" kern="1200" cap="none" spc="0" normalizeH="0" baseline="0" noProof="0">
              <a:ln>
                <a:noFill/>
              </a:ln>
              <a:solidFill>
                <a:srgbClr val="333399"/>
              </a:solidFill>
              <a:effectLst/>
              <a:uLnTx/>
              <a:uFillTx/>
              <a:latin typeface="黑体" panose="02010609060101010101" pitchFamily="49" charset="-122"/>
              <a:ea typeface="黑体" panose="02010609060101010101" pitchFamily="49" charset="-122"/>
              <a:cs typeface="+mn-cs"/>
            </a:endParaRPr>
          </a:p>
          <a:p>
            <a:pPr marL="0" marR="0" lvl="0" indent="0" algn="ctr" defTabSz="914400" rtl="0" eaLnBrk="1" fontAlgn="base" latinLnBrk="0" hangingPunct="1">
              <a:lnSpc>
                <a:spcPct val="90000"/>
              </a:lnSpc>
              <a:spcBef>
                <a:spcPct val="0"/>
              </a:spcBef>
              <a:spcAft>
                <a:spcPts val="590"/>
              </a:spcAft>
              <a:buClr>
                <a:schemeClr val="tx2"/>
              </a:buClr>
              <a:buSzPct val="80000"/>
              <a:buFont typeface="Wingdings" panose="05000000000000000000" pitchFamily="2" charset="2"/>
              <a:buNone/>
              <a:defRPr/>
            </a:pPr>
            <a:r>
              <a:rPr kumimoji="1" lang="zh-CN" altLang="en-US" sz="2400" b="0" i="0" u="none" strike="noStrike" kern="1200" cap="none" spc="0" normalizeH="0" baseline="0" noProof="0">
                <a:ln>
                  <a:noFill/>
                </a:ln>
                <a:solidFill>
                  <a:srgbClr val="333399"/>
                </a:solidFill>
                <a:effectLst/>
                <a:uLnTx/>
                <a:uFillTx/>
                <a:latin typeface="黑体" panose="02010609060101010101" pitchFamily="49" charset="-122"/>
                <a:ea typeface="黑体" panose="02010609060101010101" pitchFamily="49" charset="-122"/>
                <a:cs typeface="+mn-cs"/>
              </a:rPr>
              <a:t>数组名</a:t>
            </a:r>
            <a:r>
              <a:rPr kumimoji="1" lang="en-US" altLang="zh-CN" sz="2400" b="0" i="0" u="none" strike="noStrike" kern="1200" cap="none" spc="0" normalizeH="0" baseline="0" noProof="0">
                <a:ln>
                  <a:noFill/>
                </a:ln>
                <a:solidFill>
                  <a:srgbClr val="333399"/>
                </a:solidFill>
                <a:effectLst/>
                <a:uLnTx/>
                <a:uFillTx/>
                <a:latin typeface="黑体" panose="02010609060101010101" pitchFamily="49" charset="-122"/>
                <a:ea typeface="黑体" panose="02010609060101010101" pitchFamily="49" charset="-122"/>
                <a:cs typeface="+mn-cs"/>
              </a:rPr>
              <a:t>a</a:t>
            </a:r>
            <a:r>
              <a:rPr kumimoji="1" lang="zh-CN" altLang="en-US" sz="2400" b="0" i="0" u="none" strike="noStrike" kern="1200" cap="none" spc="0" normalizeH="0" baseline="0" noProof="0">
                <a:ln>
                  <a:noFill/>
                </a:ln>
                <a:solidFill>
                  <a:srgbClr val="333399"/>
                </a:solidFill>
                <a:effectLst/>
                <a:uLnTx/>
                <a:uFillTx/>
                <a:latin typeface="黑体" panose="02010609060101010101" pitchFamily="49" charset="-122"/>
                <a:ea typeface="黑体" panose="02010609060101010101" pitchFamily="49" charset="-122"/>
                <a:cs typeface="+mn-cs"/>
              </a:rPr>
              <a:t>代表首地址</a:t>
            </a:r>
            <a:endParaRPr kumimoji="1" lang="en-US" altLang="zh-CN" sz="2400" b="0" i="0" u="none" strike="noStrike" kern="1200" cap="none" spc="0" normalizeH="0" baseline="0" noProof="0">
              <a:ln>
                <a:noFill/>
              </a:ln>
              <a:solidFill>
                <a:srgbClr val="333399"/>
              </a:solidFill>
              <a:effectLst/>
              <a:uLnTx/>
              <a:uFillTx/>
              <a:latin typeface="黑体" panose="02010609060101010101" pitchFamily="49" charset="-122"/>
              <a:ea typeface="黑体" panose="02010609060101010101" pitchFamily="49"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322596">
                                            <p:txEl>
                                              <p:pRg st="0" end="0"/>
                                            </p:txEl>
                                          </p:spTgt>
                                        </p:tgtEl>
                                        <p:attrNameLst>
                                          <p:attrName>style.visibility</p:attrName>
                                        </p:attrNameLst>
                                      </p:cBhvr>
                                      <p:to>
                                        <p:strVal val="visible"/>
                                      </p:to>
                                    </p:set>
                                    <p:anim calcmode="lin" valueType="num">
                                      <p:cBhvr>
                                        <p:cTn id="7" dur="500" fill="hold"/>
                                        <p:tgtEl>
                                          <p:spTgt spid="322596">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322596">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322596">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22" presetClass="entr" presetSubtype="1" fill="hold" grpId="0" nodeType="clickEffect">
                                  <p:stCondLst>
                                    <p:cond delay="0"/>
                                  </p:stCondLst>
                                  <p:childTnLst>
                                    <p:set>
                                      <p:cBhvr>
                                        <p:cTn id="13" dur="1" fill="hold">
                                          <p:stCondLst>
                                            <p:cond delay="0"/>
                                          </p:stCondLst>
                                        </p:cTn>
                                        <p:tgtEl>
                                          <p:spTgt spid="322600"/>
                                        </p:tgtEl>
                                        <p:attrNameLst>
                                          <p:attrName>style.visibility</p:attrName>
                                        </p:attrNameLst>
                                      </p:cBhvr>
                                      <p:to>
                                        <p:strVal val="visible"/>
                                      </p:to>
                                    </p:set>
                                    <p:animEffect transition="in" filter="wipe(up)">
                                      <p:cBhvr>
                                        <p:cTn id="14" dur="500"/>
                                        <p:tgtEl>
                                          <p:spTgt spid="322600"/>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1" fill="hold" grpId="0" nodeType="clickEffect">
                                  <p:stCondLst>
                                    <p:cond delay="0"/>
                                  </p:stCondLst>
                                  <p:childTnLst>
                                    <p:set>
                                      <p:cBhvr>
                                        <p:cTn id="18" dur="1" fill="hold">
                                          <p:stCondLst>
                                            <p:cond delay="0"/>
                                          </p:stCondLst>
                                        </p:cTn>
                                        <p:tgtEl>
                                          <p:spTgt spid="322598"/>
                                        </p:tgtEl>
                                        <p:attrNameLst>
                                          <p:attrName>style.visibility</p:attrName>
                                        </p:attrNameLst>
                                      </p:cBhvr>
                                      <p:to>
                                        <p:strVal val="visible"/>
                                      </p:to>
                                    </p:set>
                                    <p:animEffect transition="in" filter="wipe(up)">
                                      <p:cBhvr>
                                        <p:cTn id="19" dur="500"/>
                                        <p:tgtEl>
                                          <p:spTgt spid="322598"/>
                                        </p:tgtEl>
                                      </p:cBhvr>
                                    </p:animEffect>
                                  </p:childTnLst>
                                </p:cTn>
                              </p:par>
                            </p:childTnLst>
                          </p:cTn>
                        </p:par>
                      </p:childTnLst>
                    </p:cTn>
                  </p:par>
                  <p:par>
                    <p:cTn id="20" fill="hold">
                      <p:stCondLst>
                        <p:cond delay="indefinite"/>
                      </p:stCondLst>
                      <p:childTnLst>
                        <p:par>
                          <p:cTn id="21" fill="hold">
                            <p:stCondLst>
                              <p:cond delay="0"/>
                            </p:stCondLst>
                            <p:childTnLst>
                              <p:par>
                                <p:cTn id="22" presetID="53" presetClass="entr" presetSubtype="16" fill="hold" nodeType="clickEffect">
                                  <p:stCondLst>
                                    <p:cond delay="0"/>
                                  </p:stCondLst>
                                  <p:childTnLst>
                                    <p:set>
                                      <p:cBhvr>
                                        <p:cTn id="23" dur="1" fill="hold">
                                          <p:stCondLst>
                                            <p:cond delay="0"/>
                                          </p:stCondLst>
                                        </p:cTn>
                                        <p:tgtEl>
                                          <p:spTgt spid="322596">
                                            <p:txEl>
                                              <p:pRg st="2" end="2"/>
                                            </p:txEl>
                                          </p:spTgt>
                                        </p:tgtEl>
                                        <p:attrNameLst>
                                          <p:attrName>style.visibility</p:attrName>
                                        </p:attrNameLst>
                                      </p:cBhvr>
                                      <p:to>
                                        <p:strVal val="visible"/>
                                      </p:to>
                                    </p:set>
                                    <p:anim calcmode="lin" valueType="num">
                                      <p:cBhvr>
                                        <p:cTn id="24" dur="500" fill="hold"/>
                                        <p:tgtEl>
                                          <p:spTgt spid="322596">
                                            <p:txEl>
                                              <p:pRg st="2" end="2"/>
                                            </p:txEl>
                                          </p:spTgt>
                                        </p:tgtEl>
                                        <p:attrNameLst>
                                          <p:attrName>ppt_w</p:attrName>
                                        </p:attrNameLst>
                                      </p:cBhvr>
                                      <p:tavLst>
                                        <p:tav tm="0">
                                          <p:val>
                                            <p:fltVal val="0"/>
                                          </p:val>
                                        </p:tav>
                                        <p:tav tm="100000">
                                          <p:val>
                                            <p:strVal val="#ppt_w"/>
                                          </p:val>
                                        </p:tav>
                                      </p:tavLst>
                                    </p:anim>
                                    <p:anim calcmode="lin" valueType="num">
                                      <p:cBhvr>
                                        <p:cTn id="25" dur="500" fill="hold"/>
                                        <p:tgtEl>
                                          <p:spTgt spid="322596">
                                            <p:txEl>
                                              <p:pRg st="2" end="2"/>
                                            </p:txEl>
                                          </p:spTgt>
                                        </p:tgtEl>
                                        <p:attrNameLst>
                                          <p:attrName>ppt_h</p:attrName>
                                        </p:attrNameLst>
                                      </p:cBhvr>
                                      <p:tavLst>
                                        <p:tav tm="0">
                                          <p:val>
                                            <p:fltVal val="0"/>
                                          </p:val>
                                        </p:tav>
                                        <p:tav tm="100000">
                                          <p:val>
                                            <p:strVal val="#ppt_h"/>
                                          </p:val>
                                        </p:tav>
                                      </p:tavLst>
                                    </p:anim>
                                    <p:animEffect transition="in" filter="fade">
                                      <p:cBhvr>
                                        <p:cTn id="26" dur="500"/>
                                        <p:tgtEl>
                                          <p:spTgt spid="322596">
                                            <p:txEl>
                                              <p:pRg st="2" end="2"/>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53" presetClass="entr" presetSubtype="16" fill="hold" nodeType="clickEffect">
                                  <p:stCondLst>
                                    <p:cond delay="0"/>
                                  </p:stCondLst>
                                  <p:childTnLst>
                                    <p:set>
                                      <p:cBhvr>
                                        <p:cTn id="30" dur="1" fill="hold">
                                          <p:stCondLst>
                                            <p:cond delay="0"/>
                                          </p:stCondLst>
                                        </p:cTn>
                                        <p:tgtEl>
                                          <p:spTgt spid="322596">
                                            <p:txEl>
                                              <p:pRg st="3" end="3"/>
                                            </p:txEl>
                                          </p:spTgt>
                                        </p:tgtEl>
                                        <p:attrNameLst>
                                          <p:attrName>style.visibility</p:attrName>
                                        </p:attrNameLst>
                                      </p:cBhvr>
                                      <p:to>
                                        <p:strVal val="visible"/>
                                      </p:to>
                                    </p:set>
                                    <p:anim calcmode="lin" valueType="num">
                                      <p:cBhvr>
                                        <p:cTn id="31" dur="500" fill="hold"/>
                                        <p:tgtEl>
                                          <p:spTgt spid="322596">
                                            <p:txEl>
                                              <p:pRg st="3" end="3"/>
                                            </p:txEl>
                                          </p:spTgt>
                                        </p:tgtEl>
                                        <p:attrNameLst>
                                          <p:attrName>ppt_w</p:attrName>
                                        </p:attrNameLst>
                                      </p:cBhvr>
                                      <p:tavLst>
                                        <p:tav tm="0">
                                          <p:val>
                                            <p:fltVal val="0"/>
                                          </p:val>
                                        </p:tav>
                                        <p:tav tm="100000">
                                          <p:val>
                                            <p:strVal val="#ppt_w"/>
                                          </p:val>
                                        </p:tav>
                                      </p:tavLst>
                                    </p:anim>
                                    <p:anim calcmode="lin" valueType="num">
                                      <p:cBhvr>
                                        <p:cTn id="32" dur="500" fill="hold"/>
                                        <p:tgtEl>
                                          <p:spTgt spid="322596">
                                            <p:txEl>
                                              <p:pRg st="3" end="3"/>
                                            </p:txEl>
                                          </p:spTgt>
                                        </p:tgtEl>
                                        <p:attrNameLst>
                                          <p:attrName>ppt_h</p:attrName>
                                        </p:attrNameLst>
                                      </p:cBhvr>
                                      <p:tavLst>
                                        <p:tav tm="0">
                                          <p:val>
                                            <p:fltVal val="0"/>
                                          </p:val>
                                        </p:tav>
                                        <p:tav tm="100000">
                                          <p:val>
                                            <p:strVal val="#ppt_h"/>
                                          </p:val>
                                        </p:tav>
                                      </p:tavLst>
                                    </p:anim>
                                    <p:animEffect transition="in" filter="fade">
                                      <p:cBhvr>
                                        <p:cTn id="33" dur="500"/>
                                        <p:tgtEl>
                                          <p:spTgt spid="322596">
                                            <p:txEl>
                                              <p:pRg st="3" end="3"/>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6" presetClass="entr" presetSubtype="37" fill="hold" nodeType="clickEffect">
                                  <p:stCondLst>
                                    <p:cond delay="0"/>
                                  </p:stCondLst>
                                  <p:childTnLst>
                                    <p:set>
                                      <p:cBhvr>
                                        <p:cTn id="37" dur="1" fill="hold">
                                          <p:stCondLst>
                                            <p:cond delay="0"/>
                                          </p:stCondLst>
                                        </p:cTn>
                                        <p:tgtEl>
                                          <p:spTgt spid="6"/>
                                        </p:tgtEl>
                                        <p:attrNameLst>
                                          <p:attrName>style.visibility</p:attrName>
                                        </p:attrNameLst>
                                      </p:cBhvr>
                                      <p:to>
                                        <p:strVal val="visible"/>
                                      </p:to>
                                    </p:set>
                                    <p:animEffect transition="in" filter="barn(outVertical)">
                                      <p:cBhvr>
                                        <p:cTn id="38" dur="500"/>
                                        <p:tgtEl>
                                          <p:spTgt spid="6"/>
                                        </p:tgtEl>
                                      </p:cBhvr>
                                    </p:animEffect>
                                  </p:childTnLst>
                                </p:cTn>
                              </p:par>
                            </p:childTnLst>
                          </p:cTn>
                        </p:par>
                        <p:par>
                          <p:cTn id="39" fill="hold">
                            <p:stCondLst>
                              <p:cond delay="500"/>
                            </p:stCondLst>
                            <p:childTnLst>
                              <p:par>
                                <p:cTn id="40" presetID="16" presetClass="entr" presetSubtype="37" fill="hold" nodeType="afterEffect">
                                  <p:stCondLst>
                                    <p:cond delay="0"/>
                                  </p:stCondLst>
                                  <p:childTnLst>
                                    <p:set>
                                      <p:cBhvr>
                                        <p:cTn id="41" dur="1" fill="hold">
                                          <p:stCondLst>
                                            <p:cond delay="0"/>
                                          </p:stCondLst>
                                        </p:cTn>
                                        <p:tgtEl>
                                          <p:spTgt spid="5"/>
                                        </p:tgtEl>
                                        <p:attrNameLst>
                                          <p:attrName>style.visibility</p:attrName>
                                        </p:attrNameLst>
                                      </p:cBhvr>
                                      <p:to>
                                        <p:strVal val="visible"/>
                                      </p:to>
                                    </p:set>
                                    <p:animEffect transition="in" filter="barn(outVertical)">
                                      <p:cBhvr>
                                        <p:cTn id="42" dur="500"/>
                                        <p:tgtEl>
                                          <p:spTgt spid="5"/>
                                        </p:tgtEl>
                                      </p:cBhvr>
                                    </p:animEffect>
                                  </p:childTnLst>
                                </p:cTn>
                              </p:par>
                            </p:childTnLst>
                          </p:cTn>
                        </p:par>
                        <p:par>
                          <p:cTn id="43" fill="hold">
                            <p:stCondLst>
                              <p:cond delay="1000"/>
                            </p:stCondLst>
                            <p:childTnLst>
                              <p:par>
                                <p:cTn id="44" presetID="22" presetClass="entr" presetSubtype="8" fill="hold" grpId="0" nodeType="afterEffect">
                                  <p:stCondLst>
                                    <p:cond delay="0"/>
                                  </p:stCondLst>
                                  <p:childTnLst>
                                    <p:set>
                                      <p:cBhvr>
                                        <p:cTn id="45" dur="1" fill="hold">
                                          <p:stCondLst>
                                            <p:cond delay="0"/>
                                          </p:stCondLst>
                                        </p:cTn>
                                        <p:tgtEl>
                                          <p:spTgt spid="177185"/>
                                        </p:tgtEl>
                                        <p:attrNameLst>
                                          <p:attrName>style.visibility</p:attrName>
                                        </p:attrNameLst>
                                      </p:cBhvr>
                                      <p:to>
                                        <p:strVal val="visible"/>
                                      </p:to>
                                    </p:set>
                                    <p:animEffect transition="in" filter="wipe(left)">
                                      <p:cBhvr>
                                        <p:cTn id="46" dur="500"/>
                                        <p:tgtEl>
                                          <p:spTgt spid="177185"/>
                                        </p:tgtEl>
                                      </p:cBhvr>
                                    </p:animEffect>
                                  </p:childTnLst>
                                </p:cTn>
                              </p:par>
                            </p:childTnLst>
                          </p:cTn>
                        </p:par>
                        <p:par>
                          <p:cTn id="47" fill="hold">
                            <p:stCondLst>
                              <p:cond delay="1500"/>
                            </p:stCondLst>
                            <p:childTnLst>
                              <p:par>
                                <p:cTn id="48" presetID="16" presetClass="entr" presetSubtype="37" fill="hold" nodeType="afterEffect">
                                  <p:stCondLst>
                                    <p:cond delay="0"/>
                                  </p:stCondLst>
                                  <p:childTnLst>
                                    <p:set>
                                      <p:cBhvr>
                                        <p:cTn id="49" dur="1" fill="hold">
                                          <p:stCondLst>
                                            <p:cond delay="0"/>
                                          </p:stCondLst>
                                        </p:cTn>
                                        <p:tgtEl>
                                          <p:spTgt spid="4"/>
                                        </p:tgtEl>
                                        <p:attrNameLst>
                                          <p:attrName>style.visibility</p:attrName>
                                        </p:attrNameLst>
                                      </p:cBhvr>
                                      <p:to>
                                        <p:strVal val="visible"/>
                                      </p:to>
                                    </p:set>
                                    <p:animEffect transition="in" filter="barn(outVertical)">
                                      <p:cBhvr>
                                        <p:cTn id="50" dur="500"/>
                                        <p:tgtEl>
                                          <p:spTgt spid="4"/>
                                        </p:tgtEl>
                                      </p:cBhvr>
                                    </p:animEffect>
                                  </p:childTnLst>
                                </p:cTn>
                              </p:par>
                            </p:childTnLst>
                          </p:cTn>
                        </p:par>
                        <p:par>
                          <p:cTn id="51" fill="hold">
                            <p:stCondLst>
                              <p:cond delay="2000"/>
                            </p:stCondLst>
                            <p:childTnLst>
                              <p:par>
                                <p:cTn id="52" presetID="16" presetClass="entr" presetSubtype="37" fill="hold" nodeType="afterEffect">
                                  <p:stCondLst>
                                    <p:cond delay="0"/>
                                  </p:stCondLst>
                                  <p:childTnLst>
                                    <p:set>
                                      <p:cBhvr>
                                        <p:cTn id="53" dur="1" fill="hold">
                                          <p:stCondLst>
                                            <p:cond delay="0"/>
                                          </p:stCondLst>
                                        </p:cTn>
                                        <p:tgtEl>
                                          <p:spTgt spid="3"/>
                                        </p:tgtEl>
                                        <p:attrNameLst>
                                          <p:attrName>style.visibility</p:attrName>
                                        </p:attrNameLst>
                                      </p:cBhvr>
                                      <p:to>
                                        <p:strVal val="visible"/>
                                      </p:to>
                                    </p:set>
                                    <p:animEffect transition="in" filter="barn(outVertical)">
                                      <p:cBhvr>
                                        <p:cTn id="54" dur="500"/>
                                        <p:tgtEl>
                                          <p:spTgt spid="3"/>
                                        </p:tgtEl>
                                      </p:cBhvr>
                                    </p:animEffect>
                                  </p:childTnLst>
                                </p:cTn>
                              </p:par>
                            </p:childTnLst>
                          </p:cTn>
                        </p:par>
                        <p:par>
                          <p:cTn id="55" fill="hold">
                            <p:stCondLst>
                              <p:cond delay="2500"/>
                            </p:stCondLst>
                            <p:childTnLst>
                              <p:par>
                                <p:cTn id="56" presetID="16" presetClass="entr" presetSubtype="37" fill="hold" nodeType="afterEffect">
                                  <p:stCondLst>
                                    <p:cond delay="0"/>
                                  </p:stCondLst>
                                  <p:childTnLst>
                                    <p:set>
                                      <p:cBhvr>
                                        <p:cTn id="57" dur="1" fill="hold">
                                          <p:stCondLst>
                                            <p:cond delay="0"/>
                                          </p:stCondLst>
                                        </p:cTn>
                                        <p:tgtEl>
                                          <p:spTgt spid="2"/>
                                        </p:tgtEl>
                                        <p:attrNameLst>
                                          <p:attrName>style.visibility</p:attrName>
                                        </p:attrNameLst>
                                      </p:cBhvr>
                                      <p:to>
                                        <p:strVal val="visible"/>
                                      </p:to>
                                    </p:set>
                                    <p:animEffect transition="in" filter="barn(outVertical)">
                                      <p:cBhvr>
                                        <p:cTn id="58" dur="500"/>
                                        <p:tgtEl>
                                          <p:spTgt spid="2"/>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4" fill="hold" grpId="0" nodeType="clickEffect">
                                  <p:stCondLst>
                                    <p:cond delay="0"/>
                                  </p:stCondLst>
                                  <p:childTnLst>
                                    <p:set>
                                      <p:cBhvr>
                                        <p:cTn id="62" dur="1" fill="hold">
                                          <p:stCondLst>
                                            <p:cond delay="0"/>
                                          </p:stCondLst>
                                        </p:cTn>
                                        <p:tgtEl>
                                          <p:spTgt spid="33"/>
                                        </p:tgtEl>
                                        <p:attrNameLst>
                                          <p:attrName>style.visibility</p:attrName>
                                        </p:attrNameLst>
                                      </p:cBhvr>
                                      <p:to>
                                        <p:strVal val="visible"/>
                                      </p:to>
                                    </p:set>
                                    <p:animEffect transition="in" filter="wipe(down)">
                                      <p:cBhvr>
                                        <p:cTn id="63" dur="500"/>
                                        <p:tgtEl>
                                          <p:spTgt spid="33"/>
                                        </p:tgtEl>
                                      </p:cBhvr>
                                    </p:animEffect>
                                  </p:childTnLst>
                                </p:cTn>
                              </p:par>
                            </p:childTnLst>
                          </p:cTn>
                        </p:par>
                      </p:childTnLst>
                    </p:cTn>
                  </p:par>
                  <p:par>
                    <p:cTn id="64" fill="hold">
                      <p:stCondLst>
                        <p:cond delay="indefinite"/>
                      </p:stCondLst>
                      <p:childTnLst>
                        <p:par>
                          <p:cTn id="65" fill="hold">
                            <p:stCondLst>
                              <p:cond delay="0"/>
                            </p:stCondLst>
                            <p:childTnLst>
                              <p:par>
                                <p:cTn id="66" presetID="53" presetClass="entr" presetSubtype="16" fill="hold" nodeType="clickEffect">
                                  <p:stCondLst>
                                    <p:cond delay="0"/>
                                  </p:stCondLst>
                                  <p:childTnLst>
                                    <p:set>
                                      <p:cBhvr>
                                        <p:cTn id="67" dur="1" fill="hold">
                                          <p:stCondLst>
                                            <p:cond delay="0"/>
                                          </p:stCondLst>
                                        </p:cTn>
                                        <p:tgtEl>
                                          <p:spTgt spid="322596">
                                            <p:txEl>
                                              <p:pRg st="4" end="4"/>
                                            </p:txEl>
                                          </p:spTgt>
                                        </p:tgtEl>
                                        <p:attrNameLst>
                                          <p:attrName>style.visibility</p:attrName>
                                        </p:attrNameLst>
                                      </p:cBhvr>
                                      <p:to>
                                        <p:strVal val="visible"/>
                                      </p:to>
                                    </p:set>
                                    <p:anim calcmode="lin" valueType="num">
                                      <p:cBhvr>
                                        <p:cTn id="68" dur="500" fill="hold"/>
                                        <p:tgtEl>
                                          <p:spTgt spid="322596">
                                            <p:txEl>
                                              <p:pRg st="4" end="4"/>
                                            </p:txEl>
                                          </p:spTgt>
                                        </p:tgtEl>
                                        <p:attrNameLst>
                                          <p:attrName>ppt_w</p:attrName>
                                        </p:attrNameLst>
                                      </p:cBhvr>
                                      <p:tavLst>
                                        <p:tav tm="0">
                                          <p:val>
                                            <p:fltVal val="0"/>
                                          </p:val>
                                        </p:tav>
                                        <p:tav tm="100000">
                                          <p:val>
                                            <p:strVal val="#ppt_w"/>
                                          </p:val>
                                        </p:tav>
                                      </p:tavLst>
                                    </p:anim>
                                    <p:anim calcmode="lin" valueType="num">
                                      <p:cBhvr>
                                        <p:cTn id="69" dur="500" fill="hold"/>
                                        <p:tgtEl>
                                          <p:spTgt spid="322596">
                                            <p:txEl>
                                              <p:pRg st="4" end="4"/>
                                            </p:txEl>
                                          </p:spTgt>
                                        </p:tgtEl>
                                        <p:attrNameLst>
                                          <p:attrName>ppt_h</p:attrName>
                                        </p:attrNameLst>
                                      </p:cBhvr>
                                      <p:tavLst>
                                        <p:tav tm="0">
                                          <p:val>
                                            <p:fltVal val="0"/>
                                          </p:val>
                                        </p:tav>
                                        <p:tav tm="100000">
                                          <p:val>
                                            <p:strVal val="#ppt_h"/>
                                          </p:val>
                                        </p:tav>
                                      </p:tavLst>
                                    </p:anim>
                                    <p:animEffect transition="in" filter="fade">
                                      <p:cBhvr>
                                        <p:cTn id="70" dur="500"/>
                                        <p:tgtEl>
                                          <p:spTgt spid="322596">
                                            <p:txEl>
                                              <p:pRg st="4" end="4"/>
                                            </p:txEl>
                                          </p:spTgt>
                                        </p:tgtEl>
                                      </p:cBhvr>
                                    </p:animEffect>
                                  </p:childTnLst>
                                </p:cTn>
                              </p:par>
                            </p:childTnLst>
                          </p:cTn>
                        </p:par>
                      </p:childTnLst>
                    </p:cTn>
                  </p:par>
                  <p:par>
                    <p:cTn id="71" fill="hold">
                      <p:stCondLst>
                        <p:cond delay="indefinite"/>
                      </p:stCondLst>
                      <p:childTnLst>
                        <p:par>
                          <p:cTn id="72" fill="hold">
                            <p:stCondLst>
                              <p:cond delay="0"/>
                            </p:stCondLst>
                            <p:childTnLst>
                              <p:par>
                                <p:cTn id="73" presetID="53" presetClass="entr" presetSubtype="16" fill="hold" nodeType="clickEffect">
                                  <p:stCondLst>
                                    <p:cond delay="0"/>
                                  </p:stCondLst>
                                  <p:childTnLst>
                                    <p:set>
                                      <p:cBhvr>
                                        <p:cTn id="74" dur="1" fill="hold">
                                          <p:stCondLst>
                                            <p:cond delay="0"/>
                                          </p:stCondLst>
                                        </p:cTn>
                                        <p:tgtEl>
                                          <p:spTgt spid="322596">
                                            <p:txEl>
                                              <p:pRg st="5" end="5"/>
                                            </p:txEl>
                                          </p:spTgt>
                                        </p:tgtEl>
                                        <p:attrNameLst>
                                          <p:attrName>style.visibility</p:attrName>
                                        </p:attrNameLst>
                                      </p:cBhvr>
                                      <p:to>
                                        <p:strVal val="visible"/>
                                      </p:to>
                                    </p:set>
                                    <p:anim calcmode="lin" valueType="num">
                                      <p:cBhvr>
                                        <p:cTn id="75" dur="500" fill="hold"/>
                                        <p:tgtEl>
                                          <p:spTgt spid="322596">
                                            <p:txEl>
                                              <p:pRg st="5" end="5"/>
                                            </p:txEl>
                                          </p:spTgt>
                                        </p:tgtEl>
                                        <p:attrNameLst>
                                          <p:attrName>ppt_w</p:attrName>
                                        </p:attrNameLst>
                                      </p:cBhvr>
                                      <p:tavLst>
                                        <p:tav tm="0">
                                          <p:val>
                                            <p:fltVal val="0"/>
                                          </p:val>
                                        </p:tav>
                                        <p:tav tm="100000">
                                          <p:val>
                                            <p:strVal val="#ppt_w"/>
                                          </p:val>
                                        </p:tav>
                                      </p:tavLst>
                                    </p:anim>
                                    <p:anim calcmode="lin" valueType="num">
                                      <p:cBhvr>
                                        <p:cTn id="76" dur="500" fill="hold"/>
                                        <p:tgtEl>
                                          <p:spTgt spid="322596">
                                            <p:txEl>
                                              <p:pRg st="5" end="5"/>
                                            </p:txEl>
                                          </p:spTgt>
                                        </p:tgtEl>
                                        <p:attrNameLst>
                                          <p:attrName>ppt_h</p:attrName>
                                        </p:attrNameLst>
                                      </p:cBhvr>
                                      <p:tavLst>
                                        <p:tav tm="0">
                                          <p:val>
                                            <p:fltVal val="0"/>
                                          </p:val>
                                        </p:tav>
                                        <p:tav tm="100000">
                                          <p:val>
                                            <p:strVal val="#ppt_h"/>
                                          </p:val>
                                        </p:tav>
                                      </p:tavLst>
                                    </p:anim>
                                    <p:animEffect transition="in" filter="fade">
                                      <p:cBhvr>
                                        <p:cTn id="77" dur="500"/>
                                        <p:tgtEl>
                                          <p:spTgt spid="322596">
                                            <p:txEl>
                                              <p:pRg st="5" end="5"/>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53" presetClass="entr" presetSubtype="16" fill="hold" nodeType="clickEffect">
                                  <p:stCondLst>
                                    <p:cond delay="0"/>
                                  </p:stCondLst>
                                  <p:childTnLst>
                                    <p:set>
                                      <p:cBhvr>
                                        <p:cTn id="81" dur="1" fill="hold">
                                          <p:stCondLst>
                                            <p:cond delay="0"/>
                                          </p:stCondLst>
                                        </p:cTn>
                                        <p:tgtEl>
                                          <p:spTgt spid="322596">
                                            <p:txEl>
                                              <p:pRg st="6" end="6"/>
                                            </p:txEl>
                                          </p:spTgt>
                                        </p:tgtEl>
                                        <p:attrNameLst>
                                          <p:attrName>style.visibility</p:attrName>
                                        </p:attrNameLst>
                                      </p:cBhvr>
                                      <p:to>
                                        <p:strVal val="visible"/>
                                      </p:to>
                                    </p:set>
                                    <p:anim calcmode="lin" valueType="num">
                                      <p:cBhvr>
                                        <p:cTn id="82" dur="500" fill="hold"/>
                                        <p:tgtEl>
                                          <p:spTgt spid="322596">
                                            <p:txEl>
                                              <p:pRg st="6" end="6"/>
                                            </p:txEl>
                                          </p:spTgt>
                                        </p:tgtEl>
                                        <p:attrNameLst>
                                          <p:attrName>ppt_w</p:attrName>
                                        </p:attrNameLst>
                                      </p:cBhvr>
                                      <p:tavLst>
                                        <p:tav tm="0">
                                          <p:val>
                                            <p:fltVal val="0"/>
                                          </p:val>
                                        </p:tav>
                                        <p:tav tm="100000">
                                          <p:val>
                                            <p:strVal val="#ppt_w"/>
                                          </p:val>
                                        </p:tav>
                                      </p:tavLst>
                                    </p:anim>
                                    <p:anim calcmode="lin" valueType="num">
                                      <p:cBhvr>
                                        <p:cTn id="83" dur="500" fill="hold"/>
                                        <p:tgtEl>
                                          <p:spTgt spid="322596">
                                            <p:txEl>
                                              <p:pRg st="6" end="6"/>
                                            </p:txEl>
                                          </p:spTgt>
                                        </p:tgtEl>
                                        <p:attrNameLst>
                                          <p:attrName>ppt_h</p:attrName>
                                        </p:attrNameLst>
                                      </p:cBhvr>
                                      <p:tavLst>
                                        <p:tav tm="0">
                                          <p:val>
                                            <p:fltVal val="0"/>
                                          </p:val>
                                        </p:tav>
                                        <p:tav tm="100000">
                                          <p:val>
                                            <p:strVal val="#ppt_h"/>
                                          </p:val>
                                        </p:tav>
                                      </p:tavLst>
                                    </p:anim>
                                    <p:animEffect transition="in" filter="fade">
                                      <p:cBhvr>
                                        <p:cTn id="84" dur="500"/>
                                        <p:tgtEl>
                                          <p:spTgt spid="322596">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7185" grpId="0"/>
      <p:bldP spid="322598" grpId="0" bldLvl="0" animBg="1"/>
      <p:bldP spid="322600" grpId="0" bldLvl="0" animBg="1"/>
      <p:bldP spid="33" grpId="0" bldLvl="0" animBg="1"/>
    </p:bldLst>
  </p:timing>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0482" name="Rectangle 2"/>
          <p:cNvSpPr>
            <a:spLocks noGrp="1"/>
          </p:cNvSpPr>
          <p:nvPr>
            <p:ph type="title" idx="4294967295"/>
          </p:nvPr>
        </p:nvSpPr>
        <p:spPr/>
        <p:txBody>
          <a:bodyPr vert="horz" wrap="square" lIns="91440" tIns="45720" rIns="91440" bIns="45720" anchor="ctr" anchorCtr="0"/>
          <a:lstStyle/>
          <a:p>
            <a:r>
              <a:rPr lang="en-US" altLang="zh-CN" dirty="0"/>
              <a:t>3.1.1</a:t>
            </a:r>
            <a:r>
              <a:rPr lang="zh-CN" altLang="en-US" dirty="0"/>
              <a:t>一维数组的定义和初始化</a:t>
            </a:r>
            <a:endParaRPr lang="en-US" altLang="zh-CN" dirty="0"/>
          </a:p>
        </p:txBody>
      </p:sp>
      <p:sp>
        <p:nvSpPr>
          <p:cNvPr id="20483" name="Rectangle 3"/>
          <p:cNvSpPr>
            <a:spLocks noGrp="1"/>
          </p:cNvSpPr>
          <p:nvPr>
            <p:ph type="body" idx="4294967295"/>
          </p:nvPr>
        </p:nvSpPr>
        <p:spPr>
          <a:xfrm>
            <a:off x="1638300" y="1341438"/>
            <a:ext cx="9023350" cy="5257800"/>
          </a:xfrm>
        </p:spPr>
        <p:txBody>
          <a:bodyPr vert="horz" wrap="square" lIns="91440" tIns="45720" rIns="91440" bIns="45720" anchor="t" anchorCtr="0"/>
          <a:lstStyle/>
          <a:p>
            <a:pPr eaLnBrk="1">
              <a:lnSpc>
                <a:spcPct val="130000"/>
              </a:lnSpc>
              <a:buFont typeface="Monotype Sorts"/>
              <a:buNone/>
            </a:pPr>
            <a:r>
              <a:rPr lang="en-US" altLang="zh-CN" dirty="0">
                <a:solidFill>
                  <a:srgbClr val="0000FF"/>
                </a:solidFill>
                <a:latin typeface="Courier New" panose="02070409020205090404" pitchFamily="49" charset="0"/>
                <a:ea typeface="宋体" pitchFamily="2" charset="-122"/>
              </a:rPr>
              <a:t>        </a:t>
            </a:r>
            <a:r>
              <a:rPr lang="en-US" altLang="zh-CN" b="1" dirty="0">
                <a:solidFill>
                  <a:srgbClr val="0000FF"/>
                </a:solidFill>
                <a:latin typeface="Courier New" panose="02070409020205090404" pitchFamily="49" charset="0"/>
                <a:ea typeface="宋体" pitchFamily="2" charset="-122"/>
              </a:rPr>
              <a:t>int</a:t>
            </a:r>
            <a:r>
              <a:rPr lang="en-US" altLang="zh-CN" b="1" dirty="0">
                <a:solidFill>
                  <a:srgbClr val="000000"/>
                </a:solidFill>
                <a:latin typeface="Courier New" panose="02070409020205090404" pitchFamily="49" charset="0"/>
                <a:ea typeface="宋体" pitchFamily="2" charset="-122"/>
              </a:rPr>
              <a:t> a[10];</a:t>
            </a:r>
            <a:endParaRPr lang="en-US" altLang="zh-CN" b="1" dirty="0">
              <a:solidFill>
                <a:srgbClr val="000000"/>
              </a:solidFill>
              <a:latin typeface="Courier New" panose="02070409020205090404" pitchFamily="49" charset="0"/>
              <a:ea typeface="宋体" pitchFamily="2" charset="-122"/>
            </a:endParaRPr>
          </a:p>
          <a:p>
            <a:pPr eaLnBrk="1">
              <a:lnSpc>
                <a:spcPct val="130000"/>
              </a:lnSpc>
            </a:pPr>
            <a:r>
              <a:rPr lang="zh-CN" altLang="en-US" dirty="0">
                <a:latin typeface="黑体" panose="02010609060101010101" pitchFamily="49" charset="-122"/>
              </a:rPr>
              <a:t>一维数组的引用</a:t>
            </a:r>
            <a:endParaRPr lang="zh-CN" altLang="en-US" dirty="0">
              <a:latin typeface="黑体" panose="02010609060101010101" pitchFamily="49" charset="-122"/>
            </a:endParaRPr>
          </a:p>
          <a:p>
            <a:pPr eaLnBrk="1">
              <a:lnSpc>
                <a:spcPct val="130000"/>
              </a:lnSpc>
              <a:buFont typeface="Monotype Sorts"/>
              <a:buNone/>
            </a:pPr>
            <a:r>
              <a:rPr lang="zh-CN" altLang="en-US" dirty="0">
                <a:latin typeface="黑体" panose="02010609060101010101" pitchFamily="49" charset="-122"/>
              </a:rPr>
              <a:t>          </a:t>
            </a:r>
            <a:r>
              <a:rPr lang="zh-CN" altLang="en-US" dirty="0">
                <a:solidFill>
                  <a:srgbClr val="333399"/>
                </a:solidFill>
                <a:latin typeface="黑体" panose="02010609060101010101" pitchFamily="49" charset="-122"/>
              </a:rPr>
              <a:t>数组名</a:t>
            </a:r>
            <a:r>
              <a:rPr lang="en-US" altLang="zh-CN" dirty="0">
                <a:solidFill>
                  <a:srgbClr val="333399"/>
                </a:solidFill>
                <a:latin typeface="黑体" panose="02010609060101010101" pitchFamily="49" charset="-122"/>
              </a:rPr>
              <a:t>[</a:t>
            </a:r>
            <a:r>
              <a:rPr lang="zh-CN" altLang="en-US" dirty="0">
                <a:solidFill>
                  <a:srgbClr val="C00000"/>
                </a:solidFill>
                <a:latin typeface="黑体" panose="02010609060101010101" pitchFamily="49" charset="-122"/>
              </a:rPr>
              <a:t>下标</a:t>
            </a:r>
            <a:r>
              <a:rPr lang="en-US" altLang="zh-CN" dirty="0">
                <a:solidFill>
                  <a:srgbClr val="333399"/>
                </a:solidFill>
                <a:latin typeface="黑体" panose="02010609060101010101" pitchFamily="49" charset="-122"/>
              </a:rPr>
              <a:t>]</a:t>
            </a:r>
            <a:endParaRPr lang="zh-CN" altLang="en-US" dirty="0">
              <a:solidFill>
                <a:srgbClr val="333399"/>
              </a:solidFill>
              <a:latin typeface="黑体" panose="02010609060101010101" pitchFamily="49" charset="-122"/>
            </a:endParaRPr>
          </a:p>
          <a:p>
            <a:pPr eaLnBrk="1">
              <a:lnSpc>
                <a:spcPct val="130000"/>
              </a:lnSpc>
              <a:spcBef>
                <a:spcPct val="10000"/>
              </a:spcBef>
            </a:pPr>
            <a:r>
              <a:rPr lang="zh-CN" altLang="en-US" dirty="0">
                <a:latin typeface="黑体" panose="02010609060101010101" pitchFamily="49" charset="-122"/>
              </a:rPr>
              <a:t>允许快速随机访问</a:t>
            </a:r>
            <a:endParaRPr lang="en-US" altLang="zh-CN" b="1" dirty="0">
              <a:latin typeface="Courier New" panose="02070409020205090404" pitchFamily="49" charset="0"/>
              <a:ea typeface="华文仿宋" panose="02010600040101010101" pitchFamily="2" charset="-122"/>
            </a:endParaRPr>
          </a:p>
          <a:p>
            <a:pPr lvl="1" eaLnBrk="1">
              <a:lnSpc>
                <a:spcPct val="130000"/>
              </a:lnSpc>
              <a:spcBef>
                <a:spcPct val="10000"/>
              </a:spcBef>
            </a:pPr>
            <a:r>
              <a:rPr lang="zh-CN" altLang="en-US" dirty="0">
                <a:latin typeface="黑体" panose="02010609060101010101" pitchFamily="49" charset="-122"/>
              </a:rPr>
              <a:t>允许使用</a:t>
            </a:r>
            <a:r>
              <a:rPr lang="en-US" altLang="zh-CN" b="1" dirty="0">
                <a:latin typeface="Courier New" panose="02070409020205090404" pitchFamily="49" charset="0"/>
                <a:ea typeface="华文仿宋" panose="02010600040101010101" pitchFamily="2" charset="-122"/>
              </a:rPr>
              <a:t>a[i]</a:t>
            </a:r>
            <a:r>
              <a:rPr lang="zh-CN" altLang="en-US" dirty="0">
                <a:latin typeface="黑体" panose="02010609060101010101" pitchFamily="49" charset="-122"/>
              </a:rPr>
              <a:t>这样的形式访问每个元素</a:t>
            </a:r>
            <a:endParaRPr lang="en-US" altLang="zh-CN" dirty="0">
              <a:latin typeface="黑体" panose="02010609060101010101" pitchFamily="49" charset="-122"/>
            </a:endParaRPr>
          </a:p>
          <a:p>
            <a:pPr lvl="1" eaLnBrk="1">
              <a:lnSpc>
                <a:spcPct val="130000"/>
              </a:lnSpc>
              <a:spcBef>
                <a:spcPct val="10000"/>
              </a:spcBef>
            </a:pPr>
            <a:r>
              <a:rPr lang="zh-CN" altLang="en-US" dirty="0">
                <a:latin typeface="黑体" panose="02010609060101010101" pitchFamily="49" charset="-122"/>
              </a:rPr>
              <a:t>可以像使用普通变量一样使用</a:t>
            </a:r>
            <a:r>
              <a:rPr lang="en-US" altLang="zh-CN" b="1" dirty="0">
                <a:latin typeface="Courier New" panose="02070409020205090404" pitchFamily="49" charset="0"/>
                <a:ea typeface="华文仿宋" panose="02010600040101010101" pitchFamily="2" charset="-122"/>
              </a:rPr>
              <a:t>a[0],a[1],...,a[9]</a:t>
            </a:r>
            <a:endParaRPr lang="en-US" altLang="zh-CN" b="1" dirty="0">
              <a:latin typeface="Courier New" panose="02070409020205090404" pitchFamily="49" charset="0"/>
              <a:ea typeface="华文仿宋" panose="02010600040101010101" pitchFamily="2" charset="-122"/>
            </a:endParaRPr>
          </a:p>
        </p:txBody>
      </p:sp>
      <p:sp>
        <p:nvSpPr>
          <p:cNvPr id="322600" name="AutoShape 40"/>
          <p:cNvSpPr>
            <a:spLocks noChangeArrowheads="1"/>
          </p:cNvSpPr>
          <p:nvPr/>
        </p:nvSpPr>
        <p:spPr bwMode="auto">
          <a:xfrm>
            <a:off x="6600825" y="1630363"/>
            <a:ext cx="4013200" cy="1155700"/>
          </a:xfrm>
          <a:prstGeom prst="cloudCallout">
            <a:avLst>
              <a:gd name="adj1" fmla="val -68858"/>
              <a:gd name="adj2" fmla="val 64502"/>
            </a:avLst>
          </a:prstGeom>
          <a:solidFill>
            <a:schemeClr val="bg2">
              <a:lumMod val="90000"/>
            </a:schemeClr>
          </a:solidFill>
          <a:ln w="9525">
            <a:solidFill>
              <a:srgbClr val="00B050"/>
            </a:solidFill>
            <a:round/>
          </a:ln>
        </p:spPr>
        <p:txBody>
          <a:bodyPr wrap="none" anchor="ctr"/>
          <a:lstStyle>
            <a:lvl1pPr>
              <a:lnSpc>
                <a:spcPct val="120000"/>
              </a:lnSpc>
              <a:spcBef>
                <a:spcPts val="600"/>
              </a:spcBef>
              <a:buClr>
                <a:schemeClr val="tx2"/>
              </a:buClr>
              <a:buSzPct val="50000"/>
              <a:buFont typeface="Wingdings" panose="05000000000000000000" pitchFamily="2" charset="2"/>
              <a:buChar char="n"/>
              <a:defRPr sz="3200">
                <a:solidFill>
                  <a:schemeClr val="tx1"/>
                </a:solidFill>
                <a:latin typeface="Franklin Gothic Book" pitchFamily="34" charset="0"/>
              </a:defRPr>
            </a:lvl1pPr>
            <a:lvl2pPr marL="742950" indent="-285750">
              <a:lnSpc>
                <a:spcPct val="120000"/>
              </a:lnSpc>
              <a:spcBef>
                <a:spcPts val="600"/>
              </a:spcBef>
              <a:buClr>
                <a:schemeClr val="tx2"/>
              </a:buClr>
              <a:buSzPct val="50000"/>
              <a:buFont typeface="Wingdings 2" panose="05020102010507070707" pitchFamily="18" charset="2"/>
              <a:buChar char="Þ"/>
              <a:defRPr sz="2800">
                <a:solidFill>
                  <a:srgbClr val="333399"/>
                </a:solidFill>
                <a:latin typeface="Times New Roman" panose="02020503050405090304" pitchFamily="18" charset="0"/>
                <a:cs typeface="Times New Roman" panose="02020503050405090304" pitchFamily="18" charset="0"/>
              </a:defRPr>
            </a:lvl2pPr>
            <a:lvl3pPr marL="1143000" indent="-228600">
              <a:lnSpc>
                <a:spcPct val="120000"/>
              </a:lnSpc>
              <a:spcBef>
                <a:spcPts val="600"/>
              </a:spcBef>
              <a:buClr>
                <a:schemeClr val="tx2"/>
              </a:buClr>
              <a:buSzPct val="50000"/>
              <a:buFont typeface="Wingdings 2" panose="05020102010507070707" pitchFamily="18" charset="2"/>
              <a:buChar char=""/>
              <a:defRPr sz="2400">
                <a:solidFill>
                  <a:srgbClr val="3333CC"/>
                </a:solidFill>
                <a:latin typeface="Times New Roman" panose="02020503050405090304" pitchFamily="18" charset="0"/>
                <a:cs typeface="Times New Roman" panose="02020503050405090304" pitchFamily="18" charset="0"/>
              </a:defRPr>
            </a:lvl3pPr>
            <a:lvl4pPr marL="1600200" indent="-228600">
              <a:lnSpc>
                <a:spcPct val="120000"/>
              </a:lnSpc>
              <a:spcBef>
                <a:spcPts val="600"/>
              </a:spcBef>
              <a:buClr>
                <a:schemeClr val="tx2"/>
              </a:buClr>
              <a:buSzPct val="50000"/>
              <a:buFont typeface="Wingdings 2" panose="05020102010507070707" pitchFamily="18" charset="2"/>
              <a:buChar char=""/>
              <a:defRPr sz="2000">
                <a:solidFill>
                  <a:schemeClr val="tx1"/>
                </a:solidFill>
                <a:latin typeface="Times New Roman" panose="02020503050405090304" pitchFamily="18" charset="0"/>
                <a:cs typeface="Times New Roman" panose="02020503050405090304" pitchFamily="18" charset="0"/>
              </a:defRPr>
            </a:lvl4pPr>
            <a:lvl5pPr marL="2057400" indent="-228600">
              <a:lnSpc>
                <a:spcPct val="120000"/>
              </a:lnSpc>
              <a:spcBef>
                <a:spcPts val="600"/>
              </a:spcBef>
              <a:buClr>
                <a:schemeClr val="tx2"/>
              </a:buClr>
              <a:buSzPct val="50000"/>
              <a:buFont typeface="Wingdings 2" panose="05020102010507070707" pitchFamily="18" charset="2"/>
              <a:buChar char=""/>
              <a:defRPr sz="2000">
                <a:solidFill>
                  <a:schemeClr val="tx1"/>
                </a:solidFill>
                <a:latin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18" charset="2"/>
              <a:buChar char=""/>
              <a:defRPr sz="2000">
                <a:solidFill>
                  <a:schemeClr val="tx1"/>
                </a:solidFill>
                <a:latin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18" charset="2"/>
              <a:buChar char=""/>
              <a:defRPr sz="2000">
                <a:solidFill>
                  <a:schemeClr val="tx1"/>
                </a:solidFill>
                <a:latin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18" charset="2"/>
              <a:buChar char=""/>
              <a:defRPr sz="2000">
                <a:solidFill>
                  <a:schemeClr val="tx1"/>
                </a:solidFill>
                <a:latin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18" charset="2"/>
              <a:buChar char=""/>
              <a:defRPr sz="2000">
                <a:solidFill>
                  <a:schemeClr val="tx1"/>
                </a:solidFill>
                <a:latin typeface="Times New Roman" panose="02020503050405090304" pitchFamily="18" charset="0"/>
                <a:cs typeface="Times New Roman" panose="02020503050405090304" pitchFamily="18" charset="0"/>
              </a:defRPr>
            </a:lvl9pPr>
          </a:lstStyle>
          <a:p>
            <a:pPr marL="0" marR="0" lvl="0" indent="0" algn="ctr" defTabSz="914400" rtl="0" eaLnBrk="1" fontAlgn="base" latinLnBrk="0" hangingPunct="1">
              <a:lnSpc>
                <a:spcPct val="90000"/>
              </a:lnSpc>
              <a:spcBef>
                <a:spcPct val="0"/>
              </a:spcBef>
              <a:spcAft>
                <a:spcPts val="590"/>
              </a:spcAft>
              <a:buClr>
                <a:schemeClr val="tx2"/>
              </a:buClr>
              <a:buSzPct val="80000"/>
              <a:buFont typeface="Wingdings" panose="05000000000000000000" pitchFamily="2" charset="2"/>
              <a:buNone/>
              <a:defRPr/>
            </a:pPr>
            <a:r>
              <a:rPr kumimoji="1" lang="zh-CN" altLang="en-US" sz="2400" b="0" i="0" u="none" strike="noStrike" kern="1200" cap="none" spc="0" normalizeH="0" baseline="0" noProof="0">
                <a:ln>
                  <a:noFill/>
                </a:ln>
                <a:solidFill>
                  <a:srgbClr val="333399"/>
                </a:solidFill>
                <a:effectLst/>
                <a:uLnTx/>
                <a:uFillTx/>
                <a:latin typeface="黑体" panose="02010609060101010101" pitchFamily="49" charset="-122"/>
                <a:ea typeface="黑体" panose="02010609060101010101" pitchFamily="49" charset="-122"/>
                <a:cs typeface="+mn-cs"/>
              </a:rPr>
              <a:t>引用时下标允许是</a:t>
            </a:r>
            <a:endParaRPr kumimoji="1" lang="zh-CN" altLang="en-US" sz="2400" b="0" i="0" u="none" strike="noStrike" kern="1200" cap="none" spc="0" normalizeH="0" baseline="0" noProof="0">
              <a:ln>
                <a:noFill/>
              </a:ln>
              <a:solidFill>
                <a:srgbClr val="333399"/>
              </a:solidFill>
              <a:effectLst/>
              <a:uLnTx/>
              <a:uFillTx/>
              <a:latin typeface="黑体" panose="02010609060101010101" pitchFamily="49" charset="-122"/>
              <a:ea typeface="黑体" panose="02010609060101010101" pitchFamily="49" charset="-122"/>
              <a:cs typeface="+mn-cs"/>
            </a:endParaRPr>
          </a:p>
          <a:p>
            <a:pPr marL="0" marR="0" lvl="0" indent="0" algn="ctr" defTabSz="914400" rtl="0" eaLnBrk="1" fontAlgn="base" latinLnBrk="0" hangingPunct="1">
              <a:lnSpc>
                <a:spcPct val="90000"/>
              </a:lnSpc>
              <a:spcBef>
                <a:spcPct val="0"/>
              </a:spcBef>
              <a:spcAft>
                <a:spcPts val="590"/>
              </a:spcAft>
              <a:buClr>
                <a:schemeClr val="tx2"/>
              </a:buClr>
              <a:buSzPct val="80000"/>
              <a:buFont typeface="Wingdings" panose="05000000000000000000" pitchFamily="2" charset="2"/>
              <a:buNone/>
              <a:defRPr/>
            </a:pPr>
            <a:r>
              <a:rPr kumimoji="1" lang="en-US" altLang="zh-CN" sz="2400" b="1" i="0" u="none" strike="noStrike" kern="1200" cap="none" spc="0" normalizeH="0" baseline="0" noProof="0">
                <a:ln>
                  <a:noFill/>
                </a:ln>
                <a:solidFill>
                  <a:srgbClr val="333399"/>
                </a:solidFill>
                <a:effectLst/>
                <a:uLnTx/>
                <a:uFillTx/>
                <a:latin typeface="Courier New" panose="02070409020205090404" pitchFamily="49" charset="0"/>
                <a:ea typeface="黑体" panose="02010609060101010101" pitchFamily="49" charset="-122"/>
                <a:cs typeface="Courier New" panose="02070409020205090404" pitchFamily="49" charset="0"/>
              </a:rPr>
              <a:t>int</a:t>
            </a:r>
            <a:r>
              <a:rPr kumimoji="1" lang="zh-CN" altLang="en-US" sz="2400" b="0" i="0" u="none" strike="noStrike" kern="1200" cap="none" spc="0" normalizeH="0" baseline="0" noProof="0">
                <a:ln>
                  <a:noFill/>
                </a:ln>
                <a:solidFill>
                  <a:srgbClr val="333399"/>
                </a:solidFill>
                <a:effectLst/>
                <a:uLnTx/>
                <a:uFillTx/>
                <a:latin typeface="黑体" panose="02010609060101010101" pitchFamily="49" charset="-122"/>
                <a:ea typeface="黑体" panose="02010609060101010101" pitchFamily="49" charset="-122"/>
                <a:cs typeface="+mn-cs"/>
              </a:rPr>
              <a:t>型变量或表达式</a:t>
            </a:r>
            <a:endParaRPr kumimoji="1" lang="en-US" altLang="zh-CN" sz="2400" b="0" i="0" u="none" strike="noStrike" kern="1200" cap="none" spc="0" normalizeH="0" baseline="0" noProof="0">
              <a:ln>
                <a:noFill/>
              </a:ln>
              <a:solidFill>
                <a:srgbClr val="333399"/>
              </a:solidFill>
              <a:effectLst/>
              <a:uLnTx/>
              <a:uFillTx/>
              <a:latin typeface="黑体" panose="02010609060101010101" pitchFamily="49" charset="-122"/>
              <a:ea typeface="黑体" panose="02010609060101010101" pitchFamily="49" charset="-122"/>
              <a:cs typeface="+mn-cs"/>
            </a:endParaRPr>
          </a:p>
        </p:txBody>
      </p:sp>
      <p:pic>
        <p:nvPicPr>
          <p:cNvPr id="20485" name="Picture 6" descr="D:\教程\PPT\PPT素材\3D小人\8\Comp_8023312306.jpg"/>
          <p:cNvPicPr>
            <a:picLocks noChangeAspect="1"/>
          </p:cNvPicPr>
          <p:nvPr/>
        </p:nvPicPr>
        <p:blipFill>
          <a:blip r:embed="rId1">
            <a:clrChange>
              <a:clrFrom>
                <a:srgbClr val="FFFFFF"/>
              </a:clrFrom>
              <a:clrTo>
                <a:srgbClr val="FFFFFF">
                  <a:alpha val="0"/>
                </a:srgbClr>
              </a:clrTo>
            </a:clrChange>
          </a:blip>
          <a:stretch>
            <a:fillRect/>
          </a:stretch>
        </p:blipFill>
        <p:spPr>
          <a:xfrm>
            <a:off x="8959850" y="4884738"/>
            <a:ext cx="1817688" cy="1258887"/>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0483">
                                            <p:txEl>
                                              <p:pRg st="2" end="2"/>
                                            </p:txEl>
                                          </p:spTgt>
                                        </p:tgtEl>
                                        <p:attrNameLst>
                                          <p:attrName>style.visibility</p:attrName>
                                        </p:attrNameLst>
                                      </p:cBhvr>
                                      <p:to>
                                        <p:strVal val="visible"/>
                                      </p:to>
                                    </p:set>
                                    <p:animEffect transition="in" filter="blinds(horizontal)">
                                      <p:cBhvr>
                                        <p:cTn id="7" dur="500"/>
                                        <p:tgtEl>
                                          <p:spTgt spid="2048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22600"/>
                                        </p:tgtEl>
                                        <p:attrNameLst>
                                          <p:attrName>style.visibility</p:attrName>
                                        </p:attrNameLst>
                                      </p:cBhvr>
                                      <p:to>
                                        <p:strVal val="visible"/>
                                      </p:to>
                                    </p:set>
                                    <p:animEffect transition="in" filter="wipe(down)">
                                      <p:cBhvr>
                                        <p:cTn id="12" dur="500"/>
                                        <p:tgtEl>
                                          <p:spTgt spid="322600"/>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0483">
                                            <p:txEl>
                                              <p:pRg st="3" end="3"/>
                                            </p:txEl>
                                          </p:spTgt>
                                        </p:tgtEl>
                                        <p:attrNameLst>
                                          <p:attrName>style.visibility</p:attrName>
                                        </p:attrNameLst>
                                      </p:cBhvr>
                                      <p:to>
                                        <p:strVal val="visible"/>
                                      </p:to>
                                    </p:set>
                                    <p:animEffect transition="in" filter="blinds(horizontal)">
                                      <p:cBhvr>
                                        <p:cTn id="17" dur="500"/>
                                        <p:tgtEl>
                                          <p:spTgt spid="2048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0483">
                                            <p:txEl>
                                              <p:pRg st="4" end="4"/>
                                            </p:txEl>
                                          </p:spTgt>
                                        </p:tgtEl>
                                        <p:attrNameLst>
                                          <p:attrName>style.visibility</p:attrName>
                                        </p:attrNameLst>
                                      </p:cBhvr>
                                      <p:to>
                                        <p:strVal val="visible"/>
                                      </p:to>
                                    </p:set>
                                    <p:animEffect transition="in" filter="blinds(horizontal)">
                                      <p:cBhvr>
                                        <p:cTn id="22" dur="500"/>
                                        <p:tgtEl>
                                          <p:spTgt spid="2048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0483">
                                            <p:txEl>
                                              <p:pRg st="5" end="5"/>
                                            </p:txEl>
                                          </p:spTgt>
                                        </p:tgtEl>
                                        <p:attrNameLst>
                                          <p:attrName>style.visibility</p:attrName>
                                        </p:attrNameLst>
                                      </p:cBhvr>
                                      <p:to>
                                        <p:strVal val="visible"/>
                                      </p:to>
                                    </p:set>
                                    <p:animEffect transition="in" filter="blinds(horizontal)">
                                      <p:cBhvr>
                                        <p:cTn id="27" dur="500"/>
                                        <p:tgtEl>
                                          <p:spTgt spid="2048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3" grpId="0" build="p"/>
      <p:bldP spid="322600" grpId="0" bldLvl="0" animBg="1"/>
    </p:bldLst>
  </p:timing>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2530" name="Rectangle 2"/>
          <p:cNvSpPr>
            <a:spLocks noGrp="1"/>
          </p:cNvSpPr>
          <p:nvPr>
            <p:ph type="title"/>
          </p:nvPr>
        </p:nvSpPr>
        <p:spPr/>
        <p:txBody>
          <a:bodyPr vert="horz" wrap="square" lIns="91440" tIns="45720" rIns="91440" bIns="45720" anchor="ctr" anchorCtr="0"/>
          <a:lstStyle/>
          <a:p>
            <a:r>
              <a:rPr lang="en-US" altLang="zh-CN" kern="1200" dirty="0">
                <a:latin typeface="Arial" panose="020B0604020202090204" pitchFamily="34" charset="0"/>
                <a:ea typeface="黑体" panose="02010609060101010101" pitchFamily="49" charset="-122"/>
                <a:cs typeface="Arial" panose="020B0604020202090204" pitchFamily="34" charset="0"/>
              </a:rPr>
              <a:t>3.1.1</a:t>
            </a:r>
            <a:r>
              <a:rPr lang="zh-CN" altLang="en-US" kern="1200" dirty="0">
                <a:latin typeface="Arial" panose="020B0604020202090204" pitchFamily="34" charset="0"/>
                <a:ea typeface="黑体" panose="02010609060101010101" pitchFamily="49" charset="-122"/>
                <a:cs typeface="Arial" panose="020B0604020202090204" pitchFamily="34" charset="0"/>
              </a:rPr>
              <a:t>一维数组的定义和初始化</a:t>
            </a:r>
            <a:endParaRPr lang="en-US" altLang="zh-CN" kern="1200" dirty="0">
              <a:latin typeface="Arial" panose="020B0604020202090204" pitchFamily="34" charset="0"/>
              <a:ea typeface="黑体" panose="02010609060101010101" pitchFamily="49" charset="-122"/>
              <a:cs typeface="Arial" panose="020B0604020202090204" pitchFamily="34" charset="0"/>
            </a:endParaRPr>
          </a:p>
        </p:txBody>
      </p:sp>
      <p:sp>
        <p:nvSpPr>
          <p:cNvPr id="178179" name="Rectangle 3"/>
          <p:cNvSpPr>
            <a:spLocks noGrp="1"/>
          </p:cNvSpPr>
          <p:nvPr>
            <p:ph idx="1"/>
          </p:nvPr>
        </p:nvSpPr>
        <p:spPr>
          <a:xfrm>
            <a:off x="1416050" y="1484313"/>
            <a:ext cx="9283700" cy="4611687"/>
          </a:xfrm>
        </p:spPr>
        <p:txBody>
          <a:bodyPr vert="horz" wrap="square" lIns="91440" tIns="45720" rIns="91440" bIns="45720" anchor="t" anchorCtr="0"/>
          <a:lstStyle/>
          <a:p>
            <a:pPr eaLnBrk="1">
              <a:buSzPct val="50000"/>
            </a:pPr>
            <a:r>
              <a:rPr lang="zh-CN" altLang="en-US" sz="3200" kern="1200" dirty="0">
                <a:latin typeface="黑体" panose="02010609060101010101" pitchFamily="49" charset="-122"/>
                <a:ea typeface="黑体" panose="02010609060101010101" pitchFamily="49" charset="-122"/>
                <a:cs typeface="Times New Roman" panose="02020503050405090304" pitchFamily="18" charset="0"/>
              </a:rPr>
              <a:t>未初始化的数组元素值是什么？</a:t>
            </a:r>
            <a:endParaRPr lang="en-US" altLang="zh-CN" sz="3200" kern="1200" dirty="0">
              <a:latin typeface="黑体" panose="02010609060101010101" pitchFamily="49" charset="-122"/>
              <a:ea typeface="黑体" panose="02010609060101010101" pitchFamily="49" charset="-122"/>
              <a:cs typeface="Times New Roman" panose="02020503050405090304" pitchFamily="18" charset="0"/>
            </a:endParaRPr>
          </a:p>
          <a:p>
            <a:pPr lvl="1" eaLnBrk="1">
              <a:buSzPct val="50000"/>
            </a:pPr>
            <a:r>
              <a:rPr lang="zh-CN" altLang="en-US" sz="2800" kern="1200" dirty="0">
                <a:latin typeface="黑体" panose="02010609060101010101" pitchFamily="49" charset="-122"/>
                <a:ea typeface="黑体" panose="02010609060101010101" pitchFamily="49" charset="-122"/>
                <a:cs typeface="Times New Roman" panose="02020503050405090304" pitchFamily="18" charset="0"/>
              </a:rPr>
              <a:t>静态数组和全局数组自动初始化为</a:t>
            </a:r>
            <a:r>
              <a:rPr lang="en-US" altLang="zh-CN" sz="2800" kern="1200" dirty="0">
                <a:latin typeface="黑体" panose="02010609060101010101" pitchFamily="49" charset="-122"/>
                <a:ea typeface="黑体" panose="02010609060101010101" pitchFamily="49" charset="-122"/>
                <a:cs typeface="Times New Roman" panose="02020503050405090304" pitchFamily="18" charset="0"/>
              </a:rPr>
              <a:t>0</a:t>
            </a:r>
            <a:r>
              <a:rPr lang="zh-CN" altLang="en-US" sz="2800" kern="1200" dirty="0">
                <a:latin typeface="黑体" panose="02010609060101010101" pitchFamily="49" charset="-122"/>
                <a:ea typeface="黑体" panose="02010609060101010101" pitchFamily="49" charset="-122"/>
                <a:cs typeface="Times New Roman" panose="02020503050405090304" pitchFamily="18" charset="0"/>
              </a:rPr>
              <a:t>值</a:t>
            </a:r>
            <a:endParaRPr lang="en-US" altLang="zh-CN" sz="2800" kern="1200" dirty="0">
              <a:latin typeface="黑体" panose="02010609060101010101" pitchFamily="49" charset="-122"/>
              <a:ea typeface="黑体" panose="02010609060101010101" pitchFamily="49" charset="-122"/>
              <a:cs typeface="Times New Roman" panose="02020503050405090304" pitchFamily="18" charset="0"/>
            </a:endParaRPr>
          </a:p>
          <a:p>
            <a:pPr lvl="1" eaLnBrk="1">
              <a:buSzPct val="50000"/>
            </a:pPr>
            <a:r>
              <a:rPr lang="zh-CN" altLang="en-US" sz="2800" kern="1200" dirty="0">
                <a:latin typeface="黑体" panose="02010609060101010101" pitchFamily="49" charset="-122"/>
                <a:ea typeface="黑体" panose="02010609060101010101" pitchFamily="49" charset="-122"/>
                <a:cs typeface="Times New Roman" panose="02020503050405090304" pitchFamily="18" charset="0"/>
              </a:rPr>
              <a:t>否则，是随机数</a:t>
            </a:r>
            <a:endParaRPr lang="zh-CN" altLang="en-US" sz="2800" kern="1200" dirty="0">
              <a:latin typeface="黑体" panose="02010609060101010101" pitchFamily="49" charset="-122"/>
              <a:ea typeface="黑体" panose="02010609060101010101" pitchFamily="49" charset="-122"/>
              <a:cs typeface="Times New Roman" panose="02020503050405090304" pitchFamily="18" charset="0"/>
            </a:endParaRPr>
          </a:p>
          <a:p>
            <a:pPr eaLnBrk="1">
              <a:buSzPct val="50000"/>
            </a:pPr>
            <a:r>
              <a:rPr lang="zh-CN" altLang="en-US" sz="3200" kern="1200" dirty="0">
                <a:latin typeface="黑体" panose="02010609060101010101" pitchFamily="49" charset="-122"/>
                <a:ea typeface="黑体" panose="02010609060101010101" pitchFamily="49" charset="-122"/>
                <a:cs typeface="Times New Roman" panose="02020503050405090304" pitchFamily="18" charset="0"/>
              </a:rPr>
              <a:t>一维数组的初始化</a:t>
            </a:r>
            <a:endParaRPr lang="zh-CN" altLang="en-US" sz="3200" kern="1200" dirty="0">
              <a:latin typeface="黑体" panose="02010609060101010101" pitchFamily="49" charset="-122"/>
              <a:ea typeface="黑体" panose="02010609060101010101" pitchFamily="49" charset="-122"/>
              <a:cs typeface="Times New Roman" panose="02020503050405090304" pitchFamily="18" charset="0"/>
            </a:endParaRPr>
          </a:p>
          <a:p>
            <a:pPr eaLnBrk="1">
              <a:buSzPct val="50000"/>
              <a:buFont typeface="Monotype Sorts"/>
              <a:buNone/>
            </a:pPr>
            <a:r>
              <a:rPr lang="en-US" altLang="zh-CN" kern="1200" dirty="0">
                <a:solidFill>
                  <a:srgbClr val="0000FF"/>
                </a:solidFill>
                <a:latin typeface="Courier New" panose="02070409020205090404" pitchFamily="49" charset="0"/>
                <a:ea typeface="宋体" pitchFamily="2" charset="-122"/>
                <a:cs typeface="+mn-cs"/>
              </a:rPr>
              <a:t>  </a:t>
            </a:r>
            <a:r>
              <a:rPr lang="en-US" altLang="zh-CN" b="1" kern="1200" dirty="0">
                <a:solidFill>
                  <a:srgbClr val="0000FF"/>
                </a:solidFill>
                <a:latin typeface="Courier New" panose="02070409020205090404" pitchFamily="49" charset="0"/>
                <a:ea typeface="宋体" pitchFamily="2" charset="-122"/>
                <a:cs typeface="+mn-cs"/>
              </a:rPr>
              <a:t>int</a:t>
            </a:r>
            <a:r>
              <a:rPr lang="en-US" altLang="zh-CN" b="1" kern="1200" dirty="0">
                <a:solidFill>
                  <a:srgbClr val="000000"/>
                </a:solidFill>
                <a:latin typeface="Courier New" panose="02070409020205090404" pitchFamily="49" charset="0"/>
                <a:ea typeface="宋体" pitchFamily="2" charset="-122"/>
                <a:cs typeface="+mn-cs"/>
              </a:rPr>
              <a:t> a[5] = { 12, 34, 56, 78, 9 };</a:t>
            </a:r>
            <a:endParaRPr lang="en-US" altLang="zh-CN" b="1" kern="1200" dirty="0">
              <a:solidFill>
                <a:srgbClr val="000000"/>
              </a:solidFill>
              <a:latin typeface="Courier New" panose="02070409020205090404" pitchFamily="49" charset="0"/>
              <a:ea typeface="宋体" pitchFamily="2" charset="-122"/>
              <a:cs typeface="+mn-cs"/>
            </a:endParaRPr>
          </a:p>
          <a:p>
            <a:pPr eaLnBrk="1">
              <a:buSzPct val="50000"/>
              <a:buFont typeface="Monotype Sorts"/>
              <a:buNone/>
            </a:pPr>
            <a:r>
              <a:rPr lang="en-US" altLang="zh-CN" b="1" kern="1200" dirty="0">
                <a:solidFill>
                  <a:srgbClr val="0000FF"/>
                </a:solidFill>
                <a:latin typeface="Courier New" panose="02070409020205090404" pitchFamily="49" charset="0"/>
                <a:ea typeface="宋体" pitchFamily="2" charset="-122"/>
                <a:cs typeface="+mn-cs"/>
              </a:rPr>
              <a:t>  int</a:t>
            </a:r>
            <a:r>
              <a:rPr lang="en-US" altLang="zh-CN" b="1" kern="1200" dirty="0">
                <a:solidFill>
                  <a:srgbClr val="000000"/>
                </a:solidFill>
                <a:latin typeface="Courier New" panose="02070409020205090404" pitchFamily="49" charset="0"/>
                <a:ea typeface="宋体" pitchFamily="2" charset="-122"/>
                <a:cs typeface="+mn-cs"/>
              </a:rPr>
              <a:t> a[5] = { 0 };</a:t>
            </a:r>
            <a:endParaRPr lang="en-US" altLang="zh-CN" b="1" kern="1200" dirty="0">
              <a:solidFill>
                <a:srgbClr val="000000"/>
              </a:solidFill>
              <a:latin typeface="Courier New" panose="02070409020205090404" pitchFamily="49" charset="0"/>
              <a:ea typeface="宋体" pitchFamily="2" charset="-122"/>
              <a:cs typeface="+mn-cs"/>
            </a:endParaRPr>
          </a:p>
          <a:p>
            <a:pPr eaLnBrk="1">
              <a:buSzPct val="50000"/>
              <a:buFont typeface="Monotype Sorts"/>
              <a:buNone/>
            </a:pPr>
            <a:r>
              <a:rPr lang="en-US" altLang="zh-CN" b="1" kern="1200" dirty="0">
                <a:solidFill>
                  <a:srgbClr val="0000FF"/>
                </a:solidFill>
                <a:latin typeface="Courier New" panose="02070409020205090404" pitchFamily="49" charset="0"/>
                <a:ea typeface="宋体" pitchFamily="2" charset="-122"/>
                <a:cs typeface="+mn-cs"/>
              </a:rPr>
              <a:t>  int</a:t>
            </a:r>
            <a:r>
              <a:rPr lang="en-US" altLang="zh-CN" b="1" kern="1200" dirty="0">
                <a:solidFill>
                  <a:srgbClr val="000000"/>
                </a:solidFill>
                <a:latin typeface="Courier New" panose="02070409020205090404" pitchFamily="49" charset="0"/>
                <a:ea typeface="宋体" pitchFamily="2" charset="-122"/>
                <a:cs typeface="+mn-cs"/>
              </a:rPr>
              <a:t> a[] = { 11, 22, 33, 44, 55 };</a:t>
            </a:r>
            <a:endParaRPr lang="en-US" altLang="zh-CN" b="1" kern="1200" dirty="0">
              <a:solidFill>
                <a:srgbClr val="000000"/>
              </a:solidFill>
              <a:latin typeface="Courier New" panose="02070409020205090404" pitchFamily="49" charset="0"/>
              <a:ea typeface="宋体" pitchFamily="2" charset="-122"/>
              <a:cs typeface="+mn-cs"/>
            </a:endParaRPr>
          </a:p>
          <a:p>
            <a:pPr eaLnBrk="1">
              <a:buSzPct val="50000"/>
              <a:buFont typeface="Monotype Sorts"/>
              <a:buChar char=""/>
            </a:pPr>
            <a:endParaRPr lang="en-US" altLang="zh-CN" b="1" kern="1200" dirty="0">
              <a:latin typeface="Times New Roman" panose="02020503050405090304" pitchFamily="18" charset="0"/>
              <a:ea typeface="宋体" pitchFamily="2" charset="-122"/>
              <a:cs typeface="+mn-cs"/>
            </a:endParaRPr>
          </a:p>
        </p:txBody>
      </p:sp>
      <p:pic>
        <p:nvPicPr>
          <p:cNvPr id="22532" name="Picture 6" descr="D:\教程\PPT\PPT素材\3D小人\8\Comp_8023312306.jpg"/>
          <p:cNvPicPr>
            <a:picLocks noChangeAspect="1"/>
          </p:cNvPicPr>
          <p:nvPr/>
        </p:nvPicPr>
        <p:blipFill>
          <a:blip r:embed="rId1">
            <a:clrChange>
              <a:clrFrom>
                <a:srgbClr val="FFFFFF"/>
              </a:clrFrom>
              <a:clrTo>
                <a:srgbClr val="FFFFFF">
                  <a:alpha val="0"/>
                </a:srgbClr>
              </a:clrTo>
            </a:clrChange>
          </a:blip>
          <a:stretch>
            <a:fillRect/>
          </a:stretch>
        </p:blipFill>
        <p:spPr>
          <a:xfrm>
            <a:off x="8959850" y="4884738"/>
            <a:ext cx="1817688" cy="1258887"/>
          </a:xfrm>
          <a:prstGeom prst="rect">
            <a:avLst/>
          </a:prstGeom>
          <a:noFill/>
          <a:ln w="9525">
            <a:noFill/>
          </a:ln>
        </p:spPr>
      </p:pic>
      <p:pic>
        <p:nvPicPr>
          <p:cNvPr id="22533" name="图片 7" descr="Image3.jpg"/>
          <p:cNvPicPr>
            <a:picLocks noChangeAspect="1"/>
          </p:cNvPicPr>
          <p:nvPr/>
        </p:nvPicPr>
        <p:blipFill>
          <a:blip r:embed="rId2">
            <a:clrChange>
              <a:clrFrom>
                <a:srgbClr val="FFFFFD"/>
              </a:clrFrom>
              <a:clrTo>
                <a:srgbClr val="FFFFFD">
                  <a:alpha val="0"/>
                </a:srgbClr>
              </a:clrTo>
            </a:clrChange>
          </a:blip>
          <a:stretch>
            <a:fillRect/>
          </a:stretch>
        </p:blipFill>
        <p:spPr>
          <a:xfrm>
            <a:off x="9625013" y="1787525"/>
            <a:ext cx="792162" cy="1549400"/>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78179">
                                            <p:txEl>
                                              <p:pRg st="1" end="1"/>
                                            </p:txEl>
                                          </p:spTgt>
                                        </p:tgtEl>
                                        <p:attrNameLst>
                                          <p:attrName>style.visibility</p:attrName>
                                        </p:attrNameLst>
                                      </p:cBhvr>
                                      <p:to>
                                        <p:strVal val="visible"/>
                                      </p:to>
                                    </p:set>
                                    <p:animEffect transition="in" filter="wipe(left)">
                                      <p:cBhvr>
                                        <p:cTn id="7" dur="500"/>
                                        <p:tgtEl>
                                          <p:spTgt spid="178179">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78179">
                                            <p:txEl>
                                              <p:pRg st="2" end="2"/>
                                            </p:txEl>
                                          </p:spTgt>
                                        </p:tgtEl>
                                        <p:attrNameLst>
                                          <p:attrName>style.visibility</p:attrName>
                                        </p:attrNameLst>
                                      </p:cBhvr>
                                      <p:to>
                                        <p:strVal val="visible"/>
                                      </p:to>
                                    </p:set>
                                    <p:animEffect transition="in" filter="wipe(left)">
                                      <p:cBhvr>
                                        <p:cTn id="12" dur="500"/>
                                        <p:tgtEl>
                                          <p:spTgt spid="178179">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78179">
                                            <p:txEl>
                                              <p:pRg st="3" end="3"/>
                                            </p:txEl>
                                          </p:spTgt>
                                        </p:tgtEl>
                                        <p:attrNameLst>
                                          <p:attrName>style.visibility</p:attrName>
                                        </p:attrNameLst>
                                      </p:cBhvr>
                                      <p:to>
                                        <p:strVal val="visible"/>
                                      </p:to>
                                    </p:set>
                                    <p:animEffect transition="in" filter="wipe(left)">
                                      <p:cBhvr>
                                        <p:cTn id="17" dur="500"/>
                                        <p:tgtEl>
                                          <p:spTgt spid="178179">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78179">
                                            <p:txEl>
                                              <p:pRg st="4" end="4"/>
                                            </p:txEl>
                                          </p:spTgt>
                                        </p:tgtEl>
                                        <p:attrNameLst>
                                          <p:attrName>style.visibility</p:attrName>
                                        </p:attrNameLst>
                                      </p:cBhvr>
                                      <p:to>
                                        <p:strVal val="visible"/>
                                      </p:to>
                                    </p:set>
                                    <p:animEffect transition="in" filter="wipe(left)">
                                      <p:cBhvr>
                                        <p:cTn id="22" dur="500"/>
                                        <p:tgtEl>
                                          <p:spTgt spid="178179">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78179">
                                            <p:txEl>
                                              <p:pRg st="5" end="5"/>
                                            </p:txEl>
                                          </p:spTgt>
                                        </p:tgtEl>
                                        <p:attrNameLst>
                                          <p:attrName>style.visibility</p:attrName>
                                        </p:attrNameLst>
                                      </p:cBhvr>
                                      <p:to>
                                        <p:strVal val="visible"/>
                                      </p:to>
                                    </p:set>
                                    <p:animEffect transition="in" filter="wipe(left)">
                                      <p:cBhvr>
                                        <p:cTn id="27" dur="500"/>
                                        <p:tgtEl>
                                          <p:spTgt spid="178179">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78179">
                                            <p:txEl>
                                              <p:pRg st="6" end="6"/>
                                            </p:txEl>
                                          </p:spTgt>
                                        </p:tgtEl>
                                        <p:attrNameLst>
                                          <p:attrName>style.visibility</p:attrName>
                                        </p:attrNameLst>
                                      </p:cBhvr>
                                      <p:to>
                                        <p:strVal val="visible"/>
                                      </p:to>
                                    </p:set>
                                    <p:animEffect transition="in" filter="wipe(left)">
                                      <p:cBhvr>
                                        <p:cTn id="32" dur="500"/>
                                        <p:tgtEl>
                                          <p:spTgt spid="178179">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8179" grpId="0" build="p"/>
    </p:bldLst>
  </p:timing>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3554" name="Rectangle 2"/>
          <p:cNvSpPr>
            <a:spLocks noGrp="1"/>
          </p:cNvSpPr>
          <p:nvPr>
            <p:ph type="title" idx="4294967295"/>
          </p:nvPr>
        </p:nvSpPr>
        <p:spPr/>
        <p:txBody>
          <a:bodyPr vert="horz" wrap="square" lIns="91440" tIns="45720" rIns="91440" bIns="45720" anchor="ctr" anchorCtr="0"/>
          <a:lstStyle/>
          <a:p>
            <a:r>
              <a:rPr lang="en-US" altLang="zh-CN" dirty="0"/>
              <a:t>3.1.1</a:t>
            </a:r>
            <a:r>
              <a:rPr lang="zh-CN" altLang="en-US" dirty="0"/>
              <a:t>一维数组的定义和初始化</a:t>
            </a:r>
            <a:endParaRPr lang="en-US" altLang="zh-CN" dirty="0"/>
          </a:p>
        </p:txBody>
      </p:sp>
      <p:sp>
        <p:nvSpPr>
          <p:cNvPr id="20483" name="Rectangle 3"/>
          <p:cNvSpPr>
            <a:spLocks noGrp="1"/>
          </p:cNvSpPr>
          <p:nvPr>
            <p:ph type="body" idx="4294967295"/>
          </p:nvPr>
        </p:nvSpPr>
        <p:spPr>
          <a:xfrm>
            <a:off x="1638300" y="1412875"/>
            <a:ext cx="8705850" cy="4852988"/>
          </a:xfrm>
        </p:spPr>
        <p:txBody>
          <a:bodyPr vert="horz" wrap="square" lIns="91440" tIns="45720" rIns="91440" bIns="45720" anchor="t" anchorCtr="0"/>
          <a:lstStyle/>
          <a:p>
            <a:pPr eaLnBrk="1">
              <a:spcAft>
                <a:spcPts val="600"/>
              </a:spcAft>
            </a:pPr>
            <a:r>
              <a:rPr lang="zh-CN" altLang="en-US" dirty="0">
                <a:latin typeface="黑体" panose="02010609060101010101" pitchFamily="49" charset="-122"/>
              </a:rPr>
              <a:t>访问数组元素时，</a:t>
            </a:r>
            <a:r>
              <a:rPr lang="zh-CN" altLang="en-US" dirty="0">
                <a:solidFill>
                  <a:srgbClr val="C00000"/>
                </a:solidFill>
                <a:latin typeface="黑体" panose="02010609060101010101" pitchFamily="49" charset="-122"/>
              </a:rPr>
              <a:t>下标越界</a:t>
            </a:r>
            <a:r>
              <a:rPr lang="zh-CN" altLang="en-US" dirty="0">
                <a:latin typeface="黑体" panose="02010609060101010101" pitchFamily="49" charset="-122"/>
              </a:rPr>
              <a:t>是大忌！</a:t>
            </a:r>
            <a:endParaRPr lang="zh-CN" altLang="en-US" dirty="0">
              <a:latin typeface="黑体" panose="02010609060101010101" pitchFamily="49" charset="-122"/>
            </a:endParaRPr>
          </a:p>
          <a:p>
            <a:pPr lvl="1" eaLnBrk="1">
              <a:spcAft>
                <a:spcPts val="600"/>
              </a:spcAft>
            </a:pPr>
            <a:r>
              <a:rPr lang="zh-CN" altLang="en-US" dirty="0">
                <a:latin typeface="黑体" panose="02010609060101010101" pitchFamily="49" charset="-122"/>
              </a:rPr>
              <a:t>编译程序不检查下标越界，导致运行时错误</a:t>
            </a:r>
            <a:endParaRPr lang="zh-CN" altLang="en-US" dirty="0">
              <a:latin typeface="黑体" panose="02010609060101010101" pitchFamily="49" charset="-122"/>
            </a:endParaRPr>
          </a:p>
          <a:p>
            <a:pPr lvl="1" eaLnBrk="1">
              <a:spcAft>
                <a:spcPts val="600"/>
              </a:spcAft>
            </a:pPr>
            <a:r>
              <a:rPr lang="zh-CN" altLang="en-US" dirty="0">
                <a:latin typeface="黑体" panose="02010609060101010101" pitchFamily="49" charset="-122"/>
              </a:rPr>
              <a:t>下标越界，将访问数组以外的空间</a:t>
            </a:r>
            <a:endParaRPr lang="zh-CN" altLang="en-US" dirty="0">
              <a:latin typeface="黑体" panose="02010609060101010101" pitchFamily="49" charset="-122"/>
            </a:endParaRPr>
          </a:p>
          <a:p>
            <a:pPr lvl="1" eaLnBrk="1">
              <a:spcAft>
                <a:spcPts val="600"/>
              </a:spcAft>
            </a:pPr>
            <a:r>
              <a:rPr lang="zh-CN" altLang="en-US" dirty="0">
                <a:latin typeface="黑体" panose="02010609060101010101" pitchFamily="49" charset="-122"/>
              </a:rPr>
              <a:t>那里的数据是未知的，不受我们掌控，可能带来严重后果</a:t>
            </a:r>
            <a:endParaRPr lang="en-US" altLang="zh-CN" dirty="0">
              <a:latin typeface="黑体" panose="02010609060101010101" pitchFamily="49" charset="-122"/>
            </a:endParaRPr>
          </a:p>
          <a:p>
            <a:pPr lvl="1" eaLnBrk="1">
              <a:spcAft>
                <a:spcPts val="600"/>
              </a:spcAft>
            </a:pPr>
            <a:r>
              <a:rPr lang="zh-CN" altLang="en-US" dirty="0">
                <a:latin typeface="黑体" panose="02010609060101010101" pitchFamily="49" charset="-122"/>
              </a:rPr>
              <a:t>后果有多严重呢？</a:t>
            </a:r>
            <a:endParaRPr lang="zh-CN" altLang="en-US" dirty="0">
              <a:latin typeface="黑体" panose="02010609060101010101" pitchFamily="49" charset="-122"/>
            </a:endParaRPr>
          </a:p>
          <a:p>
            <a:pPr eaLnBrk="1">
              <a:lnSpc>
                <a:spcPct val="125000"/>
              </a:lnSpc>
              <a:buFont typeface="Monotype Sorts"/>
              <a:buChar char=""/>
            </a:pPr>
            <a:endParaRPr lang="zh-CN" altLang="en-US" dirty="0">
              <a:latin typeface="华文仿宋" panose="02010600040101010101" pitchFamily="2" charset="-122"/>
              <a:ea typeface="华文仿宋" panose="02010600040101010101" pitchFamily="2" charset="-122"/>
            </a:endParaRPr>
          </a:p>
          <a:p>
            <a:pPr lvl="1" eaLnBrk="1">
              <a:lnSpc>
                <a:spcPct val="125000"/>
              </a:lnSpc>
              <a:buFont typeface="Wingdings 2" panose="05020102010507070707" pitchFamily="18" charset="2"/>
              <a:buChar char="Þ"/>
            </a:pPr>
            <a:endParaRPr lang="en-US" altLang="zh-CN" dirty="0">
              <a:latin typeface="Courier New" panose="02070409020205090404" pitchFamily="49" charset="0"/>
              <a:ea typeface="宋体" pitchFamily="2" charset="-122"/>
            </a:endParaRPr>
          </a:p>
        </p:txBody>
      </p:sp>
      <p:pic>
        <p:nvPicPr>
          <p:cNvPr id="23556" name="图片 7" descr="Image3.jpg"/>
          <p:cNvPicPr>
            <a:picLocks noChangeAspect="1"/>
          </p:cNvPicPr>
          <p:nvPr/>
        </p:nvPicPr>
        <p:blipFill>
          <a:blip r:embed="rId1">
            <a:clrChange>
              <a:clrFrom>
                <a:srgbClr val="FFFFFD"/>
              </a:clrFrom>
              <a:clrTo>
                <a:srgbClr val="FFFFFD">
                  <a:alpha val="0"/>
                </a:srgbClr>
              </a:clrTo>
            </a:clrChange>
          </a:blip>
          <a:stretch>
            <a:fillRect/>
          </a:stretch>
        </p:blipFill>
        <p:spPr>
          <a:xfrm>
            <a:off x="9671050" y="4500563"/>
            <a:ext cx="912813" cy="1785937"/>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20483">
                                            <p:txEl>
                                              <p:pRg st="1" end="1"/>
                                            </p:txEl>
                                          </p:spTgt>
                                        </p:tgtEl>
                                        <p:attrNameLst>
                                          <p:attrName>style.visibility</p:attrName>
                                        </p:attrNameLst>
                                      </p:cBhvr>
                                      <p:to>
                                        <p:strVal val="visible"/>
                                      </p:to>
                                    </p:set>
                                    <p:animEffect transition="in" filter="box(out)">
                                      <p:cBhvr>
                                        <p:cTn id="7" dur="500"/>
                                        <p:tgtEl>
                                          <p:spTgt spid="2048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20483">
                                            <p:txEl>
                                              <p:pRg st="2" end="2"/>
                                            </p:txEl>
                                          </p:spTgt>
                                        </p:tgtEl>
                                        <p:attrNameLst>
                                          <p:attrName>style.visibility</p:attrName>
                                        </p:attrNameLst>
                                      </p:cBhvr>
                                      <p:to>
                                        <p:strVal val="visible"/>
                                      </p:to>
                                    </p:set>
                                    <p:animEffect transition="in" filter="box(out)">
                                      <p:cBhvr>
                                        <p:cTn id="12" dur="500"/>
                                        <p:tgtEl>
                                          <p:spTgt spid="2048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20483">
                                            <p:txEl>
                                              <p:pRg st="3" end="3"/>
                                            </p:txEl>
                                          </p:spTgt>
                                        </p:tgtEl>
                                        <p:attrNameLst>
                                          <p:attrName>style.visibility</p:attrName>
                                        </p:attrNameLst>
                                      </p:cBhvr>
                                      <p:to>
                                        <p:strVal val="visible"/>
                                      </p:to>
                                    </p:set>
                                    <p:animEffect transition="in" filter="box(out)">
                                      <p:cBhvr>
                                        <p:cTn id="17" dur="500"/>
                                        <p:tgtEl>
                                          <p:spTgt spid="2048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20483">
                                            <p:txEl>
                                              <p:pRg st="4" end="4"/>
                                            </p:txEl>
                                          </p:spTgt>
                                        </p:tgtEl>
                                        <p:attrNameLst>
                                          <p:attrName>style.visibility</p:attrName>
                                        </p:attrNameLst>
                                      </p:cBhvr>
                                      <p:to>
                                        <p:strVal val="visible"/>
                                      </p:to>
                                    </p:set>
                                    <p:animEffect transition="in" filter="box(out)">
                                      <p:cBhvr>
                                        <p:cTn id="22" dur="500"/>
                                        <p:tgtEl>
                                          <p:spTgt spid="2048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3" grpId="0" build="p"/>
    </p:bldLst>
  </p:timing>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5602" name="标题 6"/>
          <p:cNvSpPr>
            <a:spLocks noGrp="1"/>
          </p:cNvSpPr>
          <p:nvPr>
            <p:ph type="title" idx="4294967295"/>
          </p:nvPr>
        </p:nvSpPr>
        <p:spPr>
          <a:xfrm>
            <a:off x="911225" y="115888"/>
            <a:ext cx="8915400" cy="1143000"/>
          </a:xfrm>
        </p:spPr>
        <p:txBody>
          <a:bodyPr vert="horz" wrap="square" lIns="91440" tIns="45720" rIns="91440" bIns="45720" anchor="ctr" anchorCtr="0"/>
          <a:lstStyle/>
          <a:p>
            <a:r>
              <a:rPr lang="en-US" altLang="zh-CN" dirty="0"/>
              <a:t>3.1.2 </a:t>
            </a:r>
            <a:r>
              <a:rPr lang="zh-CN" altLang="en-US" dirty="0"/>
              <a:t>二维数组的定义和初始化</a:t>
            </a:r>
            <a:endParaRPr lang="zh-CN" altLang="en-US" dirty="0"/>
          </a:p>
        </p:txBody>
      </p:sp>
      <p:sp>
        <p:nvSpPr>
          <p:cNvPr id="9" name="内容占位符 8"/>
          <p:cNvSpPr>
            <a:spLocks noGrp="1"/>
          </p:cNvSpPr>
          <p:nvPr>
            <p:ph idx="1"/>
          </p:nvPr>
        </p:nvSpPr>
        <p:spPr>
          <a:xfrm>
            <a:off x="1236663" y="1125538"/>
            <a:ext cx="9126537" cy="4476750"/>
          </a:xfrm>
        </p:spPr>
        <p:txBody>
          <a:bodyPr vert="horz" wrap="square" lIns="91440" tIns="45720" rIns="91440" bIns="45720" anchor="t" anchorCtr="0"/>
          <a:lstStyle/>
          <a:p>
            <a:pPr marL="374650" lvl="2" indent="-374650" eaLnBrk="1">
              <a:buSzPct val="50000"/>
              <a:buFont typeface="Wingdings" panose="05000000000000000000" pitchFamily="2" charset="2"/>
              <a:buChar char="n"/>
            </a:pPr>
            <a:r>
              <a:rPr lang="zh-CN" altLang="en-US" kern="1200" dirty="0">
                <a:solidFill>
                  <a:schemeClr val="tx1"/>
                </a:solidFill>
                <a:latin typeface="黑体" panose="02010609060101010101" pitchFamily="49" charset="-122"/>
                <a:ea typeface="黑体" panose="02010609060101010101" pitchFamily="49" charset="-122"/>
                <a:cs typeface="Times New Roman" panose="02020503050405090304" pitchFamily="18" charset="0"/>
              </a:rPr>
              <a:t>一维数组</a:t>
            </a:r>
            <a:r>
              <a:rPr lang="zh-CN" altLang="en-US" b="1" kern="1200" dirty="0">
                <a:solidFill>
                  <a:schemeClr val="tx1"/>
                </a:solidFill>
                <a:latin typeface="黑体" panose="02010609060101010101" pitchFamily="49" charset="-122"/>
                <a:ea typeface="黑体" panose="02010609060101010101" pitchFamily="49" charset="-122"/>
                <a:cs typeface="Times New Roman" panose="02020503050405090304" pitchFamily="18" charset="0"/>
              </a:rPr>
              <a:t>： </a:t>
            </a:r>
            <a:r>
              <a:rPr lang="en-US" altLang="zh-CN" b="1" kern="1200" dirty="0">
                <a:solidFill>
                  <a:schemeClr val="tx1"/>
                </a:solidFill>
                <a:latin typeface="Courier New" panose="02070409020205090404" pitchFamily="49" charset="0"/>
                <a:ea typeface="宋体" pitchFamily="2" charset="-122"/>
                <a:cs typeface="Times New Roman" panose="02020503050405090304" pitchFamily="18" charset="0"/>
              </a:rPr>
              <a:t>int a[5]; </a:t>
            </a:r>
            <a:endParaRPr lang="zh-CN" altLang="en-US" b="1" kern="1200" dirty="0">
              <a:solidFill>
                <a:schemeClr val="tx1"/>
              </a:solidFill>
              <a:latin typeface="Times New Roman" panose="02020503050405090304" pitchFamily="18" charset="0"/>
              <a:ea typeface="华文仿宋" panose="02010600040101010101" pitchFamily="2" charset="-122"/>
              <a:cs typeface="Times New Roman" panose="02020503050405090304" pitchFamily="18" charset="0"/>
            </a:endParaRPr>
          </a:p>
          <a:p>
            <a:pPr lvl="1" eaLnBrk="1">
              <a:buSzPct val="50000"/>
            </a:pPr>
            <a:r>
              <a:rPr lang="zh-CN" altLang="en-US" kern="1200" dirty="0">
                <a:latin typeface="黑体" panose="02010609060101010101" pitchFamily="49" charset="-122"/>
                <a:ea typeface="黑体" panose="02010609060101010101" pitchFamily="49" charset="-122"/>
                <a:cs typeface="Times New Roman" panose="02020503050405090304" pitchFamily="18" charset="0"/>
              </a:rPr>
              <a:t>用一个下标确定各元素在数组中的顺序</a:t>
            </a:r>
            <a:endParaRPr lang="zh-CN" altLang="en-US" kern="1200" dirty="0">
              <a:latin typeface="黑体" panose="02010609060101010101" pitchFamily="49" charset="-122"/>
              <a:ea typeface="黑体" panose="02010609060101010101" pitchFamily="49" charset="-122"/>
              <a:cs typeface="Times New Roman" panose="02020503050405090304" pitchFamily="18" charset="0"/>
            </a:endParaRPr>
          </a:p>
          <a:p>
            <a:pPr lvl="1" eaLnBrk="1">
              <a:buSzPct val="50000"/>
            </a:pPr>
            <a:r>
              <a:rPr lang="zh-CN" altLang="en-US" kern="1200" dirty="0">
                <a:latin typeface="黑体" panose="02010609060101010101" pitchFamily="49" charset="-122"/>
                <a:ea typeface="黑体" panose="02010609060101010101" pitchFamily="49" charset="-122"/>
                <a:cs typeface="Times New Roman" panose="02020503050405090304" pitchFamily="18" charset="0"/>
              </a:rPr>
              <a:t>可用排列成一行的元素来表示</a:t>
            </a:r>
            <a:endParaRPr lang="en-US" altLang="zh-CN" kern="1200" dirty="0">
              <a:latin typeface="黑体" panose="02010609060101010101" pitchFamily="49" charset="-122"/>
              <a:ea typeface="黑体" panose="02010609060101010101" pitchFamily="49" charset="-122"/>
              <a:cs typeface="Times New Roman" panose="02020503050405090304" pitchFamily="18" charset="0"/>
            </a:endParaRPr>
          </a:p>
          <a:p>
            <a:pPr eaLnBrk="1">
              <a:buSzPct val="50000"/>
            </a:pPr>
            <a:r>
              <a:rPr lang="zh-CN" altLang="en-US" sz="2400" kern="1200" dirty="0">
                <a:latin typeface="黑体" panose="02010609060101010101" pitchFamily="49" charset="-122"/>
                <a:ea typeface="黑体" panose="02010609060101010101" pitchFamily="49" charset="-122"/>
                <a:cs typeface="Times New Roman" panose="02020503050405090304" pitchFamily="18" charset="0"/>
              </a:rPr>
              <a:t>二维数组</a:t>
            </a:r>
            <a:r>
              <a:rPr lang="zh-CN" altLang="en-US" sz="2400" b="1" kern="1200" dirty="0">
                <a:latin typeface="华文仿宋" panose="02010600040101010101" pitchFamily="2" charset="-122"/>
                <a:ea typeface="华文仿宋" panose="02010600040101010101" pitchFamily="2" charset="-122"/>
                <a:cs typeface="+mn-cs"/>
              </a:rPr>
              <a:t>：</a:t>
            </a:r>
            <a:r>
              <a:rPr lang="en-US" altLang="zh-CN" sz="2400" b="1" kern="1200" dirty="0">
                <a:latin typeface="Courier New" panose="02070409020205090404" pitchFamily="49" charset="0"/>
                <a:ea typeface="宋体" pitchFamily="2" charset="-122"/>
                <a:cs typeface="+mn-cs"/>
              </a:rPr>
              <a:t>int b[2][3]; </a:t>
            </a:r>
            <a:endParaRPr lang="zh-CN" altLang="en-US" sz="2400" b="1" kern="1200" dirty="0">
              <a:latin typeface="华文仿宋" panose="02010600040101010101" pitchFamily="2" charset="-122"/>
              <a:ea typeface="华文仿宋" panose="02010600040101010101" pitchFamily="2" charset="-122"/>
              <a:cs typeface="+mn-cs"/>
            </a:endParaRPr>
          </a:p>
          <a:p>
            <a:pPr lvl="1" eaLnBrk="1">
              <a:buSzPct val="50000"/>
            </a:pPr>
            <a:r>
              <a:rPr lang="zh-CN" altLang="en-US" kern="1200" dirty="0">
                <a:latin typeface="黑体" panose="02010609060101010101" pitchFamily="49" charset="-122"/>
                <a:ea typeface="黑体" panose="02010609060101010101" pitchFamily="49" charset="-122"/>
                <a:cs typeface="Times New Roman" panose="02020503050405090304" pitchFamily="18" charset="0"/>
              </a:rPr>
              <a:t>用两个下标确定各元素在数组中的顺序</a:t>
            </a:r>
            <a:endParaRPr lang="zh-CN" altLang="en-US" kern="1200" dirty="0">
              <a:latin typeface="黑体" panose="02010609060101010101" pitchFamily="49" charset="-122"/>
              <a:ea typeface="黑体" panose="02010609060101010101" pitchFamily="49" charset="-122"/>
              <a:cs typeface="Times New Roman" panose="02020503050405090304" pitchFamily="18" charset="0"/>
            </a:endParaRPr>
          </a:p>
          <a:p>
            <a:pPr lvl="1" eaLnBrk="1">
              <a:buSzPct val="50000"/>
            </a:pPr>
            <a:r>
              <a:rPr lang="zh-CN" altLang="en-US" kern="1200" dirty="0">
                <a:latin typeface="Arial" panose="020B0604020202090204" pitchFamily="34" charset="0"/>
                <a:ea typeface="黑体" panose="02010609060101010101" pitchFamily="49" charset="-122"/>
                <a:cs typeface="Times New Roman" panose="02020503050405090304" pitchFamily="18" charset="0"/>
              </a:rPr>
              <a:t>用排列成</a:t>
            </a:r>
            <a:r>
              <a:rPr lang="en-US" altLang="zh-CN" kern="1200" dirty="0">
                <a:latin typeface="Arial" panose="020B0604020202090204" pitchFamily="34" charset="0"/>
                <a:ea typeface="黑体" panose="02010609060101010101" pitchFamily="49" charset="-122"/>
                <a:cs typeface="Times New Roman" panose="02020503050405090304" pitchFamily="18" charset="0"/>
              </a:rPr>
              <a:t>i</a:t>
            </a:r>
            <a:r>
              <a:rPr lang="zh-CN" altLang="en-US" kern="1200" dirty="0">
                <a:latin typeface="Arial" panose="020B0604020202090204" pitchFamily="34" charset="0"/>
                <a:ea typeface="黑体" panose="02010609060101010101" pitchFamily="49" charset="-122"/>
                <a:cs typeface="Times New Roman" panose="02020503050405090304" pitchFamily="18" charset="0"/>
              </a:rPr>
              <a:t>行，</a:t>
            </a:r>
            <a:r>
              <a:rPr lang="en-US" altLang="zh-CN" kern="1200" dirty="0">
                <a:latin typeface="Arial" panose="020B0604020202090204" pitchFamily="34" charset="0"/>
                <a:ea typeface="黑体" panose="02010609060101010101" pitchFamily="49" charset="-122"/>
                <a:cs typeface="Times New Roman" panose="02020503050405090304" pitchFamily="18" charset="0"/>
              </a:rPr>
              <a:t>j</a:t>
            </a:r>
            <a:r>
              <a:rPr lang="zh-CN" altLang="en-US" kern="1200" dirty="0">
                <a:latin typeface="Arial" panose="020B0604020202090204" pitchFamily="34" charset="0"/>
                <a:ea typeface="黑体" panose="02010609060101010101" pitchFamily="49" charset="-122"/>
                <a:cs typeface="Times New Roman" panose="02020503050405090304" pitchFamily="18" charset="0"/>
              </a:rPr>
              <a:t>列的元素来表示</a:t>
            </a:r>
            <a:endParaRPr lang="en-US" altLang="zh-CN" kern="1200" dirty="0">
              <a:latin typeface="Arial" panose="020B0604020202090204" pitchFamily="34" charset="0"/>
              <a:ea typeface="黑体" panose="02010609060101010101" pitchFamily="49" charset="-122"/>
              <a:cs typeface="Times New Roman" panose="02020503050405090304" pitchFamily="18" charset="0"/>
            </a:endParaRPr>
          </a:p>
          <a:p>
            <a:pPr lvl="1" eaLnBrk="1">
              <a:buSzPct val="50000"/>
            </a:pPr>
            <a:r>
              <a:rPr lang="zh-CN" altLang="en-US" kern="1200" dirty="0">
                <a:latin typeface="黑体" panose="02010609060101010101" pitchFamily="49" charset="-122"/>
                <a:ea typeface="黑体" panose="02010609060101010101" pitchFamily="49" charset="-122"/>
                <a:cs typeface="Times New Roman" panose="02020503050405090304" pitchFamily="18" charset="0"/>
              </a:rPr>
              <a:t>逻辑结构，非物理结构</a:t>
            </a:r>
            <a:endParaRPr lang="en-US" altLang="zh-CN" kern="1200" dirty="0">
              <a:latin typeface="黑体" panose="02010609060101010101" pitchFamily="49" charset="-122"/>
              <a:ea typeface="黑体" panose="02010609060101010101" pitchFamily="49" charset="-122"/>
              <a:cs typeface="Times New Roman" panose="02020503050405090304" pitchFamily="18" charset="0"/>
            </a:endParaRPr>
          </a:p>
          <a:p>
            <a:pPr lvl="1" eaLnBrk="1">
              <a:buSzPct val="50000"/>
            </a:pPr>
            <a:r>
              <a:rPr lang="zh-CN" altLang="en-US" kern="1200" dirty="0">
                <a:latin typeface="黑体" panose="02010609060101010101" pitchFamily="49" charset="-122"/>
                <a:ea typeface="黑体" panose="02010609060101010101" pitchFamily="49" charset="-122"/>
                <a:cs typeface="Times New Roman" panose="02020503050405090304" pitchFamily="18" charset="0"/>
              </a:rPr>
              <a:t>内存中</a:t>
            </a:r>
            <a:r>
              <a:rPr lang="zh-CN" altLang="en-US" kern="1200" dirty="0">
                <a:solidFill>
                  <a:srgbClr val="FF0000"/>
                </a:solidFill>
                <a:latin typeface="黑体" panose="02010609060101010101" pitchFamily="49" charset="-122"/>
                <a:ea typeface="黑体" panose="02010609060101010101" pitchFamily="49" charset="-122"/>
                <a:cs typeface="Times New Roman" panose="02020503050405090304" pitchFamily="18" charset="0"/>
              </a:rPr>
              <a:t>线性</a:t>
            </a:r>
            <a:r>
              <a:rPr lang="zh-CN" altLang="en-US" kern="1200" dirty="0">
                <a:latin typeface="黑体" panose="02010609060101010101" pitchFamily="49" charset="-122"/>
                <a:ea typeface="黑体" panose="02010609060101010101" pitchFamily="49" charset="-122"/>
                <a:cs typeface="Times New Roman" panose="02020503050405090304" pitchFamily="18" charset="0"/>
              </a:rPr>
              <a:t>保存</a:t>
            </a:r>
            <a:endParaRPr lang="en-US" altLang="zh-CN" kern="1200" dirty="0">
              <a:latin typeface="黑体" panose="02010609060101010101" pitchFamily="49" charset="-122"/>
              <a:ea typeface="黑体" panose="02010609060101010101" pitchFamily="49" charset="-122"/>
              <a:cs typeface="Times New Roman" panose="02020503050405090304" pitchFamily="18" charset="0"/>
            </a:endParaRPr>
          </a:p>
          <a:p>
            <a:pPr eaLnBrk="1">
              <a:buSzPct val="50000"/>
            </a:pPr>
            <a:r>
              <a:rPr lang="en-US" altLang="zh-CN" sz="2400" kern="1200" dirty="0">
                <a:latin typeface="Arial" panose="020B0604020202090204" pitchFamily="34" charset="0"/>
                <a:ea typeface="黑体" panose="02010609060101010101" pitchFamily="49" charset="-122"/>
                <a:cs typeface="Times New Roman" panose="02020503050405090304" pitchFamily="18" charset="0"/>
              </a:rPr>
              <a:t>n</a:t>
            </a:r>
            <a:r>
              <a:rPr lang="zh-CN" altLang="en-US" sz="2400" kern="1200" dirty="0">
                <a:latin typeface="Arial" panose="020B0604020202090204" pitchFamily="34" charset="0"/>
                <a:ea typeface="黑体" panose="02010609060101010101" pitchFamily="49" charset="-122"/>
                <a:cs typeface="Times New Roman" panose="02020503050405090304" pitchFamily="18" charset="0"/>
              </a:rPr>
              <a:t>维数组</a:t>
            </a:r>
            <a:r>
              <a:rPr lang="zh-CN" altLang="en-US" sz="2400" kern="1200" dirty="0">
                <a:latin typeface="黑体" panose="02010609060101010101" pitchFamily="49" charset="-122"/>
                <a:ea typeface="黑体" panose="02010609060101010101" pitchFamily="49" charset="-122"/>
                <a:cs typeface="Times New Roman" panose="02020503050405090304" pitchFamily="18" charset="0"/>
              </a:rPr>
              <a:t>：</a:t>
            </a:r>
            <a:r>
              <a:rPr lang="en-US" altLang="zh-CN" sz="2400" b="1" kern="1200" dirty="0">
                <a:latin typeface="Courier New" panose="02070409020205090404" pitchFamily="49" charset="0"/>
                <a:ea typeface="宋体" pitchFamily="2" charset="-122"/>
                <a:cs typeface="+mn-cs"/>
              </a:rPr>
              <a:t>int c[3][2][4];</a:t>
            </a:r>
            <a:endParaRPr lang="en-US" altLang="zh-CN" sz="2400" b="1" kern="1200" dirty="0">
              <a:latin typeface="华文仿宋" panose="02010600040101010101" pitchFamily="2" charset="-122"/>
              <a:ea typeface="华文仿宋" panose="02010600040101010101" pitchFamily="2" charset="-122"/>
              <a:cs typeface="+mn-cs"/>
            </a:endParaRPr>
          </a:p>
          <a:p>
            <a:pPr lvl="1" eaLnBrk="1">
              <a:buSzPct val="50000"/>
            </a:pPr>
            <a:r>
              <a:rPr lang="zh-CN" altLang="en-US" kern="1200" dirty="0">
                <a:latin typeface="Arial" panose="020B0604020202090204" pitchFamily="34" charset="0"/>
                <a:ea typeface="黑体" panose="02010609060101010101" pitchFamily="49" charset="-122"/>
                <a:cs typeface="Times New Roman" panose="02020503050405090304" pitchFamily="18" charset="0"/>
              </a:rPr>
              <a:t>用</a:t>
            </a:r>
            <a:r>
              <a:rPr lang="en-US" altLang="zh-CN" kern="1200" dirty="0">
                <a:latin typeface="Arial" panose="020B0604020202090204" pitchFamily="34" charset="0"/>
                <a:ea typeface="黑体" panose="02010609060101010101" pitchFamily="49" charset="-122"/>
                <a:cs typeface="Times New Roman" panose="02020503050405090304" pitchFamily="18" charset="0"/>
              </a:rPr>
              <a:t>n</a:t>
            </a:r>
            <a:r>
              <a:rPr lang="zh-CN" altLang="en-US" kern="1200" dirty="0">
                <a:latin typeface="Arial" panose="020B0604020202090204" pitchFamily="34" charset="0"/>
                <a:ea typeface="黑体" panose="02010609060101010101" pitchFamily="49" charset="-122"/>
                <a:cs typeface="Times New Roman" panose="02020503050405090304" pitchFamily="18" charset="0"/>
              </a:rPr>
              <a:t>个下标来确定各元素在数组中的顺序</a:t>
            </a:r>
            <a:endParaRPr lang="en-US" altLang="zh-CN" kern="1200" dirty="0">
              <a:latin typeface="Arial" panose="020B0604020202090204" pitchFamily="34" charset="0"/>
              <a:ea typeface="黑体" panose="02010609060101010101" pitchFamily="49" charset="-122"/>
              <a:cs typeface="Times New Roman" panose="02020503050405090304" pitchFamily="18" charset="0"/>
            </a:endParaRPr>
          </a:p>
        </p:txBody>
      </p:sp>
      <p:graphicFrame>
        <p:nvGraphicFramePr>
          <p:cNvPr id="14369" name="Group 33"/>
          <p:cNvGraphicFramePr>
            <a:graphicFrameLocks noGrp="1"/>
          </p:cNvGraphicFramePr>
          <p:nvPr>
            <p:ph sz="quarter" idx="4294967295"/>
          </p:nvPr>
        </p:nvGraphicFramePr>
        <p:xfrm>
          <a:off x="6569075" y="2370138"/>
          <a:ext cx="2622550" cy="338138"/>
        </p:xfrm>
        <a:graphic>
          <a:graphicData uri="http://schemas.openxmlformats.org/drawingml/2006/table">
            <a:tbl>
              <a:tblPr>
                <a:tableStyleId>{22838BEF-8BB2-4498-84A7-C5851F593DF1}</a:tableStyleId>
              </a:tblPr>
              <a:tblGrid>
                <a:gridCol w="524510"/>
                <a:gridCol w="525145"/>
                <a:gridCol w="523240"/>
                <a:gridCol w="525145"/>
                <a:gridCol w="524510"/>
              </a:tblGrid>
              <a:tr h="338137">
                <a:tc>
                  <a:txBody>
                    <a:bodyPr/>
                    <a:lstStyle/>
                    <a:p>
                      <a:pPr marL="0" marR="0" lvl="0" indent="0" algn="l" defTabSz="914400" rtl="0" eaLnBrk="1" fontAlgn="base" latinLnBrk="0" hangingPunct="1">
                        <a:lnSpc>
                          <a:spcPct val="95000"/>
                        </a:lnSpc>
                        <a:spcBef>
                          <a:spcPct val="20000"/>
                        </a:spcBef>
                        <a:spcAft>
                          <a:spcPct val="0"/>
                        </a:spcAft>
                        <a:buClr>
                          <a:schemeClr val="bg2"/>
                        </a:buClr>
                        <a:buSzPct val="75000"/>
                        <a:buFont typeface="Wingdings" panose="05000000000000000000" pitchFamily="2" charset="2"/>
                        <a:buNone/>
                      </a:pPr>
                      <a:r>
                        <a:rPr kumimoji="0" lang="en-US" altLang="zh-CN" sz="1600" b="1" u="none" strike="noStrike" cap="none" normalizeH="0" baseline="0" dirty="0">
                          <a:ln>
                            <a:noFill/>
                          </a:ln>
                          <a:effectLst/>
                        </a:rPr>
                        <a:t>a[0]</a:t>
                      </a:r>
                      <a:endParaRPr kumimoji="0" lang="en-US" altLang="zh-CN" sz="1600" b="1" i="0" u="none" strike="noStrike" cap="none" normalizeH="0" baseline="0" dirty="0">
                        <a:ln>
                          <a:noFill/>
                        </a:ln>
                        <a:solidFill>
                          <a:srgbClr val="000066"/>
                        </a:solidFill>
                        <a:effectLst/>
                        <a:latin typeface="Arial" panose="020B0604020202090204" pitchFamily="34" charset="0"/>
                        <a:ea typeface="宋体" pitchFamily="2" charset="-122"/>
                      </a:endParaRPr>
                    </a:p>
                  </a:txBody>
                  <a:tcPr marL="99056" marR="99056" marT="45676" marB="45676" horzOverflow="overflow"/>
                </a:tc>
                <a:tc>
                  <a:txBody>
                    <a:bodyPr/>
                    <a:lstStyle/>
                    <a:p>
                      <a:pPr marL="0" marR="0" lvl="0" indent="0" algn="l" defTabSz="914400" rtl="0" eaLnBrk="1" fontAlgn="base" latinLnBrk="0" hangingPunct="1">
                        <a:lnSpc>
                          <a:spcPct val="95000"/>
                        </a:lnSpc>
                        <a:spcBef>
                          <a:spcPct val="20000"/>
                        </a:spcBef>
                        <a:spcAft>
                          <a:spcPct val="0"/>
                        </a:spcAft>
                        <a:buClr>
                          <a:schemeClr val="bg2"/>
                        </a:buClr>
                        <a:buSzPct val="75000"/>
                        <a:buFont typeface="Wingdings" panose="05000000000000000000" pitchFamily="2" charset="2"/>
                        <a:buNone/>
                      </a:pPr>
                      <a:r>
                        <a:rPr kumimoji="0" lang="en-US" altLang="zh-CN" sz="1600" b="1" u="none" strike="noStrike" cap="none" normalizeH="0" baseline="0" dirty="0">
                          <a:ln>
                            <a:noFill/>
                          </a:ln>
                          <a:effectLst/>
                        </a:rPr>
                        <a:t>a[1]</a:t>
                      </a:r>
                      <a:endParaRPr kumimoji="0" lang="en-US" altLang="zh-CN" sz="1600" b="1" i="0" u="none" strike="noStrike" cap="none" normalizeH="0" baseline="0" dirty="0">
                        <a:ln>
                          <a:noFill/>
                        </a:ln>
                        <a:solidFill>
                          <a:srgbClr val="000066"/>
                        </a:solidFill>
                        <a:effectLst/>
                        <a:latin typeface="Arial" panose="020B0604020202090204" pitchFamily="34" charset="0"/>
                        <a:ea typeface="宋体" pitchFamily="2" charset="-122"/>
                      </a:endParaRPr>
                    </a:p>
                  </a:txBody>
                  <a:tcPr marL="99056" marR="99056" marT="45676" marB="45676" horzOverflow="overflow"/>
                </a:tc>
                <a:tc>
                  <a:txBody>
                    <a:bodyPr/>
                    <a:lstStyle/>
                    <a:p>
                      <a:pPr marL="0" marR="0" lvl="0" indent="0" algn="l" defTabSz="914400" rtl="0" eaLnBrk="1" fontAlgn="base" latinLnBrk="0" hangingPunct="1">
                        <a:lnSpc>
                          <a:spcPct val="95000"/>
                        </a:lnSpc>
                        <a:spcBef>
                          <a:spcPct val="20000"/>
                        </a:spcBef>
                        <a:spcAft>
                          <a:spcPct val="0"/>
                        </a:spcAft>
                        <a:buClr>
                          <a:schemeClr val="bg2"/>
                        </a:buClr>
                        <a:buSzPct val="75000"/>
                        <a:buFont typeface="Wingdings" panose="05000000000000000000" pitchFamily="2" charset="2"/>
                        <a:buNone/>
                      </a:pPr>
                      <a:r>
                        <a:rPr kumimoji="0" lang="en-US" altLang="zh-CN" sz="1600" b="1" u="none" strike="noStrike" cap="none" normalizeH="0" baseline="0" dirty="0">
                          <a:ln>
                            <a:noFill/>
                          </a:ln>
                          <a:effectLst/>
                        </a:rPr>
                        <a:t>a[2]</a:t>
                      </a:r>
                      <a:endParaRPr kumimoji="0" lang="en-US" altLang="zh-CN" sz="1600" b="1" i="0" u="none" strike="noStrike" cap="none" normalizeH="0" baseline="0" dirty="0">
                        <a:ln>
                          <a:noFill/>
                        </a:ln>
                        <a:solidFill>
                          <a:srgbClr val="000066"/>
                        </a:solidFill>
                        <a:effectLst/>
                        <a:latin typeface="Arial" panose="020B0604020202090204" pitchFamily="34" charset="0"/>
                        <a:ea typeface="宋体" pitchFamily="2" charset="-122"/>
                      </a:endParaRPr>
                    </a:p>
                  </a:txBody>
                  <a:tcPr marL="99056" marR="99056" marT="45676" marB="45676" horzOverflow="overflow"/>
                </a:tc>
                <a:tc>
                  <a:txBody>
                    <a:bodyPr/>
                    <a:lstStyle/>
                    <a:p>
                      <a:pPr marL="0" marR="0" lvl="0" indent="0" algn="l" defTabSz="914400" rtl="0" eaLnBrk="1" fontAlgn="base" latinLnBrk="0" hangingPunct="1">
                        <a:lnSpc>
                          <a:spcPct val="95000"/>
                        </a:lnSpc>
                        <a:spcBef>
                          <a:spcPct val="20000"/>
                        </a:spcBef>
                        <a:spcAft>
                          <a:spcPct val="0"/>
                        </a:spcAft>
                        <a:buClr>
                          <a:schemeClr val="bg2"/>
                        </a:buClr>
                        <a:buSzPct val="75000"/>
                        <a:buFont typeface="Wingdings" panose="05000000000000000000" pitchFamily="2" charset="2"/>
                        <a:buNone/>
                      </a:pPr>
                      <a:r>
                        <a:rPr kumimoji="0" lang="en-US" altLang="zh-CN" sz="1600" b="1" u="none" strike="noStrike" cap="none" normalizeH="0" baseline="0" dirty="0">
                          <a:ln>
                            <a:noFill/>
                          </a:ln>
                          <a:effectLst/>
                        </a:rPr>
                        <a:t>a[3]</a:t>
                      </a:r>
                      <a:endParaRPr kumimoji="0" lang="en-US" altLang="zh-CN" sz="1600" b="1" i="0" u="none" strike="noStrike" cap="none" normalizeH="0" baseline="0" dirty="0">
                        <a:ln>
                          <a:noFill/>
                        </a:ln>
                        <a:solidFill>
                          <a:srgbClr val="000066"/>
                        </a:solidFill>
                        <a:effectLst/>
                        <a:latin typeface="Arial" panose="020B0604020202090204" pitchFamily="34" charset="0"/>
                        <a:ea typeface="宋体" pitchFamily="2" charset="-122"/>
                      </a:endParaRPr>
                    </a:p>
                  </a:txBody>
                  <a:tcPr marL="99056" marR="99056" marT="45676" marB="45676" horzOverflow="overflow"/>
                </a:tc>
                <a:tc>
                  <a:txBody>
                    <a:bodyPr/>
                    <a:lstStyle/>
                    <a:p>
                      <a:pPr marL="0" marR="0" lvl="0" indent="0" algn="l" defTabSz="914400" rtl="0" eaLnBrk="1" fontAlgn="base" latinLnBrk="0" hangingPunct="1">
                        <a:lnSpc>
                          <a:spcPct val="95000"/>
                        </a:lnSpc>
                        <a:spcBef>
                          <a:spcPct val="20000"/>
                        </a:spcBef>
                        <a:spcAft>
                          <a:spcPct val="0"/>
                        </a:spcAft>
                        <a:buClr>
                          <a:schemeClr val="bg2"/>
                        </a:buClr>
                        <a:buSzPct val="75000"/>
                        <a:buFont typeface="Wingdings" panose="05000000000000000000" pitchFamily="2" charset="2"/>
                        <a:buNone/>
                      </a:pPr>
                      <a:r>
                        <a:rPr kumimoji="0" lang="en-US" altLang="zh-CN" sz="1600" b="1" u="none" strike="noStrike" cap="none" normalizeH="0" baseline="0" dirty="0">
                          <a:ln>
                            <a:noFill/>
                          </a:ln>
                          <a:effectLst/>
                        </a:rPr>
                        <a:t>a[4]</a:t>
                      </a:r>
                      <a:endParaRPr kumimoji="0" lang="en-US" altLang="zh-CN" sz="1600" b="1" i="0" u="none" strike="noStrike" cap="none" normalizeH="0" baseline="0" dirty="0">
                        <a:ln>
                          <a:noFill/>
                        </a:ln>
                        <a:solidFill>
                          <a:srgbClr val="000066"/>
                        </a:solidFill>
                        <a:effectLst/>
                        <a:latin typeface="Arial" panose="020B0604020202090204" pitchFamily="34" charset="0"/>
                        <a:ea typeface="宋体" pitchFamily="2" charset="-122"/>
                      </a:endParaRPr>
                    </a:p>
                  </a:txBody>
                  <a:tcPr marL="99056" marR="99056" marT="45676" marB="45676" horzOverflow="overflow"/>
                </a:tc>
              </a:tr>
            </a:tbl>
          </a:graphicData>
        </a:graphic>
      </p:graphicFrame>
      <p:graphicFrame>
        <p:nvGraphicFramePr>
          <p:cNvPr id="14370" name="Group 34"/>
          <p:cNvGraphicFramePr>
            <a:graphicFrameLocks noGrp="1"/>
          </p:cNvGraphicFramePr>
          <p:nvPr/>
        </p:nvGraphicFramePr>
        <p:xfrm>
          <a:off x="6505575" y="3943350"/>
          <a:ext cx="2782888" cy="709613"/>
        </p:xfrm>
        <a:graphic>
          <a:graphicData uri="http://schemas.openxmlformats.org/drawingml/2006/table">
            <a:tbl>
              <a:tblPr>
                <a:tableStyleId>{22838BEF-8BB2-4498-84A7-C5851F593DF1}</a:tableStyleId>
              </a:tblPr>
              <a:tblGrid>
                <a:gridCol w="894182"/>
                <a:gridCol w="943718"/>
                <a:gridCol w="944988"/>
              </a:tblGrid>
              <a:tr h="344324">
                <a:tc>
                  <a:txBody>
                    <a:bodyPr/>
                    <a:lstStyle/>
                    <a:p>
                      <a:pPr marL="0" marR="0" lvl="0" indent="0" algn="l" defTabSz="914400" rtl="0" eaLnBrk="1" fontAlgn="base" latinLnBrk="0" hangingPunct="1">
                        <a:lnSpc>
                          <a:spcPct val="95000"/>
                        </a:lnSpc>
                        <a:spcBef>
                          <a:spcPct val="20000"/>
                        </a:spcBef>
                        <a:spcAft>
                          <a:spcPct val="0"/>
                        </a:spcAft>
                        <a:buClr>
                          <a:schemeClr val="bg2"/>
                        </a:buClr>
                        <a:buSzPct val="75000"/>
                        <a:buFont typeface="Wingdings" panose="05000000000000000000" pitchFamily="2" charset="2"/>
                        <a:buNone/>
                      </a:pPr>
                      <a:r>
                        <a:rPr kumimoji="0" lang="en-US" altLang="zh-CN" sz="1600" b="1" u="none" strike="noStrike" cap="none" normalizeH="0" baseline="0" dirty="0">
                          <a:ln>
                            <a:noFill/>
                          </a:ln>
                          <a:effectLst/>
                        </a:rPr>
                        <a:t>b[0][0]</a:t>
                      </a:r>
                      <a:endParaRPr kumimoji="0" lang="en-US" altLang="zh-CN" sz="1600" b="1" i="0" u="none" strike="noStrike" cap="none" normalizeH="0" baseline="0" dirty="0">
                        <a:ln>
                          <a:noFill/>
                        </a:ln>
                        <a:solidFill>
                          <a:srgbClr val="000066"/>
                        </a:solidFill>
                        <a:effectLst/>
                        <a:latin typeface="Arial" panose="020B0604020202090204" pitchFamily="34" charset="0"/>
                        <a:ea typeface="宋体" pitchFamily="2" charset="-122"/>
                      </a:endParaRPr>
                    </a:p>
                  </a:txBody>
                  <a:tcPr marL="99016" marR="99016" marT="45684" marB="45684" horzOverflow="overflow"/>
                </a:tc>
                <a:tc>
                  <a:txBody>
                    <a:bodyPr/>
                    <a:lstStyle/>
                    <a:p>
                      <a:pPr marL="0" marR="0" lvl="0" indent="0" algn="l" defTabSz="914400" rtl="0" eaLnBrk="1" fontAlgn="base" latinLnBrk="0" hangingPunct="1">
                        <a:lnSpc>
                          <a:spcPct val="95000"/>
                        </a:lnSpc>
                        <a:spcBef>
                          <a:spcPct val="20000"/>
                        </a:spcBef>
                        <a:spcAft>
                          <a:spcPct val="0"/>
                        </a:spcAft>
                        <a:buClr>
                          <a:schemeClr val="bg2"/>
                        </a:buClr>
                        <a:buSzPct val="75000"/>
                        <a:buFont typeface="Wingdings" panose="05000000000000000000" pitchFamily="2" charset="2"/>
                        <a:buNone/>
                      </a:pPr>
                      <a:r>
                        <a:rPr kumimoji="0" lang="en-US" altLang="zh-CN" sz="1600" b="1" u="none" strike="noStrike" cap="none" normalizeH="0" baseline="0" dirty="0">
                          <a:ln>
                            <a:noFill/>
                          </a:ln>
                          <a:effectLst/>
                        </a:rPr>
                        <a:t>b[0][1]</a:t>
                      </a:r>
                      <a:endParaRPr kumimoji="0" lang="en-US" altLang="zh-CN" sz="1600" b="1" i="0" u="none" strike="noStrike" cap="none" normalizeH="0" baseline="0" dirty="0">
                        <a:ln>
                          <a:noFill/>
                        </a:ln>
                        <a:solidFill>
                          <a:srgbClr val="000066"/>
                        </a:solidFill>
                        <a:effectLst/>
                        <a:latin typeface="Arial" panose="020B0604020202090204" pitchFamily="34" charset="0"/>
                        <a:ea typeface="宋体" pitchFamily="2" charset="-122"/>
                      </a:endParaRPr>
                    </a:p>
                  </a:txBody>
                  <a:tcPr marL="99016" marR="99016" marT="45684" marB="45684" horzOverflow="overflow"/>
                </a:tc>
                <a:tc>
                  <a:txBody>
                    <a:bodyPr/>
                    <a:lstStyle/>
                    <a:p>
                      <a:pPr marL="0" marR="0" lvl="0" indent="0" algn="l" defTabSz="914400" rtl="0" eaLnBrk="1" fontAlgn="base" latinLnBrk="0" hangingPunct="1">
                        <a:lnSpc>
                          <a:spcPct val="95000"/>
                        </a:lnSpc>
                        <a:spcBef>
                          <a:spcPct val="20000"/>
                        </a:spcBef>
                        <a:spcAft>
                          <a:spcPct val="0"/>
                        </a:spcAft>
                        <a:buClr>
                          <a:schemeClr val="bg2"/>
                        </a:buClr>
                        <a:buSzPct val="75000"/>
                        <a:buFont typeface="Wingdings" panose="05000000000000000000" pitchFamily="2" charset="2"/>
                        <a:buNone/>
                      </a:pPr>
                      <a:r>
                        <a:rPr kumimoji="0" lang="en-US" altLang="zh-CN" sz="1600" b="1" u="none" strike="noStrike" cap="none" normalizeH="0" baseline="0" dirty="0">
                          <a:ln>
                            <a:noFill/>
                          </a:ln>
                          <a:effectLst/>
                        </a:rPr>
                        <a:t>b[0][2]</a:t>
                      </a:r>
                      <a:endParaRPr kumimoji="0" lang="en-US" altLang="zh-CN" sz="1600" b="1" i="0" u="none" strike="noStrike" cap="none" normalizeH="0" baseline="0" dirty="0">
                        <a:ln>
                          <a:noFill/>
                        </a:ln>
                        <a:solidFill>
                          <a:srgbClr val="000066"/>
                        </a:solidFill>
                        <a:effectLst/>
                        <a:latin typeface="Arial" panose="020B0604020202090204" pitchFamily="34" charset="0"/>
                        <a:ea typeface="宋体" pitchFamily="2" charset="-122"/>
                      </a:endParaRPr>
                    </a:p>
                  </a:txBody>
                  <a:tcPr marL="99016" marR="99016" marT="45684" marB="45684" horzOverflow="overflow"/>
                </a:tc>
              </a:tr>
              <a:tr h="365289">
                <a:tc>
                  <a:txBody>
                    <a:bodyPr/>
                    <a:lstStyle/>
                    <a:p>
                      <a:pPr marL="0" marR="0" lvl="0" indent="0" algn="l" defTabSz="914400" rtl="0" eaLnBrk="1" fontAlgn="base" latinLnBrk="0" hangingPunct="1">
                        <a:lnSpc>
                          <a:spcPct val="95000"/>
                        </a:lnSpc>
                        <a:spcBef>
                          <a:spcPct val="20000"/>
                        </a:spcBef>
                        <a:spcAft>
                          <a:spcPct val="0"/>
                        </a:spcAft>
                        <a:buClr>
                          <a:schemeClr val="bg2"/>
                        </a:buClr>
                        <a:buSzPct val="75000"/>
                        <a:buFont typeface="Wingdings" panose="05000000000000000000" pitchFamily="2" charset="2"/>
                        <a:buNone/>
                      </a:pPr>
                      <a:r>
                        <a:rPr kumimoji="0" lang="en-US" altLang="zh-CN" sz="1600" b="1" u="none" strike="noStrike" cap="none" normalizeH="0" baseline="0">
                          <a:ln>
                            <a:noFill/>
                          </a:ln>
                          <a:effectLst/>
                        </a:rPr>
                        <a:t>b[1][0]</a:t>
                      </a:r>
                      <a:endParaRPr kumimoji="0" lang="en-US" altLang="zh-CN" sz="1600" b="1" i="0" u="none" strike="noStrike" cap="none" normalizeH="0" baseline="0">
                        <a:ln>
                          <a:noFill/>
                        </a:ln>
                        <a:solidFill>
                          <a:srgbClr val="000066"/>
                        </a:solidFill>
                        <a:effectLst/>
                        <a:latin typeface="Arial" panose="020B0604020202090204" pitchFamily="34" charset="0"/>
                        <a:ea typeface="宋体" pitchFamily="2" charset="-122"/>
                      </a:endParaRPr>
                    </a:p>
                  </a:txBody>
                  <a:tcPr marL="99016" marR="99016" marT="45684" marB="45684" horzOverflow="overflow"/>
                </a:tc>
                <a:tc>
                  <a:txBody>
                    <a:bodyPr/>
                    <a:lstStyle/>
                    <a:p>
                      <a:pPr marL="0" marR="0" lvl="0" indent="0" algn="l" defTabSz="914400" rtl="0" eaLnBrk="1" fontAlgn="base" latinLnBrk="0" hangingPunct="1">
                        <a:lnSpc>
                          <a:spcPct val="95000"/>
                        </a:lnSpc>
                        <a:spcBef>
                          <a:spcPct val="20000"/>
                        </a:spcBef>
                        <a:spcAft>
                          <a:spcPct val="0"/>
                        </a:spcAft>
                        <a:buClr>
                          <a:schemeClr val="bg2"/>
                        </a:buClr>
                        <a:buSzPct val="75000"/>
                        <a:buFont typeface="Wingdings" panose="05000000000000000000" pitchFamily="2" charset="2"/>
                        <a:buNone/>
                      </a:pPr>
                      <a:r>
                        <a:rPr kumimoji="0" lang="en-US" altLang="zh-CN" sz="1600" b="1" u="none" strike="noStrike" cap="none" normalizeH="0" baseline="0" dirty="0">
                          <a:ln>
                            <a:noFill/>
                          </a:ln>
                          <a:effectLst/>
                        </a:rPr>
                        <a:t>b[1][1]</a:t>
                      </a:r>
                      <a:endParaRPr kumimoji="0" lang="en-US" altLang="zh-CN" sz="1600" b="1" i="0" u="none" strike="noStrike" cap="none" normalizeH="0" baseline="0" dirty="0">
                        <a:ln>
                          <a:noFill/>
                        </a:ln>
                        <a:solidFill>
                          <a:srgbClr val="000066"/>
                        </a:solidFill>
                        <a:effectLst/>
                        <a:latin typeface="Arial" panose="020B0604020202090204" pitchFamily="34" charset="0"/>
                        <a:ea typeface="宋体" pitchFamily="2" charset="-122"/>
                      </a:endParaRPr>
                    </a:p>
                  </a:txBody>
                  <a:tcPr marL="99016" marR="99016" marT="45684" marB="45684" horzOverflow="overflow"/>
                </a:tc>
                <a:tc>
                  <a:txBody>
                    <a:bodyPr/>
                    <a:lstStyle/>
                    <a:p>
                      <a:pPr marL="0" marR="0" lvl="0" indent="0" algn="l" defTabSz="914400" rtl="0" eaLnBrk="1" fontAlgn="base" latinLnBrk="0" hangingPunct="1">
                        <a:lnSpc>
                          <a:spcPct val="95000"/>
                        </a:lnSpc>
                        <a:spcBef>
                          <a:spcPct val="20000"/>
                        </a:spcBef>
                        <a:spcAft>
                          <a:spcPct val="0"/>
                        </a:spcAft>
                        <a:buClr>
                          <a:schemeClr val="bg2"/>
                        </a:buClr>
                        <a:buSzPct val="75000"/>
                        <a:buFont typeface="Wingdings" panose="05000000000000000000" pitchFamily="2" charset="2"/>
                        <a:buNone/>
                      </a:pPr>
                      <a:r>
                        <a:rPr kumimoji="0" lang="en-US" altLang="zh-CN" sz="1600" b="1" u="none" strike="noStrike" cap="none" normalizeH="0" baseline="0" dirty="0">
                          <a:ln>
                            <a:noFill/>
                          </a:ln>
                          <a:effectLst/>
                        </a:rPr>
                        <a:t>b[1][2]</a:t>
                      </a:r>
                      <a:endParaRPr kumimoji="0" lang="en-US" altLang="zh-CN" sz="1600" b="1" i="0" u="none" strike="noStrike" cap="none" normalizeH="0" baseline="0" dirty="0">
                        <a:ln>
                          <a:noFill/>
                        </a:ln>
                        <a:solidFill>
                          <a:srgbClr val="000066"/>
                        </a:solidFill>
                        <a:effectLst/>
                        <a:latin typeface="Arial" panose="020B0604020202090204" pitchFamily="34" charset="0"/>
                        <a:ea typeface="宋体" pitchFamily="2" charset="-122"/>
                      </a:endParaRPr>
                    </a:p>
                  </a:txBody>
                  <a:tcPr marL="99016" marR="99016" marT="45684" marB="45684" horzOverflow="overflow"/>
                </a:tc>
              </a:tr>
            </a:tbl>
          </a:graphicData>
        </a:graphic>
      </p:graphicFrame>
      <p:pic>
        <p:nvPicPr>
          <p:cNvPr id="6" name="内容占位符 3"/>
          <p:cNvPicPr>
            <a:picLocks noChangeAspect="1"/>
          </p:cNvPicPr>
          <p:nvPr/>
        </p:nvPicPr>
        <p:blipFill>
          <a:blip r:embed="rId1"/>
          <a:stretch>
            <a:fillRect/>
          </a:stretch>
        </p:blipFill>
        <p:spPr>
          <a:xfrm>
            <a:off x="9501188" y="333375"/>
            <a:ext cx="1482725" cy="6307138"/>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xEl>
                                              <p:pRg st="1" end="1"/>
                                            </p:txEl>
                                          </p:spTgt>
                                        </p:tgtEl>
                                        <p:attrNameLst>
                                          <p:attrName>style.visibility</p:attrName>
                                        </p:attrNameLst>
                                      </p:cBhvr>
                                      <p:to>
                                        <p:strVal val="visible"/>
                                      </p:to>
                                    </p:set>
                                    <p:anim calcmode="lin" valueType="num">
                                      <p:cBhvr>
                                        <p:cTn id="7" dur="500" fill="hold"/>
                                        <p:tgtEl>
                                          <p:spTgt spid="9">
                                            <p:txEl>
                                              <p:pRg st="1" end="1"/>
                                            </p:txEl>
                                          </p:spTgt>
                                        </p:tgtEl>
                                        <p:attrNameLst>
                                          <p:attrName>ppt_w</p:attrName>
                                        </p:attrNameLst>
                                      </p:cBhvr>
                                      <p:tavLst>
                                        <p:tav tm="0">
                                          <p:val>
                                            <p:fltVal val="0"/>
                                          </p:val>
                                        </p:tav>
                                        <p:tav tm="100000">
                                          <p:val>
                                            <p:strVal val="#ppt_w"/>
                                          </p:val>
                                        </p:tav>
                                      </p:tavLst>
                                    </p:anim>
                                    <p:anim calcmode="lin" valueType="num">
                                      <p:cBhvr>
                                        <p:cTn id="8" dur="500" fill="hold"/>
                                        <p:tgtEl>
                                          <p:spTgt spid="9">
                                            <p:txEl>
                                              <p:pRg st="1" end="1"/>
                                            </p:txEl>
                                          </p:spTgt>
                                        </p:tgtEl>
                                        <p:attrNameLst>
                                          <p:attrName>ppt_h</p:attrName>
                                        </p:attrNameLst>
                                      </p:cBhvr>
                                      <p:tavLst>
                                        <p:tav tm="0">
                                          <p:val>
                                            <p:fltVal val="0"/>
                                          </p:val>
                                        </p:tav>
                                        <p:tav tm="100000">
                                          <p:val>
                                            <p:strVal val="#ppt_h"/>
                                          </p:val>
                                        </p:tav>
                                      </p:tavLst>
                                    </p:anim>
                                    <p:animEffect transition="in" filter="fade">
                                      <p:cBhvr>
                                        <p:cTn id="9" dur="500"/>
                                        <p:tgtEl>
                                          <p:spTgt spid="9">
                                            <p:txEl>
                                              <p:pRg st="1" end="1"/>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9">
                                            <p:txEl>
                                              <p:pRg st="2" end="2"/>
                                            </p:txEl>
                                          </p:spTgt>
                                        </p:tgtEl>
                                        <p:attrNameLst>
                                          <p:attrName>style.visibility</p:attrName>
                                        </p:attrNameLst>
                                      </p:cBhvr>
                                      <p:to>
                                        <p:strVal val="visible"/>
                                      </p:to>
                                    </p:set>
                                    <p:anim calcmode="lin" valueType="num">
                                      <p:cBhvr>
                                        <p:cTn id="14" dur="500" fill="hold"/>
                                        <p:tgtEl>
                                          <p:spTgt spid="9">
                                            <p:txEl>
                                              <p:pRg st="2" end="2"/>
                                            </p:txEl>
                                          </p:spTgt>
                                        </p:tgtEl>
                                        <p:attrNameLst>
                                          <p:attrName>ppt_w</p:attrName>
                                        </p:attrNameLst>
                                      </p:cBhvr>
                                      <p:tavLst>
                                        <p:tav tm="0">
                                          <p:val>
                                            <p:fltVal val="0"/>
                                          </p:val>
                                        </p:tav>
                                        <p:tav tm="100000">
                                          <p:val>
                                            <p:strVal val="#ppt_w"/>
                                          </p:val>
                                        </p:tav>
                                      </p:tavLst>
                                    </p:anim>
                                    <p:anim calcmode="lin" valueType="num">
                                      <p:cBhvr>
                                        <p:cTn id="15" dur="500" fill="hold"/>
                                        <p:tgtEl>
                                          <p:spTgt spid="9">
                                            <p:txEl>
                                              <p:pRg st="2" end="2"/>
                                            </p:txEl>
                                          </p:spTgt>
                                        </p:tgtEl>
                                        <p:attrNameLst>
                                          <p:attrName>ppt_h</p:attrName>
                                        </p:attrNameLst>
                                      </p:cBhvr>
                                      <p:tavLst>
                                        <p:tav tm="0">
                                          <p:val>
                                            <p:fltVal val="0"/>
                                          </p:val>
                                        </p:tav>
                                        <p:tav tm="100000">
                                          <p:val>
                                            <p:strVal val="#ppt_h"/>
                                          </p:val>
                                        </p:tav>
                                      </p:tavLst>
                                    </p:anim>
                                    <p:animEffect transition="in" filter="fade">
                                      <p:cBhvr>
                                        <p:cTn id="16" dur="500"/>
                                        <p:tgtEl>
                                          <p:spTgt spid="9">
                                            <p:txEl>
                                              <p:pRg st="2" end="2"/>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nodeType="clickEffect">
                                  <p:stCondLst>
                                    <p:cond delay="0"/>
                                  </p:stCondLst>
                                  <p:childTnLst>
                                    <p:set>
                                      <p:cBhvr>
                                        <p:cTn id="20" dur="1" fill="hold">
                                          <p:stCondLst>
                                            <p:cond delay="0"/>
                                          </p:stCondLst>
                                        </p:cTn>
                                        <p:tgtEl>
                                          <p:spTgt spid="14369"/>
                                        </p:tgtEl>
                                        <p:attrNameLst>
                                          <p:attrName>style.visibility</p:attrName>
                                        </p:attrNameLst>
                                      </p:cBhvr>
                                      <p:to>
                                        <p:strVal val="visible"/>
                                      </p:to>
                                    </p:set>
                                    <p:anim calcmode="lin" valueType="num">
                                      <p:cBhvr>
                                        <p:cTn id="21" dur="500" fill="hold"/>
                                        <p:tgtEl>
                                          <p:spTgt spid="14369"/>
                                        </p:tgtEl>
                                        <p:attrNameLst>
                                          <p:attrName>ppt_w</p:attrName>
                                        </p:attrNameLst>
                                      </p:cBhvr>
                                      <p:tavLst>
                                        <p:tav tm="0">
                                          <p:val>
                                            <p:fltVal val="0"/>
                                          </p:val>
                                        </p:tav>
                                        <p:tav tm="100000">
                                          <p:val>
                                            <p:strVal val="#ppt_w"/>
                                          </p:val>
                                        </p:tav>
                                      </p:tavLst>
                                    </p:anim>
                                    <p:anim calcmode="lin" valueType="num">
                                      <p:cBhvr>
                                        <p:cTn id="22" dur="500" fill="hold"/>
                                        <p:tgtEl>
                                          <p:spTgt spid="14369"/>
                                        </p:tgtEl>
                                        <p:attrNameLst>
                                          <p:attrName>ppt_h</p:attrName>
                                        </p:attrNameLst>
                                      </p:cBhvr>
                                      <p:tavLst>
                                        <p:tav tm="0">
                                          <p:val>
                                            <p:fltVal val="0"/>
                                          </p:val>
                                        </p:tav>
                                        <p:tav tm="100000">
                                          <p:val>
                                            <p:strVal val="#ppt_h"/>
                                          </p:val>
                                        </p:tav>
                                      </p:tavLst>
                                    </p:anim>
                                    <p:animEffect transition="in" filter="fade">
                                      <p:cBhvr>
                                        <p:cTn id="23" dur="500"/>
                                        <p:tgtEl>
                                          <p:spTgt spid="14369"/>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grpId="0" nodeType="clickEffect">
                                  <p:stCondLst>
                                    <p:cond delay="0"/>
                                  </p:stCondLst>
                                  <p:childTnLst>
                                    <p:set>
                                      <p:cBhvr>
                                        <p:cTn id="27" dur="1" fill="hold">
                                          <p:stCondLst>
                                            <p:cond delay="0"/>
                                          </p:stCondLst>
                                        </p:cTn>
                                        <p:tgtEl>
                                          <p:spTgt spid="9">
                                            <p:txEl>
                                              <p:pRg st="3" end="3"/>
                                            </p:txEl>
                                          </p:spTgt>
                                        </p:tgtEl>
                                        <p:attrNameLst>
                                          <p:attrName>style.visibility</p:attrName>
                                        </p:attrNameLst>
                                      </p:cBhvr>
                                      <p:to>
                                        <p:strVal val="visible"/>
                                      </p:to>
                                    </p:set>
                                    <p:anim calcmode="lin" valueType="num">
                                      <p:cBhvr>
                                        <p:cTn id="28" dur="500" fill="hold"/>
                                        <p:tgtEl>
                                          <p:spTgt spid="9">
                                            <p:txEl>
                                              <p:pRg st="3" end="3"/>
                                            </p:txEl>
                                          </p:spTgt>
                                        </p:tgtEl>
                                        <p:attrNameLst>
                                          <p:attrName>ppt_w</p:attrName>
                                        </p:attrNameLst>
                                      </p:cBhvr>
                                      <p:tavLst>
                                        <p:tav tm="0">
                                          <p:val>
                                            <p:fltVal val="0"/>
                                          </p:val>
                                        </p:tav>
                                        <p:tav tm="100000">
                                          <p:val>
                                            <p:strVal val="#ppt_w"/>
                                          </p:val>
                                        </p:tav>
                                      </p:tavLst>
                                    </p:anim>
                                    <p:anim calcmode="lin" valueType="num">
                                      <p:cBhvr>
                                        <p:cTn id="29" dur="500" fill="hold"/>
                                        <p:tgtEl>
                                          <p:spTgt spid="9">
                                            <p:txEl>
                                              <p:pRg st="3" end="3"/>
                                            </p:txEl>
                                          </p:spTgt>
                                        </p:tgtEl>
                                        <p:attrNameLst>
                                          <p:attrName>ppt_h</p:attrName>
                                        </p:attrNameLst>
                                      </p:cBhvr>
                                      <p:tavLst>
                                        <p:tav tm="0">
                                          <p:val>
                                            <p:fltVal val="0"/>
                                          </p:val>
                                        </p:tav>
                                        <p:tav tm="100000">
                                          <p:val>
                                            <p:strVal val="#ppt_h"/>
                                          </p:val>
                                        </p:tav>
                                      </p:tavLst>
                                    </p:anim>
                                    <p:animEffect transition="in" filter="fade">
                                      <p:cBhvr>
                                        <p:cTn id="30" dur="500"/>
                                        <p:tgtEl>
                                          <p:spTgt spid="9">
                                            <p:txEl>
                                              <p:pRg st="3" end="3"/>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53" presetClass="entr" presetSubtype="16" fill="hold" grpId="0" nodeType="clickEffect">
                                  <p:stCondLst>
                                    <p:cond delay="0"/>
                                  </p:stCondLst>
                                  <p:childTnLst>
                                    <p:set>
                                      <p:cBhvr>
                                        <p:cTn id="34" dur="1" fill="hold">
                                          <p:stCondLst>
                                            <p:cond delay="0"/>
                                          </p:stCondLst>
                                        </p:cTn>
                                        <p:tgtEl>
                                          <p:spTgt spid="9">
                                            <p:txEl>
                                              <p:pRg st="4" end="4"/>
                                            </p:txEl>
                                          </p:spTgt>
                                        </p:tgtEl>
                                        <p:attrNameLst>
                                          <p:attrName>style.visibility</p:attrName>
                                        </p:attrNameLst>
                                      </p:cBhvr>
                                      <p:to>
                                        <p:strVal val="visible"/>
                                      </p:to>
                                    </p:set>
                                    <p:anim calcmode="lin" valueType="num">
                                      <p:cBhvr>
                                        <p:cTn id="35" dur="500" fill="hold"/>
                                        <p:tgtEl>
                                          <p:spTgt spid="9">
                                            <p:txEl>
                                              <p:pRg st="4" end="4"/>
                                            </p:txEl>
                                          </p:spTgt>
                                        </p:tgtEl>
                                        <p:attrNameLst>
                                          <p:attrName>ppt_w</p:attrName>
                                        </p:attrNameLst>
                                      </p:cBhvr>
                                      <p:tavLst>
                                        <p:tav tm="0">
                                          <p:val>
                                            <p:fltVal val="0"/>
                                          </p:val>
                                        </p:tav>
                                        <p:tav tm="100000">
                                          <p:val>
                                            <p:strVal val="#ppt_w"/>
                                          </p:val>
                                        </p:tav>
                                      </p:tavLst>
                                    </p:anim>
                                    <p:anim calcmode="lin" valueType="num">
                                      <p:cBhvr>
                                        <p:cTn id="36" dur="500" fill="hold"/>
                                        <p:tgtEl>
                                          <p:spTgt spid="9">
                                            <p:txEl>
                                              <p:pRg st="4" end="4"/>
                                            </p:txEl>
                                          </p:spTgt>
                                        </p:tgtEl>
                                        <p:attrNameLst>
                                          <p:attrName>ppt_h</p:attrName>
                                        </p:attrNameLst>
                                      </p:cBhvr>
                                      <p:tavLst>
                                        <p:tav tm="0">
                                          <p:val>
                                            <p:fltVal val="0"/>
                                          </p:val>
                                        </p:tav>
                                        <p:tav tm="100000">
                                          <p:val>
                                            <p:strVal val="#ppt_h"/>
                                          </p:val>
                                        </p:tav>
                                      </p:tavLst>
                                    </p:anim>
                                    <p:animEffect transition="in" filter="fade">
                                      <p:cBhvr>
                                        <p:cTn id="37" dur="500"/>
                                        <p:tgtEl>
                                          <p:spTgt spid="9">
                                            <p:txEl>
                                              <p:pRg st="4" end="4"/>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53" presetClass="entr" presetSubtype="16" fill="hold" grpId="0" nodeType="clickEffect">
                                  <p:stCondLst>
                                    <p:cond delay="0"/>
                                  </p:stCondLst>
                                  <p:childTnLst>
                                    <p:set>
                                      <p:cBhvr>
                                        <p:cTn id="41" dur="1" fill="hold">
                                          <p:stCondLst>
                                            <p:cond delay="0"/>
                                          </p:stCondLst>
                                        </p:cTn>
                                        <p:tgtEl>
                                          <p:spTgt spid="9">
                                            <p:txEl>
                                              <p:pRg st="5" end="5"/>
                                            </p:txEl>
                                          </p:spTgt>
                                        </p:tgtEl>
                                        <p:attrNameLst>
                                          <p:attrName>style.visibility</p:attrName>
                                        </p:attrNameLst>
                                      </p:cBhvr>
                                      <p:to>
                                        <p:strVal val="visible"/>
                                      </p:to>
                                    </p:set>
                                    <p:anim calcmode="lin" valueType="num">
                                      <p:cBhvr>
                                        <p:cTn id="42" dur="500" fill="hold"/>
                                        <p:tgtEl>
                                          <p:spTgt spid="9">
                                            <p:txEl>
                                              <p:pRg st="5" end="5"/>
                                            </p:txEl>
                                          </p:spTgt>
                                        </p:tgtEl>
                                        <p:attrNameLst>
                                          <p:attrName>ppt_w</p:attrName>
                                        </p:attrNameLst>
                                      </p:cBhvr>
                                      <p:tavLst>
                                        <p:tav tm="0">
                                          <p:val>
                                            <p:fltVal val="0"/>
                                          </p:val>
                                        </p:tav>
                                        <p:tav tm="100000">
                                          <p:val>
                                            <p:strVal val="#ppt_w"/>
                                          </p:val>
                                        </p:tav>
                                      </p:tavLst>
                                    </p:anim>
                                    <p:anim calcmode="lin" valueType="num">
                                      <p:cBhvr>
                                        <p:cTn id="43" dur="500" fill="hold"/>
                                        <p:tgtEl>
                                          <p:spTgt spid="9">
                                            <p:txEl>
                                              <p:pRg st="5" end="5"/>
                                            </p:txEl>
                                          </p:spTgt>
                                        </p:tgtEl>
                                        <p:attrNameLst>
                                          <p:attrName>ppt_h</p:attrName>
                                        </p:attrNameLst>
                                      </p:cBhvr>
                                      <p:tavLst>
                                        <p:tav tm="0">
                                          <p:val>
                                            <p:fltVal val="0"/>
                                          </p:val>
                                        </p:tav>
                                        <p:tav tm="100000">
                                          <p:val>
                                            <p:strVal val="#ppt_h"/>
                                          </p:val>
                                        </p:tav>
                                      </p:tavLst>
                                    </p:anim>
                                    <p:animEffect transition="in" filter="fade">
                                      <p:cBhvr>
                                        <p:cTn id="44" dur="500"/>
                                        <p:tgtEl>
                                          <p:spTgt spid="9">
                                            <p:txEl>
                                              <p:pRg st="5" end="5"/>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53" presetClass="entr" presetSubtype="16" fill="hold" nodeType="clickEffect">
                                  <p:stCondLst>
                                    <p:cond delay="0"/>
                                  </p:stCondLst>
                                  <p:childTnLst>
                                    <p:set>
                                      <p:cBhvr>
                                        <p:cTn id="48" dur="1" fill="hold">
                                          <p:stCondLst>
                                            <p:cond delay="0"/>
                                          </p:stCondLst>
                                        </p:cTn>
                                        <p:tgtEl>
                                          <p:spTgt spid="14370"/>
                                        </p:tgtEl>
                                        <p:attrNameLst>
                                          <p:attrName>style.visibility</p:attrName>
                                        </p:attrNameLst>
                                      </p:cBhvr>
                                      <p:to>
                                        <p:strVal val="visible"/>
                                      </p:to>
                                    </p:set>
                                    <p:anim calcmode="lin" valueType="num">
                                      <p:cBhvr>
                                        <p:cTn id="49" dur="500" fill="hold"/>
                                        <p:tgtEl>
                                          <p:spTgt spid="14370"/>
                                        </p:tgtEl>
                                        <p:attrNameLst>
                                          <p:attrName>ppt_w</p:attrName>
                                        </p:attrNameLst>
                                      </p:cBhvr>
                                      <p:tavLst>
                                        <p:tav tm="0">
                                          <p:val>
                                            <p:fltVal val="0"/>
                                          </p:val>
                                        </p:tav>
                                        <p:tav tm="100000">
                                          <p:val>
                                            <p:strVal val="#ppt_w"/>
                                          </p:val>
                                        </p:tav>
                                      </p:tavLst>
                                    </p:anim>
                                    <p:anim calcmode="lin" valueType="num">
                                      <p:cBhvr>
                                        <p:cTn id="50" dur="500" fill="hold"/>
                                        <p:tgtEl>
                                          <p:spTgt spid="14370"/>
                                        </p:tgtEl>
                                        <p:attrNameLst>
                                          <p:attrName>ppt_h</p:attrName>
                                        </p:attrNameLst>
                                      </p:cBhvr>
                                      <p:tavLst>
                                        <p:tav tm="0">
                                          <p:val>
                                            <p:fltVal val="0"/>
                                          </p:val>
                                        </p:tav>
                                        <p:tav tm="100000">
                                          <p:val>
                                            <p:strVal val="#ppt_h"/>
                                          </p:val>
                                        </p:tav>
                                      </p:tavLst>
                                    </p:anim>
                                    <p:animEffect transition="in" filter="fade">
                                      <p:cBhvr>
                                        <p:cTn id="51" dur="500"/>
                                        <p:tgtEl>
                                          <p:spTgt spid="14370"/>
                                        </p:tgtEl>
                                      </p:cBhvr>
                                    </p:animEffect>
                                  </p:childTnLst>
                                </p:cTn>
                              </p:par>
                            </p:childTnLst>
                          </p:cTn>
                        </p:par>
                      </p:childTnLst>
                    </p:cTn>
                  </p:par>
                  <p:par>
                    <p:cTn id="52" fill="hold">
                      <p:stCondLst>
                        <p:cond delay="indefinite"/>
                      </p:stCondLst>
                      <p:childTnLst>
                        <p:par>
                          <p:cTn id="53" fill="hold">
                            <p:stCondLst>
                              <p:cond delay="0"/>
                            </p:stCondLst>
                            <p:childTnLst>
                              <p:par>
                                <p:cTn id="54" presetID="53" presetClass="entr" presetSubtype="16" fill="hold" nodeType="clickEffect">
                                  <p:stCondLst>
                                    <p:cond delay="0"/>
                                  </p:stCondLst>
                                  <p:childTnLst>
                                    <p:set>
                                      <p:cBhvr>
                                        <p:cTn id="55" dur="1" fill="hold">
                                          <p:stCondLst>
                                            <p:cond delay="0"/>
                                          </p:stCondLst>
                                        </p:cTn>
                                        <p:tgtEl>
                                          <p:spTgt spid="6"/>
                                        </p:tgtEl>
                                        <p:attrNameLst>
                                          <p:attrName>style.visibility</p:attrName>
                                        </p:attrNameLst>
                                      </p:cBhvr>
                                      <p:to>
                                        <p:strVal val="visible"/>
                                      </p:to>
                                    </p:set>
                                    <p:anim calcmode="lin" valueType="num">
                                      <p:cBhvr>
                                        <p:cTn id="56" dur="500" fill="hold"/>
                                        <p:tgtEl>
                                          <p:spTgt spid="6"/>
                                        </p:tgtEl>
                                        <p:attrNameLst>
                                          <p:attrName>ppt_w</p:attrName>
                                        </p:attrNameLst>
                                      </p:cBhvr>
                                      <p:tavLst>
                                        <p:tav tm="0">
                                          <p:val>
                                            <p:fltVal val="0"/>
                                          </p:val>
                                        </p:tav>
                                        <p:tav tm="100000">
                                          <p:val>
                                            <p:strVal val="#ppt_w"/>
                                          </p:val>
                                        </p:tav>
                                      </p:tavLst>
                                    </p:anim>
                                    <p:anim calcmode="lin" valueType="num">
                                      <p:cBhvr>
                                        <p:cTn id="57" dur="500" fill="hold"/>
                                        <p:tgtEl>
                                          <p:spTgt spid="6"/>
                                        </p:tgtEl>
                                        <p:attrNameLst>
                                          <p:attrName>ppt_h</p:attrName>
                                        </p:attrNameLst>
                                      </p:cBhvr>
                                      <p:tavLst>
                                        <p:tav tm="0">
                                          <p:val>
                                            <p:fltVal val="0"/>
                                          </p:val>
                                        </p:tav>
                                        <p:tav tm="100000">
                                          <p:val>
                                            <p:strVal val="#ppt_h"/>
                                          </p:val>
                                        </p:tav>
                                      </p:tavLst>
                                    </p:anim>
                                    <p:animEffect transition="in" filter="fade">
                                      <p:cBhvr>
                                        <p:cTn id="58" dur="500"/>
                                        <p:tgtEl>
                                          <p:spTgt spid="6"/>
                                        </p:tgtEl>
                                      </p:cBhvr>
                                    </p:animEffect>
                                  </p:childTnLst>
                                </p:cTn>
                              </p:par>
                            </p:childTnLst>
                          </p:cTn>
                        </p:par>
                      </p:childTnLst>
                    </p:cTn>
                  </p:par>
                  <p:par>
                    <p:cTn id="59" fill="hold">
                      <p:stCondLst>
                        <p:cond delay="indefinite"/>
                      </p:stCondLst>
                      <p:childTnLst>
                        <p:par>
                          <p:cTn id="60" fill="hold">
                            <p:stCondLst>
                              <p:cond delay="0"/>
                            </p:stCondLst>
                            <p:childTnLst>
                              <p:par>
                                <p:cTn id="61" presetID="53" presetClass="entr" presetSubtype="16" fill="hold" grpId="0" nodeType="clickEffect">
                                  <p:stCondLst>
                                    <p:cond delay="0"/>
                                  </p:stCondLst>
                                  <p:childTnLst>
                                    <p:set>
                                      <p:cBhvr>
                                        <p:cTn id="62" dur="1" fill="hold">
                                          <p:stCondLst>
                                            <p:cond delay="0"/>
                                          </p:stCondLst>
                                        </p:cTn>
                                        <p:tgtEl>
                                          <p:spTgt spid="9">
                                            <p:txEl>
                                              <p:pRg st="6" end="6"/>
                                            </p:txEl>
                                          </p:spTgt>
                                        </p:tgtEl>
                                        <p:attrNameLst>
                                          <p:attrName>style.visibility</p:attrName>
                                        </p:attrNameLst>
                                      </p:cBhvr>
                                      <p:to>
                                        <p:strVal val="visible"/>
                                      </p:to>
                                    </p:set>
                                    <p:anim calcmode="lin" valueType="num">
                                      <p:cBhvr>
                                        <p:cTn id="63" dur="500" fill="hold"/>
                                        <p:tgtEl>
                                          <p:spTgt spid="9">
                                            <p:txEl>
                                              <p:pRg st="6" end="6"/>
                                            </p:txEl>
                                          </p:spTgt>
                                        </p:tgtEl>
                                        <p:attrNameLst>
                                          <p:attrName>ppt_w</p:attrName>
                                        </p:attrNameLst>
                                      </p:cBhvr>
                                      <p:tavLst>
                                        <p:tav tm="0">
                                          <p:val>
                                            <p:fltVal val="0"/>
                                          </p:val>
                                        </p:tav>
                                        <p:tav tm="100000">
                                          <p:val>
                                            <p:strVal val="#ppt_w"/>
                                          </p:val>
                                        </p:tav>
                                      </p:tavLst>
                                    </p:anim>
                                    <p:anim calcmode="lin" valueType="num">
                                      <p:cBhvr>
                                        <p:cTn id="64" dur="500" fill="hold"/>
                                        <p:tgtEl>
                                          <p:spTgt spid="9">
                                            <p:txEl>
                                              <p:pRg st="6" end="6"/>
                                            </p:txEl>
                                          </p:spTgt>
                                        </p:tgtEl>
                                        <p:attrNameLst>
                                          <p:attrName>ppt_h</p:attrName>
                                        </p:attrNameLst>
                                      </p:cBhvr>
                                      <p:tavLst>
                                        <p:tav tm="0">
                                          <p:val>
                                            <p:fltVal val="0"/>
                                          </p:val>
                                        </p:tav>
                                        <p:tav tm="100000">
                                          <p:val>
                                            <p:strVal val="#ppt_h"/>
                                          </p:val>
                                        </p:tav>
                                      </p:tavLst>
                                    </p:anim>
                                    <p:animEffect transition="in" filter="fade">
                                      <p:cBhvr>
                                        <p:cTn id="65" dur="500"/>
                                        <p:tgtEl>
                                          <p:spTgt spid="9">
                                            <p:txEl>
                                              <p:pRg st="6" end="6"/>
                                            </p:txEl>
                                          </p:spTgt>
                                        </p:tgtEl>
                                      </p:cBhvr>
                                    </p:animEffect>
                                  </p:childTnLst>
                                </p:cTn>
                              </p:par>
                            </p:childTnLst>
                          </p:cTn>
                        </p:par>
                      </p:childTnLst>
                    </p:cTn>
                  </p:par>
                  <p:par>
                    <p:cTn id="66" fill="hold">
                      <p:stCondLst>
                        <p:cond delay="indefinite"/>
                      </p:stCondLst>
                      <p:childTnLst>
                        <p:par>
                          <p:cTn id="67" fill="hold">
                            <p:stCondLst>
                              <p:cond delay="0"/>
                            </p:stCondLst>
                            <p:childTnLst>
                              <p:par>
                                <p:cTn id="68" presetID="53" presetClass="entr" presetSubtype="16" fill="hold" grpId="0" nodeType="clickEffect">
                                  <p:stCondLst>
                                    <p:cond delay="0"/>
                                  </p:stCondLst>
                                  <p:childTnLst>
                                    <p:set>
                                      <p:cBhvr>
                                        <p:cTn id="69" dur="1" fill="hold">
                                          <p:stCondLst>
                                            <p:cond delay="0"/>
                                          </p:stCondLst>
                                        </p:cTn>
                                        <p:tgtEl>
                                          <p:spTgt spid="9">
                                            <p:txEl>
                                              <p:pRg st="7" end="7"/>
                                            </p:txEl>
                                          </p:spTgt>
                                        </p:tgtEl>
                                        <p:attrNameLst>
                                          <p:attrName>style.visibility</p:attrName>
                                        </p:attrNameLst>
                                      </p:cBhvr>
                                      <p:to>
                                        <p:strVal val="visible"/>
                                      </p:to>
                                    </p:set>
                                    <p:anim calcmode="lin" valueType="num">
                                      <p:cBhvr>
                                        <p:cTn id="70" dur="500" fill="hold"/>
                                        <p:tgtEl>
                                          <p:spTgt spid="9">
                                            <p:txEl>
                                              <p:pRg st="7" end="7"/>
                                            </p:txEl>
                                          </p:spTgt>
                                        </p:tgtEl>
                                        <p:attrNameLst>
                                          <p:attrName>ppt_w</p:attrName>
                                        </p:attrNameLst>
                                      </p:cBhvr>
                                      <p:tavLst>
                                        <p:tav tm="0">
                                          <p:val>
                                            <p:fltVal val="0"/>
                                          </p:val>
                                        </p:tav>
                                        <p:tav tm="100000">
                                          <p:val>
                                            <p:strVal val="#ppt_w"/>
                                          </p:val>
                                        </p:tav>
                                      </p:tavLst>
                                    </p:anim>
                                    <p:anim calcmode="lin" valueType="num">
                                      <p:cBhvr>
                                        <p:cTn id="71" dur="500" fill="hold"/>
                                        <p:tgtEl>
                                          <p:spTgt spid="9">
                                            <p:txEl>
                                              <p:pRg st="7" end="7"/>
                                            </p:txEl>
                                          </p:spTgt>
                                        </p:tgtEl>
                                        <p:attrNameLst>
                                          <p:attrName>ppt_h</p:attrName>
                                        </p:attrNameLst>
                                      </p:cBhvr>
                                      <p:tavLst>
                                        <p:tav tm="0">
                                          <p:val>
                                            <p:fltVal val="0"/>
                                          </p:val>
                                        </p:tav>
                                        <p:tav tm="100000">
                                          <p:val>
                                            <p:strVal val="#ppt_h"/>
                                          </p:val>
                                        </p:tav>
                                      </p:tavLst>
                                    </p:anim>
                                    <p:animEffect transition="in" filter="fade">
                                      <p:cBhvr>
                                        <p:cTn id="72" dur="500"/>
                                        <p:tgtEl>
                                          <p:spTgt spid="9">
                                            <p:txEl>
                                              <p:pRg st="7" end="7"/>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53" presetClass="entr" presetSubtype="16" fill="hold" grpId="0" nodeType="clickEffect">
                                  <p:stCondLst>
                                    <p:cond delay="0"/>
                                  </p:stCondLst>
                                  <p:childTnLst>
                                    <p:set>
                                      <p:cBhvr>
                                        <p:cTn id="76" dur="1" fill="hold">
                                          <p:stCondLst>
                                            <p:cond delay="0"/>
                                          </p:stCondLst>
                                        </p:cTn>
                                        <p:tgtEl>
                                          <p:spTgt spid="9">
                                            <p:txEl>
                                              <p:pRg st="8" end="8"/>
                                            </p:txEl>
                                          </p:spTgt>
                                        </p:tgtEl>
                                        <p:attrNameLst>
                                          <p:attrName>style.visibility</p:attrName>
                                        </p:attrNameLst>
                                      </p:cBhvr>
                                      <p:to>
                                        <p:strVal val="visible"/>
                                      </p:to>
                                    </p:set>
                                    <p:anim calcmode="lin" valueType="num">
                                      <p:cBhvr>
                                        <p:cTn id="77" dur="500" fill="hold"/>
                                        <p:tgtEl>
                                          <p:spTgt spid="9">
                                            <p:txEl>
                                              <p:pRg st="8" end="8"/>
                                            </p:txEl>
                                          </p:spTgt>
                                        </p:tgtEl>
                                        <p:attrNameLst>
                                          <p:attrName>ppt_w</p:attrName>
                                        </p:attrNameLst>
                                      </p:cBhvr>
                                      <p:tavLst>
                                        <p:tav tm="0">
                                          <p:val>
                                            <p:fltVal val="0"/>
                                          </p:val>
                                        </p:tav>
                                        <p:tav tm="100000">
                                          <p:val>
                                            <p:strVal val="#ppt_w"/>
                                          </p:val>
                                        </p:tav>
                                      </p:tavLst>
                                    </p:anim>
                                    <p:anim calcmode="lin" valueType="num">
                                      <p:cBhvr>
                                        <p:cTn id="78" dur="500" fill="hold"/>
                                        <p:tgtEl>
                                          <p:spTgt spid="9">
                                            <p:txEl>
                                              <p:pRg st="8" end="8"/>
                                            </p:txEl>
                                          </p:spTgt>
                                        </p:tgtEl>
                                        <p:attrNameLst>
                                          <p:attrName>ppt_h</p:attrName>
                                        </p:attrNameLst>
                                      </p:cBhvr>
                                      <p:tavLst>
                                        <p:tav tm="0">
                                          <p:val>
                                            <p:fltVal val="0"/>
                                          </p:val>
                                        </p:tav>
                                        <p:tav tm="100000">
                                          <p:val>
                                            <p:strVal val="#ppt_h"/>
                                          </p:val>
                                        </p:tav>
                                      </p:tavLst>
                                    </p:anim>
                                    <p:animEffect transition="in" filter="fade">
                                      <p:cBhvr>
                                        <p:cTn id="79" dur="500"/>
                                        <p:tgtEl>
                                          <p:spTgt spid="9">
                                            <p:txEl>
                                              <p:pRg st="8" end="8"/>
                                            </p:txEl>
                                          </p:spTgt>
                                        </p:tgtEl>
                                      </p:cBhvr>
                                    </p:animEffect>
                                  </p:childTnLst>
                                </p:cTn>
                              </p:par>
                            </p:childTnLst>
                          </p:cTn>
                        </p:par>
                      </p:childTnLst>
                    </p:cTn>
                  </p:par>
                  <p:par>
                    <p:cTn id="80" fill="hold">
                      <p:stCondLst>
                        <p:cond delay="indefinite"/>
                      </p:stCondLst>
                      <p:childTnLst>
                        <p:par>
                          <p:cTn id="81" fill="hold">
                            <p:stCondLst>
                              <p:cond delay="0"/>
                            </p:stCondLst>
                            <p:childTnLst>
                              <p:par>
                                <p:cTn id="82" presetID="53" presetClass="entr" presetSubtype="16" fill="hold" grpId="0" nodeType="clickEffect">
                                  <p:stCondLst>
                                    <p:cond delay="0"/>
                                  </p:stCondLst>
                                  <p:childTnLst>
                                    <p:set>
                                      <p:cBhvr>
                                        <p:cTn id="83" dur="1" fill="hold">
                                          <p:stCondLst>
                                            <p:cond delay="0"/>
                                          </p:stCondLst>
                                        </p:cTn>
                                        <p:tgtEl>
                                          <p:spTgt spid="9">
                                            <p:txEl>
                                              <p:pRg st="9" end="9"/>
                                            </p:txEl>
                                          </p:spTgt>
                                        </p:tgtEl>
                                        <p:attrNameLst>
                                          <p:attrName>style.visibility</p:attrName>
                                        </p:attrNameLst>
                                      </p:cBhvr>
                                      <p:to>
                                        <p:strVal val="visible"/>
                                      </p:to>
                                    </p:set>
                                    <p:anim calcmode="lin" valueType="num">
                                      <p:cBhvr>
                                        <p:cTn id="84" dur="500" fill="hold"/>
                                        <p:tgtEl>
                                          <p:spTgt spid="9">
                                            <p:txEl>
                                              <p:pRg st="9" end="9"/>
                                            </p:txEl>
                                          </p:spTgt>
                                        </p:tgtEl>
                                        <p:attrNameLst>
                                          <p:attrName>ppt_w</p:attrName>
                                        </p:attrNameLst>
                                      </p:cBhvr>
                                      <p:tavLst>
                                        <p:tav tm="0">
                                          <p:val>
                                            <p:fltVal val="0"/>
                                          </p:val>
                                        </p:tav>
                                        <p:tav tm="100000">
                                          <p:val>
                                            <p:strVal val="#ppt_w"/>
                                          </p:val>
                                        </p:tav>
                                      </p:tavLst>
                                    </p:anim>
                                    <p:anim calcmode="lin" valueType="num">
                                      <p:cBhvr>
                                        <p:cTn id="85" dur="500" fill="hold"/>
                                        <p:tgtEl>
                                          <p:spTgt spid="9">
                                            <p:txEl>
                                              <p:pRg st="9" end="9"/>
                                            </p:txEl>
                                          </p:spTgt>
                                        </p:tgtEl>
                                        <p:attrNameLst>
                                          <p:attrName>ppt_h</p:attrName>
                                        </p:attrNameLst>
                                      </p:cBhvr>
                                      <p:tavLst>
                                        <p:tav tm="0">
                                          <p:val>
                                            <p:fltVal val="0"/>
                                          </p:val>
                                        </p:tav>
                                        <p:tav tm="100000">
                                          <p:val>
                                            <p:strVal val="#ppt_h"/>
                                          </p:val>
                                        </p:tav>
                                      </p:tavLst>
                                    </p:anim>
                                    <p:animEffect transition="in" filter="fade">
                                      <p:cBhvr>
                                        <p:cTn id="86" dur="500"/>
                                        <p:tgtEl>
                                          <p:spTgt spid="9">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7650" name="Text Box 3"/>
          <p:cNvSpPr txBox="1"/>
          <p:nvPr/>
        </p:nvSpPr>
        <p:spPr>
          <a:xfrm>
            <a:off x="2255838" y="2571750"/>
            <a:ext cx="3170237" cy="477838"/>
          </a:xfrm>
          <a:prstGeom prst="rect">
            <a:avLst/>
          </a:prstGeom>
          <a:noFill/>
          <a:ln w="9525">
            <a:noFill/>
          </a:ln>
        </p:spPr>
        <p:txBody>
          <a:bodyPr wrap="none">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ct val="0"/>
              </a:spcBef>
              <a:spcAft>
                <a:spcPts val="590"/>
              </a:spcAft>
              <a:buSzPct val="80000"/>
              <a:buNone/>
            </a:pPr>
            <a:r>
              <a:rPr lang="en-US" altLang="zh-CN" sz="2800" b="1" dirty="0">
                <a:latin typeface="Courier New" panose="02070409020205090404" pitchFamily="49" charset="0"/>
                <a:ea typeface="宋体" pitchFamily="2" charset="-122"/>
              </a:rPr>
              <a:t>short a[2][3];</a:t>
            </a:r>
            <a:endParaRPr lang="en-US" altLang="zh-CN" sz="2800" b="1" dirty="0">
              <a:latin typeface="Courier New" panose="02070409020205090404" pitchFamily="49" charset="0"/>
              <a:ea typeface="宋体" pitchFamily="2" charset="-122"/>
            </a:endParaRPr>
          </a:p>
        </p:txBody>
      </p:sp>
      <p:grpSp>
        <p:nvGrpSpPr>
          <p:cNvPr id="2" name="Group 4"/>
          <p:cNvGrpSpPr/>
          <p:nvPr/>
        </p:nvGrpSpPr>
        <p:grpSpPr>
          <a:xfrm>
            <a:off x="1343025" y="3306763"/>
            <a:ext cx="825500" cy="2282825"/>
            <a:chOff x="2112" y="2352"/>
            <a:chExt cx="480" cy="1264"/>
          </a:xfrm>
        </p:grpSpPr>
        <p:sp>
          <p:nvSpPr>
            <p:cNvPr id="28340" name="Text Box 5"/>
            <p:cNvSpPr txBox="1"/>
            <p:nvPr/>
          </p:nvSpPr>
          <p:spPr>
            <a:xfrm>
              <a:off x="2112" y="2579"/>
              <a:ext cx="410" cy="265"/>
            </a:xfrm>
            <a:prstGeom prst="rect">
              <a:avLst/>
            </a:prstGeom>
            <a:noFill/>
            <a:ln w="9525">
              <a:noFill/>
            </a:ln>
          </p:spPr>
          <p:txBody>
            <a:bodyPr wrap="none">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ct val="0"/>
                </a:spcBef>
                <a:spcAft>
                  <a:spcPts val="590"/>
                </a:spcAft>
                <a:buSzPct val="80000"/>
                <a:buNone/>
              </a:pPr>
              <a:r>
                <a:rPr lang="en-US" altLang="zh-CN" sz="2400" dirty="0">
                  <a:ea typeface="宋体" pitchFamily="2" charset="-122"/>
                </a:rPr>
                <a:t>a[0</a:t>
              </a:r>
              <a:r>
                <a:rPr lang="en-US" altLang="zh-CN" sz="2800" dirty="0">
                  <a:ea typeface="宋体" pitchFamily="2" charset="-122"/>
                </a:rPr>
                <a:t>]</a:t>
              </a:r>
              <a:endParaRPr lang="en-US" altLang="zh-CN" sz="2800" dirty="0">
                <a:ea typeface="宋体" pitchFamily="2" charset="-122"/>
              </a:endParaRPr>
            </a:p>
          </p:txBody>
        </p:sp>
        <p:sp>
          <p:nvSpPr>
            <p:cNvPr id="28341" name="Text Box 6"/>
            <p:cNvSpPr txBox="1"/>
            <p:nvPr/>
          </p:nvSpPr>
          <p:spPr>
            <a:xfrm>
              <a:off x="2112" y="3178"/>
              <a:ext cx="402" cy="235"/>
            </a:xfrm>
            <a:prstGeom prst="rect">
              <a:avLst/>
            </a:prstGeom>
            <a:noFill/>
            <a:ln w="9525">
              <a:noFill/>
            </a:ln>
          </p:spPr>
          <p:txBody>
            <a:bodyPr wrap="none">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ct val="0"/>
                </a:spcBef>
                <a:spcAft>
                  <a:spcPts val="590"/>
                </a:spcAft>
                <a:buSzPct val="80000"/>
                <a:buNone/>
              </a:pPr>
              <a:r>
                <a:rPr lang="en-US" altLang="zh-CN" sz="2400" dirty="0">
                  <a:ea typeface="宋体" pitchFamily="2" charset="-122"/>
                </a:rPr>
                <a:t>a[1]</a:t>
              </a:r>
              <a:endParaRPr lang="en-US" altLang="zh-CN" sz="2400" dirty="0">
                <a:ea typeface="宋体" pitchFamily="2" charset="-122"/>
              </a:endParaRPr>
            </a:p>
          </p:txBody>
        </p:sp>
        <p:sp>
          <p:nvSpPr>
            <p:cNvPr id="346119" name="Rectangle 7"/>
            <p:cNvSpPr>
              <a:spLocks noChangeArrowheads="1"/>
            </p:cNvSpPr>
            <p:nvPr/>
          </p:nvSpPr>
          <p:spPr bwMode="auto">
            <a:xfrm>
              <a:off x="2112" y="2352"/>
              <a:ext cx="480" cy="1264"/>
            </a:xfrm>
            <a:prstGeom prst="rect">
              <a:avLst/>
            </a:prstGeom>
            <a:noFill/>
            <a:ln w="25400">
              <a:solidFill>
                <a:srgbClr val="000080"/>
              </a:solidFill>
              <a:prstDash val="dash"/>
              <a:miter lim="800000"/>
            </a:ln>
            <a:effectLst/>
          </p:spPr>
          <p:txBody>
            <a:bodyPr wrap="none" anchor="ct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120" name="Line 8"/>
            <p:cNvSpPr>
              <a:spLocks noChangeShapeType="1"/>
            </p:cNvSpPr>
            <p:nvPr/>
          </p:nvSpPr>
          <p:spPr bwMode="auto">
            <a:xfrm>
              <a:off x="2136" y="3000"/>
              <a:ext cx="432" cy="0"/>
            </a:xfrm>
            <a:prstGeom prst="line">
              <a:avLst/>
            </a:prstGeom>
            <a:noFill/>
            <a:ln w="25400">
              <a:solidFill>
                <a:srgbClr val="000080"/>
              </a:solidFill>
              <a:prstDash val="dash"/>
              <a:round/>
            </a:ln>
            <a:effectLst/>
          </p:spPr>
          <p:txBody>
            <a:bodyPr wrap="none" anchor="ct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000000">
                      <a:alpha val="43137"/>
                    </a:srgbClr>
                  </a:outerShdw>
                </a:effectLst>
                <a:uLnTx/>
                <a:uFillTx/>
                <a:latin typeface="Arial" panose="020B0604020202090204" pitchFamily="34" charset="0"/>
                <a:ea typeface="+mn-ea"/>
                <a:cs typeface="+mn-cs"/>
              </a:endParaRPr>
            </a:p>
          </p:txBody>
        </p:sp>
      </p:grpSp>
      <p:sp>
        <p:nvSpPr>
          <p:cNvPr id="346121" name="Text Box 9"/>
          <p:cNvSpPr txBox="1"/>
          <p:nvPr/>
        </p:nvSpPr>
        <p:spPr>
          <a:xfrm>
            <a:off x="2200275" y="5260975"/>
            <a:ext cx="1028700" cy="423863"/>
          </a:xfrm>
          <a:prstGeom prst="rect">
            <a:avLst/>
          </a:prstGeom>
          <a:noFill/>
          <a:ln w="9525">
            <a:noFill/>
          </a:ln>
        </p:spPr>
        <p:txBody>
          <a:bodyPr wrap="none">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ct val="0"/>
              </a:spcBef>
              <a:spcAft>
                <a:spcPts val="590"/>
              </a:spcAft>
              <a:buSzPct val="80000"/>
              <a:buNone/>
            </a:pPr>
            <a:r>
              <a:rPr lang="en-US" altLang="zh-CN" sz="2400" dirty="0">
                <a:ea typeface="宋体" pitchFamily="2" charset="-122"/>
              </a:rPr>
              <a:t>a[1][0]</a:t>
            </a:r>
            <a:endParaRPr lang="en-US" altLang="zh-CN" sz="2400" dirty="0">
              <a:ea typeface="宋体" pitchFamily="2" charset="-122"/>
            </a:endParaRPr>
          </a:p>
        </p:txBody>
      </p:sp>
      <p:sp>
        <p:nvSpPr>
          <p:cNvPr id="346122" name="Text Box 10"/>
          <p:cNvSpPr txBox="1"/>
          <p:nvPr/>
        </p:nvSpPr>
        <p:spPr>
          <a:xfrm>
            <a:off x="3378200" y="5245100"/>
            <a:ext cx="1028700" cy="423863"/>
          </a:xfrm>
          <a:prstGeom prst="rect">
            <a:avLst/>
          </a:prstGeom>
          <a:noFill/>
          <a:ln w="9525">
            <a:noFill/>
          </a:ln>
        </p:spPr>
        <p:txBody>
          <a:bodyPr wrap="none">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ct val="0"/>
              </a:spcBef>
              <a:spcAft>
                <a:spcPts val="590"/>
              </a:spcAft>
              <a:buSzPct val="80000"/>
              <a:buNone/>
            </a:pPr>
            <a:r>
              <a:rPr lang="en-US" altLang="zh-CN" sz="2400" dirty="0">
                <a:ea typeface="宋体" pitchFamily="2" charset="-122"/>
              </a:rPr>
              <a:t>a[1][1]</a:t>
            </a:r>
            <a:endParaRPr lang="en-US" altLang="zh-CN" sz="2400" dirty="0">
              <a:ea typeface="宋体" pitchFamily="2" charset="-122"/>
            </a:endParaRPr>
          </a:p>
        </p:txBody>
      </p:sp>
      <p:sp>
        <p:nvSpPr>
          <p:cNvPr id="346123" name="Text Box 11"/>
          <p:cNvSpPr txBox="1"/>
          <p:nvPr/>
        </p:nvSpPr>
        <p:spPr>
          <a:xfrm>
            <a:off x="4591050" y="5246688"/>
            <a:ext cx="1028700" cy="423862"/>
          </a:xfrm>
          <a:prstGeom prst="rect">
            <a:avLst/>
          </a:prstGeom>
          <a:noFill/>
          <a:ln w="9525">
            <a:noFill/>
          </a:ln>
        </p:spPr>
        <p:txBody>
          <a:bodyPr wrap="none">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ct val="0"/>
              </a:spcBef>
              <a:spcAft>
                <a:spcPts val="590"/>
              </a:spcAft>
              <a:buSzPct val="80000"/>
              <a:buNone/>
            </a:pPr>
            <a:r>
              <a:rPr lang="en-US" altLang="zh-CN" sz="2400" dirty="0">
                <a:ea typeface="宋体" pitchFamily="2" charset="-122"/>
              </a:rPr>
              <a:t>a[1][2]</a:t>
            </a:r>
            <a:endParaRPr lang="en-US" altLang="zh-CN" sz="2400" dirty="0">
              <a:ea typeface="宋体" pitchFamily="2" charset="-122"/>
            </a:endParaRPr>
          </a:p>
        </p:txBody>
      </p:sp>
      <p:sp>
        <p:nvSpPr>
          <p:cNvPr id="346124" name="Text Box 12"/>
          <p:cNvSpPr txBox="1"/>
          <p:nvPr/>
        </p:nvSpPr>
        <p:spPr>
          <a:xfrm>
            <a:off x="2136775" y="3201988"/>
            <a:ext cx="1028700" cy="423862"/>
          </a:xfrm>
          <a:prstGeom prst="rect">
            <a:avLst/>
          </a:prstGeom>
          <a:noFill/>
          <a:ln w="9525">
            <a:noFill/>
          </a:ln>
        </p:spPr>
        <p:txBody>
          <a:bodyPr wrap="none">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ct val="0"/>
              </a:spcBef>
              <a:spcAft>
                <a:spcPts val="590"/>
              </a:spcAft>
              <a:buSzPct val="80000"/>
              <a:buNone/>
            </a:pPr>
            <a:r>
              <a:rPr lang="en-US" altLang="zh-CN" sz="2400" dirty="0">
                <a:ea typeface="宋体" pitchFamily="2" charset="-122"/>
              </a:rPr>
              <a:t>a[0][0]</a:t>
            </a:r>
            <a:endParaRPr lang="en-US" altLang="zh-CN" sz="2400" dirty="0">
              <a:ea typeface="宋体" pitchFamily="2" charset="-122"/>
            </a:endParaRPr>
          </a:p>
        </p:txBody>
      </p:sp>
      <p:sp>
        <p:nvSpPr>
          <p:cNvPr id="346125" name="Text Box 13"/>
          <p:cNvSpPr txBox="1"/>
          <p:nvPr/>
        </p:nvSpPr>
        <p:spPr>
          <a:xfrm>
            <a:off x="3287713" y="3171825"/>
            <a:ext cx="1028700" cy="423863"/>
          </a:xfrm>
          <a:prstGeom prst="rect">
            <a:avLst/>
          </a:prstGeom>
          <a:noFill/>
          <a:ln w="9525">
            <a:noFill/>
          </a:ln>
        </p:spPr>
        <p:txBody>
          <a:bodyPr wrap="none">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ct val="0"/>
              </a:spcBef>
              <a:spcAft>
                <a:spcPts val="590"/>
              </a:spcAft>
              <a:buSzPct val="80000"/>
              <a:buNone/>
            </a:pPr>
            <a:r>
              <a:rPr lang="en-US" altLang="zh-CN" sz="2400" dirty="0">
                <a:ea typeface="宋体" pitchFamily="2" charset="-122"/>
              </a:rPr>
              <a:t>a[0][1]</a:t>
            </a:r>
            <a:endParaRPr lang="en-US" altLang="zh-CN" sz="2400" dirty="0">
              <a:ea typeface="宋体" pitchFamily="2" charset="-122"/>
            </a:endParaRPr>
          </a:p>
        </p:txBody>
      </p:sp>
      <p:sp>
        <p:nvSpPr>
          <p:cNvPr id="346126" name="Text Box 14"/>
          <p:cNvSpPr txBox="1"/>
          <p:nvPr/>
        </p:nvSpPr>
        <p:spPr>
          <a:xfrm>
            <a:off x="4511675" y="3157538"/>
            <a:ext cx="1316038" cy="423862"/>
          </a:xfrm>
          <a:prstGeom prst="rect">
            <a:avLst/>
          </a:prstGeom>
          <a:noFill/>
          <a:ln w="9525">
            <a:noFill/>
          </a:ln>
        </p:spPr>
        <p:txBody>
          <a:bodyPr>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ct val="0"/>
              </a:spcBef>
              <a:spcAft>
                <a:spcPts val="590"/>
              </a:spcAft>
              <a:buSzPct val="80000"/>
              <a:buNone/>
            </a:pPr>
            <a:r>
              <a:rPr lang="en-US" altLang="zh-CN" sz="2400" dirty="0">
                <a:ea typeface="宋体" pitchFamily="2" charset="-122"/>
              </a:rPr>
              <a:t>a[0][2]</a:t>
            </a:r>
            <a:endParaRPr lang="en-US" altLang="zh-CN" sz="2400" dirty="0">
              <a:ea typeface="宋体" pitchFamily="2" charset="-122"/>
            </a:endParaRPr>
          </a:p>
        </p:txBody>
      </p:sp>
      <p:sp>
        <p:nvSpPr>
          <p:cNvPr id="346127" name="Text Box 15"/>
          <p:cNvSpPr txBox="1"/>
          <p:nvPr/>
        </p:nvSpPr>
        <p:spPr>
          <a:xfrm>
            <a:off x="1271588" y="1412875"/>
            <a:ext cx="4968875" cy="1285875"/>
          </a:xfrm>
          <a:prstGeom prst="rect">
            <a:avLst/>
          </a:prstGeom>
          <a:noFill/>
          <a:ln w="9525">
            <a:noFill/>
          </a:ln>
        </p:spPr>
        <p:txBody>
          <a:bodyPr lIns="92075" tIns="46038" rIns="92075" bIns="46038"/>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342900" lvl="0" indent="-342900" eaLnBrk="1" hangingPunct="1">
              <a:lnSpc>
                <a:spcPct val="115000"/>
              </a:lnSpc>
              <a:spcBef>
                <a:spcPct val="20000"/>
              </a:spcBef>
              <a:spcAft>
                <a:spcPts val="590"/>
              </a:spcAft>
              <a:buClr>
                <a:srgbClr val="CCCCFF"/>
              </a:buClr>
              <a:buSzPct val="80000"/>
              <a:buFont typeface="Monotype Sorts"/>
              <a:buNone/>
            </a:pPr>
            <a:r>
              <a:rPr lang="zh-CN" altLang="en-US" sz="2400" dirty="0"/>
              <a:t>存放顺序：按行存放，线性存储</a:t>
            </a:r>
            <a:endParaRPr lang="zh-CN" altLang="en-US" sz="2400" dirty="0"/>
          </a:p>
          <a:p>
            <a:pPr marL="342900" lvl="0" indent="-342900" eaLnBrk="1" hangingPunct="1">
              <a:lnSpc>
                <a:spcPct val="115000"/>
              </a:lnSpc>
              <a:spcBef>
                <a:spcPct val="20000"/>
              </a:spcBef>
              <a:spcAft>
                <a:spcPts val="590"/>
              </a:spcAft>
              <a:buClr>
                <a:srgbClr val="CCCCFF"/>
              </a:buClr>
              <a:buSzPct val="80000"/>
              <a:buFont typeface="Monotype Sorts"/>
              <a:buNone/>
            </a:pPr>
            <a:r>
              <a:rPr lang="zh-CN" altLang="en-US" sz="2400" dirty="0"/>
              <a:t>先顺序存放第</a:t>
            </a:r>
            <a:r>
              <a:rPr lang="en-US" altLang="zh-CN" sz="2400" dirty="0"/>
              <a:t>0</a:t>
            </a:r>
            <a:r>
              <a:rPr lang="zh-CN" altLang="en-US" sz="2400" dirty="0"/>
              <a:t>行，再存放第</a:t>
            </a:r>
            <a:r>
              <a:rPr lang="en-US" altLang="zh-CN" sz="2400" dirty="0"/>
              <a:t>1</a:t>
            </a:r>
            <a:r>
              <a:rPr lang="zh-CN" altLang="en-US" sz="2400" dirty="0"/>
              <a:t>行</a:t>
            </a:r>
            <a:endParaRPr lang="zh-CN" altLang="en-US" sz="2400" dirty="0"/>
          </a:p>
        </p:txBody>
      </p:sp>
      <p:grpSp>
        <p:nvGrpSpPr>
          <p:cNvPr id="3" name="Group 17"/>
          <p:cNvGrpSpPr/>
          <p:nvPr/>
        </p:nvGrpSpPr>
        <p:grpSpPr>
          <a:xfrm>
            <a:off x="6397625" y="1438275"/>
            <a:ext cx="2146300" cy="3962400"/>
            <a:chOff x="4512" y="528"/>
            <a:chExt cx="1248" cy="2496"/>
          </a:xfrm>
        </p:grpSpPr>
        <p:sp>
          <p:nvSpPr>
            <p:cNvPr id="28317" name="Text Box 18"/>
            <p:cNvSpPr txBox="1"/>
            <p:nvPr/>
          </p:nvSpPr>
          <p:spPr>
            <a:xfrm>
              <a:off x="5210" y="645"/>
              <a:ext cx="550" cy="1384"/>
            </a:xfrm>
            <a:prstGeom prst="rect">
              <a:avLst/>
            </a:prstGeom>
            <a:noFill/>
            <a:ln w="12700">
              <a:noFill/>
            </a:ln>
          </p:spPr>
          <p:txBody>
            <a:bodyPr>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100000"/>
                </a:lnSpc>
                <a:spcBef>
                  <a:spcPct val="0"/>
                </a:spcBef>
                <a:buSzPct val="80000"/>
                <a:buNone/>
              </a:pPr>
              <a:r>
                <a:rPr lang="en-US" altLang="zh-CN" sz="1800" dirty="0">
                  <a:solidFill>
                    <a:srgbClr val="C00000"/>
                  </a:solidFill>
                  <a:ea typeface="宋体" pitchFamily="2" charset="-122"/>
                </a:rPr>
                <a:t>a[0][0]</a:t>
              </a:r>
              <a:endParaRPr lang="en-US" altLang="zh-CN" sz="1800" dirty="0">
                <a:solidFill>
                  <a:srgbClr val="C00000"/>
                </a:solidFill>
                <a:ea typeface="宋体" pitchFamily="2" charset="-122"/>
              </a:endParaRPr>
            </a:p>
            <a:p>
              <a:pPr marL="0" lvl="0" indent="0" eaLnBrk="1" hangingPunct="1">
                <a:lnSpc>
                  <a:spcPct val="100000"/>
                </a:lnSpc>
                <a:spcBef>
                  <a:spcPct val="0"/>
                </a:spcBef>
                <a:buSzPct val="80000"/>
                <a:buNone/>
              </a:pPr>
              <a:endParaRPr lang="en-US" altLang="zh-CN" sz="1800" dirty="0">
                <a:ea typeface="宋体" pitchFamily="2" charset="-122"/>
              </a:endParaRPr>
            </a:p>
            <a:p>
              <a:pPr marL="0" lvl="0" indent="0" eaLnBrk="1" hangingPunct="1">
                <a:lnSpc>
                  <a:spcPct val="100000"/>
                </a:lnSpc>
                <a:spcBef>
                  <a:spcPct val="0"/>
                </a:spcBef>
                <a:buSzPct val="80000"/>
                <a:buNone/>
              </a:pPr>
              <a:r>
                <a:rPr lang="en-US" altLang="zh-CN" sz="1800" dirty="0">
                  <a:solidFill>
                    <a:srgbClr val="C00000"/>
                  </a:solidFill>
                  <a:ea typeface="宋体" pitchFamily="2" charset="-122"/>
                </a:rPr>
                <a:t>a[0][1]</a:t>
              </a:r>
              <a:endParaRPr lang="en-US" altLang="zh-CN" sz="1800" dirty="0">
                <a:solidFill>
                  <a:srgbClr val="C00000"/>
                </a:solidFill>
                <a:ea typeface="宋体" pitchFamily="2" charset="-122"/>
              </a:endParaRPr>
            </a:p>
            <a:p>
              <a:pPr marL="0" lvl="0" indent="0" eaLnBrk="1" hangingPunct="1">
                <a:lnSpc>
                  <a:spcPct val="100000"/>
                </a:lnSpc>
                <a:spcBef>
                  <a:spcPct val="0"/>
                </a:spcBef>
                <a:buSzPct val="80000"/>
                <a:buNone/>
              </a:pPr>
              <a:endParaRPr lang="en-US" altLang="zh-CN" sz="1800" dirty="0">
                <a:ea typeface="宋体" pitchFamily="2" charset="-122"/>
              </a:endParaRPr>
            </a:p>
            <a:p>
              <a:pPr marL="0" lvl="0" indent="0" eaLnBrk="1" hangingPunct="1">
                <a:lnSpc>
                  <a:spcPct val="100000"/>
                </a:lnSpc>
                <a:spcBef>
                  <a:spcPts val="600"/>
                </a:spcBef>
                <a:buSzPct val="80000"/>
                <a:buNone/>
              </a:pPr>
              <a:r>
                <a:rPr lang="en-US" altLang="zh-CN" sz="1800" dirty="0">
                  <a:solidFill>
                    <a:srgbClr val="C00000"/>
                  </a:solidFill>
                  <a:ea typeface="宋体" pitchFamily="2" charset="-122"/>
                </a:rPr>
                <a:t>a[0][2]</a:t>
              </a:r>
              <a:endParaRPr lang="en-US" altLang="zh-CN" sz="1800" dirty="0">
                <a:solidFill>
                  <a:srgbClr val="C00000"/>
                </a:solidFill>
                <a:ea typeface="宋体" pitchFamily="2" charset="-122"/>
              </a:endParaRPr>
            </a:p>
            <a:p>
              <a:pPr marL="0" lvl="0" indent="0" eaLnBrk="1" hangingPunct="1">
                <a:lnSpc>
                  <a:spcPct val="100000"/>
                </a:lnSpc>
                <a:spcBef>
                  <a:spcPts val="600"/>
                </a:spcBef>
                <a:buSzPct val="80000"/>
                <a:buNone/>
              </a:pPr>
              <a:endParaRPr lang="en-US" altLang="zh-CN" sz="1800" dirty="0">
                <a:ea typeface="宋体" pitchFamily="2" charset="-122"/>
              </a:endParaRPr>
            </a:p>
            <a:p>
              <a:pPr marL="0" lvl="0" indent="0" eaLnBrk="1" hangingPunct="1">
                <a:lnSpc>
                  <a:spcPct val="100000"/>
                </a:lnSpc>
                <a:spcBef>
                  <a:spcPts val="100"/>
                </a:spcBef>
                <a:buSzPct val="80000"/>
                <a:buNone/>
              </a:pPr>
              <a:r>
                <a:rPr lang="en-US" altLang="zh-CN" sz="1800" dirty="0">
                  <a:solidFill>
                    <a:srgbClr val="3333FF"/>
                  </a:solidFill>
                  <a:ea typeface="宋体" pitchFamily="2" charset="-122"/>
                </a:rPr>
                <a:t>a[1][0]</a:t>
              </a:r>
              <a:endParaRPr lang="en-US" altLang="zh-CN" sz="1800" dirty="0">
                <a:solidFill>
                  <a:srgbClr val="3333FF"/>
                </a:solidFill>
                <a:ea typeface="宋体" pitchFamily="2" charset="-122"/>
              </a:endParaRPr>
            </a:p>
          </p:txBody>
        </p:sp>
        <p:sp>
          <p:nvSpPr>
            <p:cNvPr id="28318" name="Text Box 19"/>
            <p:cNvSpPr txBox="1"/>
            <p:nvPr/>
          </p:nvSpPr>
          <p:spPr>
            <a:xfrm>
              <a:off x="5210" y="2164"/>
              <a:ext cx="550" cy="827"/>
            </a:xfrm>
            <a:prstGeom prst="rect">
              <a:avLst/>
            </a:prstGeom>
            <a:noFill/>
            <a:ln w="12700">
              <a:noFill/>
            </a:ln>
          </p:spPr>
          <p:txBody>
            <a:bodyPr>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80000"/>
                </a:lnSpc>
                <a:spcBef>
                  <a:spcPct val="10000"/>
                </a:spcBef>
                <a:spcAft>
                  <a:spcPts val="590"/>
                </a:spcAft>
                <a:buSzPct val="80000"/>
                <a:buNone/>
              </a:pPr>
              <a:r>
                <a:rPr lang="en-US" altLang="zh-CN" sz="1800" dirty="0">
                  <a:solidFill>
                    <a:srgbClr val="3333FF"/>
                  </a:solidFill>
                  <a:ea typeface="宋体" pitchFamily="2" charset="-122"/>
                </a:rPr>
                <a:t>a[1][1]</a:t>
              </a:r>
              <a:endParaRPr lang="en-US" altLang="zh-CN" sz="1800" dirty="0">
                <a:solidFill>
                  <a:srgbClr val="3333FF"/>
                </a:solidFill>
                <a:ea typeface="宋体" pitchFamily="2" charset="-122"/>
              </a:endParaRPr>
            </a:p>
            <a:p>
              <a:pPr marL="0" lvl="0" indent="0" eaLnBrk="1" hangingPunct="1">
                <a:lnSpc>
                  <a:spcPct val="80000"/>
                </a:lnSpc>
                <a:spcBef>
                  <a:spcPct val="10000"/>
                </a:spcBef>
                <a:spcAft>
                  <a:spcPts val="590"/>
                </a:spcAft>
                <a:buSzPct val="80000"/>
                <a:buNone/>
              </a:pPr>
              <a:endParaRPr lang="en-US" altLang="zh-CN" sz="1800" dirty="0">
                <a:ea typeface="宋体" pitchFamily="2" charset="-122"/>
              </a:endParaRPr>
            </a:p>
            <a:p>
              <a:pPr marL="0" lvl="0" indent="0" eaLnBrk="1" hangingPunct="1">
                <a:lnSpc>
                  <a:spcPct val="80000"/>
                </a:lnSpc>
                <a:spcBef>
                  <a:spcPct val="10000"/>
                </a:spcBef>
                <a:spcAft>
                  <a:spcPts val="590"/>
                </a:spcAft>
                <a:buSzPct val="80000"/>
                <a:buNone/>
              </a:pPr>
              <a:r>
                <a:rPr lang="en-US" altLang="zh-CN" sz="1800" dirty="0">
                  <a:solidFill>
                    <a:srgbClr val="3333FF"/>
                  </a:solidFill>
                  <a:ea typeface="宋体" pitchFamily="2" charset="-122"/>
                </a:rPr>
                <a:t>a[1][2]</a:t>
              </a:r>
              <a:endParaRPr lang="en-US" altLang="zh-CN" sz="1800" dirty="0">
                <a:solidFill>
                  <a:srgbClr val="3333FF"/>
                </a:solidFill>
                <a:ea typeface="宋体" pitchFamily="2" charset="-122"/>
              </a:endParaRPr>
            </a:p>
            <a:p>
              <a:pPr marL="0" lvl="0" indent="0" eaLnBrk="1" hangingPunct="1">
                <a:lnSpc>
                  <a:spcPct val="90000"/>
                </a:lnSpc>
                <a:spcBef>
                  <a:spcPct val="10000"/>
                </a:spcBef>
                <a:spcAft>
                  <a:spcPts val="590"/>
                </a:spcAft>
                <a:buSzPct val="80000"/>
                <a:buNone/>
              </a:pPr>
              <a:endParaRPr lang="zh-CN" altLang="en-US" sz="1800" dirty="0">
                <a:ea typeface="宋体" pitchFamily="2" charset="-122"/>
              </a:endParaRPr>
            </a:p>
          </p:txBody>
        </p:sp>
        <p:grpSp>
          <p:nvGrpSpPr>
            <p:cNvPr id="28319" name="Group 20"/>
            <p:cNvGrpSpPr/>
            <p:nvPr/>
          </p:nvGrpSpPr>
          <p:grpSpPr>
            <a:xfrm>
              <a:off x="4512" y="528"/>
              <a:ext cx="759" cy="2496"/>
              <a:chOff x="4512" y="528"/>
              <a:chExt cx="759" cy="2496"/>
            </a:xfrm>
          </p:grpSpPr>
          <p:grpSp>
            <p:nvGrpSpPr>
              <p:cNvPr id="28320" name="Group 21"/>
              <p:cNvGrpSpPr/>
              <p:nvPr/>
            </p:nvGrpSpPr>
            <p:grpSpPr>
              <a:xfrm>
                <a:off x="4512" y="528"/>
                <a:ext cx="576" cy="1728"/>
                <a:chOff x="4752" y="768"/>
                <a:chExt cx="576" cy="1728"/>
              </a:xfrm>
            </p:grpSpPr>
            <p:sp>
              <p:nvSpPr>
                <p:cNvPr id="346134" name="Rectangle 22"/>
                <p:cNvSpPr>
                  <a:spLocks noChangeArrowheads="1"/>
                </p:cNvSpPr>
                <p:nvPr/>
              </p:nvSpPr>
              <p:spPr bwMode="auto">
                <a:xfrm>
                  <a:off x="4752" y="960"/>
                  <a:ext cx="576" cy="192"/>
                </a:xfrm>
                <a:prstGeom prst="rect">
                  <a:avLst/>
                </a:prstGeom>
                <a:solidFill>
                  <a:srgbClr val="FFFF99"/>
                </a:solidFill>
                <a:ln w="12700" cap="sq">
                  <a:solidFill>
                    <a:schemeClr val="tx1"/>
                  </a:solidFill>
                  <a:miter lim="800000"/>
                  <a:headEnd type="none" w="sm" len="sm"/>
                  <a:tailEnd type="none" w="sm" len="sm"/>
                </a:ln>
              </p:spPr>
              <p:txBody>
                <a:bodyPr wrap="none" anchor="ct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346135" name="Rectangle 23"/>
                <p:cNvSpPr>
                  <a:spLocks noChangeArrowheads="1"/>
                </p:cNvSpPr>
                <p:nvPr/>
              </p:nvSpPr>
              <p:spPr bwMode="auto">
                <a:xfrm>
                  <a:off x="4752" y="1152"/>
                  <a:ext cx="576" cy="192"/>
                </a:xfrm>
                <a:prstGeom prst="rect">
                  <a:avLst/>
                </a:prstGeom>
                <a:solidFill>
                  <a:srgbClr val="FFFF99"/>
                </a:solidFill>
                <a:ln w="12700" cap="sq">
                  <a:solidFill>
                    <a:schemeClr val="tx1"/>
                  </a:solidFill>
                  <a:miter lim="800000"/>
                  <a:headEnd type="none" w="sm" len="sm"/>
                  <a:tailEnd type="none" w="sm" len="sm"/>
                </a:ln>
              </p:spPr>
              <p:txBody>
                <a:bodyPr wrap="none" anchor="ct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346136" name="Rectangle 24"/>
                <p:cNvSpPr>
                  <a:spLocks noChangeArrowheads="1"/>
                </p:cNvSpPr>
                <p:nvPr/>
              </p:nvSpPr>
              <p:spPr bwMode="auto">
                <a:xfrm>
                  <a:off x="4752" y="1344"/>
                  <a:ext cx="576" cy="192"/>
                </a:xfrm>
                <a:prstGeom prst="rect">
                  <a:avLst/>
                </a:prstGeom>
                <a:solidFill>
                  <a:srgbClr val="FFFF99"/>
                </a:solidFill>
                <a:ln w="12700" cap="sq">
                  <a:solidFill>
                    <a:schemeClr val="tx1"/>
                  </a:solidFill>
                  <a:miter lim="800000"/>
                  <a:headEnd type="none" w="sm" len="sm"/>
                  <a:tailEnd type="none" w="sm" len="sm"/>
                </a:ln>
              </p:spPr>
              <p:txBody>
                <a:bodyPr wrap="none" anchor="ct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346137" name="Rectangle 25"/>
                <p:cNvSpPr>
                  <a:spLocks noChangeArrowheads="1"/>
                </p:cNvSpPr>
                <p:nvPr/>
              </p:nvSpPr>
              <p:spPr bwMode="auto">
                <a:xfrm>
                  <a:off x="4752" y="1536"/>
                  <a:ext cx="576" cy="192"/>
                </a:xfrm>
                <a:prstGeom prst="rect">
                  <a:avLst/>
                </a:prstGeom>
                <a:solidFill>
                  <a:srgbClr val="FFFF99"/>
                </a:solidFill>
                <a:ln w="12700" cap="sq">
                  <a:solidFill>
                    <a:schemeClr val="tx1"/>
                  </a:solidFill>
                  <a:miter lim="800000"/>
                  <a:headEnd type="none" w="sm" len="sm"/>
                  <a:tailEnd type="none" w="sm" len="sm"/>
                </a:ln>
              </p:spPr>
              <p:txBody>
                <a:bodyPr wrap="none" anchor="ct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346138" name="Rectangle 26"/>
                <p:cNvSpPr>
                  <a:spLocks noChangeArrowheads="1"/>
                </p:cNvSpPr>
                <p:nvPr/>
              </p:nvSpPr>
              <p:spPr bwMode="auto">
                <a:xfrm>
                  <a:off x="4752" y="1728"/>
                  <a:ext cx="576" cy="192"/>
                </a:xfrm>
                <a:prstGeom prst="rect">
                  <a:avLst/>
                </a:prstGeom>
                <a:solidFill>
                  <a:srgbClr val="FFFF99"/>
                </a:solidFill>
                <a:ln w="12700" cap="sq">
                  <a:solidFill>
                    <a:schemeClr val="tx1"/>
                  </a:solidFill>
                  <a:miter lim="800000"/>
                  <a:headEnd type="none" w="sm" len="sm"/>
                  <a:tailEnd type="none" w="sm" len="sm"/>
                </a:ln>
              </p:spPr>
              <p:txBody>
                <a:bodyPr wrap="none" anchor="ct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346139" name="Rectangle 27"/>
                <p:cNvSpPr>
                  <a:spLocks noChangeArrowheads="1"/>
                </p:cNvSpPr>
                <p:nvPr/>
              </p:nvSpPr>
              <p:spPr bwMode="auto">
                <a:xfrm>
                  <a:off x="4752" y="1920"/>
                  <a:ext cx="576" cy="192"/>
                </a:xfrm>
                <a:prstGeom prst="rect">
                  <a:avLst/>
                </a:prstGeom>
                <a:solidFill>
                  <a:srgbClr val="FFFF99"/>
                </a:solidFill>
                <a:ln w="12700" cap="sq">
                  <a:solidFill>
                    <a:schemeClr val="tx1"/>
                  </a:solidFill>
                  <a:miter lim="800000"/>
                  <a:headEnd type="none" w="sm" len="sm"/>
                  <a:tailEnd type="none" w="sm" len="sm"/>
                </a:ln>
              </p:spPr>
              <p:txBody>
                <a:bodyPr wrap="none" anchor="ct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346140" name="Rectangle 28"/>
                <p:cNvSpPr>
                  <a:spLocks noChangeArrowheads="1"/>
                </p:cNvSpPr>
                <p:nvPr/>
              </p:nvSpPr>
              <p:spPr bwMode="auto">
                <a:xfrm>
                  <a:off x="4752" y="2112"/>
                  <a:ext cx="576" cy="192"/>
                </a:xfrm>
                <a:prstGeom prst="rect">
                  <a:avLst/>
                </a:prstGeom>
                <a:solidFill>
                  <a:srgbClr val="FFFF99"/>
                </a:solidFill>
                <a:ln w="12700" cap="sq">
                  <a:solidFill>
                    <a:schemeClr val="tx1"/>
                  </a:solidFill>
                  <a:miter lim="800000"/>
                  <a:headEnd type="none" w="sm" len="sm"/>
                  <a:tailEnd type="none" w="sm" len="sm"/>
                </a:ln>
              </p:spPr>
              <p:txBody>
                <a:bodyPr wrap="none" anchor="ct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346141" name="Rectangle 29"/>
                <p:cNvSpPr>
                  <a:spLocks noChangeArrowheads="1"/>
                </p:cNvSpPr>
                <p:nvPr/>
              </p:nvSpPr>
              <p:spPr bwMode="auto">
                <a:xfrm>
                  <a:off x="4752" y="2304"/>
                  <a:ext cx="576" cy="192"/>
                </a:xfrm>
                <a:prstGeom prst="rect">
                  <a:avLst/>
                </a:prstGeom>
                <a:solidFill>
                  <a:srgbClr val="FFFF99"/>
                </a:solidFill>
                <a:ln w="12700" cap="sq">
                  <a:solidFill>
                    <a:schemeClr val="tx1"/>
                  </a:solidFill>
                  <a:miter lim="800000"/>
                  <a:headEnd type="none" w="sm" len="sm"/>
                  <a:tailEnd type="none" w="sm" len="sm"/>
                </a:ln>
              </p:spPr>
              <p:txBody>
                <a:bodyPr wrap="none" anchor="ct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346142" name="Rectangle 30"/>
                <p:cNvSpPr>
                  <a:spLocks noChangeArrowheads="1"/>
                </p:cNvSpPr>
                <p:nvPr/>
              </p:nvSpPr>
              <p:spPr bwMode="auto">
                <a:xfrm>
                  <a:off x="4752" y="768"/>
                  <a:ext cx="576" cy="192"/>
                </a:xfrm>
                <a:prstGeom prst="rect">
                  <a:avLst/>
                </a:prstGeom>
                <a:solidFill>
                  <a:srgbClr val="FFFF99"/>
                </a:solidFill>
                <a:ln w="12700" cap="sq">
                  <a:solidFill>
                    <a:schemeClr val="tx1"/>
                  </a:solidFill>
                  <a:miter lim="800000"/>
                  <a:headEnd type="none" w="sm" len="sm"/>
                  <a:tailEnd type="none" w="sm" len="sm"/>
                </a:ln>
              </p:spPr>
              <p:txBody>
                <a:bodyPr wrap="none" anchor="ct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grpSp>
          <p:sp>
            <p:nvSpPr>
              <p:cNvPr id="346144" name="AutoShape 32"/>
              <p:cNvSpPr/>
              <p:nvPr/>
            </p:nvSpPr>
            <p:spPr bwMode="auto">
              <a:xfrm>
                <a:off x="5088" y="612"/>
                <a:ext cx="183" cy="282"/>
              </a:xfrm>
              <a:prstGeom prst="rightBrace">
                <a:avLst>
                  <a:gd name="adj1" fmla="val 13115"/>
                  <a:gd name="adj2" fmla="val 50000"/>
                </a:avLst>
              </a:prstGeom>
              <a:noFill/>
              <a:ln w="12700" cap="sq">
                <a:solidFill>
                  <a:schemeClr val="accent2"/>
                </a:solidFill>
                <a:round/>
              </a:ln>
              <a:effectLst/>
            </p:spPr>
            <p:txBody>
              <a:bodyPr anchor="ctr">
                <a:spAutoFit/>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145" name="AutoShape 33"/>
              <p:cNvSpPr/>
              <p:nvPr/>
            </p:nvSpPr>
            <p:spPr bwMode="auto">
              <a:xfrm>
                <a:off x="5088" y="996"/>
                <a:ext cx="183" cy="282"/>
              </a:xfrm>
              <a:prstGeom prst="rightBrace">
                <a:avLst>
                  <a:gd name="adj1" fmla="val 13115"/>
                  <a:gd name="adj2" fmla="val 50000"/>
                </a:avLst>
              </a:prstGeom>
              <a:noFill/>
              <a:ln w="12700" cap="sq">
                <a:solidFill>
                  <a:schemeClr val="accent2"/>
                </a:solidFill>
                <a:round/>
              </a:ln>
              <a:effectLst/>
            </p:spPr>
            <p:txBody>
              <a:bodyPr anchor="ctr">
                <a:spAutoFit/>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146" name="AutoShape 34"/>
              <p:cNvSpPr/>
              <p:nvPr/>
            </p:nvSpPr>
            <p:spPr bwMode="auto">
              <a:xfrm>
                <a:off x="5088" y="1380"/>
                <a:ext cx="183" cy="282"/>
              </a:xfrm>
              <a:prstGeom prst="rightBrace">
                <a:avLst>
                  <a:gd name="adj1" fmla="val 13115"/>
                  <a:gd name="adj2" fmla="val 50000"/>
                </a:avLst>
              </a:prstGeom>
              <a:noFill/>
              <a:ln w="12700" cap="sq">
                <a:solidFill>
                  <a:schemeClr val="accent2"/>
                </a:solidFill>
                <a:round/>
              </a:ln>
              <a:effectLst/>
            </p:spPr>
            <p:txBody>
              <a:bodyPr anchor="ctr">
                <a:spAutoFit/>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147" name="AutoShape 35"/>
              <p:cNvSpPr/>
              <p:nvPr/>
            </p:nvSpPr>
            <p:spPr bwMode="auto">
              <a:xfrm>
                <a:off x="5088" y="1753"/>
                <a:ext cx="183" cy="282"/>
              </a:xfrm>
              <a:prstGeom prst="rightBrace">
                <a:avLst>
                  <a:gd name="adj1" fmla="val 13115"/>
                  <a:gd name="adj2" fmla="val 50000"/>
                </a:avLst>
              </a:prstGeom>
              <a:noFill/>
              <a:ln w="12700" cap="sq">
                <a:solidFill>
                  <a:schemeClr val="accent2"/>
                </a:solidFill>
                <a:round/>
              </a:ln>
              <a:effectLst/>
            </p:spPr>
            <p:txBody>
              <a:bodyPr anchor="ctr">
                <a:spAutoFit/>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148" name="Rectangle 36"/>
              <p:cNvSpPr>
                <a:spLocks noChangeArrowheads="1"/>
              </p:cNvSpPr>
              <p:nvPr/>
            </p:nvSpPr>
            <p:spPr bwMode="auto">
              <a:xfrm>
                <a:off x="4512" y="2640"/>
                <a:ext cx="576" cy="192"/>
              </a:xfrm>
              <a:prstGeom prst="rect">
                <a:avLst/>
              </a:prstGeom>
              <a:solidFill>
                <a:srgbClr val="FFFF99"/>
              </a:solidFill>
              <a:ln w="12700" cap="sq">
                <a:solidFill>
                  <a:schemeClr val="tx1"/>
                </a:solidFill>
                <a:miter lim="800000"/>
                <a:headEnd type="none" w="sm" len="sm"/>
                <a:tailEnd type="none" w="sm" len="sm"/>
              </a:ln>
            </p:spPr>
            <p:txBody>
              <a:bodyPr wrap="none" anchor="ct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346149" name="Rectangle 37"/>
              <p:cNvSpPr>
                <a:spLocks noChangeArrowheads="1"/>
              </p:cNvSpPr>
              <p:nvPr/>
            </p:nvSpPr>
            <p:spPr bwMode="auto">
              <a:xfrm>
                <a:off x="4512" y="2832"/>
                <a:ext cx="576" cy="192"/>
              </a:xfrm>
              <a:prstGeom prst="rect">
                <a:avLst/>
              </a:prstGeom>
              <a:solidFill>
                <a:srgbClr val="FFFF99"/>
              </a:solidFill>
              <a:ln w="12700" cap="sq">
                <a:solidFill>
                  <a:schemeClr val="tx1"/>
                </a:solidFill>
                <a:miter lim="800000"/>
                <a:headEnd type="none" w="sm" len="sm"/>
                <a:tailEnd type="none" w="sm" len="sm"/>
              </a:ln>
            </p:spPr>
            <p:txBody>
              <a:bodyPr wrap="none" anchor="ct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346151" name="Rectangle 39"/>
              <p:cNvSpPr>
                <a:spLocks noChangeArrowheads="1"/>
              </p:cNvSpPr>
              <p:nvPr/>
            </p:nvSpPr>
            <p:spPr bwMode="auto">
              <a:xfrm>
                <a:off x="4512" y="2448"/>
                <a:ext cx="576" cy="192"/>
              </a:xfrm>
              <a:prstGeom prst="rect">
                <a:avLst/>
              </a:prstGeom>
              <a:solidFill>
                <a:srgbClr val="FFFF99"/>
              </a:solidFill>
              <a:ln w="12700" cap="sq">
                <a:solidFill>
                  <a:schemeClr val="tx1"/>
                </a:solidFill>
                <a:miter lim="800000"/>
                <a:headEnd type="none" w="sm" len="sm"/>
                <a:tailEnd type="none" w="sm" len="sm"/>
              </a:ln>
            </p:spPr>
            <p:txBody>
              <a:bodyPr wrap="none" anchor="ct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346152" name="Rectangle 40"/>
              <p:cNvSpPr>
                <a:spLocks noChangeArrowheads="1"/>
              </p:cNvSpPr>
              <p:nvPr/>
            </p:nvSpPr>
            <p:spPr bwMode="auto">
              <a:xfrm>
                <a:off x="4512" y="2256"/>
                <a:ext cx="576" cy="192"/>
              </a:xfrm>
              <a:prstGeom prst="rect">
                <a:avLst/>
              </a:prstGeom>
              <a:solidFill>
                <a:srgbClr val="FFFF99"/>
              </a:solidFill>
              <a:ln w="12700" cap="sq">
                <a:solidFill>
                  <a:schemeClr val="tx1"/>
                </a:solidFill>
                <a:miter lim="800000"/>
                <a:headEnd type="none" w="sm" len="sm"/>
                <a:tailEnd type="none" w="sm" len="sm"/>
              </a:ln>
            </p:spPr>
            <p:txBody>
              <a:bodyPr wrap="none" anchor="ct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346153" name="AutoShape 41"/>
              <p:cNvSpPr/>
              <p:nvPr/>
            </p:nvSpPr>
            <p:spPr bwMode="auto">
              <a:xfrm>
                <a:off x="5088" y="2122"/>
                <a:ext cx="183" cy="282"/>
              </a:xfrm>
              <a:prstGeom prst="rightBrace">
                <a:avLst>
                  <a:gd name="adj1" fmla="val 13115"/>
                  <a:gd name="adj2" fmla="val 50000"/>
                </a:avLst>
              </a:prstGeom>
              <a:noFill/>
              <a:ln w="12700" cap="sq">
                <a:solidFill>
                  <a:schemeClr val="accent2"/>
                </a:solidFill>
                <a:round/>
              </a:ln>
              <a:effectLst/>
            </p:spPr>
            <p:txBody>
              <a:bodyPr anchor="ctr">
                <a:spAutoFit/>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154" name="AutoShape 42"/>
              <p:cNvSpPr/>
              <p:nvPr/>
            </p:nvSpPr>
            <p:spPr bwMode="auto">
              <a:xfrm>
                <a:off x="5088" y="2506"/>
                <a:ext cx="183" cy="282"/>
              </a:xfrm>
              <a:prstGeom prst="rightBrace">
                <a:avLst>
                  <a:gd name="adj1" fmla="val 13115"/>
                  <a:gd name="adj2" fmla="val 50000"/>
                </a:avLst>
              </a:prstGeom>
              <a:noFill/>
              <a:ln w="12700" cap="sq">
                <a:solidFill>
                  <a:schemeClr val="accent2"/>
                </a:solidFill>
                <a:round/>
              </a:ln>
              <a:effectLst/>
            </p:spPr>
            <p:txBody>
              <a:bodyPr anchor="ctr">
                <a:spAutoFit/>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grpSp>
      </p:grpSp>
      <p:grpSp>
        <p:nvGrpSpPr>
          <p:cNvPr id="6" name="Group 43"/>
          <p:cNvGrpSpPr/>
          <p:nvPr/>
        </p:nvGrpSpPr>
        <p:grpSpPr>
          <a:xfrm>
            <a:off x="2424113" y="3732213"/>
            <a:ext cx="536575" cy="846137"/>
            <a:chOff x="4368" y="0"/>
            <a:chExt cx="1392" cy="1495"/>
          </a:xfrm>
        </p:grpSpPr>
        <p:grpSp>
          <p:nvGrpSpPr>
            <p:cNvPr id="28283" name="Group 44"/>
            <p:cNvGrpSpPr/>
            <p:nvPr/>
          </p:nvGrpSpPr>
          <p:grpSpPr>
            <a:xfrm>
              <a:off x="4368" y="0"/>
              <a:ext cx="1392" cy="1056"/>
              <a:chOff x="4368" y="2016"/>
              <a:chExt cx="1072" cy="1344"/>
            </a:xfrm>
          </p:grpSpPr>
          <p:sp>
            <p:nvSpPr>
              <p:cNvPr id="346157" name="Freeform 45"/>
              <p:cNvSpPr/>
              <p:nvPr/>
            </p:nvSpPr>
            <p:spPr bwMode="auto">
              <a:xfrm>
                <a:off x="4457" y="2462"/>
                <a:ext cx="898" cy="825"/>
              </a:xfrm>
              <a:custGeom>
                <a:avLst/>
                <a:gdLst/>
                <a:ahLst/>
                <a:cxnLst>
                  <a:cxn ang="0">
                    <a:pos x="445" y="0"/>
                  </a:cxn>
                  <a:cxn ang="0">
                    <a:pos x="897" y="293"/>
                  </a:cxn>
                  <a:cxn ang="0">
                    <a:pos x="897" y="829"/>
                  </a:cxn>
                  <a:cxn ang="0">
                    <a:pos x="601" y="829"/>
                  </a:cxn>
                  <a:cxn ang="0">
                    <a:pos x="296" y="829"/>
                  </a:cxn>
                  <a:cxn ang="0">
                    <a:pos x="0" y="829"/>
                  </a:cxn>
                  <a:cxn ang="0">
                    <a:pos x="0" y="293"/>
                  </a:cxn>
                  <a:cxn ang="0">
                    <a:pos x="445" y="0"/>
                  </a:cxn>
                </a:cxnLst>
                <a:rect l="0" t="0" r="r" b="b"/>
                <a:pathLst>
                  <a:path w="897" h="829">
                    <a:moveTo>
                      <a:pt x="445" y="0"/>
                    </a:moveTo>
                    <a:lnTo>
                      <a:pt x="897" y="293"/>
                    </a:lnTo>
                    <a:lnTo>
                      <a:pt x="897" y="829"/>
                    </a:lnTo>
                    <a:lnTo>
                      <a:pt x="601" y="829"/>
                    </a:lnTo>
                    <a:lnTo>
                      <a:pt x="296" y="829"/>
                    </a:lnTo>
                    <a:lnTo>
                      <a:pt x="0" y="829"/>
                    </a:lnTo>
                    <a:lnTo>
                      <a:pt x="0" y="293"/>
                    </a:lnTo>
                    <a:lnTo>
                      <a:pt x="445" y="0"/>
                    </a:lnTo>
                    <a:close/>
                  </a:path>
                </a:pathLst>
              </a:custGeom>
              <a:solidFill>
                <a:srgbClr val="993366"/>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346158" name="Freeform 46"/>
              <p:cNvSpPr/>
              <p:nvPr/>
            </p:nvSpPr>
            <p:spPr bwMode="auto">
              <a:xfrm>
                <a:off x="4368" y="2462"/>
                <a:ext cx="415" cy="289"/>
              </a:xfrm>
              <a:custGeom>
                <a:avLst/>
                <a:gdLst/>
                <a:ahLst/>
                <a:cxnLst>
                  <a:cxn ang="0">
                    <a:pos x="0" y="288"/>
                  </a:cxn>
                  <a:cxn ang="0">
                    <a:pos x="416" y="32"/>
                  </a:cxn>
                  <a:cxn ang="0">
                    <a:pos x="416" y="27"/>
                  </a:cxn>
                  <a:cxn ang="0">
                    <a:pos x="416" y="19"/>
                  </a:cxn>
                  <a:cxn ang="0">
                    <a:pos x="416" y="9"/>
                  </a:cxn>
                  <a:cxn ang="0">
                    <a:pos x="416" y="0"/>
                  </a:cxn>
                  <a:cxn ang="0">
                    <a:pos x="0" y="254"/>
                  </a:cxn>
                  <a:cxn ang="0">
                    <a:pos x="0" y="288"/>
                  </a:cxn>
                </a:cxnLst>
                <a:rect l="0" t="0" r="r" b="b"/>
                <a:pathLst>
                  <a:path w="416" h="288">
                    <a:moveTo>
                      <a:pt x="0" y="288"/>
                    </a:moveTo>
                    <a:lnTo>
                      <a:pt x="416" y="32"/>
                    </a:lnTo>
                    <a:lnTo>
                      <a:pt x="416" y="27"/>
                    </a:lnTo>
                    <a:lnTo>
                      <a:pt x="416" y="19"/>
                    </a:lnTo>
                    <a:lnTo>
                      <a:pt x="416" y="9"/>
                    </a:lnTo>
                    <a:lnTo>
                      <a:pt x="416" y="0"/>
                    </a:lnTo>
                    <a:lnTo>
                      <a:pt x="0" y="254"/>
                    </a:lnTo>
                    <a:lnTo>
                      <a:pt x="0" y="288"/>
                    </a:lnTo>
                    <a:close/>
                  </a:path>
                </a:pathLst>
              </a:custGeom>
              <a:solidFill>
                <a:srgbClr val="000000"/>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346159" name="Rectangle 47"/>
              <p:cNvSpPr>
                <a:spLocks noChangeArrowheads="1"/>
              </p:cNvSpPr>
              <p:nvPr/>
            </p:nvSpPr>
            <p:spPr bwMode="auto">
              <a:xfrm>
                <a:off x="4457" y="3330"/>
                <a:ext cx="898" cy="29"/>
              </a:xfrm>
              <a:prstGeom prst="rect">
                <a:avLst/>
              </a:prstGeom>
              <a:solidFill>
                <a:srgbClr val="000000"/>
              </a:solidFill>
              <a:ln w="9525">
                <a:noFill/>
                <a:miter lim="800000"/>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346160" name="Freeform 48"/>
              <p:cNvSpPr/>
              <p:nvPr/>
            </p:nvSpPr>
            <p:spPr bwMode="auto">
              <a:xfrm>
                <a:off x="4787" y="2170"/>
                <a:ext cx="241" cy="328"/>
              </a:xfrm>
              <a:custGeom>
                <a:avLst/>
                <a:gdLst/>
                <a:ahLst/>
                <a:cxnLst>
                  <a:cxn ang="0">
                    <a:pos x="242" y="327"/>
                  </a:cxn>
                  <a:cxn ang="0">
                    <a:pos x="242" y="0"/>
                  </a:cxn>
                  <a:cxn ang="0">
                    <a:pos x="0" y="0"/>
                  </a:cxn>
                  <a:cxn ang="0">
                    <a:pos x="0" y="321"/>
                  </a:cxn>
                  <a:cxn ang="0">
                    <a:pos x="116" y="240"/>
                  </a:cxn>
                  <a:cxn ang="0">
                    <a:pos x="242" y="327"/>
                  </a:cxn>
                </a:cxnLst>
                <a:rect l="0" t="0" r="r" b="b"/>
                <a:pathLst>
                  <a:path w="242" h="327">
                    <a:moveTo>
                      <a:pt x="242" y="327"/>
                    </a:moveTo>
                    <a:lnTo>
                      <a:pt x="242" y="0"/>
                    </a:lnTo>
                    <a:lnTo>
                      <a:pt x="0" y="0"/>
                    </a:lnTo>
                    <a:lnTo>
                      <a:pt x="0" y="321"/>
                    </a:lnTo>
                    <a:lnTo>
                      <a:pt x="116" y="240"/>
                    </a:lnTo>
                    <a:lnTo>
                      <a:pt x="242" y="327"/>
                    </a:lnTo>
                    <a:close/>
                  </a:path>
                </a:pathLst>
              </a:custGeom>
              <a:solidFill>
                <a:srgbClr val="000000"/>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346161" name="Freeform 49"/>
              <p:cNvSpPr/>
              <p:nvPr/>
            </p:nvSpPr>
            <p:spPr bwMode="auto">
              <a:xfrm>
                <a:off x="4723" y="2016"/>
                <a:ext cx="358" cy="125"/>
              </a:xfrm>
              <a:custGeom>
                <a:avLst/>
                <a:gdLst/>
                <a:ahLst/>
                <a:cxnLst>
                  <a:cxn ang="0">
                    <a:pos x="181" y="0"/>
                  </a:cxn>
                  <a:cxn ang="0">
                    <a:pos x="0" y="126"/>
                  </a:cxn>
                  <a:cxn ang="0">
                    <a:pos x="361" y="126"/>
                  </a:cxn>
                  <a:cxn ang="0">
                    <a:pos x="181" y="0"/>
                  </a:cxn>
                </a:cxnLst>
                <a:rect l="0" t="0" r="r" b="b"/>
                <a:pathLst>
                  <a:path w="361" h="126">
                    <a:moveTo>
                      <a:pt x="181" y="0"/>
                    </a:moveTo>
                    <a:lnTo>
                      <a:pt x="0" y="126"/>
                    </a:lnTo>
                    <a:lnTo>
                      <a:pt x="361" y="126"/>
                    </a:lnTo>
                    <a:lnTo>
                      <a:pt x="181" y="0"/>
                    </a:lnTo>
                    <a:close/>
                  </a:path>
                </a:pathLst>
              </a:custGeom>
              <a:solidFill>
                <a:srgbClr val="000000"/>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346162" name="Freeform 50"/>
              <p:cNvSpPr/>
              <p:nvPr/>
            </p:nvSpPr>
            <p:spPr bwMode="auto">
              <a:xfrm>
                <a:off x="5028" y="2469"/>
                <a:ext cx="412" cy="282"/>
              </a:xfrm>
              <a:custGeom>
                <a:avLst/>
                <a:gdLst/>
                <a:ahLst/>
                <a:cxnLst>
                  <a:cxn ang="0">
                    <a:pos x="413" y="287"/>
                  </a:cxn>
                  <a:cxn ang="0">
                    <a:pos x="0" y="31"/>
                  </a:cxn>
                  <a:cxn ang="0">
                    <a:pos x="0" y="25"/>
                  </a:cxn>
                  <a:cxn ang="0">
                    <a:pos x="0" y="17"/>
                  </a:cxn>
                  <a:cxn ang="0">
                    <a:pos x="0" y="9"/>
                  </a:cxn>
                  <a:cxn ang="0">
                    <a:pos x="0" y="0"/>
                  </a:cxn>
                  <a:cxn ang="0">
                    <a:pos x="413" y="253"/>
                  </a:cxn>
                  <a:cxn ang="0">
                    <a:pos x="413" y="287"/>
                  </a:cxn>
                </a:cxnLst>
                <a:rect l="0" t="0" r="r" b="b"/>
                <a:pathLst>
                  <a:path w="413" h="287">
                    <a:moveTo>
                      <a:pt x="413" y="287"/>
                    </a:moveTo>
                    <a:lnTo>
                      <a:pt x="0" y="31"/>
                    </a:lnTo>
                    <a:lnTo>
                      <a:pt x="0" y="25"/>
                    </a:lnTo>
                    <a:lnTo>
                      <a:pt x="0" y="17"/>
                    </a:lnTo>
                    <a:lnTo>
                      <a:pt x="0" y="9"/>
                    </a:lnTo>
                    <a:lnTo>
                      <a:pt x="0" y="0"/>
                    </a:lnTo>
                    <a:lnTo>
                      <a:pt x="413" y="253"/>
                    </a:lnTo>
                    <a:lnTo>
                      <a:pt x="413" y="287"/>
                    </a:lnTo>
                    <a:close/>
                  </a:path>
                </a:pathLst>
              </a:custGeom>
              <a:solidFill>
                <a:srgbClr val="000000"/>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346163" name="Freeform 51"/>
              <p:cNvSpPr/>
              <p:nvPr/>
            </p:nvSpPr>
            <p:spPr bwMode="auto">
              <a:xfrm>
                <a:off x="4841" y="2209"/>
                <a:ext cx="127" cy="164"/>
              </a:xfrm>
              <a:custGeom>
                <a:avLst/>
                <a:gdLst/>
                <a:ahLst/>
                <a:cxnLst>
                  <a:cxn ang="0">
                    <a:pos x="65" y="0"/>
                  </a:cxn>
                  <a:cxn ang="0">
                    <a:pos x="51" y="1"/>
                  </a:cxn>
                  <a:cxn ang="0">
                    <a:pos x="38" y="6"/>
                  </a:cxn>
                  <a:cxn ang="0">
                    <a:pos x="27" y="13"/>
                  </a:cxn>
                  <a:cxn ang="0">
                    <a:pos x="17" y="20"/>
                  </a:cxn>
                  <a:cxn ang="0">
                    <a:pos x="9" y="32"/>
                  </a:cxn>
                  <a:cxn ang="0">
                    <a:pos x="5" y="44"/>
                  </a:cxn>
                  <a:cxn ang="0">
                    <a:pos x="1" y="58"/>
                  </a:cxn>
                  <a:cxn ang="0">
                    <a:pos x="0" y="74"/>
                  </a:cxn>
                  <a:cxn ang="0">
                    <a:pos x="0" y="103"/>
                  </a:cxn>
                  <a:cxn ang="0">
                    <a:pos x="0" y="126"/>
                  </a:cxn>
                  <a:cxn ang="0">
                    <a:pos x="0" y="145"/>
                  </a:cxn>
                  <a:cxn ang="0">
                    <a:pos x="0" y="164"/>
                  </a:cxn>
                  <a:cxn ang="0">
                    <a:pos x="27" y="164"/>
                  </a:cxn>
                  <a:cxn ang="0">
                    <a:pos x="44" y="164"/>
                  </a:cxn>
                  <a:cxn ang="0">
                    <a:pos x="55" y="164"/>
                  </a:cxn>
                  <a:cxn ang="0">
                    <a:pos x="63" y="164"/>
                  </a:cxn>
                  <a:cxn ang="0">
                    <a:pos x="71" y="164"/>
                  </a:cxn>
                  <a:cxn ang="0">
                    <a:pos x="82" y="164"/>
                  </a:cxn>
                  <a:cxn ang="0">
                    <a:pos x="100" y="164"/>
                  </a:cxn>
                  <a:cxn ang="0">
                    <a:pos x="127" y="164"/>
                  </a:cxn>
                  <a:cxn ang="0">
                    <a:pos x="127" y="139"/>
                  </a:cxn>
                  <a:cxn ang="0">
                    <a:pos x="127" y="114"/>
                  </a:cxn>
                  <a:cxn ang="0">
                    <a:pos x="127" y="90"/>
                  </a:cxn>
                  <a:cxn ang="0">
                    <a:pos x="127" y="71"/>
                  </a:cxn>
                  <a:cxn ang="0">
                    <a:pos x="127" y="62"/>
                  </a:cxn>
                  <a:cxn ang="0">
                    <a:pos x="123" y="51"/>
                  </a:cxn>
                  <a:cxn ang="0">
                    <a:pos x="119" y="38"/>
                  </a:cxn>
                  <a:cxn ang="0">
                    <a:pos x="112" y="27"/>
                  </a:cxn>
                  <a:cxn ang="0">
                    <a:pos x="104" y="16"/>
                  </a:cxn>
                  <a:cxn ang="0">
                    <a:pos x="93" y="8"/>
                  </a:cxn>
                  <a:cxn ang="0">
                    <a:pos x="81" y="1"/>
                  </a:cxn>
                  <a:cxn ang="0">
                    <a:pos x="65" y="0"/>
                  </a:cxn>
                </a:cxnLst>
                <a:rect l="0" t="0" r="r" b="b"/>
                <a:pathLst>
                  <a:path w="127" h="164">
                    <a:moveTo>
                      <a:pt x="65" y="0"/>
                    </a:moveTo>
                    <a:lnTo>
                      <a:pt x="51" y="1"/>
                    </a:lnTo>
                    <a:lnTo>
                      <a:pt x="38" y="6"/>
                    </a:lnTo>
                    <a:lnTo>
                      <a:pt x="27" y="13"/>
                    </a:lnTo>
                    <a:lnTo>
                      <a:pt x="17" y="20"/>
                    </a:lnTo>
                    <a:lnTo>
                      <a:pt x="9" y="32"/>
                    </a:lnTo>
                    <a:lnTo>
                      <a:pt x="5" y="44"/>
                    </a:lnTo>
                    <a:lnTo>
                      <a:pt x="1" y="58"/>
                    </a:lnTo>
                    <a:lnTo>
                      <a:pt x="0" y="74"/>
                    </a:lnTo>
                    <a:lnTo>
                      <a:pt x="0" y="103"/>
                    </a:lnTo>
                    <a:lnTo>
                      <a:pt x="0" y="126"/>
                    </a:lnTo>
                    <a:lnTo>
                      <a:pt x="0" y="145"/>
                    </a:lnTo>
                    <a:lnTo>
                      <a:pt x="0" y="164"/>
                    </a:lnTo>
                    <a:lnTo>
                      <a:pt x="27" y="164"/>
                    </a:lnTo>
                    <a:lnTo>
                      <a:pt x="44" y="164"/>
                    </a:lnTo>
                    <a:lnTo>
                      <a:pt x="55" y="164"/>
                    </a:lnTo>
                    <a:lnTo>
                      <a:pt x="63" y="164"/>
                    </a:lnTo>
                    <a:lnTo>
                      <a:pt x="71" y="164"/>
                    </a:lnTo>
                    <a:lnTo>
                      <a:pt x="82" y="164"/>
                    </a:lnTo>
                    <a:lnTo>
                      <a:pt x="100" y="164"/>
                    </a:lnTo>
                    <a:lnTo>
                      <a:pt x="127" y="164"/>
                    </a:lnTo>
                    <a:lnTo>
                      <a:pt x="127" y="139"/>
                    </a:lnTo>
                    <a:lnTo>
                      <a:pt x="127" y="114"/>
                    </a:lnTo>
                    <a:lnTo>
                      <a:pt x="127" y="90"/>
                    </a:lnTo>
                    <a:lnTo>
                      <a:pt x="127" y="71"/>
                    </a:lnTo>
                    <a:lnTo>
                      <a:pt x="127" y="62"/>
                    </a:lnTo>
                    <a:lnTo>
                      <a:pt x="123" y="51"/>
                    </a:lnTo>
                    <a:lnTo>
                      <a:pt x="119" y="38"/>
                    </a:lnTo>
                    <a:lnTo>
                      <a:pt x="112" y="27"/>
                    </a:lnTo>
                    <a:lnTo>
                      <a:pt x="104" y="16"/>
                    </a:lnTo>
                    <a:lnTo>
                      <a:pt x="93" y="8"/>
                    </a:lnTo>
                    <a:lnTo>
                      <a:pt x="81" y="1"/>
                    </a:lnTo>
                    <a:lnTo>
                      <a:pt x="65" y="0"/>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164" name="Rectangle 52"/>
              <p:cNvSpPr>
                <a:spLocks noChangeArrowheads="1"/>
              </p:cNvSpPr>
              <p:nvPr/>
            </p:nvSpPr>
            <p:spPr bwMode="auto">
              <a:xfrm>
                <a:off x="4803" y="2901"/>
                <a:ext cx="206" cy="386"/>
              </a:xfrm>
              <a:prstGeom prst="rect">
                <a:avLst/>
              </a:prstGeom>
              <a:solidFill>
                <a:srgbClr val="FFFFFF"/>
              </a:solidFill>
              <a:ln w="9525">
                <a:noFill/>
                <a:miter lim="800000"/>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165" name="Freeform 53"/>
              <p:cNvSpPr/>
              <p:nvPr/>
            </p:nvSpPr>
            <p:spPr bwMode="auto">
              <a:xfrm>
                <a:off x="4736" y="2819"/>
                <a:ext cx="13" cy="318"/>
              </a:xfrm>
              <a:custGeom>
                <a:avLst/>
                <a:gdLst/>
                <a:ahLst/>
                <a:cxnLst>
                  <a:cxn ang="0">
                    <a:pos x="8" y="16"/>
                  </a:cxn>
                  <a:cxn ang="0">
                    <a:pos x="0" y="8"/>
                  </a:cxn>
                  <a:cxn ang="0">
                    <a:pos x="0" y="320"/>
                  </a:cxn>
                  <a:cxn ang="0">
                    <a:pos x="16" y="320"/>
                  </a:cxn>
                  <a:cxn ang="0">
                    <a:pos x="16" y="8"/>
                  </a:cxn>
                  <a:cxn ang="0">
                    <a:pos x="8" y="0"/>
                  </a:cxn>
                  <a:cxn ang="0">
                    <a:pos x="16" y="8"/>
                  </a:cxn>
                  <a:cxn ang="0">
                    <a:pos x="16" y="0"/>
                  </a:cxn>
                  <a:cxn ang="0">
                    <a:pos x="8" y="0"/>
                  </a:cxn>
                  <a:cxn ang="0">
                    <a:pos x="8" y="16"/>
                  </a:cxn>
                </a:cxnLst>
                <a:rect l="0" t="0" r="r" b="b"/>
                <a:pathLst>
                  <a:path w="16" h="320">
                    <a:moveTo>
                      <a:pt x="8" y="16"/>
                    </a:moveTo>
                    <a:lnTo>
                      <a:pt x="0" y="8"/>
                    </a:lnTo>
                    <a:lnTo>
                      <a:pt x="0" y="320"/>
                    </a:lnTo>
                    <a:lnTo>
                      <a:pt x="16" y="320"/>
                    </a:lnTo>
                    <a:lnTo>
                      <a:pt x="16" y="8"/>
                    </a:lnTo>
                    <a:lnTo>
                      <a:pt x="8" y="0"/>
                    </a:lnTo>
                    <a:lnTo>
                      <a:pt x="16" y="8"/>
                    </a:lnTo>
                    <a:lnTo>
                      <a:pt x="16" y="0"/>
                    </a:lnTo>
                    <a:lnTo>
                      <a:pt x="8" y="0"/>
                    </a:lnTo>
                    <a:lnTo>
                      <a:pt x="8" y="16"/>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166" name="Freeform 54"/>
              <p:cNvSpPr/>
              <p:nvPr/>
            </p:nvSpPr>
            <p:spPr bwMode="auto">
              <a:xfrm>
                <a:off x="4558" y="2819"/>
                <a:ext cx="184" cy="21"/>
              </a:xfrm>
              <a:custGeom>
                <a:avLst/>
                <a:gdLst/>
                <a:ahLst/>
                <a:cxnLst>
                  <a:cxn ang="0">
                    <a:pos x="16" y="8"/>
                  </a:cxn>
                  <a:cxn ang="0">
                    <a:pos x="8" y="16"/>
                  </a:cxn>
                  <a:cxn ang="0">
                    <a:pos x="187" y="16"/>
                  </a:cxn>
                  <a:cxn ang="0">
                    <a:pos x="187" y="0"/>
                  </a:cxn>
                  <a:cxn ang="0">
                    <a:pos x="8" y="0"/>
                  </a:cxn>
                  <a:cxn ang="0">
                    <a:pos x="0" y="8"/>
                  </a:cxn>
                  <a:cxn ang="0">
                    <a:pos x="8" y="0"/>
                  </a:cxn>
                  <a:cxn ang="0">
                    <a:pos x="0" y="0"/>
                  </a:cxn>
                  <a:cxn ang="0">
                    <a:pos x="0" y="8"/>
                  </a:cxn>
                  <a:cxn ang="0">
                    <a:pos x="16" y="8"/>
                  </a:cxn>
                </a:cxnLst>
                <a:rect l="0" t="0" r="r" b="b"/>
                <a:pathLst>
                  <a:path w="187" h="16">
                    <a:moveTo>
                      <a:pt x="16" y="8"/>
                    </a:moveTo>
                    <a:lnTo>
                      <a:pt x="8" y="16"/>
                    </a:lnTo>
                    <a:lnTo>
                      <a:pt x="187" y="16"/>
                    </a:lnTo>
                    <a:lnTo>
                      <a:pt x="187" y="0"/>
                    </a:lnTo>
                    <a:lnTo>
                      <a:pt x="8" y="0"/>
                    </a:lnTo>
                    <a:lnTo>
                      <a:pt x="0" y="8"/>
                    </a:lnTo>
                    <a:lnTo>
                      <a:pt x="8" y="0"/>
                    </a:lnTo>
                    <a:lnTo>
                      <a:pt x="0" y="0"/>
                    </a:lnTo>
                    <a:lnTo>
                      <a:pt x="0" y="8"/>
                    </a:lnTo>
                    <a:lnTo>
                      <a:pt x="16"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167" name="Freeform 55"/>
              <p:cNvSpPr/>
              <p:nvPr/>
            </p:nvSpPr>
            <p:spPr bwMode="auto">
              <a:xfrm>
                <a:off x="4558" y="2826"/>
                <a:ext cx="13" cy="318"/>
              </a:xfrm>
              <a:custGeom>
                <a:avLst/>
                <a:gdLst/>
                <a:ahLst/>
                <a:cxnLst>
                  <a:cxn ang="0">
                    <a:pos x="8" y="304"/>
                  </a:cxn>
                  <a:cxn ang="0">
                    <a:pos x="16" y="312"/>
                  </a:cxn>
                  <a:cxn ang="0">
                    <a:pos x="16" y="0"/>
                  </a:cxn>
                  <a:cxn ang="0">
                    <a:pos x="0" y="0"/>
                  </a:cxn>
                  <a:cxn ang="0">
                    <a:pos x="0" y="312"/>
                  </a:cxn>
                  <a:cxn ang="0">
                    <a:pos x="8" y="320"/>
                  </a:cxn>
                  <a:cxn ang="0">
                    <a:pos x="0" y="312"/>
                  </a:cxn>
                  <a:cxn ang="0">
                    <a:pos x="0" y="320"/>
                  </a:cxn>
                  <a:cxn ang="0">
                    <a:pos x="8" y="320"/>
                  </a:cxn>
                  <a:cxn ang="0">
                    <a:pos x="8" y="304"/>
                  </a:cxn>
                </a:cxnLst>
                <a:rect l="0" t="0" r="r" b="b"/>
                <a:pathLst>
                  <a:path w="16" h="320">
                    <a:moveTo>
                      <a:pt x="8" y="304"/>
                    </a:moveTo>
                    <a:lnTo>
                      <a:pt x="16" y="312"/>
                    </a:lnTo>
                    <a:lnTo>
                      <a:pt x="16" y="0"/>
                    </a:lnTo>
                    <a:lnTo>
                      <a:pt x="0" y="0"/>
                    </a:lnTo>
                    <a:lnTo>
                      <a:pt x="0" y="312"/>
                    </a:lnTo>
                    <a:lnTo>
                      <a:pt x="8" y="320"/>
                    </a:lnTo>
                    <a:lnTo>
                      <a:pt x="0" y="312"/>
                    </a:lnTo>
                    <a:lnTo>
                      <a:pt x="0" y="320"/>
                    </a:lnTo>
                    <a:lnTo>
                      <a:pt x="8" y="320"/>
                    </a:lnTo>
                    <a:lnTo>
                      <a:pt x="8" y="304"/>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168" name="Freeform 56"/>
              <p:cNvSpPr/>
              <p:nvPr/>
            </p:nvSpPr>
            <p:spPr bwMode="auto">
              <a:xfrm>
                <a:off x="4565" y="3130"/>
                <a:ext cx="184" cy="14"/>
              </a:xfrm>
              <a:custGeom>
                <a:avLst/>
                <a:gdLst/>
                <a:ahLst/>
                <a:cxnLst>
                  <a:cxn ang="0">
                    <a:pos x="171" y="8"/>
                  </a:cxn>
                  <a:cxn ang="0">
                    <a:pos x="179" y="0"/>
                  </a:cxn>
                  <a:cxn ang="0">
                    <a:pos x="0" y="0"/>
                  </a:cxn>
                  <a:cxn ang="0">
                    <a:pos x="0" y="16"/>
                  </a:cxn>
                  <a:cxn ang="0">
                    <a:pos x="179" y="16"/>
                  </a:cxn>
                  <a:cxn ang="0">
                    <a:pos x="187" y="8"/>
                  </a:cxn>
                  <a:cxn ang="0">
                    <a:pos x="179" y="16"/>
                  </a:cxn>
                  <a:cxn ang="0">
                    <a:pos x="187" y="16"/>
                  </a:cxn>
                  <a:cxn ang="0">
                    <a:pos x="187" y="8"/>
                  </a:cxn>
                  <a:cxn ang="0">
                    <a:pos x="171" y="8"/>
                  </a:cxn>
                </a:cxnLst>
                <a:rect l="0" t="0" r="r" b="b"/>
                <a:pathLst>
                  <a:path w="187" h="16">
                    <a:moveTo>
                      <a:pt x="171" y="8"/>
                    </a:moveTo>
                    <a:lnTo>
                      <a:pt x="179" y="0"/>
                    </a:lnTo>
                    <a:lnTo>
                      <a:pt x="0" y="0"/>
                    </a:lnTo>
                    <a:lnTo>
                      <a:pt x="0" y="16"/>
                    </a:lnTo>
                    <a:lnTo>
                      <a:pt x="179" y="16"/>
                    </a:lnTo>
                    <a:lnTo>
                      <a:pt x="187" y="8"/>
                    </a:lnTo>
                    <a:lnTo>
                      <a:pt x="179" y="16"/>
                    </a:lnTo>
                    <a:lnTo>
                      <a:pt x="187" y="16"/>
                    </a:lnTo>
                    <a:lnTo>
                      <a:pt x="187" y="8"/>
                    </a:lnTo>
                    <a:lnTo>
                      <a:pt x="171"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169" name="Freeform 57"/>
              <p:cNvSpPr/>
              <p:nvPr/>
            </p:nvSpPr>
            <p:spPr bwMode="auto">
              <a:xfrm>
                <a:off x="4568" y="2916"/>
                <a:ext cx="174" cy="11"/>
              </a:xfrm>
              <a:custGeom>
                <a:avLst/>
                <a:gdLst/>
                <a:ahLst/>
                <a:cxnLst>
                  <a:cxn ang="0">
                    <a:pos x="176" y="8"/>
                  </a:cxn>
                  <a:cxn ang="0">
                    <a:pos x="176" y="0"/>
                  </a:cxn>
                  <a:cxn ang="0">
                    <a:pos x="0" y="0"/>
                  </a:cxn>
                  <a:cxn ang="0">
                    <a:pos x="0" y="16"/>
                  </a:cxn>
                  <a:cxn ang="0">
                    <a:pos x="176" y="16"/>
                  </a:cxn>
                  <a:cxn ang="0">
                    <a:pos x="176" y="8"/>
                  </a:cxn>
                </a:cxnLst>
                <a:rect l="0" t="0" r="r" b="b"/>
                <a:pathLst>
                  <a:path w="176" h="16">
                    <a:moveTo>
                      <a:pt x="176" y="8"/>
                    </a:moveTo>
                    <a:lnTo>
                      <a:pt x="176" y="0"/>
                    </a:lnTo>
                    <a:lnTo>
                      <a:pt x="0" y="0"/>
                    </a:lnTo>
                    <a:lnTo>
                      <a:pt x="0" y="16"/>
                    </a:lnTo>
                    <a:lnTo>
                      <a:pt x="176" y="16"/>
                    </a:lnTo>
                    <a:lnTo>
                      <a:pt x="176"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170" name="Freeform 58"/>
              <p:cNvSpPr/>
              <p:nvPr/>
            </p:nvSpPr>
            <p:spPr bwMode="auto">
              <a:xfrm>
                <a:off x="4568" y="3026"/>
                <a:ext cx="174" cy="18"/>
              </a:xfrm>
              <a:custGeom>
                <a:avLst/>
                <a:gdLst/>
                <a:ahLst/>
                <a:cxnLst>
                  <a:cxn ang="0">
                    <a:pos x="176" y="8"/>
                  </a:cxn>
                  <a:cxn ang="0">
                    <a:pos x="176" y="0"/>
                  </a:cxn>
                  <a:cxn ang="0">
                    <a:pos x="0" y="0"/>
                  </a:cxn>
                  <a:cxn ang="0">
                    <a:pos x="0" y="16"/>
                  </a:cxn>
                  <a:cxn ang="0">
                    <a:pos x="176" y="16"/>
                  </a:cxn>
                  <a:cxn ang="0">
                    <a:pos x="176" y="8"/>
                  </a:cxn>
                </a:cxnLst>
                <a:rect l="0" t="0" r="r" b="b"/>
                <a:pathLst>
                  <a:path w="176" h="16">
                    <a:moveTo>
                      <a:pt x="176" y="8"/>
                    </a:moveTo>
                    <a:lnTo>
                      <a:pt x="176" y="0"/>
                    </a:lnTo>
                    <a:lnTo>
                      <a:pt x="0" y="0"/>
                    </a:lnTo>
                    <a:lnTo>
                      <a:pt x="0" y="16"/>
                    </a:lnTo>
                    <a:lnTo>
                      <a:pt x="176" y="16"/>
                    </a:lnTo>
                    <a:lnTo>
                      <a:pt x="176"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171" name="Freeform 59"/>
              <p:cNvSpPr/>
              <p:nvPr/>
            </p:nvSpPr>
            <p:spPr bwMode="auto">
              <a:xfrm>
                <a:off x="4644" y="2837"/>
                <a:ext cx="16" cy="300"/>
              </a:xfrm>
              <a:custGeom>
                <a:avLst/>
                <a:gdLst/>
                <a:ahLst/>
                <a:cxnLst>
                  <a:cxn ang="0">
                    <a:pos x="7" y="302"/>
                  </a:cxn>
                  <a:cxn ang="0">
                    <a:pos x="15" y="302"/>
                  </a:cxn>
                  <a:cxn ang="0">
                    <a:pos x="15" y="0"/>
                  </a:cxn>
                  <a:cxn ang="0">
                    <a:pos x="0" y="0"/>
                  </a:cxn>
                  <a:cxn ang="0">
                    <a:pos x="0" y="302"/>
                  </a:cxn>
                  <a:cxn ang="0">
                    <a:pos x="7" y="302"/>
                  </a:cxn>
                </a:cxnLst>
                <a:rect l="0" t="0" r="r" b="b"/>
                <a:pathLst>
                  <a:path w="15" h="302">
                    <a:moveTo>
                      <a:pt x="7" y="302"/>
                    </a:moveTo>
                    <a:lnTo>
                      <a:pt x="15" y="302"/>
                    </a:lnTo>
                    <a:lnTo>
                      <a:pt x="15" y="0"/>
                    </a:lnTo>
                    <a:lnTo>
                      <a:pt x="0" y="0"/>
                    </a:lnTo>
                    <a:lnTo>
                      <a:pt x="0" y="302"/>
                    </a:lnTo>
                    <a:lnTo>
                      <a:pt x="7" y="302"/>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172" name="Freeform 60"/>
              <p:cNvSpPr/>
              <p:nvPr/>
            </p:nvSpPr>
            <p:spPr bwMode="auto">
              <a:xfrm>
                <a:off x="5240" y="2819"/>
                <a:ext cx="16" cy="318"/>
              </a:xfrm>
              <a:custGeom>
                <a:avLst/>
                <a:gdLst/>
                <a:ahLst/>
                <a:cxnLst>
                  <a:cxn ang="0">
                    <a:pos x="8" y="16"/>
                  </a:cxn>
                  <a:cxn ang="0">
                    <a:pos x="0" y="8"/>
                  </a:cxn>
                  <a:cxn ang="0">
                    <a:pos x="0" y="320"/>
                  </a:cxn>
                  <a:cxn ang="0">
                    <a:pos x="16" y="320"/>
                  </a:cxn>
                  <a:cxn ang="0">
                    <a:pos x="16" y="8"/>
                  </a:cxn>
                  <a:cxn ang="0">
                    <a:pos x="8" y="0"/>
                  </a:cxn>
                  <a:cxn ang="0">
                    <a:pos x="16" y="8"/>
                  </a:cxn>
                  <a:cxn ang="0">
                    <a:pos x="16" y="0"/>
                  </a:cxn>
                  <a:cxn ang="0">
                    <a:pos x="8" y="0"/>
                  </a:cxn>
                  <a:cxn ang="0">
                    <a:pos x="8" y="16"/>
                  </a:cxn>
                </a:cxnLst>
                <a:rect l="0" t="0" r="r" b="b"/>
                <a:pathLst>
                  <a:path w="16" h="320">
                    <a:moveTo>
                      <a:pt x="8" y="16"/>
                    </a:moveTo>
                    <a:lnTo>
                      <a:pt x="0" y="8"/>
                    </a:lnTo>
                    <a:lnTo>
                      <a:pt x="0" y="320"/>
                    </a:lnTo>
                    <a:lnTo>
                      <a:pt x="16" y="320"/>
                    </a:lnTo>
                    <a:lnTo>
                      <a:pt x="16" y="8"/>
                    </a:lnTo>
                    <a:lnTo>
                      <a:pt x="8" y="0"/>
                    </a:lnTo>
                    <a:lnTo>
                      <a:pt x="16" y="8"/>
                    </a:lnTo>
                    <a:lnTo>
                      <a:pt x="16" y="0"/>
                    </a:lnTo>
                    <a:lnTo>
                      <a:pt x="8" y="0"/>
                    </a:lnTo>
                    <a:lnTo>
                      <a:pt x="8" y="16"/>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173" name="Freeform 61"/>
              <p:cNvSpPr/>
              <p:nvPr/>
            </p:nvSpPr>
            <p:spPr bwMode="auto">
              <a:xfrm>
                <a:off x="5059" y="2819"/>
                <a:ext cx="187" cy="21"/>
              </a:xfrm>
              <a:custGeom>
                <a:avLst/>
                <a:gdLst/>
                <a:ahLst/>
                <a:cxnLst>
                  <a:cxn ang="0">
                    <a:pos x="16" y="8"/>
                  </a:cxn>
                  <a:cxn ang="0">
                    <a:pos x="8" y="16"/>
                  </a:cxn>
                  <a:cxn ang="0">
                    <a:pos x="187" y="16"/>
                  </a:cxn>
                  <a:cxn ang="0">
                    <a:pos x="187" y="0"/>
                  </a:cxn>
                  <a:cxn ang="0">
                    <a:pos x="8" y="0"/>
                  </a:cxn>
                  <a:cxn ang="0">
                    <a:pos x="0" y="8"/>
                  </a:cxn>
                  <a:cxn ang="0">
                    <a:pos x="8" y="0"/>
                  </a:cxn>
                  <a:cxn ang="0">
                    <a:pos x="0" y="0"/>
                  </a:cxn>
                  <a:cxn ang="0">
                    <a:pos x="0" y="8"/>
                  </a:cxn>
                  <a:cxn ang="0">
                    <a:pos x="16" y="8"/>
                  </a:cxn>
                </a:cxnLst>
                <a:rect l="0" t="0" r="r" b="b"/>
                <a:pathLst>
                  <a:path w="187" h="16">
                    <a:moveTo>
                      <a:pt x="16" y="8"/>
                    </a:moveTo>
                    <a:lnTo>
                      <a:pt x="8" y="16"/>
                    </a:lnTo>
                    <a:lnTo>
                      <a:pt x="187" y="16"/>
                    </a:lnTo>
                    <a:lnTo>
                      <a:pt x="187" y="0"/>
                    </a:lnTo>
                    <a:lnTo>
                      <a:pt x="8" y="0"/>
                    </a:lnTo>
                    <a:lnTo>
                      <a:pt x="0" y="8"/>
                    </a:lnTo>
                    <a:lnTo>
                      <a:pt x="8" y="0"/>
                    </a:lnTo>
                    <a:lnTo>
                      <a:pt x="0" y="0"/>
                    </a:lnTo>
                    <a:lnTo>
                      <a:pt x="0" y="8"/>
                    </a:lnTo>
                    <a:lnTo>
                      <a:pt x="16"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174" name="Freeform 62"/>
              <p:cNvSpPr/>
              <p:nvPr/>
            </p:nvSpPr>
            <p:spPr bwMode="auto">
              <a:xfrm>
                <a:off x="5059" y="2826"/>
                <a:ext cx="16" cy="318"/>
              </a:xfrm>
              <a:custGeom>
                <a:avLst/>
                <a:gdLst/>
                <a:ahLst/>
                <a:cxnLst>
                  <a:cxn ang="0">
                    <a:pos x="8" y="304"/>
                  </a:cxn>
                  <a:cxn ang="0">
                    <a:pos x="16" y="312"/>
                  </a:cxn>
                  <a:cxn ang="0">
                    <a:pos x="16" y="0"/>
                  </a:cxn>
                  <a:cxn ang="0">
                    <a:pos x="0" y="0"/>
                  </a:cxn>
                  <a:cxn ang="0">
                    <a:pos x="0" y="312"/>
                  </a:cxn>
                  <a:cxn ang="0">
                    <a:pos x="8" y="320"/>
                  </a:cxn>
                  <a:cxn ang="0">
                    <a:pos x="0" y="312"/>
                  </a:cxn>
                  <a:cxn ang="0">
                    <a:pos x="0" y="320"/>
                  </a:cxn>
                  <a:cxn ang="0">
                    <a:pos x="8" y="320"/>
                  </a:cxn>
                  <a:cxn ang="0">
                    <a:pos x="8" y="304"/>
                  </a:cxn>
                </a:cxnLst>
                <a:rect l="0" t="0" r="r" b="b"/>
                <a:pathLst>
                  <a:path w="16" h="320">
                    <a:moveTo>
                      <a:pt x="8" y="304"/>
                    </a:moveTo>
                    <a:lnTo>
                      <a:pt x="16" y="312"/>
                    </a:lnTo>
                    <a:lnTo>
                      <a:pt x="16" y="0"/>
                    </a:lnTo>
                    <a:lnTo>
                      <a:pt x="0" y="0"/>
                    </a:lnTo>
                    <a:lnTo>
                      <a:pt x="0" y="312"/>
                    </a:lnTo>
                    <a:lnTo>
                      <a:pt x="8" y="320"/>
                    </a:lnTo>
                    <a:lnTo>
                      <a:pt x="0" y="312"/>
                    </a:lnTo>
                    <a:lnTo>
                      <a:pt x="0" y="320"/>
                    </a:lnTo>
                    <a:lnTo>
                      <a:pt x="8" y="320"/>
                    </a:lnTo>
                    <a:lnTo>
                      <a:pt x="8" y="304"/>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175" name="Freeform 63"/>
              <p:cNvSpPr/>
              <p:nvPr/>
            </p:nvSpPr>
            <p:spPr bwMode="auto">
              <a:xfrm>
                <a:off x="5069" y="3130"/>
                <a:ext cx="187" cy="14"/>
              </a:xfrm>
              <a:custGeom>
                <a:avLst/>
                <a:gdLst/>
                <a:ahLst/>
                <a:cxnLst>
                  <a:cxn ang="0">
                    <a:pos x="171" y="8"/>
                  </a:cxn>
                  <a:cxn ang="0">
                    <a:pos x="179" y="0"/>
                  </a:cxn>
                  <a:cxn ang="0">
                    <a:pos x="0" y="0"/>
                  </a:cxn>
                  <a:cxn ang="0">
                    <a:pos x="0" y="16"/>
                  </a:cxn>
                  <a:cxn ang="0">
                    <a:pos x="179" y="16"/>
                  </a:cxn>
                  <a:cxn ang="0">
                    <a:pos x="187" y="8"/>
                  </a:cxn>
                  <a:cxn ang="0">
                    <a:pos x="179" y="16"/>
                  </a:cxn>
                  <a:cxn ang="0">
                    <a:pos x="187" y="16"/>
                  </a:cxn>
                  <a:cxn ang="0">
                    <a:pos x="187" y="8"/>
                  </a:cxn>
                  <a:cxn ang="0">
                    <a:pos x="171" y="8"/>
                  </a:cxn>
                </a:cxnLst>
                <a:rect l="0" t="0" r="r" b="b"/>
                <a:pathLst>
                  <a:path w="187" h="16">
                    <a:moveTo>
                      <a:pt x="171" y="8"/>
                    </a:moveTo>
                    <a:lnTo>
                      <a:pt x="179" y="0"/>
                    </a:lnTo>
                    <a:lnTo>
                      <a:pt x="0" y="0"/>
                    </a:lnTo>
                    <a:lnTo>
                      <a:pt x="0" y="16"/>
                    </a:lnTo>
                    <a:lnTo>
                      <a:pt x="179" y="16"/>
                    </a:lnTo>
                    <a:lnTo>
                      <a:pt x="187" y="8"/>
                    </a:lnTo>
                    <a:lnTo>
                      <a:pt x="179" y="16"/>
                    </a:lnTo>
                    <a:lnTo>
                      <a:pt x="187" y="16"/>
                    </a:lnTo>
                    <a:lnTo>
                      <a:pt x="187" y="8"/>
                    </a:lnTo>
                    <a:lnTo>
                      <a:pt x="171"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176" name="Freeform 64"/>
              <p:cNvSpPr/>
              <p:nvPr/>
            </p:nvSpPr>
            <p:spPr bwMode="auto">
              <a:xfrm>
                <a:off x="5069" y="2916"/>
                <a:ext cx="174" cy="11"/>
              </a:xfrm>
              <a:custGeom>
                <a:avLst/>
                <a:gdLst/>
                <a:ahLst/>
                <a:cxnLst>
                  <a:cxn ang="0">
                    <a:pos x="175" y="8"/>
                  </a:cxn>
                  <a:cxn ang="0">
                    <a:pos x="175" y="0"/>
                  </a:cxn>
                  <a:cxn ang="0">
                    <a:pos x="0" y="0"/>
                  </a:cxn>
                  <a:cxn ang="0">
                    <a:pos x="0" y="16"/>
                  </a:cxn>
                  <a:cxn ang="0">
                    <a:pos x="175" y="16"/>
                  </a:cxn>
                  <a:cxn ang="0">
                    <a:pos x="175" y="8"/>
                  </a:cxn>
                </a:cxnLst>
                <a:rect l="0" t="0" r="r" b="b"/>
                <a:pathLst>
                  <a:path w="175" h="16">
                    <a:moveTo>
                      <a:pt x="175" y="8"/>
                    </a:moveTo>
                    <a:lnTo>
                      <a:pt x="175" y="0"/>
                    </a:lnTo>
                    <a:lnTo>
                      <a:pt x="0" y="0"/>
                    </a:lnTo>
                    <a:lnTo>
                      <a:pt x="0" y="16"/>
                    </a:lnTo>
                    <a:lnTo>
                      <a:pt x="175" y="16"/>
                    </a:lnTo>
                    <a:lnTo>
                      <a:pt x="175"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177" name="Freeform 65"/>
              <p:cNvSpPr/>
              <p:nvPr/>
            </p:nvSpPr>
            <p:spPr bwMode="auto">
              <a:xfrm>
                <a:off x="5069" y="3026"/>
                <a:ext cx="174" cy="18"/>
              </a:xfrm>
              <a:custGeom>
                <a:avLst/>
                <a:gdLst/>
                <a:ahLst/>
                <a:cxnLst>
                  <a:cxn ang="0">
                    <a:pos x="175" y="8"/>
                  </a:cxn>
                  <a:cxn ang="0">
                    <a:pos x="175" y="0"/>
                  </a:cxn>
                  <a:cxn ang="0">
                    <a:pos x="0" y="0"/>
                  </a:cxn>
                  <a:cxn ang="0">
                    <a:pos x="0" y="16"/>
                  </a:cxn>
                  <a:cxn ang="0">
                    <a:pos x="175" y="16"/>
                  </a:cxn>
                  <a:cxn ang="0">
                    <a:pos x="175" y="8"/>
                  </a:cxn>
                </a:cxnLst>
                <a:rect l="0" t="0" r="r" b="b"/>
                <a:pathLst>
                  <a:path w="175" h="16">
                    <a:moveTo>
                      <a:pt x="175" y="8"/>
                    </a:moveTo>
                    <a:lnTo>
                      <a:pt x="175" y="0"/>
                    </a:lnTo>
                    <a:lnTo>
                      <a:pt x="0" y="0"/>
                    </a:lnTo>
                    <a:lnTo>
                      <a:pt x="0" y="16"/>
                    </a:lnTo>
                    <a:lnTo>
                      <a:pt x="175" y="16"/>
                    </a:lnTo>
                    <a:lnTo>
                      <a:pt x="175"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178" name="Freeform 66"/>
              <p:cNvSpPr/>
              <p:nvPr/>
            </p:nvSpPr>
            <p:spPr bwMode="auto">
              <a:xfrm>
                <a:off x="5148" y="2837"/>
                <a:ext cx="13" cy="300"/>
              </a:xfrm>
              <a:custGeom>
                <a:avLst/>
                <a:gdLst/>
                <a:ahLst/>
                <a:cxnLst>
                  <a:cxn ang="0">
                    <a:pos x="8" y="302"/>
                  </a:cxn>
                  <a:cxn ang="0">
                    <a:pos x="16" y="302"/>
                  </a:cxn>
                  <a:cxn ang="0">
                    <a:pos x="16" y="0"/>
                  </a:cxn>
                  <a:cxn ang="0">
                    <a:pos x="0" y="0"/>
                  </a:cxn>
                  <a:cxn ang="0">
                    <a:pos x="0" y="302"/>
                  </a:cxn>
                  <a:cxn ang="0">
                    <a:pos x="8" y="302"/>
                  </a:cxn>
                </a:cxnLst>
                <a:rect l="0" t="0" r="r" b="b"/>
                <a:pathLst>
                  <a:path w="16" h="302">
                    <a:moveTo>
                      <a:pt x="8" y="302"/>
                    </a:moveTo>
                    <a:lnTo>
                      <a:pt x="16" y="302"/>
                    </a:lnTo>
                    <a:lnTo>
                      <a:pt x="16" y="0"/>
                    </a:lnTo>
                    <a:lnTo>
                      <a:pt x="0" y="0"/>
                    </a:lnTo>
                    <a:lnTo>
                      <a:pt x="0" y="302"/>
                    </a:lnTo>
                    <a:lnTo>
                      <a:pt x="8" y="302"/>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179" name="Freeform 67"/>
              <p:cNvSpPr/>
              <p:nvPr/>
            </p:nvSpPr>
            <p:spPr bwMode="auto">
              <a:xfrm>
                <a:off x="4850" y="2237"/>
                <a:ext cx="101" cy="111"/>
              </a:xfrm>
              <a:custGeom>
                <a:avLst/>
                <a:gdLst/>
                <a:ahLst/>
                <a:cxnLst>
                  <a:cxn ang="0">
                    <a:pos x="59" y="112"/>
                  </a:cxn>
                  <a:cxn ang="0">
                    <a:pos x="76" y="112"/>
                  </a:cxn>
                  <a:cxn ang="0">
                    <a:pos x="89" y="109"/>
                  </a:cxn>
                  <a:cxn ang="0">
                    <a:pos x="99" y="107"/>
                  </a:cxn>
                  <a:cxn ang="0">
                    <a:pos x="102" y="104"/>
                  </a:cxn>
                  <a:cxn ang="0">
                    <a:pos x="103" y="103"/>
                  </a:cxn>
                  <a:cxn ang="0">
                    <a:pos x="103" y="98"/>
                  </a:cxn>
                  <a:cxn ang="0">
                    <a:pos x="100" y="88"/>
                  </a:cxn>
                  <a:cxn ang="0">
                    <a:pos x="97" y="79"/>
                  </a:cxn>
                  <a:cxn ang="0">
                    <a:pos x="95" y="73"/>
                  </a:cxn>
                  <a:cxn ang="0">
                    <a:pos x="95" y="68"/>
                  </a:cxn>
                  <a:cxn ang="0">
                    <a:pos x="94" y="66"/>
                  </a:cxn>
                  <a:cxn ang="0">
                    <a:pos x="92" y="60"/>
                  </a:cxn>
                  <a:cxn ang="0">
                    <a:pos x="91" y="50"/>
                  </a:cxn>
                  <a:cxn ang="0">
                    <a:pos x="91" y="42"/>
                  </a:cxn>
                  <a:cxn ang="0">
                    <a:pos x="91" y="41"/>
                  </a:cxn>
                  <a:cxn ang="0">
                    <a:pos x="89" y="33"/>
                  </a:cxn>
                  <a:cxn ang="0">
                    <a:pos x="89" y="22"/>
                  </a:cxn>
                  <a:cxn ang="0">
                    <a:pos x="87" y="9"/>
                  </a:cxn>
                  <a:cxn ang="0">
                    <a:pos x="75" y="1"/>
                  </a:cxn>
                  <a:cxn ang="0">
                    <a:pos x="59" y="0"/>
                  </a:cxn>
                  <a:cxn ang="0">
                    <a:pos x="45" y="3"/>
                  </a:cxn>
                  <a:cxn ang="0">
                    <a:pos x="38" y="14"/>
                  </a:cxn>
                  <a:cxn ang="0">
                    <a:pos x="34" y="25"/>
                  </a:cxn>
                  <a:cxn ang="0">
                    <a:pos x="30" y="31"/>
                  </a:cxn>
                  <a:cxn ang="0">
                    <a:pos x="30" y="33"/>
                  </a:cxn>
                  <a:cxn ang="0">
                    <a:pos x="27" y="39"/>
                  </a:cxn>
                  <a:cxn ang="0">
                    <a:pos x="23" y="49"/>
                  </a:cxn>
                  <a:cxn ang="0">
                    <a:pos x="19" y="54"/>
                  </a:cxn>
                  <a:cxn ang="0">
                    <a:pos x="19" y="55"/>
                  </a:cxn>
                  <a:cxn ang="0">
                    <a:pos x="16" y="58"/>
                  </a:cxn>
                  <a:cxn ang="0">
                    <a:pos x="11" y="63"/>
                  </a:cxn>
                  <a:cxn ang="0">
                    <a:pos x="5" y="73"/>
                  </a:cxn>
                  <a:cxn ang="0">
                    <a:pos x="0" y="82"/>
                  </a:cxn>
                  <a:cxn ang="0">
                    <a:pos x="0" y="87"/>
                  </a:cxn>
                  <a:cxn ang="0">
                    <a:pos x="0" y="88"/>
                  </a:cxn>
                  <a:cxn ang="0">
                    <a:pos x="7" y="93"/>
                  </a:cxn>
                  <a:cxn ang="0">
                    <a:pos x="29" y="106"/>
                  </a:cxn>
                </a:cxnLst>
                <a:rect l="0" t="0" r="r" b="b"/>
                <a:pathLst>
                  <a:path w="103" h="112">
                    <a:moveTo>
                      <a:pt x="48" y="110"/>
                    </a:moveTo>
                    <a:lnTo>
                      <a:pt x="59" y="112"/>
                    </a:lnTo>
                    <a:lnTo>
                      <a:pt x="68" y="112"/>
                    </a:lnTo>
                    <a:lnTo>
                      <a:pt x="76" y="112"/>
                    </a:lnTo>
                    <a:lnTo>
                      <a:pt x="84" y="110"/>
                    </a:lnTo>
                    <a:lnTo>
                      <a:pt x="89" y="109"/>
                    </a:lnTo>
                    <a:lnTo>
                      <a:pt x="94" y="107"/>
                    </a:lnTo>
                    <a:lnTo>
                      <a:pt x="99" y="107"/>
                    </a:lnTo>
                    <a:lnTo>
                      <a:pt x="100" y="106"/>
                    </a:lnTo>
                    <a:lnTo>
                      <a:pt x="102" y="104"/>
                    </a:lnTo>
                    <a:lnTo>
                      <a:pt x="102" y="103"/>
                    </a:lnTo>
                    <a:lnTo>
                      <a:pt x="103" y="103"/>
                    </a:lnTo>
                    <a:lnTo>
                      <a:pt x="103" y="101"/>
                    </a:lnTo>
                    <a:lnTo>
                      <a:pt x="103" y="98"/>
                    </a:lnTo>
                    <a:lnTo>
                      <a:pt x="103" y="93"/>
                    </a:lnTo>
                    <a:lnTo>
                      <a:pt x="100" y="88"/>
                    </a:lnTo>
                    <a:lnTo>
                      <a:pt x="99" y="82"/>
                    </a:lnTo>
                    <a:lnTo>
                      <a:pt x="97" y="79"/>
                    </a:lnTo>
                    <a:lnTo>
                      <a:pt x="97" y="76"/>
                    </a:lnTo>
                    <a:lnTo>
                      <a:pt x="95" y="73"/>
                    </a:lnTo>
                    <a:lnTo>
                      <a:pt x="95" y="69"/>
                    </a:lnTo>
                    <a:lnTo>
                      <a:pt x="95" y="68"/>
                    </a:lnTo>
                    <a:lnTo>
                      <a:pt x="95" y="68"/>
                    </a:lnTo>
                    <a:lnTo>
                      <a:pt x="94" y="66"/>
                    </a:lnTo>
                    <a:lnTo>
                      <a:pt x="94" y="66"/>
                    </a:lnTo>
                    <a:lnTo>
                      <a:pt x="92" y="60"/>
                    </a:lnTo>
                    <a:lnTo>
                      <a:pt x="92" y="55"/>
                    </a:lnTo>
                    <a:lnTo>
                      <a:pt x="91" y="50"/>
                    </a:lnTo>
                    <a:lnTo>
                      <a:pt x="91" y="44"/>
                    </a:lnTo>
                    <a:lnTo>
                      <a:pt x="91" y="42"/>
                    </a:lnTo>
                    <a:lnTo>
                      <a:pt x="91" y="42"/>
                    </a:lnTo>
                    <a:lnTo>
                      <a:pt x="91" y="41"/>
                    </a:lnTo>
                    <a:lnTo>
                      <a:pt x="91" y="41"/>
                    </a:lnTo>
                    <a:lnTo>
                      <a:pt x="89" y="33"/>
                    </a:lnTo>
                    <a:lnTo>
                      <a:pt x="89" y="27"/>
                    </a:lnTo>
                    <a:lnTo>
                      <a:pt x="89" y="22"/>
                    </a:lnTo>
                    <a:lnTo>
                      <a:pt x="89" y="17"/>
                    </a:lnTo>
                    <a:lnTo>
                      <a:pt x="87" y="9"/>
                    </a:lnTo>
                    <a:lnTo>
                      <a:pt x="83" y="5"/>
                    </a:lnTo>
                    <a:lnTo>
                      <a:pt x="75" y="1"/>
                    </a:lnTo>
                    <a:lnTo>
                      <a:pt x="67" y="0"/>
                    </a:lnTo>
                    <a:lnTo>
                      <a:pt x="59" y="0"/>
                    </a:lnTo>
                    <a:lnTo>
                      <a:pt x="51" y="0"/>
                    </a:lnTo>
                    <a:lnTo>
                      <a:pt x="45" y="3"/>
                    </a:lnTo>
                    <a:lnTo>
                      <a:pt x="40" y="9"/>
                    </a:lnTo>
                    <a:lnTo>
                      <a:pt x="38" y="14"/>
                    </a:lnTo>
                    <a:lnTo>
                      <a:pt x="37" y="19"/>
                    </a:lnTo>
                    <a:lnTo>
                      <a:pt x="34" y="25"/>
                    </a:lnTo>
                    <a:lnTo>
                      <a:pt x="30" y="31"/>
                    </a:lnTo>
                    <a:lnTo>
                      <a:pt x="30" y="31"/>
                    </a:lnTo>
                    <a:lnTo>
                      <a:pt x="30" y="33"/>
                    </a:lnTo>
                    <a:lnTo>
                      <a:pt x="30" y="33"/>
                    </a:lnTo>
                    <a:lnTo>
                      <a:pt x="30" y="35"/>
                    </a:lnTo>
                    <a:lnTo>
                      <a:pt x="27" y="39"/>
                    </a:lnTo>
                    <a:lnTo>
                      <a:pt x="26" y="44"/>
                    </a:lnTo>
                    <a:lnTo>
                      <a:pt x="23" y="49"/>
                    </a:lnTo>
                    <a:lnTo>
                      <a:pt x="19" y="54"/>
                    </a:lnTo>
                    <a:lnTo>
                      <a:pt x="19" y="54"/>
                    </a:lnTo>
                    <a:lnTo>
                      <a:pt x="19" y="54"/>
                    </a:lnTo>
                    <a:lnTo>
                      <a:pt x="19" y="55"/>
                    </a:lnTo>
                    <a:lnTo>
                      <a:pt x="18" y="55"/>
                    </a:lnTo>
                    <a:lnTo>
                      <a:pt x="16" y="58"/>
                    </a:lnTo>
                    <a:lnTo>
                      <a:pt x="15" y="61"/>
                    </a:lnTo>
                    <a:lnTo>
                      <a:pt x="11" y="63"/>
                    </a:lnTo>
                    <a:lnTo>
                      <a:pt x="10" y="66"/>
                    </a:lnTo>
                    <a:lnTo>
                      <a:pt x="5" y="73"/>
                    </a:lnTo>
                    <a:lnTo>
                      <a:pt x="2" y="77"/>
                    </a:lnTo>
                    <a:lnTo>
                      <a:pt x="0" y="82"/>
                    </a:lnTo>
                    <a:lnTo>
                      <a:pt x="0" y="85"/>
                    </a:lnTo>
                    <a:lnTo>
                      <a:pt x="0" y="87"/>
                    </a:lnTo>
                    <a:lnTo>
                      <a:pt x="0" y="87"/>
                    </a:lnTo>
                    <a:lnTo>
                      <a:pt x="0" y="88"/>
                    </a:lnTo>
                    <a:lnTo>
                      <a:pt x="2" y="88"/>
                    </a:lnTo>
                    <a:lnTo>
                      <a:pt x="7" y="93"/>
                    </a:lnTo>
                    <a:lnTo>
                      <a:pt x="15" y="99"/>
                    </a:lnTo>
                    <a:lnTo>
                      <a:pt x="29" y="106"/>
                    </a:lnTo>
                    <a:lnTo>
                      <a:pt x="48" y="110"/>
                    </a:lnTo>
                    <a:close/>
                  </a:path>
                </a:pathLst>
              </a:custGeom>
              <a:solidFill>
                <a:srgbClr val="000000"/>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346180" name="Freeform 68"/>
              <p:cNvSpPr/>
              <p:nvPr/>
            </p:nvSpPr>
            <p:spPr bwMode="auto">
              <a:xfrm>
                <a:off x="4850" y="2316"/>
                <a:ext cx="101" cy="29"/>
              </a:xfrm>
              <a:custGeom>
                <a:avLst/>
                <a:gdLst/>
                <a:ahLst/>
                <a:cxnLst>
                  <a:cxn ang="0">
                    <a:pos x="40" y="3"/>
                  </a:cxn>
                  <a:cxn ang="0">
                    <a:pos x="49" y="5"/>
                  </a:cxn>
                  <a:cxn ang="0">
                    <a:pos x="59" y="6"/>
                  </a:cxn>
                  <a:cxn ang="0">
                    <a:pos x="67" y="8"/>
                  </a:cxn>
                  <a:cxn ang="0">
                    <a:pos x="75" y="11"/>
                  </a:cxn>
                  <a:cxn ang="0">
                    <a:pos x="83" y="14"/>
                  </a:cxn>
                  <a:cxn ang="0">
                    <a:pos x="89" y="17"/>
                  </a:cxn>
                  <a:cxn ang="0">
                    <a:pos x="95" y="22"/>
                  </a:cxn>
                  <a:cxn ang="0">
                    <a:pos x="100" y="27"/>
                  </a:cxn>
                  <a:cxn ang="0">
                    <a:pos x="102" y="25"/>
                  </a:cxn>
                  <a:cxn ang="0">
                    <a:pos x="102" y="24"/>
                  </a:cxn>
                  <a:cxn ang="0">
                    <a:pos x="103" y="24"/>
                  </a:cxn>
                  <a:cxn ang="0">
                    <a:pos x="103" y="22"/>
                  </a:cxn>
                  <a:cxn ang="0">
                    <a:pos x="94" y="14"/>
                  </a:cxn>
                  <a:cxn ang="0">
                    <a:pos x="81" y="9"/>
                  </a:cxn>
                  <a:cxn ang="0">
                    <a:pos x="68" y="5"/>
                  </a:cxn>
                  <a:cxn ang="0">
                    <a:pos x="53" y="1"/>
                  </a:cxn>
                  <a:cxn ang="0">
                    <a:pos x="38" y="0"/>
                  </a:cxn>
                  <a:cxn ang="0">
                    <a:pos x="24" y="0"/>
                  </a:cxn>
                  <a:cxn ang="0">
                    <a:pos x="11" y="1"/>
                  </a:cxn>
                  <a:cxn ang="0">
                    <a:pos x="0" y="6"/>
                  </a:cxn>
                  <a:cxn ang="0">
                    <a:pos x="0" y="8"/>
                  </a:cxn>
                  <a:cxn ang="0">
                    <a:pos x="0" y="8"/>
                  </a:cxn>
                  <a:cxn ang="0">
                    <a:pos x="0" y="9"/>
                  </a:cxn>
                  <a:cxn ang="0">
                    <a:pos x="2" y="9"/>
                  </a:cxn>
                  <a:cxn ang="0">
                    <a:pos x="10" y="6"/>
                  </a:cxn>
                  <a:cxn ang="0">
                    <a:pos x="18" y="5"/>
                  </a:cxn>
                  <a:cxn ang="0">
                    <a:pos x="27" y="3"/>
                  </a:cxn>
                  <a:cxn ang="0">
                    <a:pos x="37" y="3"/>
                  </a:cxn>
                  <a:cxn ang="0">
                    <a:pos x="35" y="5"/>
                  </a:cxn>
                  <a:cxn ang="0">
                    <a:pos x="35" y="6"/>
                  </a:cxn>
                  <a:cxn ang="0">
                    <a:pos x="35" y="8"/>
                  </a:cxn>
                  <a:cxn ang="0">
                    <a:pos x="34" y="9"/>
                  </a:cxn>
                  <a:cxn ang="0">
                    <a:pos x="30" y="9"/>
                  </a:cxn>
                  <a:cxn ang="0">
                    <a:pos x="27" y="11"/>
                  </a:cxn>
                  <a:cxn ang="0">
                    <a:pos x="26" y="14"/>
                  </a:cxn>
                  <a:cxn ang="0">
                    <a:pos x="24" y="16"/>
                  </a:cxn>
                  <a:cxn ang="0">
                    <a:pos x="24" y="17"/>
                  </a:cxn>
                  <a:cxn ang="0">
                    <a:pos x="24" y="20"/>
                  </a:cxn>
                  <a:cxn ang="0">
                    <a:pos x="24" y="24"/>
                  </a:cxn>
                  <a:cxn ang="0">
                    <a:pos x="26" y="27"/>
                  </a:cxn>
                  <a:cxn ang="0">
                    <a:pos x="27" y="27"/>
                  </a:cxn>
                  <a:cxn ang="0">
                    <a:pos x="27" y="27"/>
                  </a:cxn>
                  <a:cxn ang="0">
                    <a:pos x="27" y="27"/>
                  </a:cxn>
                  <a:cxn ang="0">
                    <a:pos x="29" y="27"/>
                  </a:cxn>
                  <a:cxn ang="0">
                    <a:pos x="29" y="28"/>
                  </a:cxn>
                  <a:cxn ang="0">
                    <a:pos x="30" y="28"/>
                  </a:cxn>
                  <a:cxn ang="0">
                    <a:pos x="30" y="28"/>
                  </a:cxn>
                  <a:cxn ang="0">
                    <a:pos x="32" y="28"/>
                  </a:cxn>
                  <a:cxn ang="0">
                    <a:pos x="35" y="28"/>
                  </a:cxn>
                  <a:cxn ang="0">
                    <a:pos x="38" y="25"/>
                  </a:cxn>
                  <a:cxn ang="0">
                    <a:pos x="40" y="24"/>
                  </a:cxn>
                  <a:cxn ang="0">
                    <a:pos x="40" y="22"/>
                  </a:cxn>
                  <a:cxn ang="0">
                    <a:pos x="42" y="19"/>
                  </a:cxn>
                  <a:cxn ang="0">
                    <a:pos x="42" y="16"/>
                  </a:cxn>
                  <a:cxn ang="0">
                    <a:pos x="40" y="12"/>
                  </a:cxn>
                  <a:cxn ang="0">
                    <a:pos x="37" y="11"/>
                  </a:cxn>
                  <a:cxn ang="0">
                    <a:pos x="38" y="9"/>
                  </a:cxn>
                  <a:cxn ang="0">
                    <a:pos x="38" y="6"/>
                  </a:cxn>
                  <a:cxn ang="0">
                    <a:pos x="38" y="5"/>
                  </a:cxn>
                  <a:cxn ang="0">
                    <a:pos x="40" y="3"/>
                  </a:cxn>
                </a:cxnLst>
                <a:rect l="0" t="0" r="r" b="b"/>
                <a:pathLst>
                  <a:path w="103" h="28">
                    <a:moveTo>
                      <a:pt x="40" y="3"/>
                    </a:moveTo>
                    <a:lnTo>
                      <a:pt x="49" y="5"/>
                    </a:lnTo>
                    <a:lnTo>
                      <a:pt x="59" y="6"/>
                    </a:lnTo>
                    <a:lnTo>
                      <a:pt x="67" y="8"/>
                    </a:lnTo>
                    <a:lnTo>
                      <a:pt x="75" y="11"/>
                    </a:lnTo>
                    <a:lnTo>
                      <a:pt x="83" y="14"/>
                    </a:lnTo>
                    <a:lnTo>
                      <a:pt x="89" y="17"/>
                    </a:lnTo>
                    <a:lnTo>
                      <a:pt x="95" y="22"/>
                    </a:lnTo>
                    <a:lnTo>
                      <a:pt x="100" y="27"/>
                    </a:lnTo>
                    <a:lnTo>
                      <a:pt x="102" y="25"/>
                    </a:lnTo>
                    <a:lnTo>
                      <a:pt x="102" y="24"/>
                    </a:lnTo>
                    <a:lnTo>
                      <a:pt x="103" y="24"/>
                    </a:lnTo>
                    <a:lnTo>
                      <a:pt x="103" y="22"/>
                    </a:lnTo>
                    <a:lnTo>
                      <a:pt x="94" y="14"/>
                    </a:lnTo>
                    <a:lnTo>
                      <a:pt x="81" y="9"/>
                    </a:lnTo>
                    <a:lnTo>
                      <a:pt x="68" y="5"/>
                    </a:lnTo>
                    <a:lnTo>
                      <a:pt x="53" y="1"/>
                    </a:lnTo>
                    <a:lnTo>
                      <a:pt x="38" y="0"/>
                    </a:lnTo>
                    <a:lnTo>
                      <a:pt x="24" y="0"/>
                    </a:lnTo>
                    <a:lnTo>
                      <a:pt x="11" y="1"/>
                    </a:lnTo>
                    <a:lnTo>
                      <a:pt x="0" y="6"/>
                    </a:lnTo>
                    <a:lnTo>
                      <a:pt x="0" y="8"/>
                    </a:lnTo>
                    <a:lnTo>
                      <a:pt x="0" y="8"/>
                    </a:lnTo>
                    <a:lnTo>
                      <a:pt x="0" y="9"/>
                    </a:lnTo>
                    <a:lnTo>
                      <a:pt x="2" y="9"/>
                    </a:lnTo>
                    <a:lnTo>
                      <a:pt x="10" y="6"/>
                    </a:lnTo>
                    <a:lnTo>
                      <a:pt x="18" y="5"/>
                    </a:lnTo>
                    <a:lnTo>
                      <a:pt x="27" y="3"/>
                    </a:lnTo>
                    <a:lnTo>
                      <a:pt x="37" y="3"/>
                    </a:lnTo>
                    <a:lnTo>
                      <a:pt x="35" y="5"/>
                    </a:lnTo>
                    <a:lnTo>
                      <a:pt x="35" y="6"/>
                    </a:lnTo>
                    <a:lnTo>
                      <a:pt x="35" y="8"/>
                    </a:lnTo>
                    <a:lnTo>
                      <a:pt x="34" y="9"/>
                    </a:lnTo>
                    <a:lnTo>
                      <a:pt x="30" y="9"/>
                    </a:lnTo>
                    <a:lnTo>
                      <a:pt x="27" y="11"/>
                    </a:lnTo>
                    <a:lnTo>
                      <a:pt x="26" y="14"/>
                    </a:lnTo>
                    <a:lnTo>
                      <a:pt x="24" y="16"/>
                    </a:lnTo>
                    <a:lnTo>
                      <a:pt x="24" y="17"/>
                    </a:lnTo>
                    <a:lnTo>
                      <a:pt x="24" y="20"/>
                    </a:lnTo>
                    <a:lnTo>
                      <a:pt x="24" y="24"/>
                    </a:lnTo>
                    <a:lnTo>
                      <a:pt x="26" y="27"/>
                    </a:lnTo>
                    <a:lnTo>
                      <a:pt x="27" y="27"/>
                    </a:lnTo>
                    <a:lnTo>
                      <a:pt x="27" y="27"/>
                    </a:lnTo>
                    <a:lnTo>
                      <a:pt x="27" y="27"/>
                    </a:lnTo>
                    <a:lnTo>
                      <a:pt x="29" y="27"/>
                    </a:lnTo>
                    <a:lnTo>
                      <a:pt x="29" y="28"/>
                    </a:lnTo>
                    <a:lnTo>
                      <a:pt x="30" y="28"/>
                    </a:lnTo>
                    <a:lnTo>
                      <a:pt x="30" y="28"/>
                    </a:lnTo>
                    <a:lnTo>
                      <a:pt x="32" y="28"/>
                    </a:lnTo>
                    <a:lnTo>
                      <a:pt x="35" y="28"/>
                    </a:lnTo>
                    <a:lnTo>
                      <a:pt x="38" y="25"/>
                    </a:lnTo>
                    <a:lnTo>
                      <a:pt x="40" y="24"/>
                    </a:lnTo>
                    <a:lnTo>
                      <a:pt x="40" y="22"/>
                    </a:lnTo>
                    <a:lnTo>
                      <a:pt x="42" y="19"/>
                    </a:lnTo>
                    <a:lnTo>
                      <a:pt x="42" y="16"/>
                    </a:lnTo>
                    <a:lnTo>
                      <a:pt x="40" y="12"/>
                    </a:lnTo>
                    <a:lnTo>
                      <a:pt x="37" y="11"/>
                    </a:lnTo>
                    <a:lnTo>
                      <a:pt x="38" y="9"/>
                    </a:lnTo>
                    <a:lnTo>
                      <a:pt x="38" y="6"/>
                    </a:lnTo>
                    <a:lnTo>
                      <a:pt x="38" y="5"/>
                    </a:lnTo>
                    <a:lnTo>
                      <a:pt x="40" y="3"/>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181" name="Freeform 69"/>
              <p:cNvSpPr/>
              <p:nvPr/>
            </p:nvSpPr>
            <p:spPr bwMode="auto">
              <a:xfrm>
                <a:off x="4875" y="2341"/>
                <a:ext cx="3" cy="7"/>
              </a:xfrm>
              <a:custGeom>
                <a:avLst/>
                <a:gdLst/>
                <a:ahLst/>
                <a:cxnLst>
                  <a:cxn ang="0">
                    <a:pos x="0" y="0"/>
                  </a:cxn>
                  <a:cxn ang="0">
                    <a:pos x="1" y="0"/>
                  </a:cxn>
                  <a:cxn ang="0">
                    <a:pos x="1" y="0"/>
                  </a:cxn>
                  <a:cxn ang="0">
                    <a:pos x="1" y="0"/>
                  </a:cxn>
                  <a:cxn ang="0">
                    <a:pos x="3" y="0"/>
                  </a:cxn>
                  <a:cxn ang="0">
                    <a:pos x="3" y="1"/>
                  </a:cxn>
                  <a:cxn ang="0">
                    <a:pos x="4" y="1"/>
                  </a:cxn>
                  <a:cxn ang="0">
                    <a:pos x="4" y="1"/>
                  </a:cxn>
                  <a:cxn ang="0">
                    <a:pos x="6" y="1"/>
                  </a:cxn>
                  <a:cxn ang="0">
                    <a:pos x="6" y="3"/>
                  </a:cxn>
                  <a:cxn ang="0">
                    <a:pos x="6" y="3"/>
                  </a:cxn>
                  <a:cxn ang="0">
                    <a:pos x="4" y="4"/>
                  </a:cxn>
                  <a:cxn ang="0">
                    <a:pos x="3" y="6"/>
                  </a:cxn>
                  <a:cxn ang="0">
                    <a:pos x="1" y="6"/>
                  </a:cxn>
                  <a:cxn ang="0">
                    <a:pos x="0" y="6"/>
                  </a:cxn>
                  <a:cxn ang="0">
                    <a:pos x="0" y="4"/>
                  </a:cxn>
                  <a:cxn ang="0">
                    <a:pos x="0" y="4"/>
                  </a:cxn>
                  <a:cxn ang="0">
                    <a:pos x="0" y="3"/>
                  </a:cxn>
                  <a:cxn ang="0">
                    <a:pos x="0" y="1"/>
                  </a:cxn>
                  <a:cxn ang="0">
                    <a:pos x="0" y="0"/>
                  </a:cxn>
                </a:cxnLst>
                <a:rect l="0" t="0" r="r" b="b"/>
                <a:pathLst>
                  <a:path w="6" h="6">
                    <a:moveTo>
                      <a:pt x="0" y="0"/>
                    </a:moveTo>
                    <a:lnTo>
                      <a:pt x="1" y="0"/>
                    </a:lnTo>
                    <a:lnTo>
                      <a:pt x="1" y="0"/>
                    </a:lnTo>
                    <a:lnTo>
                      <a:pt x="1" y="0"/>
                    </a:lnTo>
                    <a:lnTo>
                      <a:pt x="3" y="0"/>
                    </a:lnTo>
                    <a:lnTo>
                      <a:pt x="3" y="1"/>
                    </a:lnTo>
                    <a:lnTo>
                      <a:pt x="4" y="1"/>
                    </a:lnTo>
                    <a:lnTo>
                      <a:pt x="4" y="1"/>
                    </a:lnTo>
                    <a:lnTo>
                      <a:pt x="6" y="1"/>
                    </a:lnTo>
                    <a:lnTo>
                      <a:pt x="6" y="3"/>
                    </a:lnTo>
                    <a:lnTo>
                      <a:pt x="6" y="3"/>
                    </a:lnTo>
                    <a:lnTo>
                      <a:pt x="4" y="4"/>
                    </a:lnTo>
                    <a:lnTo>
                      <a:pt x="3" y="6"/>
                    </a:lnTo>
                    <a:lnTo>
                      <a:pt x="1" y="6"/>
                    </a:lnTo>
                    <a:lnTo>
                      <a:pt x="0" y="6"/>
                    </a:lnTo>
                    <a:lnTo>
                      <a:pt x="0" y="4"/>
                    </a:lnTo>
                    <a:lnTo>
                      <a:pt x="0" y="4"/>
                    </a:lnTo>
                    <a:lnTo>
                      <a:pt x="0" y="3"/>
                    </a:lnTo>
                    <a:lnTo>
                      <a:pt x="0" y="1"/>
                    </a:lnTo>
                    <a:lnTo>
                      <a:pt x="0" y="0"/>
                    </a:lnTo>
                    <a:close/>
                  </a:path>
                </a:pathLst>
              </a:custGeom>
              <a:solidFill>
                <a:srgbClr val="7A1111"/>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346182" name="Freeform 70"/>
              <p:cNvSpPr/>
              <p:nvPr/>
            </p:nvSpPr>
            <p:spPr bwMode="auto">
              <a:xfrm>
                <a:off x="4996" y="2819"/>
                <a:ext cx="19" cy="14"/>
              </a:xfrm>
              <a:custGeom>
                <a:avLst/>
                <a:gdLst/>
                <a:ahLst/>
                <a:cxnLst>
                  <a:cxn ang="0">
                    <a:pos x="0" y="0"/>
                  </a:cxn>
                  <a:cxn ang="0">
                    <a:pos x="0" y="0"/>
                  </a:cxn>
                  <a:cxn ang="0">
                    <a:pos x="0" y="9"/>
                  </a:cxn>
                  <a:cxn ang="0">
                    <a:pos x="0" y="14"/>
                  </a:cxn>
                  <a:cxn ang="0">
                    <a:pos x="0" y="15"/>
                  </a:cxn>
                  <a:cxn ang="0">
                    <a:pos x="8" y="15"/>
                  </a:cxn>
                  <a:cxn ang="0">
                    <a:pos x="8" y="15"/>
                  </a:cxn>
                  <a:cxn ang="0">
                    <a:pos x="16" y="15"/>
                  </a:cxn>
                  <a:cxn ang="0">
                    <a:pos x="16" y="14"/>
                  </a:cxn>
                  <a:cxn ang="0">
                    <a:pos x="16" y="9"/>
                  </a:cxn>
                  <a:cxn ang="0">
                    <a:pos x="16" y="0"/>
                  </a:cxn>
                  <a:cxn ang="0">
                    <a:pos x="16" y="0"/>
                  </a:cxn>
                  <a:cxn ang="0">
                    <a:pos x="0" y="0"/>
                  </a:cxn>
                </a:cxnLst>
                <a:rect l="0" t="0" r="r" b="b"/>
                <a:pathLst>
                  <a:path w="16" h="15">
                    <a:moveTo>
                      <a:pt x="0" y="0"/>
                    </a:moveTo>
                    <a:lnTo>
                      <a:pt x="0" y="0"/>
                    </a:lnTo>
                    <a:lnTo>
                      <a:pt x="0" y="9"/>
                    </a:lnTo>
                    <a:lnTo>
                      <a:pt x="0" y="14"/>
                    </a:lnTo>
                    <a:lnTo>
                      <a:pt x="0" y="15"/>
                    </a:lnTo>
                    <a:lnTo>
                      <a:pt x="8" y="15"/>
                    </a:lnTo>
                    <a:lnTo>
                      <a:pt x="8" y="15"/>
                    </a:lnTo>
                    <a:lnTo>
                      <a:pt x="16" y="15"/>
                    </a:lnTo>
                    <a:lnTo>
                      <a:pt x="16" y="14"/>
                    </a:lnTo>
                    <a:lnTo>
                      <a:pt x="16" y="9"/>
                    </a:lnTo>
                    <a:lnTo>
                      <a:pt x="16" y="0"/>
                    </a:lnTo>
                    <a:lnTo>
                      <a:pt x="16" y="0"/>
                    </a:lnTo>
                    <a:lnTo>
                      <a:pt x="0" y="0"/>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183" name="Freeform 71"/>
              <p:cNvSpPr/>
              <p:nvPr/>
            </p:nvSpPr>
            <p:spPr bwMode="auto">
              <a:xfrm>
                <a:off x="4803" y="2726"/>
                <a:ext cx="212" cy="93"/>
              </a:xfrm>
              <a:custGeom>
                <a:avLst/>
                <a:gdLst/>
                <a:ahLst/>
                <a:cxnLst>
                  <a:cxn ang="0">
                    <a:pos x="16" y="94"/>
                  </a:cxn>
                  <a:cxn ang="0">
                    <a:pos x="16" y="94"/>
                  </a:cxn>
                  <a:cxn ang="0">
                    <a:pos x="23" y="59"/>
                  </a:cxn>
                  <a:cxn ang="0">
                    <a:pos x="43" y="35"/>
                  </a:cxn>
                  <a:cxn ang="0">
                    <a:pos x="72" y="21"/>
                  </a:cxn>
                  <a:cxn ang="0">
                    <a:pos x="107" y="16"/>
                  </a:cxn>
                  <a:cxn ang="0">
                    <a:pos x="140" y="21"/>
                  </a:cxn>
                  <a:cxn ang="0">
                    <a:pos x="168" y="37"/>
                  </a:cxn>
                  <a:cxn ang="0">
                    <a:pos x="189" y="60"/>
                  </a:cxn>
                  <a:cxn ang="0">
                    <a:pos x="195" y="94"/>
                  </a:cxn>
                  <a:cxn ang="0">
                    <a:pos x="211" y="94"/>
                  </a:cxn>
                  <a:cxn ang="0">
                    <a:pos x="202" y="54"/>
                  </a:cxn>
                  <a:cxn ang="0">
                    <a:pos x="178" y="24"/>
                  </a:cxn>
                  <a:cxn ang="0">
                    <a:pos x="143" y="5"/>
                  </a:cxn>
                  <a:cxn ang="0">
                    <a:pos x="107" y="0"/>
                  </a:cxn>
                  <a:cxn ang="0">
                    <a:pos x="69" y="5"/>
                  </a:cxn>
                  <a:cxn ang="0">
                    <a:pos x="34" y="23"/>
                  </a:cxn>
                  <a:cxn ang="0">
                    <a:pos x="10" y="53"/>
                  </a:cxn>
                  <a:cxn ang="0">
                    <a:pos x="0" y="94"/>
                  </a:cxn>
                  <a:cxn ang="0">
                    <a:pos x="0" y="94"/>
                  </a:cxn>
                  <a:cxn ang="0">
                    <a:pos x="16" y="94"/>
                  </a:cxn>
                </a:cxnLst>
                <a:rect l="0" t="0" r="r" b="b"/>
                <a:pathLst>
                  <a:path w="211" h="94">
                    <a:moveTo>
                      <a:pt x="16" y="94"/>
                    </a:moveTo>
                    <a:lnTo>
                      <a:pt x="16" y="94"/>
                    </a:lnTo>
                    <a:lnTo>
                      <a:pt x="23" y="59"/>
                    </a:lnTo>
                    <a:lnTo>
                      <a:pt x="43" y="35"/>
                    </a:lnTo>
                    <a:lnTo>
                      <a:pt x="72" y="21"/>
                    </a:lnTo>
                    <a:lnTo>
                      <a:pt x="107" y="16"/>
                    </a:lnTo>
                    <a:lnTo>
                      <a:pt x="140" y="21"/>
                    </a:lnTo>
                    <a:lnTo>
                      <a:pt x="168" y="37"/>
                    </a:lnTo>
                    <a:lnTo>
                      <a:pt x="189" y="60"/>
                    </a:lnTo>
                    <a:lnTo>
                      <a:pt x="195" y="94"/>
                    </a:lnTo>
                    <a:lnTo>
                      <a:pt x="211" y="94"/>
                    </a:lnTo>
                    <a:lnTo>
                      <a:pt x="202" y="54"/>
                    </a:lnTo>
                    <a:lnTo>
                      <a:pt x="178" y="24"/>
                    </a:lnTo>
                    <a:lnTo>
                      <a:pt x="143" y="5"/>
                    </a:lnTo>
                    <a:lnTo>
                      <a:pt x="107" y="0"/>
                    </a:lnTo>
                    <a:lnTo>
                      <a:pt x="69" y="5"/>
                    </a:lnTo>
                    <a:lnTo>
                      <a:pt x="34" y="23"/>
                    </a:lnTo>
                    <a:lnTo>
                      <a:pt x="10" y="53"/>
                    </a:lnTo>
                    <a:lnTo>
                      <a:pt x="0" y="94"/>
                    </a:lnTo>
                    <a:lnTo>
                      <a:pt x="0" y="94"/>
                    </a:lnTo>
                    <a:lnTo>
                      <a:pt x="16" y="94"/>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184" name="Freeform 72"/>
              <p:cNvSpPr/>
              <p:nvPr/>
            </p:nvSpPr>
            <p:spPr bwMode="auto">
              <a:xfrm>
                <a:off x="4803" y="2819"/>
                <a:ext cx="16" cy="21"/>
              </a:xfrm>
              <a:custGeom>
                <a:avLst/>
                <a:gdLst/>
                <a:ahLst/>
                <a:cxnLst>
                  <a:cxn ang="0">
                    <a:pos x="8" y="8"/>
                  </a:cxn>
                  <a:cxn ang="0">
                    <a:pos x="8" y="15"/>
                  </a:cxn>
                  <a:cxn ang="0">
                    <a:pos x="16" y="15"/>
                  </a:cxn>
                  <a:cxn ang="0">
                    <a:pos x="16" y="14"/>
                  </a:cxn>
                  <a:cxn ang="0">
                    <a:pos x="16" y="9"/>
                  </a:cxn>
                  <a:cxn ang="0">
                    <a:pos x="16" y="0"/>
                  </a:cxn>
                  <a:cxn ang="0">
                    <a:pos x="0" y="0"/>
                  </a:cxn>
                  <a:cxn ang="0">
                    <a:pos x="0" y="9"/>
                  </a:cxn>
                  <a:cxn ang="0">
                    <a:pos x="0" y="14"/>
                  </a:cxn>
                  <a:cxn ang="0">
                    <a:pos x="0" y="15"/>
                  </a:cxn>
                  <a:cxn ang="0">
                    <a:pos x="8" y="15"/>
                  </a:cxn>
                  <a:cxn ang="0">
                    <a:pos x="8" y="23"/>
                  </a:cxn>
                  <a:cxn ang="0">
                    <a:pos x="0" y="15"/>
                  </a:cxn>
                  <a:cxn ang="0">
                    <a:pos x="0" y="23"/>
                  </a:cxn>
                  <a:cxn ang="0">
                    <a:pos x="8" y="23"/>
                  </a:cxn>
                  <a:cxn ang="0">
                    <a:pos x="8" y="8"/>
                  </a:cxn>
                </a:cxnLst>
                <a:rect l="0" t="0" r="r" b="b"/>
                <a:pathLst>
                  <a:path w="16" h="23">
                    <a:moveTo>
                      <a:pt x="8" y="8"/>
                    </a:moveTo>
                    <a:lnTo>
                      <a:pt x="8" y="15"/>
                    </a:lnTo>
                    <a:lnTo>
                      <a:pt x="16" y="15"/>
                    </a:lnTo>
                    <a:lnTo>
                      <a:pt x="16" y="14"/>
                    </a:lnTo>
                    <a:lnTo>
                      <a:pt x="16" y="9"/>
                    </a:lnTo>
                    <a:lnTo>
                      <a:pt x="16" y="0"/>
                    </a:lnTo>
                    <a:lnTo>
                      <a:pt x="0" y="0"/>
                    </a:lnTo>
                    <a:lnTo>
                      <a:pt x="0" y="9"/>
                    </a:lnTo>
                    <a:lnTo>
                      <a:pt x="0" y="14"/>
                    </a:lnTo>
                    <a:lnTo>
                      <a:pt x="0" y="15"/>
                    </a:lnTo>
                    <a:lnTo>
                      <a:pt x="8" y="15"/>
                    </a:lnTo>
                    <a:lnTo>
                      <a:pt x="8" y="23"/>
                    </a:lnTo>
                    <a:lnTo>
                      <a:pt x="0" y="15"/>
                    </a:lnTo>
                    <a:lnTo>
                      <a:pt x="0" y="23"/>
                    </a:lnTo>
                    <a:lnTo>
                      <a:pt x="8" y="23"/>
                    </a:lnTo>
                    <a:lnTo>
                      <a:pt x="8"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185" name="Freeform 73"/>
              <p:cNvSpPr/>
              <p:nvPr/>
            </p:nvSpPr>
            <p:spPr bwMode="auto">
              <a:xfrm>
                <a:off x="4812" y="2826"/>
                <a:ext cx="203" cy="14"/>
              </a:xfrm>
              <a:custGeom>
                <a:avLst/>
                <a:gdLst/>
                <a:ahLst/>
                <a:cxnLst>
                  <a:cxn ang="0">
                    <a:pos x="187" y="7"/>
                  </a:cxn>
                  <a:cxn ang="0">
                    <a:pos x="195" y="0"/>
                  </a:cxn>
                  <a:cxn ang="0">
                    <a:pos x="0" y="0"/>
                  </a:cxn>
                  <a:cxn ang="0">
                    <a:pos x="0" y="15"/>
                  </a:cxn>
                  <a:cxn ang="0">
                    <a:pos x="195" y="15"/>
                  </a:cxn>
                  <a:cxn ang="0">
                    <a:pos x="203" y="7"/>
                  </a:cxn>
                  <a:cxn ang="0">
                    <a:pos x="195" y="15"/>
                  </a:cxn>
                  <a:cxn ang="0">
                    <a:pos x="203" y="15"/>
                  </a:cxn>
                  <a:cxn ang="0">
                    <a:pos x="203" y="7"/>
                  </a:cxn>
                  <a:cxn ang="0">
                    <a:pos x="187" y="7"/>
                  </a:cxn>
                </a:cxnLst>
                <a:rect l="0" t="0" r="r" b="b"/>
                <a:pathLst>
                  <a:path w="203" h="15">
                    <a:moveTo>
                      <a:pt x="187" y="7"/>
                    </a:moveTo>
                    <a:lnTo>
                      <a:pt x="195" y="0"/>
                    </a:lnTo>
                    <a:lnTo>
                      <a:pt x="0" y="0"/>
                    </a:lnTo>
                    <a:lnTo>
                      <a:pt x="0" y="15"/>
                    </a:lnTo>
                    <a:lnTo>
                      <a:pt x="195" y="15"/>
                    </a:lnTo>
                    <a:lnTo>
                      <a:pt x="203" y="7"/>
                    </a:lnTo>
                    <a:lnTo>
                      <a:pt x="195" y="15"/>
                    </a:lnTo>
                    <a:lnTo>
                      <a:pt x="203" y="15"/>
                    </a:lnTo>
                    <a:lnTo>
                      <a:pt x="203" y="7"/>
                    </a:lnTo>
                    <a:lnTo>
                      <a:pt x="187" y="7"/>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186" name="Freeform 74"/>
              <p:cNvSpPr/>
              <p:nvPr/>
            </p:nvSpPr>
            <p:spPr bwMode="auto">
              <a:xfrm>
                <a:off x="4901" y="2734"/>
                <a:ext cx="13" cy="100"/>
              </a:xfrm>
              <a:custGeom>
                <a:avLst/>
                <a:gdLst/>
                <a:ahLst/>
                <a:cxnLst>
                  <a:cxn ang="0">
                    <a:pos x="8" y="101"/>
                  </a:cxn>
                  <a:cxn ang="0">
                    <a:pos x="16" y="101"/>
                  </a:cxn>
                  <a:cxn ang="0">
                    <a:pos x="16" y="0"/>
                  </a:cxn>
                  <a:cxn ang="0">
                    <a:pos x="0" y="0"/>
                  </a:cxn>
                  <a:cxn ang="0">
                    <a:pos x="0" y="101"/>
                  </a:cxn>
                  <a:cxn ang="0">
                    <a:pos x="8" y="101"/>
                  </a:cxn>
                </a:cxnLst>
                <a:rect l="0" t="0" r="r" b="b"/>
                <a:pathLst>
                  <a:path w="16" h="101">
                    <a:moveTo>
                      <a:pt x="8" y="101"/>
                    </a:moveTo>
                    <a:lnTo>
                      <a:pt x="16" y="101"/>
                    </a:lnTo>
                    <a:lnTo>
                      <a:pt x="16" y="0"/>
                    </a:lnTo>
                    <a:lnTo>
                      <a:pt x="0" y="0"/>
                    </a:lnTo>
                    <a:lnTo>
                      <a:pt x="0" y="101"/>
                    </a:lnTo>
                    <a:lnTo>
                      <a:pt x="8" y="101"/>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187" name="Freeform 75"/>
              <p:cNvSpPr/>
              <p:nvPr/>
            </p:nvSpPr>
            <p:spPr bwMode="auto">
              <a:xfrm>
                <a:off x="4904" y="2755"/>
                <a:ext cx="86" cy="86"/>
              </a:xfrm>
              <a:custGeom>
                <a:avLst/>
                <a:gdLst/>
                <a:ahLst/>
                <a:cxnLst>
                  <a:cxn ang="0">
                    <a:pos x="5" y="79"/>
                  </a:cxn>
                  <a:cxn ang="0">
                    <a:pos x="10" y="84"/>
                  </a:cxn>
                  <a:cxn ang="0">
                    <a:pos x="87" y="10"/>
                  </a:cxn>
                  <a:cxn ang="0">
                    <a:pos x="78" y="0"/>
                  </a:cxn>
                  <a:cxn ang="0">
                    <a:pos x="0" y="75"/>
                  </a:cxn>
                  <a:cxn ang="0">
                    <a:pos x="5" y="79"/>
                  </a:cxn>
                </a:cxnLst>
                <a:rect l="0" t="0" r="r" b="b"/>
                <a:pathLst>
                  <a:path w="87" h="84">
                    <a:moveTo>
                      <a:pt x="5" y="79"/>
                    </a:moveTo>
                    <a:lnTo>
                      <a:pt x="10" y="84"/>
                    </a:lnTo>
                    <a:lnTo>
                      <a:pt x="87" y="10"/>
                    </a:lnTo>
                    <a:lnTo>
                      <a:pt x="78" y="0"/>
                    </a:lnTo>
                    <a:lnTo>
                      <a:pt x="0" y="75"/>
                    </a:lnTo>
                    <a:lnTo>
                      <a:pt x="5" y="79"/>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188" name="Freeform 76"/>
              <p:cNvSpPr/>
              <p:nvPr/>
            </p:nvSpPr>
            <p:spPr bwMode="auto">
              <a:xfrm>
                <a:off x="4828" y="2755"/>
                <a:ext cx="86" cy="86"/>
              </a:xfrm>
              <a:custGeom>
                <a:avLst/>
                <a:gdLst/>
                <a:ahLst/>
                <a:cxnLst>
                  <a:cxn ang="0">
                    <a:pos x="78" y="80"/>
                  </a:cxn>
                  <a:cxn ang="0">
                    <a:pos x="83" y="76"/>
                  </a:cxn>
                  <a:cxn ang="0">
                    <a:pos x="10" y="0"/>
                  </a:cxn>
                  <a:cxn ang="0">
                    <a:pos x="0" y="9"/>
                  </a:cxn>
                  <a:cxn ang="0">
                    <a:pos x="73" y="85"/>
                  </a:cxn>
                  <a:cxn ang="0">
                    <a:pos x="78" y="80"/>
                  </a:cxn>
                </a:cxnLst>
                <a:rect l="0" t="0" r="r" b="b"/>
                <a:pathLst>
                  <a:path w="83" h="85">
                    <a:moveTo>
                      <a:pt x="78" y="80"/>
                    </a:moveTo>
                    <a:lnTo>
                      <a:pt x="83" y="76"/>
                    </a:lnTo>
                    <a:lnTo>
                      <a:pt x="10" y="0"/>
                    </a:lnTo>
                    <a:lnTo>
                      <a:pt x="0" y="9"/>
                    </a:lnTo>
                    <a:lnTo>
                      <a:pt x="73" y="85"/>
                    </a:lnTo>
                    <a:lnTo>
                      <a:pt x="78" y="80"/>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grpSp>
        <p:sp>
          <p:nvSpPr>
            <p:cNvPr id="28284" name="Text Box 77"/>
            <p:cNvSpPr txBox="1"/>
            <p:nvPr/>
          </p:nvSpPr>
          <p:spPr>
            <a:xfrm>
              <a:off x="4729" y="650"/>
              <a:ext cx="804" cy="845"/>
            </a:xfrm>
            <a:prstGeom prst="rect">
              <a:avLst/>
            </a:prstGeom>
            <a:noFill/>
            <a:ln w="12700">
              <a:noFill/>
            </a:ln>
          </p:spPr>
          <p:txBody>
            <a:bodyPr wrap="none">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ct val="0"/>
                </a:spcBef>
                <a:spcAft>
                  <a:spcPts val="590"/>
                </a:spcAft>
                <a:buSzPct val="80000"/>
                <a:buNone/>
              </a:pPr>
              <a:endParaRPr lang="zh-CN" altLang="en-US" sz="2800" dirty="0">
                <a:ea typeface="宋体" pitchFamily="2" charset="-122"/>
              </a:endParaRPr>
            </a:p>
          </p:txBody>
        </p:sp>
      </p:grpSp>
      <p:grpSp>
        <p:nvGrpSpPr>
          <p:cNvPr id="8" name="Group 78"/>
          <p:cNvGrpSpPr/>
          <p:nvPr/>
        </p:nvGrpSpPr>
        <p:grpSpPr>
          <a:xfrm>
            <a:off x="3595688" y="3732213"/>
            <a:ext cx="536575" cy="846137"/>
            <a:chOff x="4368" y="0"/>
            <a:chExt cx="1392" cy="1495"/>
          </a:xfrm>
        </p:grpSpPr>
        <p:grpSp>
          <p:nvGrpSpPr>
            <p:cNvPr id="28249" name="Group 79"/>
            <p:cNvGrpSpPr/>
            <p:nvPr/>
          </p:nvGrpSpPr>
          <p:grpSpPr>
            <a:xfrm>
              <a:off x="4368" y="0"/>
              <a:ext cx="1392" cy="1056"/>
              <a:chOff x="4368" y="2016"/>
              <a:chExt cx="1072" cy="1344"/>
            </a:xfrm>
          </p:grpSpPr>
          <p:sp>
            <p:nvSpPr>
              <p:cNvPr id="346192" name="Freeform 80"/>
              <p:cNvSpPr/>
              <p:nvPr/>
            </p:nvSpPr>
            <p:spPr bwMode="auto">
              <a:xfrm>
                <a:off x="4457" y="2462"/>
                <a:ext cx="898" cy="825"/>
              </a:xfrm>
              <a:custGeom>
                <a:avLst/>
                <a:gdLst/>
                <a:ahLst/>
                <a:cxnLst>
                  <a:cxn ang="0">
                    <a:pos x="445" y="0"/>
                  </a:cxn>
                  <a:cxn ang="0">
                    <a:pos x="897" y="293"/>
                  </a:cxn>
                  <a:cxn ang="0">
                    <a:pos x="897" y="829"/>
                  </a:cxn>
                  <a:cxn ang="0">
                    <a:pos x="601" y="829"/>
                  </a:cxn>
                  <a:cxn ang="0">
                    <a:pos x="296" y="829"/>
                  </a:cxn>
                  <a:cxn ang="0">
                    <a:pos x="0" y="829"/>
                  </a:cxn>
                  <a:cxn ang="0">
                    <a:pos x="0" y="293"/>
                  </a:cxn>
                  <a:cxn ang="0">
                    <a:pos x="445" y="0"/>
                  </a:cxn>
                </a:cxnLst>
                <a:rect l="0" t="0" r="r" b="b"/>
                <a:pathLst>
                  <a:path w="897" h="829">
                    <a:moveTo>
                      <a:pt x="445" y="0"/>
                    </a:moveTo>
                    <a:lnTo>
                      <a:pt x="897" y="293"/>
                    </a:lnTo>
                    <a:lnTo>
                      <a:pt x="897" y="829"/>
                    </a:lnTo>
                    <a:lnTo>
                      <a:pt x="601" y="829"/>
                    </a:lnTo>
                    <a:lnTo>
                      <a:pt x="296" y="829"/>
                    </a:lnTo>
                    <a:lnTo>
                      <a:pt x="0" y="829"/>
                    </a:lnTo>
                    <a:lnTo>
                      <a:pt x="0" y="293"/>
                    </a:lnTo>
                    <a:lnTo>
                      <a:pt x="445" y="0"/>
                    </a:lnTo>
                    <a:close/>
                  </a:path>
                </a:pathLst>
              </a:custGeom>
              <a:solidFill>
                <a:srgbClr val="993366"/>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346193" name="Freeform 81"/>
              <p:cNvSpPr/>
              <p:nvPr/>
            </p:nvSpPr>
            <p:spPr bwMode="auto">
              <a:xfrm>
                <a:off x="4368" y="2462"/>
                <a:ext cx="415" cy="289"/>
              </a:xfrm>
              <a:custGeom>
                <a:avLst/>
                <a:gdLst/>
                <a:ahLst/>
                <a:cxnLst>
                  <a:cxn ang="0">
                    <a:pos x="0" y="288"/>
                  </a:cxn>
                  <a:cxn ang="0">
                    <a:pos x="416" y="32"/>
                  </a:cxn>
                  <a:cxn ang="0">
                    <a:pos x="416" y="27"/>
                  </a:cxn>
                  <a:cxn ang="0">
                    <a:pos x="416" y="19"/>
                  </a:cxn>
                  <a:cxn ang="0">
                    <a:pos x="416" y="9"/>
                  </a:cxn>
                  <a:cxn ang="0">
                    <a:pos x="416" y="0"/>
                  </a:cxn>
                  <a:cxn ang="0">
                    <a:pos x="0" y="254"/>
                  </a:cxn>
                  <a:cxn ang="0">
                    <a:pos x="0" y="288"/>
                  </a:cxn>
                </a:cxnLst>
                <a:rect l="0" t="0" r="r" b="b"/>
                <a:pathLst>
                  <a:path w="416" h="288">
                    <a:moveTo>
                      <a:pt x="0" y="288"/>
                    </a:moveTo>
                    <a:lnTo>
                      <a:pt x="416" y="32"/>
                    </a:lnTo>
                    <a:lnTo>
                      <a:pt x="416" y="27"/>
                    </a:lnTo>
                    <a:lnTo>
                      <a:pt x="416" y="19"/>
                    </a:lnTo>
                    <a:lnTo>
                      <a:pt x="416" y="9"/>
                    </a:lnTo>
                    <a:lnTo>
                      <a:pt x="416" y="0"/>
                    </a:lnTo>
                    <a:lnTo>
                      <a:pt x="0" y="254"/>
                    </a:lnTo>
                    <a:lnTo>
                      <a:pt x="0" y="288"/>
                    </a:lnTo>
                    <a:close/>
                  </a:path>
                </a:pathLst>
              </a:custGeom>
              <a:solidFill>
                <a:srgbClr val="000000"/>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346194" name="Rectangle 82"/>
              <p:cNvSpPr>
                <a:spLocks noChangeArrowheads="1"/>
              </p:cNvSpPr>
              <p:nvPr/>
            </p:nvSpPr>
            <p:spPr bwMode="auto">
              <a:xfrm>
                <a:off x="4457" y="3330"/>
                <a:ext cx="898" cy="29"/>
              </a:xfrm>
              <a:prstGeom prst="rect">
                <a:avLst/>
              </a:prstGeom>
              <a:solidFill>
                <a:srgbClr val="000000"/>
              </a:solidFill>
              <a:ln w="9525">
                <a:noFill/>
                <a:miter lim="800000"/>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346195" name="Freeform 83"/>
              <p:cNvSpPr/>
              <p:nvPr/>
            </p:nvSpPr>
            <p:spPr bwMode="auto">
              <a:xfrm>
                <a:off x="4787" y="2170"/>
                <a:ext cx="241" cy="328"/>
              </a:xfrm>
              <a:custGeom>
                <a:avLst/>
                <a:gdLst/>
                <a:ahLst/>
                <a:cxnLst>
                  <a:cxn ang="0">
                    <a:pos x="242" y="327"/>
                  </a:cxn>
                  <a:cxn ang="0">
                    <a:pos x="242" y="0"/>
                  </a:cxn>
                  <a:cxn ang="0">
                    <a:pos x="0" y="0"/>
                  </a:cxn>
                  <a:cxn ang="0">
                    <a:pos x="0" y="321"/>
                  </a:cxn>
                  <a:cxn ang="0">
                    <a:pos x="116" y="240"/>
                  </a:cxn>
                  <a:cxn ang="0">
                    <a:pos x="242" y="327"/>
                  </a:cxn>
                </a:cxnLst>
                <a:rect l="0" t="0" r="r" b="b"/>
                <a:pathLst>
                  <a:path w="242" h="327">
                    <a:moveTo>
                      <a:pt x="242" y="327"/>
                    </a:moveTo>
                    <a:lnTo>
                      <a:pt x="242" y="0"/>
                    </a:lnTo>
                    <a:lnTo>
                      <a:pt x="0" y="0"/>
                    </a:lnTo>
                    <a:lnTo>
                      <a:pt x="0" y="321"/>
                    </a:lnTo>
                    <a:lnTo>
                      <a:pt x="116" y="240"/>
                    </a:lnTo>
                    <a:lnTo>
                      <a:pt x="242" y="327"/>
                    </a:lnTo>
                    <a:close/>
                  </a:path>
                </a:pathLst>
              </a:custGeom>
              <a:solidFill>
                <a:srgbClr val="000000"/>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346196" name="Freeform 84"/>
              <p:cNvSpPr/>
              <p:nvPr/>
            </p:nvSpPr>
            <p:spPr bwMode="auto">
              <a:xfrm>
                <a:off x="4723" y="2016"/>
                <a:ext cx="358" cy="125"/>
              </a:xfrm>
              <a:custGeom>
                <a:avLst/>
                <a:gdLst/>
                <a:ahLst/>
                <a:cxnLst>
                  <a:cxn ang="0">
                    <a:pos x="181" y="0"/>
                  </a:cxn>
                  <a:cxn ang="0">
                    <a:pos x="0" y="126"/>
                  </a:cxn>
                  <a:cxn ang="0">
                    <a:pos x="361" y="126"/>
                  </a:cxn>
                  <a:cxn ang="0">
                    <a:pos x="181" y="0"/>
                  </a:cxn>
                </a:cxnLst>
                <a:rect l="0" t="0" r="r" b="b"/>
                <a:pathLst>
                  <a:path w="361" h="126">
                    <a:moveTo>
                      <a:pt x="181" y="0"/>
                    </a:moveTo>
                    <a:lnTo>
                      <a:pt x="0" y="126"/>
                    </a:lnTo>
                    <a:lnTo>
                      <a:pt x="361" y="126"/>
                    </a:lnTo>
                    <a:lnTo>
                      <a:pt x="181" y="0"/>
                    </a:lnTo>
                    <a:close/>
                  </a:path>
                </a:pathLst>
              </a:custGeom>
              <a:solidFill>
                <a:srgbClr val="000000"/>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346197" name="Freeform 85"/>
              <p:cNvSpPr/>
              <p:nvPr/>
            </p:nvSpPr>
            <p:spPr bwMode="auto">
              <a:xfrm>
                <a:off x="5028" y="2469"/>
                <a:ext cx="412" cy="282"/>
              </a:xfrm>
              <a:custGeom>
                <a:avLst/>
                <a:gdLst/>
                <a:ahLst/>
                <a:cxnLst>
                  <a:cxn ang="0">
                    <a:pos x="413" y="287"/>
                  </a:cxn>
                  <a:cxn ang="0">
                    <a:pos x="0" y="31"/>
                  </a:cxn>
                  <a:cxn ang="0">
                    <a:pos x="0" y="25"/>
                  </a:cxn>
                  <a:cxn ang="0">
                    <a:pos x="0" y="17"/>
                  </a:cxn>
                  <a:cxn ang="0">
                    <a:pos x="0" y="9"/>
                  </a:cxn>
                  <a:cxn ang="0">
                    <a:pos x="0" y="0"/>
                  </a:cxn>
                  <a:cxn ang="0">
                    <a:pos x="413" y="253"/>
                  </a:cxn>
                  <a:cxn ang="0">
                    <a:pos x="413" y="287"/>
                  </a:cxn>
                </a:cxnLst>
                <a:rect l="0" t="0" r="r" b="b"/>
                <a:pathLst>
                  <a:path w="413" h="287">
                    <a:moveTo>
                      <a:pt x="413" y="287"/>
                    </a:moveTo>
                    <a:lnTo>
                      <a:pt x="0" y="31"/>
                    </a:lnTo>
                    <a:lnTo>
                      <a:pt x="0" y="25"/>
                    </a:lnTo>
                    <a:lnTo>
                      <a:pt x="0" y="17"/>
                    </a:lnTo>
                    <a:lnTo>
                      <a:pt x="0" y="9"/>
                    </a:lnTo>
                    <a:lnTo>
                      <a:pt x="0" y="0"/>
                    </a:lnTo>
                    <a:lnTo>
                      <a:pt x="413" y="253"/>
                    </a:lnTo>
                    <a:lnTo>
                      <a:pt x="413" y="287"/>
                    </a:lnTo>
                    <a:close/>
                  </a:path>
                </a:pathLst>
              </a:custGeom>
              <a:solidFill>
                <a:srgbClr val="000000"/>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346198" name="Freeform 86"/>
              <p:cNvSpPr/>
              <p:nvPr/>
            </p:nvSpPr>
            <p:spPr bwMode="auto">
              <a:xfrm>
                <a:off x="4841" y="2209"/>
                <a:ext cx="127" cy="164"/>
              </a:xfrm>
              <a:custGeom>
                <a:avLst/>
                <a:gdLst/>
                <a:ahLst/>
                <a:cxnLst>
                  <a:cxn ang="0">
                    <a:pos x="65" y="0"/>
                  </a:cxn>
                  <a:cxn ang="0">
                    <a:pos x="51" y="1"/>
                  </a:cxn>
                  <a:cxn ang="0">
                    <a:pos x="38" y="6"/>
                  </a:cxn>
                  <a:cxn ang="0">
                    <a:pos x="27" y="13"/>
                  </a:cxn>
                  <a:cxn ang="0">
                    <a:pos x="17" y="20"/>
                  </a:cxn>
                  <a:cxn ang="0">
                    <a:pos x="9" y="32"/>
                  </a:cxn>
                  <a:cxn ang="0">
                    <a:pos x="5" y="44"/>
                  </a:cxn>
                  <a:cxn ang="0">
                    <a:pos x="1" y="58"/>
                  </a:cxn>
                  <a:cxn ang="0">
                    <a:pos x="0" y="74"/>
                  </a:cxn>
                  <a:cxn ang="0">
                    <a:pos x="0" y="103"/>
                  </a:cxn>
                  <a:cxn ang="0">
                    <a:pos x="0" y="126"/>
                  </a:cxn>
                  <a:cxn ang="0">
                    <a:pos x="0" y="145"/>
                  </a:cxn>
                  <a:cxn ang="0">
                    <a:pos x="0" y="164"/>
                  </a:cxn>
                  <a:cxn ang="0">
                    <a:pos x="27" y="164"/>
                  </a:cxn>
                  <a:cxn ang="0">
                    <a:pos x="44" y="164"/>
                  </a:cxn>
                  <a:cxn ang="0">
                    <a:pos x="55" y="164"/>
                  </a:cxn>
                  <a:cxn ang="0">
                    <a:pos x="63" y="164"/>
                  </a:cxn>
                  <a:cxn ang="0">
                    <a:pos x="71" y="164"/>
                  </a:cxn>
                  <a:cxn ang="0">
                    <a:pos x="82" y="164"/>
                  </a:cxn>
                  <a:cxn ang="0">
                    <a:pos x="100" y="164"/>
                  </a:cxn>
                  <a:cxn ang="0">
                    <a:pos x="127" y="164"/>
                  </a:cxn>
                  <a:cxn ang="0">
                    <a:pos x="127" y="139"/>
                  </a:cxn>
                  <a:cxn ang="0">
                    <a:pos x="127" y="114"/>
                  </a:cxn>
                  <a:cxn ang="0">
                    <a:pos x="127" y="90"/>
                  </a:cxn>
                  <a:cxn ang="0">
                    <a:pos x="127" y="71"/>
                  </a:cxn>
                  <a:cxn ang="0">
                    <a:pos x="127" y="62"/>
                  </a:cxn>
                  <a:cxn ang="0">
                    <a:pos x="123" y="51"/>
                  </a:cxn>
                  <a:cxn ang="0">
                    <a:pos x="119" y="38"/>
                  </a:cxn>
                  <a:cxn ang="0">
                    <a:pos x="112" y="27"/>
                  </a:cxn>
                  <a:cxn ang="0">
                    <a:pos x="104" y="16"/>
                  </a:cxn>
                  <a:cxn ang="0">
                    <a:pos x="93" y="8"/>
                  </a:cxn>
                  <a:cxn ang="0">
                    <a:pos x="81" y="1"/>
                  </a:cxn>
                  <a:cxn ang="0">
                    <a:pos x="65" y="0"/>
                  </a:cxn>
                </a:cxnLst>
                <a:rect l="0" t="0" r="r" b="b"/>
                <a:pathLst>
                  <a:path w="127" h="164">
                    <a:moveTo>
                      <a:pt x="65" y="0"/>
                    </a:moveTo>
                    <a:lnTo>
                      <a:pt x="51" y="1"/>
                    </a:lnTo>
                    <a:lnTo>
                      <a:pt x="38" y="6"/>
                    </a:lnTo>
                    <a:lnTo>
                      <a:pt x="27" y="13"/>
                    </a:lnTo>
                    <a:lnTo>
                      <a:pt x="17" y="20"/>
                    </a:lnTo>
                    <a:lnTo>
                      <a:pt x="9" y="32"/>
                    </a:lnTo>
                    <a:lnTo>
                      <a:pt x="5" y="44"/>
                    </a:lnTo>
                    <a:lnTo>
                      <a:pt x="1" y="58"/>
                    </a:lnTo>
                    <a:lnTo>
                      <a:pt x="0" y="74"/>
                    </a:lnTo>
                    <a:lnTo>
                      <a:pt x="0" y="103"/>
                    </a:lnTo>
                    <a:lnTo>
                      <a:pt x="0" y="126"/>
                    </a:lnTo>
                    <a:lnTo>
                      <a:pt x="0" y="145"/>
                    </a:lnTo>
                    <a:lnTo>
                      <a:pt x="0" y="164"/>
                    </a:lnTo>
                    <a:lnTo>
                      <a:pt x="27" y="164"/>
                    </a:lnTo>
                    <a:lnTo>
                      <a:pt x="44" y="164"/>
                    </a:lnTo>
                    <a:lnTo>
                      <a:pt x="55" y="164"/>
                    </a:lnTo>
                    <a:lnTo>
                      <a:pt x="63" y="164"/>
                    </a:lnTo>
                    <a:lnTo>
                      <a:pt x="71" y="164"/>
                    </a:lnTo>
                    <a:lnTo>
                      <a:pt x="82" y="164"/>
                    </a:lnTo>
                    <a:lnTo>
                      <a:pt x="100" y="164"/>
                    </a:lnTo>
                    <a:lnTo>
                      <a:pt x="127" y="164"/>
                    </a:lnTo>
                    <a:lnTo>
                      <a:pt x="127" y="139"/>
                    </a:lnTo>
                    <a:lnTo>
                      <a:pt x="127" y="114"/>
                    </a:lnTo>
                    <a:lnTo>
                      <a:pt x="127" y="90"/>
                    </a:lnTo>
                    <a:lnTo>
                      <a:pt x="127" y="71"/>
                    </a:lnTo>
                    <a:lnTo>
                      <a:pt x="127" y="62"/>
                    </a:lnTo>
                    <a:lnTo>
                      <a:pt x="123" y="51"/>
                    </a:lnTo>
                    <a:lnTo>
                      <a:pt x="119" y="38"/>
                    </a:lnTo>
                    <a:lnTo>
                      <a:pt x="112" y="27"/>
                    </a:lnTo>
                    <a:lnTo>
                      <a:pt x="104" y="16"/>
                    </a:lnTo>
                    <a:lnTo>
                      <a:pt x="93" y="8"/>
                    </a:lnTo>
                    <a:lnTo>
                      <a:pt x="81" y="1"/>
                    </a:lnTo>
                    <a:lnTo>
                      <a:pt x="65" y="0"/>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199" name="Rectangle 87"/>
              <p:cNvSpPr>
                <a:spLocks noChangeArrowheads="1"/>
              </p:cNvSpPr>
              <p:nvPr/>
            </p:nvSpPr>
            <p:spPr bwMode="auto">
              <a:xfrm>
                <a:off x="4803" y="2901"/>
                <a:ext cx="206" cy="386"/>
              </a:xfrm>
              <a:prstGeom prst="rect">
                <a:avLst/>
              </a:prstGeom>
              <a:solidFill>
                <a:srgbClr val="FFFFFF"/>
              </a:solidFill>
              <a:ln w="9525">
                <a:noFill/>
                <a:miter lim="800000"/>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200" name="Freeform 88"/>
              <p:cNvSpPr/>
              <p:nvPr/>
            </p:nvSpPr>
            <p:spPr bwMode="auto">
              <a:xfrm>
                <a:off x="4736" y="2819"/>
                <a:ext cx="13" cy="318"/>
              </a:xfrm>
              <a:custGeom>
                <a:avLst/>
                <a:gdLst/>
                <a:ahLst/>
                <a:cxnLst>
                  <a:cxn ang="0">
                    <a:pos x="8" y="16"/>
                  </a:cxn>
                  <a:cxn ang="0">
                    <a:pos x="0" y="8"/>
                  </a:cxn>
                  <a:cxn ang="0">
                    <a:pos x="0" y="320"/>
                  </a:cxn>
                  <a:cxn ang="0">
                    <a:pos x="16" y="320"/>
                  </a:cxn>
                  <a:cxn ang="0">
                    <a:pos x="16" y="8"/>
                  </a:cxn>
                  <a:cxn ang="0">
                    <a:pos x="8" y="0"/>
                  </a:cxn>
                  <a:cxn ang="0">
                    <a:pos x="16" y="8"/>
                  </a:cxn>
                  <a:cxn ang="0">
                    <a:pos x="16" y="0"/>
                  </a:cxn>
                  <a:cxn ang="0">
                    <a:pos x="8" y="0"/>
                  </a:cxn>
                  <a:cxn ang="0">
                    <a:pos x="8" y="16"/>
                  </a:cxn>
                </a:cxnLst>
                <a:rect l="0" t="0" r="r" b="b"/>
                <a:pathLst>
                  <a:path w="16" h="320">
                    <a:moveTo>
                      <a:pt x="8" y="16"/>
                    </a:moveTo>
                    <a:lnTo>
                      <a:pt x="0" y="8"/>
                    </a:lnTo>
                    <a:lnTo>
                      <a:pt x="0" y="320"/>
                    </a:lnTo>
                    <a:lnTo>
                      <a:pt x="16" y="320"/>
                    </a:lnTo>
                    <a:lnTo>
                      <a:pt x="16" y="8"/>
                    </a:lnTo>
                    <a:lnTo>
                      <a:pt x="8" y="0"/>
                    </a:lnTo>
                    <a:lnTo>
                      <a:pt x="16" y="8"/>
                    </a:lnTo>
                    <a:lnTo>
                      <a:pt x="16" y="0"/>
                    </a:lnTo>
                    <a:lnTo>
                      <a:pt x="8" y="0"/>
                    </a:lnTo>
                    <a:lnTo>
                      <a:pt x="8" y="16"/>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201" name="Freeform 89"/>
              <p:cNvSpPr/>
              <p:nvPr/>
            </p:nvSpPr>
            <p:spPr bwMode="auto">
              <a:xfrm>
                <a:off x="4558" y="2819"/>
                <a:ext cx="184" cy="21"/>
              </a:xfrm>
              <a:custGeom>
                <a:avLst/>
                <a:gdLst/>
                <a:ahLst/>
                <a:cxnLst>
                  <a:cxn ang="0">
                    <a:pos x="16" y="8"/>
                  </a:cxn>
                  <a:cxn ang="0">
                    <a:pos x="8" y="16"/>
                  </a:cxn>
                  <a:cxn ang="0">
                    <a:pos x="187" y="16"/>
                  </a:cxn>
                  <a:cxn ang="0">
                    <a:pos x="187" y="0"/>
                  </a:cxn>
                  <a:cxn ang="0">
                    <a:pos x="8" y="0"/>
                  </a:cxn>
                  <a:cxn ang="0">
                    <a:pos x="0" y="8"/>
                  </a:cxn>
                  <a:cxn ang="0">
                    <a:pos x="8" y="0"/>
                  </a:cxn>
                  <a:cxn ang="0">
                    <a:pos x="0" y="0"/>
                  </a:cxn>
                  <a:cxn ang="0">
                    <a:pos x="0" y="8"/>
                  </a:cxn>
                  <a:cxn ang="0">
                    <a:pos x="16" y="8"/>
                  </a:cxn>
                </a:cxnLst>
                <a:rect l="0" t="0" r="r" b="b"/>
                <a:pathLst>
                  <a:path w="187" h="16">
                    <a:moveTo>
                      <a:pt x="16" y="8"/>
                    </a:moveTo>
                    <a:lnTo>
                      <a:pt x="8" y="16"/>
                    </a:lnTo>
                    <a:lnTo>
                      <a:pt x="187" y="16"/>
                    </a:lnTo>
                    <a:lnTo>
                      <a:pt x="187" y="0"/>
                    </a:lnTo>
                    <a:lnTo>
                      <a:pt x="8" y="0"/>
                    </a:lnTo>
                    <a:lnTo>
                      <a:pt x="0" y="8"/>
                    </a:lnTo>
                    <a:lnTo>
                      <a:pt x="8" y="0"/>
                    </a:lnTo>
                    <a:lnTo>
                      <a:pt x="0" y="0"/>
                    </a:lnTo>
                    <a:lnTo>
                      <a:pt x="0" y="8"/>
                    </a:lnTo>
                    <a:lnTo>
                      <a:pt x="16"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202" name="Freeform 90"/>
              <p:cNvSpPr/>
              <p:nvPr/>
            </p:nvSpPr>
            <p:spPr bwMode="auto">
              <a:xfrm>
                <a:off x="4558" y="2826"/>
                <a:ext cx="13" cy="318"/>
              </a:xfrm>
              <a:custGeom>
                <a:avLst/>
                <a:gdLst/>
                <a:ahLst/>
                <a:cxnLst>
                  <a:cxn ang="0">
                    <a:pos x="8" y="304"/>
                  </a:cxn>
                  <a:cxn ang="0">
                    <a:pos x="16" y="312"/>
                  </a:cxn>
                  <a:cxn ang="0">
                    <a:pos x="16" y="0"/>
                  </a:cxn>
                  <a:cxn ang="0">
                    <a:pos x="0" y="0"/>
                  </a:cxn>
                  <a:cxn ang="0">
                    <a:pos x="0" y="312"/>
                  </a:cxn>
                  <a:cxn ang="0">
                    <a:pos x="8" y="320"/>
                  </a:cxn>
                  <a:cxn ang="0">
                    <a:pos x="0" y="312"/>
                  </a:cxn>
                  <a:cxn ang="0">
                    <a:pos x="0" y="320"/>
                  </a:cxn>
                  <a:cxn ang="0">
                    <a:pos x="8" y="320"/>
                  </a:cxn>
                  <a:cxn ang="0">
                    <a:pos x="8" y="304"/>
                  </a:cxn>
                </a:cxnLst>
                <a:rect l="0" t="0" r="r" b="b"/>
                <a:pathLst>
                  <a:path w="16" h="320">
                    <a:moveTo>
                      <a:pt x="8" y="304"/>
                    </a:moveTo>
                    <a:lnTo>
                      <a:pt x="16" y="312"/>
                    </a:lnTo>
                    <a:lnTo>
                      <a:pt x="16" y="0"/>
                    </a:lnTo>
                    <a:lnTo>
                      <a:pt x="0" y="0"/>
                    </a:lnTo>
                    <a:lnTo>
                      <a:pt x="0" y="312"/>
                    </a:lnTo>
                    <a:lnTo>
                      <a:pt x="8" y="320"/>
                    </a:lnTo>
                    <a:lnTo>
                      <a:pt x="0" y="312"/>
                    </a:lnTo>
                    <a:lnTo>
                      <a:pt x="0" y="320"/>
                    </a:lnTo>
                    <a:lnTo>
                      <a:pt x="8" y="320"/>
                    </a:lnTo>
                    <a:lnTo>
                      <a:pt x="8" y="304"/>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203" name="Freeform 91"/>
              <p:cNvSpPr/>
              <p:nvPr/>
            </p:nvSpPr>
            <p:spPr bwMode="auto">
              <a:xfrm>
                <a:off x="4565" y="3130"/>
                <a:ext cx="184" cy="14"/>
              </a:xfrm>
              <a:custGeom>
                <a:avLst/>
                <a:gdLst/>
                <a:ahLst/>
                <a:cxnLst>
                  <a:cxn ang="0">
                    <a:pos x="171" y="8"/>
                  </a:cxn>
                  <a:cxn ang="0">
                    <a:pos x="179" y="0"/>
                  </a:cxn>
                  <a:cxn ang="0">
                    <a:pos x="0" y="0"/>
                  </a:cxn>
                  <a:cxn ang="0">
                    <a:pos x="0" y="16"/>
                  </a:cxn>
                  <a:cxn ang="0">
                    <a:pos x="179" y="16"/>
                  </a:cxn>
                  <a:cxn ang="0">
                    <a:pos x="187" y="8"/>
                  </a:cxn>
                  <a:cxn ang="0">
                    <a:pos x="179" y="16"/>
                  </a:cxn>
                  <a:cxn ang="0">
                    <a:pos x="187" y="16"/>
                  </a:cxn>
                  <a:cxn ang="0">
                    <a:pos x="187" y="8"/>
                  </a:cxn>
                  <a:cxn ang="0">
                    <a:pos x="171" y="8"/>
                  </a:cxn>
                </a:cxnLst>
                <a:rect l="0" t="0" r="r" b="b"/>
                <a:pathLst>
                  <a:path w="187" h="16">
                    <a:moveTo>
                      <a:pt x="171" y="8"/>
                    </a:moveTo>
                    <a:lnTo>
                      <a:pt x="179" y="0"/>
                    </a:lnTo>
                    <a:lnTo>
                      <a:pt x="0" y="0"/>
                    </a:lnTo>
                    <a:lnTo>
                      <a:pt x="0" y="16"/>
                    </a:lnTo>
                    <a:lnTo>
                      <a:pt x="179" y="16"/>
                    </a:lnTo>
                    <a:lnTo>
                      <a:pt x="187" y="8"/>
                    </a:lnTo>
                    <a:lnTo>
                      <a:pt x="179" y="16"/>
                    </a:lnTo>
                    <a:lnTo>
                      <a:pt x="187" y="16"/>
                    </a:lnTo>
                    <a:lnTo>
                      <a:pt x="187" y="8"/>
                    </a:lnTo>
                    <a:lnTo>
                      <a:pt x="171"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204" name="Freeform 92"/>
              <p:cNvSpPr/>
              <p:nvPr/>
            </p:nvSpPr>
            <p:spPr bwMode="auto">
              <a:xfrm>
                <a:off x="4568" y="2916"/>
                <a:ext cx="174" cy="11"/>
              </a:xfrm>
              <a:custGeom>
                <a:avLst/>
                <a:gdLst/>
                <a:ahLst/>
                <a:cxnLst>
                  <a:cxn ang="0">
                    <a:pos x="176" y="8"/>
                  </a:cxn>
                  <a:cxn ang="0">
                    <a:pos x="176" y="0"/>
                  </a:cxn>
                  <a:cxn ang="0">
                    <a:pos x="0" y="0"/>
                  </a:cxn>
                  <a:cxn ang="0">
                    <a:pos x="0" y="16"/>
                  </a:cxn>
                  <a:cxn ang="0">
                    <a:pos x="176" y="16"/>
                  </a:cxn>
                  <a:cxn ang="0">
                    <a:pos x="176" y="8"/>
                  </a:cxn>
                </a:cxnLst>
                <a:rect l="0" t="0" r="r" b="b"/>
                <a:pathLst>
                  <a:path w="176" h="16">
                    <a:moveTo>
                      <a:pt x="176" y="8"/>
                    </a:moveTo>
                    <a:lnTo>
                      <a:pt x="176" y="0"/>
                    </a:lnTo>
                    <a:lnTo>
                      <a:pt x="0" y="0"/>
                    </a:lnTo>
                    <a:lnTo>
                      <a:pt x="0" y="16"/>
                    </a:lnTo>
                    <a:lnTo>
                      <a:pt x="176" y="16"/>
                    </a:lnTo>
                    <a:lnTo>
                      <a:pt x="176"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205" name="Freeform 93"/>
              <p:cNvSpPr/>
              <p:nvPr/>
            </p:nvSpPr>
            <p:spPr bwMode="auto">
              <a:xfrm>
                <a:off x="4568" y="3026"/>
                <a:ext cx="174" cy="18"/>
              </a:xfrm>
              <a:custGeom>
                <a:avLst/>
                <a:gdLst/>
                <a:ahLst/>
                <a:cxnLst>
                  <a:cxn ang="0">
                    <a:pos x="176" y="8"/>
                  </a:cxn>
                  <a:cxn ang="0">
                    <a:pos x="176" y="0"/>
                  </a:cxn>
                  <a:cxn ang="0">
                    <a:pos x="0" y="0"/>
                  </a:cxn>
                  <a:cxn ang="0">
                    <a:pos x="0" y="16"/>
                  </a:cxn>
                  <a:cxn ang="0">
                    <a:pos x="176" y="16"/>
                  </a:cxn>
                  <a:cxn ang="0">
                    <a:pos x="176" y="8"/>
                  </a:cxn>
                </a:cxnLst>
                <a:rect l="0" t="0" r="r" b="b"/>
                <a:pathLst>
                  <a:path w="176" h="16">
                    <a:moveTo>
                      <a:pt x="176" y="8"/>
                    </a:moveTo>
                    <a:lnTo>
                      <a:pt x="176" y="0"/>
                    </a:lnTo>
                    <a:lnTo>
                      <a:pt x="0" y="0"/>
                    </a:lnTo>
                    <a:lnTo>
                      <a:pt x="0" y="16"/>
                    </a:lnTo>
                    <a:lnTo>
                      <a:pt x="176" y="16"/>
                    </a:lnTo>
                    <a:lnTo>
                      <a:pt x="176"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206" name="Freeform 94"/>
              <p:cNvSpPr/>
              <p:nvPr/>
            </p:nvSpPr>
            <p:spPr bwMode="auto">
              <a:xfrm>
                <a:off x="4644" y="2837"/>
                <a:ext cx="16" cy="300"/>
              </a:xfrm>
              <a:custGeom>
                <a:avLst/>
                <a:gdLst/>
                <a:ahLst/>
                <a:cxnLst>
                  <a:cxn ang="0">
                    <a:pos x="7" y="302"/>
                  </a:cxn>
                  <a:cxn ang="0">
                    <a:pos x="15" y="302"/>
                  </a:cxn>
                  <a:cxn ang="0">
                    <a:pos x="15" y="0"/>
                  </a:cxn>
                  <a:cxn ang="0">
                    <a:pos x="0" y="0"/>
                  </a:cxn>
                  <a:cxn ang="0">
                    <a:pos x="0" y="302"/>
                  </a:cxn>
                  <a:cxn ang="0">
                    <a:pos x="7" y="302"/>
                  </a:cxn>
                </a:cxnLst>
                <a:rect l="0" t="0" r="r" b="b"/>
                <a:pathLst>
                  <a:path w="15" h="302">
                    <a:moveTo>
                      <a:pt x="7" y="302"/>
                    </a:moveTo>
                    <a:lnTo>
                      <a:pt x="15" y="302"/>
                    </a:lnTo>
                    <a:lnTo>
                      <a:pt x="15" y="0"/>
                    </a:lnTo>
                    <a:lnTo>
                      <a:pt x="0" y="0"/>
                    </a:lnTo>
                    <a:lnTo>
                      <a:pt x="0" y="302"/>
                    </a:lnTo>
                    <a:lnTo>
                      <a:pt x="7" y="302"/>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207" name="Freeform 95"/>
              <p:cNvSpPr/>
              <p:nvPr/>
            </p:nvSpPr>
            <p:spPr bwMode="auto">
              <a:xfrm>
                <a:off x="5240" y="2819"/>
                <a:ext cx="16" cy="318"/>
              </a:xfrm>
              <a:custGeom>
                <a:avLst/>
                <a:gdLst/>
                <a:ahLst/>
                <a:cxnLst>
                  <a:cxn ang="0">
                    <a:pos x="8" y="16"/>
                  </a:cxn>
                  <a:cxn ang="0">
                    <a:pos x="0" y="8"/>
                  </a:cxn>
                  <a:cxn ang="0">
                    <a:pos x="0" y="320"/>
                  </a:cxn>
                  <a:cxn ang="0">
                    <a:pos x="16" y="320"/>
                  </a:cxn>
                  <a:cxn ang="0">
                    <a:pos x="16" y="8"/>
                  </a:cxn>
                  <a:cxn ang="0">
                    <a:pos x="8" y="0"/>
                  </a:cxn>
                  <a:cxn ang="0">
                    <a:pos x="16" y="8"/>
                  </a:cxn>
                  <a:cxn ang="0">
                    <a:pos x="16" y="0"/>
                  </a:cxn>
                  <a:cxn ang="0">
                    <a:pos x="8" y="0"/>
                  </a:cxn>
                  <a:cxn ang="0">
                    <a:pos x="8" y="16"/>
                  </a:cxn>
                </a:cxnLst>
                <a:rect l="0" t="0" r="r" b="b"/>
                <a:pathLst>
                  <a:path w="16" h="320">
                    <a:moveTo>
                      <a:pt x="8" y="16"/>
                    </a:moveTo>
                    <a:lnTo>
                      <a:pt x="0" y="8"/>
                    </a:lnTo>
                    <a:lnTo>
                      <a:pt x="0" y="320"/>
                    </a:lnTo>
                    <a:lnTo>
                      <a:pt x="16" y="320"/>
                    </a:lnTo>
                    <a:lnTo>
                      <a:pt x="16" y="8"/>
                    </a:lnTo>
                    <a:lnTo>
                      <a:pt x="8" y="0"/>
                    </a:lnTo>
                    <a:lnTo>
                      <a:pt x="16" y="8"/>
                    </a:lnTo>
                    <a:lnTo>
                      <a:pt x="16" y="0"/>
                    </a:lnTo>
                    <a:lnTo>
                      <a:pt x="8" y="0"/>
                    </a:lnTo>
                    <a:lnTo>
                      <a:pt x="8" y="16"/>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208" name="Freeform 96"/>
              <p:cNvSpPr/>
              <p:nvPr/>
            </p:nvSpPr>
            <p:spPr bwMode="auto">
              <a:xfrm>
                <a:off x="5059" y="2819"/>
                <a:ext cx="187" cy="21"/>
              </a:xfrm>
              <a:custGeom>
                <a:avLst/>
                <a:gdLst/>
                <a:ahLst/>
                <a:cxnLst>
                  <a:cxn ang="0">
                    <a:pos x="16" y="8"/>
                  </a:cxn>
                  <a:cxn ang="0">
                    <a:pos x="8" y="16"/>
                  </a:cxn>
                  <a:cxn ang="0">
                    <a:pos x="187" y="16"/>
                  </a:cxn>
                  <a:cxn ang="0">
                    <a:pos x="187" y="0"/>
                  </a:cxn>
                  <a:cxn ang="0">
                    <a:pos x="8" y="0"/>
                  </a:cxn>
                  <a:cxn ang="0">
                    <a:pos x="0" y="8"/>
                  </a:cxn>
                  <a:cxn ang="0">
                    <a:pos x="8" y="0"/>
                  </a:cxn>
                  <a:cxn ang="0">
                    <a:pos x="0" y="0"/>
                  </a:cxn>
                  <a:cxn ang="0">
                    <a:pos x="0" y="8"/>
                  </a:cxn>
                  <a:cxn ang="0">
                    <a:pos x="16" y="8"/>
                  </a:cxn>
                </a:cxnLst>
                <a:rect l="0" t="0" r="r" b="b"/>
                <a:pathLst>
                  <a:path w="187" h="16">
                    <a:moveTo>
                      <a:pt x="16" y="8"/>
                    </a:moveTo>
                    <a:lnTo>
                      <a:pt x="8" y="16"/>
                    </a:lnTo>
                    <a:lnTo>
                      <a:pt x="187" y="16"/>
                    </a:lnTo>
                    <a:lnTo>
                      <a:pt x="187" y="0"/>
                    </a:lnTo>
                    <a:lnTo>
                      <a:pt x="8" y="0"/>
                    </a:lnTo>
                    <a:lnTo>
                      <a:pt x="0" y="8"/>
                    </a:lnTo>
                    <a:lnTo>
                      <a:pt x="8" y="0"/>
                    </a:lnTo>
                    <a:lnTo>
                      <a:pt x="0" y="0"/>
                    </a:lnTo>
                    <a:lnTo>
                      <a:pt x="0" y="8"/>
                    </a:lnTo>
                    <a:lnTo>
                      <a:pt x="16"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209" name="Freeform 97"/>
              <p:cNvSpPr/>
              <p:nvPr/>
            </p:nvSpPr>
            <p:spPr bwMode="auto">
              <a:xfrm>
                <a:off x="5059" y="2826"/>
                <a:ext cx="16" cy="318"/>
              </a:xfrm>
              <a:custGeom>
                <a:avLst/>
                <a:gdLst/>
                <a:ahLst/>
                <a:cxnLst>
                  <a:cxn ang="0">
                    <a:pos x="8" y="304"/>
                  </a:cxn>
                  <a:cxn ang="0">
                    <a:pos x="16" y="312"/>
                  </a:cxn>
                  <a:cxn ang="0">
                    <a:pos x="16" y="0"/>
                  </a:cxn>
                  <a:cxn ang="0">
                    <a:pos x="0" y="0"/>
                  </a:cxn>
                  <a:cxn ang="0">
                    <a:pos x="0" y="312"/>
                  </a:cxn>
                  <a:cxn ang="0">
                    <a:pos x="8" y="320"/>
                  </a:cxn>
                  <a:cxn ang="0">
                    <a:pos x="0" y="312"/>
                  </a:cxn>
                  <a:cxn ang="0">
                    <a:pos x="0" y="320"/>
                  </a:cxn>
                  <a:cxn ang="0">
                    <a:pos x="8" y="320"/>
                  </a:cxn>
                  <a:cxn ang="0">
                    <a:pos x="8" y="304"/>
                  </a:cxn>
                </a:cxnLst>
                <a:rect l="0" t="0" r="r" b="b"/>
                <a:pathLst>
                  <a:path w="16" h="320">
                    <a:moveTo>
                      <a:pt x="8" y="304"/>
                    </a:moveTo>
                    <a:lnTo>
                      <a:pt x="16" y="312"/>
                    </a:lnTo>
                    <a:lnTo>
                      <a:pt x="16" y="0"/>
                    </a:lnTo>
                    <a:lnTo>
                      <a:pt x="0" y="0"/>
                    </a:lnTo>
                    <a:lnTo>
                      <a:pt x="0" y="312"/>
                    </a:lnTo>
                    <a:lnTo>
                      <a:pt x="8" y="320"/>
                    </a:lnTo>
                    <a:lnTo>
                      <a:pt x="0" y="312"/>
                    </a:lnTo>
                    <a:lnTo>
                      <a:pt x="0" y="320"/>
                    </a:lnTo>
                    <a:lnTo>
                      <a:pt x="8" y="320"/>
                    </a:lnTo>
                    <a:lnTo>
                      <a:pt x="8" y="304"/>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210" name="Freeform 98"/>
              <p:cNvSpPr/>
              <p:nvPr/>
            </p:nvSpPr>
            <p:spPr bwMode="auto">
              <a:xfrm>
                <a:off x="5069" y="3130"/>
                <a:ext cx="187" cy="14"/>
              </a:xfrm>
              <a:custGeom>
                <a:avLst/>
                <a:gdLst/>
                <a:ahLst/>
                <a:cxnLst>
                  <a:cxn ang="0">
                    <a:pos x="171" y="8"/>
                  </a:cxn>
                  <a:cxn ang="0">
                    <a:pos x="179" y="0"/>
                  </a:cxn>
                  <a:cxn ang="0">
                    <a:pos x="0" y="0"/>
                  </a:cxn>
                  <a:cxn ang="0">
                    <a:pos x="0" y="16"/>
                  </a:cxn>
                  <a:cxn ang="0">
                    <a:pos x="179" y="16"/>
                  </a:cxn>
                  <a:cxn ang="0">
                    <a:pos x="187" y="8"/>
                  </a:cxn>
                  <a:cxn ang="0">
                    <a:pos x="179" y="16"/>
                  </a:cxn>
                  <a:cxn ang="0">
                    <a:pos x="187" y="16"/>
                  </a:cxn>
                  <a:cxn ang="0">
                    <a:pos x="187" y="8"/>
                  </a:cxn>
                  <a:cxn ang="0">
                    <a:pos x="171" y="8"/>
                  </a:cxn>
                </a:cxnLst>
                <a:rect l="0" t="0" r="r" b="b"/>
                <a:pathLst>
                  <a:path w="187" h="16">
                    <a:moveTo>
                      <a:pt x="171" y="8"/>
                    </a:moveTo>
                    <a:lnTo>
                      <a:pt x="179" y="0"/>
                    </a:lnTo>
                    <a:lnTo>
                      <a:pt x="0" y="0"/>
                    </a:lnTo>
                    <a:lnTo>
                      <a:pt x="0" y="16"/>
                    </a:lnTo>
                    <a:lnTo>
                      <a:pt x="179" y="16"/>
                    </a:lnTo>
                    <a:lnTo>
                      <a:pt x="187" y="8"/>
                    </a:lnTo>
                    <a:lnTo>
                      <a:pt x="179" y="16"/>
                    </a:lnTo>
                    <a:lnTo>
                      <a:pt x="187" y="16"/>
                    </a:lnTo>
                    <a:lnTo>
                      <a:pt x="187" y="8"/>
                    </a:lnTo>
                    <a:lnTo>
                      <a:pt x="171"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211" name="Freeform 99"/>
              <p:cNvSpPr/>
              <p:nvPr/>
            </p:nvSpPr>
            <p:spPr bwMode="auto">
              <a:xfrm>
                <a:off x="5069" y="2916"/>
                <a:ext cx="174" cy="11"/>
              </a:xfrm>
              <a:custGeom>
                <a:avLst/>
                <a:gdLst/>
                <a:ahLst/>
                <a:cxnLst>
                  <a:cxn ang="0">
                    <a:pos x="175" y="8"/>
                  </a:cxn>
                  <a:cxn ang="0">
                    <a:pos x="175" y="0"/>
                  </a:cxn>
                  <a:cxn ang="0">
                    <a:pos x="0" y="0"/>
                  </a:cxn>
                  <a:cxn ang="0">
                    <a:pos x="0" y="16"/>
                  </a:cxn>
                  <a:cxn ang="0">
                    <a:pos x="175" y="16"/>
                  </a:cxn>
                  <a:cxn ang="0">
                    <a:pos x="175" y="8"/>
                  </a:cxn>
                </a:cxnLst>
                <a:rect l="0" t="0" r="r" b="b"/>
                <a:pathLst>
                  <a:path w="175" h="16">
                    <a:moveTo>
                      <a:pt x="175" y="8"/>
                    </a:moveTo>
                    <a:lnTo>
                      <a:pt x="175" y="0"/>
                    </a:lnTo>
                    <a:lnTo>
                      <a:pt x="0" y="0"/>
                    </a:lnTo>
                    <a:lnTo>
                      <a:pt x="0" y="16"/>
                    </a:lnTo>
                    <a:lnTo>
                      <a:pt x="175" y="16"/>
                    </a:lnTo>
                    <a:lnTo>
                      <a:pt x="175"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212" name="Freeform 100"/>
              <p:cNvSpPr/>
              <p:nvPr/>
            </p:nvSpPr>
            <p:spPr bwMode="auto">
              <a:xfrm>
                <a:off x="5069" y="3026"/>
                <a:ext cx="174" cy="18"/>
              </a:xfrm>
              <a:custGeom>
                <a:avLst/>
                <a:gdLst/>
                <a:ahLst/>
                <a:cxnLst>
                  <a:cxn ang="0">
                    <a:pos x="175" y="8"/>
                  </a:cxn>
                  <a:cxn ang="0">
                    <a:pos x="175" y="0"/>
                  </a:cxn>
                  <a:cxn ang="0">
                    <a:pos x="0" y="0"/>
                  </a:cxn>
                  <a:cxn ang="0">
                    <a:pos x="0" y="16"/>
                  </a:cxn>
                  <a:cxn ang="0">
                    <a:pos x="175" y="16"/>
                  </a:cxn>
                  <a:cxn ang="0">
                    <a:pos x="175" y="8"/>
                  </a:cxn>
                </a:cxnLst>
                <a:rect l="0" t="0" r="r" b="b"/>
                <a:pathLst>
                  <a:path w="175" h="16">
                    <a:moveTo>
                      <a:pt x="175" y="8"/>
                    </a:moveTo>
                    <a:lnTo>
                      <a:pt x="175" y="0"/>
                    </a:lnTo>
                    <a:lnTo>
                      <a:pt x="0" y="0"/>
                    </a:lnTo>
                    <a:lnTo>
                      <a:pt x="0" y="16"/>
                    </a:lnTo>
                    <a:lnTo>
                      <a:pt x="175" y="16"/>
                    </a:lnTo>
                    <a:lnTo>
                      <a:pt x="175"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213" name="Freeform 101"/>
              <p:cNvSpPr/>
              <p:nvPr/>
            </p:nvSpPr>
            <p:spPr bwMode="auto">
              <a:xfrm>
                <a:off x="5148" y="2837"/>
                <a:ext cx="13" cy="300"/>
              </a:xfrm>
              <a:custGeom>
                <a:avLst/>
                <a:gdLst/>
                <a:ahLst/>
                <a:cxnLst>
                  <a:cxn ang="0">
                    <a:pos x="8" y="302"/>
                  </a:cxn>
                  <a:cxn ang="0">
                    <a:pos x="16" y="302"/>
                  </a:cxn>
                  <a:cxn ang="0">
                    <a:pos x="16" y="0"/>
                  </a:cxn>
                  <a:cxn ang="0">
                    <a:pos x="0" y="0"/>
                  </a:cxn>
                  <a:cxn ang="0">
                    <a:pos x="0" y="302"/>
                  </a:cxn>
                  <a:cxn ang="0">
                    <a:pos x="8" y="302"/>
                  </a:cxn>
                </a:cxnLst>
                <a:rect l="0" t="0" r="r" b="b"/>
                <a:pathLst>
                  <a:path w="16" h="302">
                    <a:moveTo>
                      <a:pt x="8" y="302"/>
                    </a:moveTo>
                    <a:lnTo>
                      <a:pt x="16" y="302"/>
                    </a:lnTo>
                    <a:lnTo>
                      <a:pt x="16" y="0"/>
                    </a:lnTo>
                    <a:lnTo>
                      <a:pt x="0" y="0"/>
                    </a:lnTo>
                    <a:lnTo>
                      <a:pt x="0" y="302"/>
                    </a:lnTo>
                    <a:lnTo>
                      <a:pt x="8" y="302"/>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214" name="Freeform 102"/>
              <p:cNvSpPr/>
              <p:nvPr/>
            </p:nvSpPr>
            <p:spPr bwMode="auto">
              <a:xfrm>
                <a:off x="4850" y="2237"/>
                <a:ext cx="101" cy="111"/>
              </a:xfrm>
              <a:custGeom>
                <a:avLst/>
                <a:gdLst/>
                <a:ahLst/>
                <a:cxnLst>
                  <a:cxn ang="0">
                    <a:pos x="59" y="112"/>
                  </a:cxn>
                  <a:cxn ang="0">
                    <a:pos x="76" y="112"/>
                  </a:cxn>
                  <a:cxn ang="0">
                    <a:pos x="89" y="109"/>
                  </a:cxn>
                  <a:cxn ang="0">
                    <a:pos x="99" y="107"/>
                  </a:cxn>
                  <a:cxn ang="0">
                    <a:pos x="102" y="104"/>
                  </a:cxn>
                  <a:cxn ang="0">
                    <a:pos x="103" y="103"/>
                  </a:cxn>
                  <a:cxn ang="0">
                    <a:pos x="103" y="98"/>
                  </a:cxn>
                  <a:cxn ang="0">
                    <a:pos x="100" y="88"/>
                  </a:cxn>
                  <a:cxn ang="0">
                    <a:pos x="97" y="79"/>
                  </a:cxn>
                  <a:cxn ang="0">
                    <a:pos x="95" y="73"/>
                  </a:cxn>
                  <a:cxn ang="0">
                    <a:pos x="95" y="68"/>
                  </a:cxn>
                  <a:cxn ang="0">
                    <a:pos x="94" y="66"/>
                  </a:cxn>
                  <a:cxn ang="0">
                    <a:pos x="92" y="60"/>
                  </a:cxn>
                  <a:cxn ang="0">
                    <a:pos x="91" y="50"/>
                  </a:cxn>
                  <a:cxn ang="0">
                    <a:pos x="91" y="42"/>
                  </a:cxn>
                  <a:cxn ang="0">
                    <a:pos x="91" y="41"/>
                  </a:cxn>
                  <a:cxn ang="0">
                    <a:pos x="89" y="33"/>
                  </a:cxn>
                  <a:cxn ang="0">
                    <a:pos x="89" y="22"/>
                  </a:cxn>
                  <a:cxn ang="0">
                    <a:pos x="87" y="9"/>
                  </a:cxn>
                  <a:cxn ang="0">
                    <a:pos x="75" y="1"/>
                  </a:cxn>
                  <a:cxn ang="0">
                    <a:pos x="59" y="0"/>
                  </a:cxn>
                  <a:cxn ang="0">
                    <a:pos x="45" y="3"/>
                  </a:cxn>
                  <a:cxn ang="0">
                    <a:pos x="38" y="14"/>
                  </a:cxn>
                  <a:cxn ang="0">
                    <a:pos x="34" y="25"/>
                  </a:cxn>
                  <a:cxn ang="0">
                    <a:pos x="30" y="31"/>
                  </a:cxn>
                  <a:cxn ang="0">
                    <a:pos x="30" y="33"/>
                  </a:cxn>
                  <a:cxn ang="0">
                    <a:pos x="27" y="39"/>
                  </a:cxn>
                  <a:cxn ang="0">
                    <a:pos x="23" y="49"/>
                  </a:cxn>
                  <a:cxn ang="0">
                    <a:pos x="19" y="54"/>
                  </a:cxn>
                  <a:cxn ang="0">
                    <a:pos x="19" y="55"/>
                  </a:cxn>
                  <a:cxn ang="0">
                    <a:pos x="16" y="58"/>
                  </a:cxn>
                  <a:cxn ang="0">
                    <a:pos x="11" y="63"/>
                  </a:cxn>
                  <a:cxn ang="0">
                    <a:pos x="5" y="73"/>
                  </a:cxn>
                  <a:cxn ang="0">
                    <a:pos x="0" y="82"/>
                  </a:cxn>
                  <a:cxn ang="0">
                    <a:pos x="0" y="87"/>
                  </a:cxn>
                  <a:cxn ang="0">
                    <a:pos x="0" y="88"/>
                  </a:cxn>
                  <a:cxn ang="0">
                    <a:pos x="7" y="93"/>
                  </a:cxn>
                  <a:cxn ang="0">
                    <a:pos x="29" y="106"/>
                  </a:cxn>
                </a:cxnLst>
                <a:rect l="0" t="0" r="r" b="b"/>
                <a:pathLst>
                  <a:path w="103" h="112">
                    <a:moveTo>
                      <a:pt x="48" y="110"/>
                    </a:moveTo>
                    <a:lnTo>
                      <a:pt x="59" y="112"/>
                    </a:lnTo>
                    <a:lnTo>
                      <a:pt x="68" y="112"/>
                    </a:lnTo>
                    <a:lnTo>
                      <a:pt x="76" y="112"/>
                    </a:lnTo>
                    <a:lnTo>
                      <a:pt x="84" y="110"/>
                    </a:lnTo>
                    <a:lnTo>
                      <a:pt x="89" y="109"/>
                    </a:lnTo>
                    <a:lnTo>
                      <a:pt x="94" y="107"/>
                    </a:lnTo>
                    <a:lnTo>
                      <a:pt x="99" y="107"/>
                    </a:lnTo>
                    <a:lnTo>
                      <a:pt x="100" y="106"/>
                    </a:lnTo>
                    <a:lnTo>
                      <a:pt x="102" y="104"/>
                    </a:lnTo>
                    <a:lnTo>
                      <a:pt x="102" y="103"/>
                    </a:lnTo>
                    <a:lnTo>
                      <a:pt x="103" y="103"/>
                    </a:lnTo>
                    <a:lnTo>
                      <a:pt x="103" y="101"/>
                    </a:lnTo>
                    <a:lnTo>
                      <a:pt x="103" y="98"/>
                    </a:lnTo>
                    <a:lnTo>
                      <a:pt x="103" y="93"/>
                    </a:lnTo>
                    <a:lnTo>
                      <a:pt x="100" y="88"/>
                    </a:lnTo>
                    <a:lnTo>
                      <a:pt x="99" y="82"/>
                    </a:lnTo>
                    <a:lnTo>
                      <a:pt x="97" y="79"/>
                    </a:lnTo>
                    <a:lnTo>
                      <a:pt x="97" y="76"/>
                    </a:lnTo>
                    <a:lnTo>
                      <a:pt x="95" y="73"/>
                    </a:lnTo>
                    <a:lnTo>
                      <a:pt x="95" y="69"/>
                    </a:lnTo>
                    <a:lnTo>
                      <a:pt x="95" y="68"/>
                    </a:lnTo>
                    <a:lnTo>
                      <a:pt x="95" y="68"/>
                    </a:lnTo>
                    <a:lnTo>
                      <a:pt x="94" y="66"/>
                    </a:lnTo>
                    <a:lnTo>
                      <a:pt x="94" y="66"/>
                    </a:lnTo>
                    <a:lnTo>
                      <a:pt x="92" y="60"/>
                    </a:lnTo>
                    <a:lnTo>
                      <a:pt x="92" y="55"/>
                    </a:lnTo>
                    <a:lnTo>
                      <a:pt x="91" y="50"/>
                    </a:lnTo>
                    <a:lnTo>
                      <a:pt x="91" y="44"/>
                    </a:lnTo>
                    <a:lnTo>
                      <a:pt x="91" y="42"/>
                    </a:lnTo>
                    <a:lnTo>
                      <a:pt x="91" y="42"/>
                    </a:lnTo>
                    <a:lnTo>
                      <a:pt x="91" y="41"/>
                    </a:lnTo>
                    <a:lnTo>
                      <a:pt x="91" y="41"/>
                    </a:lnTo>
                    <a:lnTo>
                      <a:pt x="89" y="33"/>
                    </a:lnTo>
                    <a:lnTo>
                      <a:pt x="89" y="27"/>
                    </a:lnTo>
                    <a:lnTo>
                      <a:pt x="89" y="22"/>
                    </a:lnTo>
                    <a:lnTo>
                      <a:pt x="89" y="17"/>
                    </a:lnTo>
                    <a:lnTo>
                      <a:pt x="87" y="9"/>
                    </a:lnTo>
                    <a:lnTo>
                      <a:pt x="83" y="5"/>
                    </a:lnTo>
                    <a:lnTo>
                      <a:pt x="75" y="1"/>
                    </a:lnTo>
                    <a:lnTo>
                      <a:pt x="67" y="0"/>
                    </a:lnTo>
                    <a:lnTo>
                      <a:pt x="59" y="0"/>
                    </a:lnTo>
                    <a:lnTo>
                      <a:pt x="51" y="0"/>
                    </a:lnTo>
                    <a:lnTo>
                      <a:pt x="45" y="3"/>
                    </a:lnTo>
                    <a:lnTo>
                      <a:pt x="40" y="9"/>
                    </a:lnTo>
                    <a:lnTo>
                      <a:pt x="38" y="14"/>
                    </a:lnTo>
                    <a:lnTo>
                      <a:pt x="37" y="19"/>
                    </a:lnTo>
                    <a:lnTo>
                      <a:pt x="34" y="25"/>
                    </a:lnTo>
                    <a:lnTo>
                      <a:pt x="30" y="31"/>
                    </a:lnTo>
                    <a:lnTo>
                      <a:pt x="30" y="31"/>
                    </a:lnTo>
                    <a:lnTo>
                      <a:pt x="30" y="33"/>
                    </a:lnTo>
                    <a:lnTo>
                      <a:pt x="30" y="33"/>
                    </a:lnTo>
                    <a:lnTo>
                      <a:pt x="30" y="35"/>
                    </a:lnTo>
                    <a:lnTo>
                      <a:pt x="27" y="39"/>
                    </a:lnTo>
                    <a:lnTo>
                      <a:pt x="26" y="44"/>
                    </a:lnTo>
                    <a:lnTo>
                      <a:pt x="23" y="49"/>
                    </a:lnTo>
                    <a:lnTo>
                      <a:pt x="19" y="54"/>
                    </a:lnTo>
                    <a:lnTo>
                      <a:pt x="19" y="54"/>
                    </a:lnTo>
                    <a:lnTo>
                      <a:pt x="19" y="54"/>
                    </a:lnTo>
                    <a:lnTo>
                      <a:pt x="19" y="55"/>
                    </a:lnTo>
                    <a:lnTo>
                      <a:pt x="18" y="55"/>
                    </a:lnTo>
                    <a:lnTo>
                      <a:pt x="16" y="58"/>
                    </a:lnTo>
                    <a:lnTo>
                      <a:pt x="15" y="61"/>
                    </a:lnTo>
                    <a:lnTo>
                      <a:pt x="11" y="63"/>
                    </a:lnTo>
                    <a:lnTo>
                      <a:pt x="10" y="66"/>
                    </a:lnTo>
                    <a:lnTo>
                      <a:pt x="5" y="73"/>
                    </a:lnTo>
                    <a:lnTo>
                      <a:pt x="2" y="77"/>
                    </a:lnTo>
                    <a:lnTo>
                      <a:pt x="0" y="82"/>
                    </a:lnTo>
                    <a:lnTo>
                      <a:pt x="0" y="85"/>
                    </a:lnTo>
                    <a:lnTo>
                      <a:pt x="0" y="87"/>
                    </a:lnTo>
                    <a:lnTo>
                      <a:pt x="0" y="87"/>
                    </a:lnTo>
                    <a:lnTo>
                      <a:pt x="0" y="88"/>
                    </a:lnTo>
                    <a:lnTo>
                      <a:pt x="2" y="88"/>
                    </a:lnTo>
                    <a:lnTo>
                      <a:pt x="7" y="93"/>
                    </a:lnTo>
                    <a:lnTo>
                      <a:pt x="15" y="99"/>
                    </a:lnTo>
                    <a:lnTo>
                      <a:pt x="29" y="106"/>
                    </a:lnTo>
                    <a:lnTo>
                      <a:pt x="48" y="110"/>
                    </a:lnTo>
                    <a:close/>
                  </a:path>
                </a:pathLst>
              </a:custGeom>
              <a:solidFill>
                <a:srgbClr val="000000"/>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346215" name="Freeform 103"/>
              <p:cNvSpPr/>
              <p:nvPr/>
            </p:nvSpPr>
            <p:spPr bwMode="auto">
              <a:xfrm>
                <a:off x="4850" y="2316"/>
                <a:ext cx="101" cy="29"/>
              </a:xfrm>
              <a:custGeom>
                <a:avLst/>
                <a:gdLst/>
                <a:ahLst/>
                <a:cxnLst>
                  <a:cxn ang="0">
                    <a:pos x="40" y="3"/>
                  </a:cxn>
                  <a:cxn ang="0">
                    <a:pos x="49" y="5"/>
                  </a:cxn>
                  <a:cxn ang="0">
                    <a:pos x="59" y="6"/>
                  </a:cxn>
                  <a:cxn ang="0">
                    <a:pos x="67" y="8"/>
                  </a:cxn>
                  <a:cxn ang="0">
                    <a:pos x="75" y="11"/>
                  </a:cxn>
                  <a:cxn ang="0">
                    <a:pos x="83" y="14"/>
                  </a:cxn>
                  <a:cxn ang="0">
                    <a:pos x="89" y="17"/>
                  </a:cxn>
                  <a:cxn ang="0">
                    <a:pos x="95" y="22"/>
                  </a:cxn>
                  <a:cxn ang="0">
                    <a:pos x="100" y="27"/>
                  </a:cxn>
                  <a:cxn ang="0">
                    <a:pos x="102" y="25"/>
                  </a:cxn>
                  <a:cxn ang="0">
                    <a:pos x="102" y="24"/>
                  </a:cxn>
                  <a:cxn ang="0">
                    <a:pos x="103" y="24"/>
                  </a:cxn>
                  <a:cxn ang="0">
                    <a:pos x="103" y="22"/>
                  </a:cxn>
                  <a:cxn ang="0">
                    <a:pos x="94" y="14"/>
                  </a:cxn>
                  <a:cxn ang="0">
                    <a:pos x="81" y="9"/>
                  </a:cxn>
                  <a:cxn ang="0">
                    <a:pos x="68" y="5"/>
                  </a:cxn>
                  <a:cxn ang="0">
                    <a:pos x="53" y="1"/>
                  </a:cxn>
                  <a:cxn ang="0">
                    <a:pos x="38" y="0"/>
                  </a:cxn>
                  <a:cxn ang="0">
                    <a:pos x="24" y="0"/>
                  </a:cxn>
                  <a:cxn ang="0">
                    <a:pos x="11" y="1"/>
                  </a:cxn>
                  <a:cxn ang="0">
                    <a:pos x="0" y="6"/>
                  </a:cxn>
                  <a:cxn ang="0">
                    <a:pos x="0" y="8"/>
                  </a:cxn>
                  <a:cxn ang="0">
                    <a:pos x="0" y="8"/>
                  </a:cxn>
                  <a:cxn ang="0">
                    <a:pos x="0" y="9"/>
                  </a:cxn>
                  <a:cxn ang="0">
                    <a:pos x="2" y="9"/>
                  </a:cxn>
                  <a:cxn ang="0">
                    <a:pos x="10" y="6"/>
                  </a:cxn>
                  <a:cxn ang="0">
                    <a:pos x="18" y="5"/>
                  </a:cxn>
                  <a:cxn ang="0">
                    <a:pos x="27" y="3"/>
                  </a:cxn>
                  <a:cxn ang="0">
                    <a:pos x="37" y="3"/>
                  </a:cxn>
                  <a:cxn ang="0">
                    <a:pos x="35" y="5"/>
                  </a:cxn>
                  <a:cxn ang="0">
                    <a:pos x="35" y="6"/>
                  </a:cxn>
                  <a:cxn ang="0">
                    <a:pos x="35" y="8"/>
                  </a:cxn>
                  <a:cxn ang="0">
                    <a:pos x="34" y="9"/>
                  </a:cxn>
                  <a:cxn ang="0">
                    <a:pos x="30" y="9"/>
                  </a:cxn>
                  <a:cxn ang="0">
                    <a:pos x="27" y="11"/>
                  </a:cxn>
                  <a:cxn ang="0">
                    <a:pos x="26" y="14"/>
                  </a:cxn>
                  <a:cxn ang="0">
                    <a:pos x="24" y="16"/>
                  </a:cxn>
                  <a:cxn ang="0">
                    <a:pos x="24" y="17"/>
                  </a:cxn>
                  <a:cxn ang="0">
                    <a:pos x="24" y="20"/>
                  </a:cxn>
                  <a:cxn ang="0">
                    <a:pos x="24" y="24"/>
                  </a:cxn>
                  <a:cxn ang="0">
                    <a:pos x="26" y="27"/>
                  </a:cxn>
                  <a:cxn ang="0">
                    <a:pos x="27" y="27"/>
                  </a:cxn>
                  <a:cxn ang="0">
                    <a:pos x="27" y="27"/>
                  </a:cxn>
                  <a:cxn ang="0">
                    <a:pos x="27" y="27"/>
                  </a:cxn>
                  <a:cxn ang="0">
                    <a:pos x="29" y="27"/>
                  </a:cxn>
                  <a:cxn ang="0">
                    <a:pos x="29" y="28"/>
                  </a:cxn>
                  <a:cxn ang="0">
                    <a:pos x="30" y="28"/>
                  </a:cxn>
                  <a:cxn ang="0">
                    <a:pos x="30" y="28"/>
                  </a:cxn>
                  <a:cxn ang="0">
                    <a:pos x="32" y="28"/>
                  </a:cxn>
                  <a:cxn ang="0">
                    <a:pos x="35" y="28"/>
                  </a:cxn>
                  <a:cxn ang="0">
                    <a:pos x="38" y="25"/>
                  </a:cxn>
                  <a:cxn ang="0">
                    <a:pos x="40" y="24"/>
                  </a:cxn>
                  <a:cxn ang="0">
                    <a:pos x="40" y="22"/>
                  </a:cxn>
                  <a:cxn ang="0">
                    <a:pos x="42" y="19"/>
                  </a:cxn>
                  <a:cxn ang="0">
                    <a:pos x="42" y="16"/>
                  </a:cxn>
                  <a:cxn ang="0">
                    <a:pos x="40" y="12"/>
                  </a:cxn>
                  <a:cxn ang="0">
                    <a:pos x="37" y="11"/>
                  </a:cxn>
                  <a:cxn ang="0">
                    <a:pos x="38" y="9"/>
                  </a:cxn>
                  <a:cxn ang="0">
                    <a:pos x="38" y="6"/>
                  </a:cxn>
                  <a:cxn ang="0">
                    <a:pos x="38" y="5"/>
                  </a:cxn>
                  <a:cxn ang="0">
                    <a:pos x="40" y="3"/>
                  </a:cxn>
                </a:cxnLst>
                <a:rect l="0" t="0" r="r" b="b"/>
                <a:pathLst>
                  <a:path w="103" h="28">
                    <a:moveTo>
                      <a:pt x="40" y="3"/>
                    </a:moveTo>
                    <a:lnTo>
                      <a:pt x="49" y="5"/>
                    </a:lnTo>
                    <a:lnTo>
                      <a:pt x="59" y="6"/>
                    </a:lnTo>
                    <a:lnTo>
                      <a:pt x="67" y="8"/>
                    </a:lnTo>
                    <a:lnTo>
                      <a:pt x="75" y="11"/>
                    </a:lnTo>
                    <a:lnTo>
                      <a:pt x="83" y="14"/>
                    </a:lnTo>
                    <a:lnTo>
                      <a:pt x="89" y="17"/>
                    </a:lnTo>
                    <a:lnTo>
                      <a:pt x="95" y="22"/>
                    </a:lnTo>
                    <a:lnTo>
                      <a:pt x="100" y="27"/>
                    </a:lnTo>
                    <a:lnTo>
                      <a:pt x="102" y="25"/>
                    </a:lnTo>
                    <a:lnTo>
                      <a:pt x="102" y="24"/>
                    </a:lnTo>
                    <a:lnTo>
                      <a:pt x="103" y="24"/>
                    </a:lnTo>
                    <a:lnTo>
                      <a:pt x="103" y="22"/>
                    </a:lnTo>
                    <a:lnTo>
                      <a:pt x="94" y="14"/>
                    </a:lnTo>
                    <a:lnTo>
                      <a:pt x="81" y="9"/>
                    </a:lnTo>
                    <a:lnTo>
                      <a:pt x="68" y="5"/>
                    </a:lnTo>
                    <a:lnTo>
                      <a:pt x="53" y="1"/>
                    </a:lnTo>
                    <a:lnTo>
                      <a:pt x="38" y="0"/>
                    </a:lnTo>
                    <a:lnTo>
                      <a:pt x="24" y="0"/>
                    </a:lnTo>
                    <a:lnTo>
                      <a:pt x="11" y="1"/>
                    </a:lnTo>
                    <a:lnTo>
                      <a:pt x="0" y="6"/>
                    </a:lnTo>
                    <a:lnTo>
                      <a:pt x="0" y="8"/>
                    </a:lnTo>
                    <a:lnTo>
                      <a:pt x="0" y="8"/>
                    </a:lnTo>
                    <a:lnTo>
                      <a:pt x="0" y="9"/>
                    </a:lnTo>
                    <a:lnTo>
                      <a:pt x="2" y="9"/>
                    </a:lnTo>
                    <a:lnTo>
                      <a:pt x="10" y="6"/>
                    </a:lnTo>
                    <a:lnTo>
                      <a:pt x="18" y="5"/>
                    </a:lnTo>
                    <a:lnTo>
                      <a:pt x="27" y="3"/>
                    </a:lnTo>
                    <a:lnTo>
                      <a:pt x="37" y="3"/>
                    </a:lnTo>
                    <a:lnTo>
                      <a:pt x="35" y="5"/>
                    </a:lnTo>
                    <a:lnTo>
                      <a:pt x="35" y="6"/>
                    </a:lnTo>
                    <a:lnTo>
                      <a:pt x="35" y="8"/>
                    </a:lnTo>
                    <a:lnTo>
                      <a:pt x="34" y="9"/>
                    </a:lnTo>
                    <a:lnTo>
                      <a:pt x="30" y="9"/>
                    </a:lnTo>
                    <a:lnTo>
                      <a:pt x="27" y="11"/>
                    </a:lnTo>
                    <a:lnTo>
                      <a:pt x="26" y="14"/>
                    </a:lnTo>
                    <a:lnTo>
                      <a:pt x="24" y="16"/>
                    </a:lnTo>
                    <a:lnTo>
                      <a:pt x="24" y="17"/>
                    </a:lnTo>
                    <a:lnTo>
                      <a:pt x="24" y="20"/>
                    </a:lnTo>
                    <a:lnTo>
                      <a:pt x="24" y="24"/>
                    </a:lnTo>
                    <a:lnTo>
                      <a:pt x="26" y="27"/>
                    </a:lnTo>
                    <a:lnTo>
                      <a:pt x="27" y="27"/>
                    </a:lnTo>
                    <a:lnTo>
                      <a:pt x="27" y="27"/>
                    </a:lnTo>
                    <a:lnTo>
                      <a:pt x="27" y="27"/>
                    </a:lnTo>
                    <a:lnTo>
                      <a:pt x="29" y="27"/>
                    </a:lnTo>
                    <a:lnTo>
                      <a:pt x="29" y="28"/>
                    </a:lnTo>
                    <a:lnTo>
                      <a:pt x="30" y="28"/>
                    </a:lnTo>
                    <a:lnTo>
                      <a:pt x="30" y="28"/>
                    </a:lnTo>
                    <a:lnTo>
                      <a:pt x="32" y="28"/>
                    </a:lnTo>
                    <a:lnTo>
                      <a:pt x="35" y="28"/>
                    </a:lnTo>
                    <a:lnTo>
                      <a:pt x="38" y="25"/>
                    </a:lnTo>
                    <a:lnTo>
                      <a:pt x="40" y="24"/>
                    </a:lnTo>
                    <a:lnTo>
                      <a:pt x="40" y="22"/>
                    </a:lnTo>
                    <a:lnTo>
                      <a:pt x="42" y="19"/>
                    </a:lnTo>
                    <a:lnTo>
                      <a:pt x="42" y="16"/>
                    </a:lnTo>
                    <a:lnTo>
                      <a:pt x="40" y="12"/>
                    </a:lnTo>
                    <a:lnTo>
                      <a:pt x="37" y="11"/>
                    </a:lnTo>
                    <a:lnTo>
                      <a:pt x="38" y="9"/>
                    </a:lnTo>
                    <a:lnTo>
                      <a:pt x="38" y="6"/>
                    </a:lnTo>
                    <a:lnTo>
                      <a:pt x="38" y="5"/>
                    </a:lnTo>
                    <a:lnTo>
                      <a:pt x="40" y="3"/>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216" name="Freeform 104"/>
              <p:cNvSpPr/>
              <p:nvPr/>
            </p:nvSpPr>
            <p:spPr bwMode="auto">
              <a:xfrm>
                <a:off x="4875" y="2341"/>
                <a:ext cx="3" cy="7"/>
              </a:xfrm>
              <a:custGeom>
                <a:avLst/>
                <a:gdLst/>
                <a:ahLst/>
                <a:cxnLst>
                  <a:cxn ang="0">
                    <a:pos x="0" y="0"/>
                  </a:cxn>
                  <a:cxn ang="0">
                    <a:pos x="1" y="0"/>
                  </a:cxn>
                  <a:cxn ang="0">
                    <a:pos x="1" y="0"/>
                  </a:cxn>
                  <a:cxn ang="0">
                    <a:pos x="1" y="0"/>
                  </a:cxn>
                  <a:cxn ang="0">
                    <a:pos x="3" y="0"/>
                  </a:cxn>
                  <a:cxn ang="0">
                    <a:pos x="3" y="1"/>
                  </a:cxn>
                  <a:cxn ang="0">
                    <a:pos x="4" y="1"/>
                  </a:cxn>
                  <a:cxn ang="0">
                    <a:pos x="4" y="1"/>
                  </a:cxn>
                  <a:cxn ang="0">
                    <a:pos x="6" y="1"/>
                  </a:cxn>
                  <a:cxn ang="0">
                    <a:pos x="6" y="3"/>
                  </a:cxn>
                  <a:cxn ang="0">
                    <a:pos x="6" y="3"/>
                  </a:cxn>
                  <a:cxn ang="0">
                    <a:pos x="4" y="4"/>
                  </a:cxn>
                  <a:cxn ang="0">
                    <a:pos x="3" y="6"/>
                  </a:cxn>
                  <a:cxn ang="0">
                    <a:pos x="1" y="6"/>
                  </a:cxn>
                  <a:cxn ang="0">
                    <a:pos x="0" y="6"/>
                  </a:cxn>
                  <a:cxn ang="0">
                    <a:pos x="0" y="4"/>
                  </a:cxn>
                  <a:cxn ang="0">
                    <a:pos x="0" y="4"/>
                  </a:cxn>
                  <a:cxn ang="0">
                    <a:pos x="0" y="3"/>
                  </a:cxn>
                  <a:cxn ang="0">
                    <a:pos x="0" y="1"/>
                  </a:cxn>
                  <a:cxn ang="0">
                    <a:pos x="0" y="0"/>
                  </a:cxn>
                </a:cxnLst>
                <a:rect l="0" t="0" r="r" b="b"/>
                <a:pathLst>
                  <a:path w="6" h="6">
                    <a:moveTo>
                      <a:pt x="0" y="0"/>
                    </a:moveTo>
                    <a:lnTo>
                      <a:pt x="1" y="0"/>
                    </a:lnTo>
                    <a:lnTo>
                      <a:pt x="1" y="0"/>
                    </a:lnTo>
                    <a:lnTo>
                      <a:pt x="1" y="0"/>
                    </a:lnTo>
                    <a:lnTo>
                      <a:pt x="3" y="0"/>
                    </a:lnTo>
                    <a:lnTo>
                      <a:pt x="3" y="1"/>
                    </a:lnTo>
                    <a:lnTo>
                      <a:pt x="4" y="1"/>
                    </a:lnTo>
                    <a:lnTo>
                      <a:pt x="4" y="1"/>
                    </a:lnTo>
                    <a:lnTo>
                      <a:pt x="6" y="1"/>
                    </a:lnTo>
                    <a:lnTo>
                      <a:pt x="6" y="3"/>
                    </a:lnTo>
                    <a:lnTo>
                      <a:pt x="6" y="3"/>
                    </a:lnTo>
                    <a:lnTo>
                      <a:pt x="4" y="4"/>
                    </a:lnTo>
                    <a:lnTo>
                      <a:pt x="3" y="6"/>
                    </a:lnTo>
                    <a:lnTo>
                      <a:pt x="1" y="6"/>
                    </a:lnTo>
                    <a:lnTo>
                      <a:pt x="0" y="6"/>
                    </a:lnTo>
                    <a:lnTo>
                      <a:pt x="0" y="4"/>
                    </a:lnTo>
                    <a:lnTo>
                      <a:pt x="0" y="4"/>
                    </a:lnTo>
                    <a:lnTo>
                      <a:pt x="0" y="3"/>
                    </a:lnTo>
                    <a:lnTo>
                      <a:pt x="0" y="1"/>
                    </a:lnTo>
                    <a:lnTo>
                      <a:pt x="0" y="0"/>
                    </a:lnTo>
                    <a:close/>
                  </a:path>
                </a:pathLst>
              </a:custGeom>
              <a:solidFill>
                <a:srgbClr val="7A1111"/>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346217" name="Freeform 105"/>
              <p:cNvSpPr/>
              <p:nvPr/>
            </p:nvSpPr>
            <p:spPr bwMode="auto">
              <a:xfrm>
                <a:off x="4996" y="2819"/>
                <a:ext cx="19" cy="14"/>
              </a:xfrm>
              <a:custGeom>
                <a:avLst/>
                <a:gdLst/>
                <a:ahLst/>
                <a:cxnLst>
                  <a:cxn ang="0">
                    <a:pos x="0" y="0"/>
                  </a:cxn>
                  <a:cxn ang="0">
                    <a:pos x="0" y="0"/>
                  </a:cxn>
                  <a:cxn ang="0">
                    <a:pos x="0" y="9"/>
                  </a:cxn>
                  <a:cxn ang="0">
                    <a:pos x="0" y="14"/>
                  </a:cxn>
                  <a:cxn ang="0">
                    <a:pos x="0" y="15"/>
                  </a:cxn>
                  <a:cxn ang="0">
                    <a:pos x="8" y="15"/>
                  </a:cxn>
                  <a:cxn ang="0">
                    <a:pos x="8" y="15"/>
                  </a:cxn>
                  <a:cxn ang="0">
                    <a:pos x="16" y="15"/>
                  </a:cxn>
                  <a:cxn ang="0">
                    <a:pos x="16" y="14"/>
                  </a:cxn>
                  <a:cxn ang="0">
                    <a:pos x="16" y="9"/>
                  </a:cxn>
                  <a:cxn ang="0">
                    <a:pos x="16" y="0"/>
                  </a:cxn>
                  <a:cxn ang="0">
                    <a:pos x="16" y="0"/>
                  </a:cxn>
                  <a:cxn ang="0">
                    <a:pos x="0" y="0"/>
                  </a:cxn>
                </a:cxnLst>
                <a:rect l="0" t="0" r="r" b="b"/>
                <a:pathLst>
                  <a:path w="16" h="15">
                    <a:moveTo>
                      <a:pt x="0" y="0"/>
                    </a:moveTo>
                    <a:lnTo>
                      <a:pt x="0" y="0"/>
                    </a:lnTo>
                    <a:lnTo>
                      <a:pt x="0" y="9"/>
                    </a:lnTo>
                    <a:lnTo>
                      <a:pt x="0" y="14"/>
                    </a:lnTo>
                    <a:lnTo>
                      <a:pt x="0" y="15"/>
                    </a:lnTo>
                    <a:lnTo>
                      <a:pt x="8" y="15"/>
                    </a:lnTo>
                    <a:lnTo>
                      <a:pt x="8" y="15"/>
                    </a:lnTo>
                    <a:lnTo>
                      <a:pt x="16" y="15"/>
                    </a:lnTo>
                    <a:lnTo>
                      <a:pt x="16" y="14"/>
                    </a:lnTo>
                    <a:lnTo>
                      <a:pt x="16" y="9"/>
                    </a:lnTo>
                    <a:lnTo>
                      <a:pt x="16" y="0"/>
                    </a:lnTo>
                    <a:lnTo>
                      <a:pt x="16" y="0"/>
                    </a:lnTo>
                    <a:lnTo>
                      <a:pt x="0" y="0"/>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218" name="Freeform 106"/>
              <p:cNvSpPr/>
              <p:nvPr/>
            </p:nvSpPr>
            <p:spPr bwMode="auto">
              <a:xfrm>
                <a:off x="4803" y="2726"/>
                <a:ext cx="212" cy="93"/>
              </a:xfrm>
              <a:custGeom>
                <a:avLst/>
                <a:gdLst/>
                <a:ahLst/>
                <a:cxnLst>
                  <a:cxn ang="0">
                    <a:pos x="16" y="94"/>
                  </a:cxn>
                  <a:cxn ang="0">
                    <a:pos x="16" y="94"/>
                  </a:cxn>
                  <a:cxn ang="0">
                    <a:pos x="23" y="59"/>
                  </a:cxn>
                  <a:cxn ang="0">
                    <a:pos x="43" y="35"/>
                  </a:cxn>
                  <a:cxn ang="0">
                    <a:pos x="72" y="21"/>
                  </a:cxn>
                  <a:cxn ang="0">
                    <a:pos x="107" y="16"/>
                  </a:cxn>
                  <a:cxn ang="0">
                    <a:pos x="140" y="21"/>
                  </a:cxn>
                  <a:cxn ang="0">
                    <a:pos x="168" y="37"/>
                  </a:cxn>
                  <a:cxn ang="0">
                    <a:pos x="189" y="60"/>
                  </a:cxn>
                  <a:cxn ang="0">
                    <a:pos x="195" y="94"/>
                  </a:cxn>
                  <a:cxn ang="0">
                    <a:pos x="211" y="94"/>
                  </a:cxn>
                  <a:cxn ang="0">
                    <a:pos x="202" y="54"/>
                  </a:cxn>
                  <a:cxn ang="0">
                    <a:pos x="178" y="24"/>
                  </a:cxn>
                  <a:cxn ang="0">
                    <a:pos x="143" y="5"/>
                  </a:cxn>
                  <a:cxn ang="0">
                    <a:pos x="107" y="0"/>
                  </a:cxn>
                  <a:cxn ang="0">
                    <a:pos x="69" y="5"/>
                  </a:cxn>
                  <a:cxn ang="0">
                    <a:pos x="34" y="23"/>
                  </a:cxn>
                  <a:cxn ang="0">
                    <a:pos x="10" y="53"/>
                  </a:cxn>
                  <a:cxn ang="0">
                    <a:pos x="0" y="94"/>
                  </a:cxn>
                  <a:cxn ang="0">
                    <a:pos x="0" y="94"/>
                  </a:cxn>
                  <a:cxn ang="0">
                    <a:pos x="16" y="94"/>
                  </a:cxn>
                </a:cxnLst>
                <a:rect l="0" t="0" r="r" b="b"/>
                <a:pathLst>
                  <a:path w="211" h="94">
                    <a:moveTo>
                      <a:pt x="16" y="94"/>
                    </a:moveTo>
                    <a:lnTo>
                      <a:pt x="16" y="94"/>
                    </a:lnTo>
                    <a:lnTo>
                      <a:pt x="23" y="59"/>
                    </a:lnTo>
                    <a:lnTo>
                      <a:pt x="43" y="35"/>
                    </a:lnTo>
                    <a:lnTo>
                      <a:pt x="72" y="21"/>
                    </a:lnTo>
                    <a:lnTo>
                      <a:pt x="107" y="16"/>
                    </a:lnTo>
                    <a:lnTo>
                      <a:pt x="140" y="21"/>
                    </a:lnTo>
                    <a:lnTo>
                      <a:pt x="168" y="37"/>
                    </a:lnTo>
                    <a:lnTo>
                      <a:pt x="189" y="60"/>
                    </a:lnTo>
                    <a:lnTo>
                      <a:pt x="195" y="94"/>
                    </a:lnTo>
                    <a:lnTo>
                      <a:pt x="211" y="94"/>
                    </a:lnTo>
                    <a:lnTo>
                      <a:pt x="202" y="54"/>
                    </a:lnTo>
                    <a:lnTo>
                      <a:pt x="178" y="24"/>
                    </a:lnTo>
                    <a:lnTo>
                      <a:pt x="143" y="5"/>
                    </a:lnTo>
                    <a:lnTo>
                      <a:pt x="107" y="0"/>
                    </a:lnTo>
                    <a:lnTo>
                      <a:pt x="69" y="5"/>
                    </a:lnTo>
                    <a:lnTo>
                      <a:pt x="34" y="23"/>
                    </a:lnTo>
                    <a:lnTo>
                      <a:pt x="10" y="53"/>
                    </a:lnTo>
                    <a:lnTo>
                      <a:pt x="0" y="94"/>
                    </a:lnTo>
                    <a:lnTo>
                      <a:pt x="0" y="94"/>
                    </a:lnTo>
                    <a:lnTo>
                      <a:pt x="16" y="94"/>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219" name="Freeform 107"/>
              <p:cNvSpPr/>
              <p:nvPr/>
            </p:nvSpPr>
            <p:spPr bwMode="auto">
              <a:xfrm>
                <a:off x="4803" y="2819"/>
                <a:ext cx="16" cy="21"/>
              </a:xfrm>
              <a:custGeom>
                <a:avLst/>
                <a:gdLst/>
                <a:ahLst/>
                <a:cxnLst>
                  <a:cxn ang="0">
                    <a:pos x="8" y="8"/>
                  </a:cxn>
                  <a:cxn ang="0">
                    <a:pos x="8" y="15"/>
                  </a:cxn>
                  <a:cxn ang="0">
                    <a:pos x="16" y="15"/>
                  </a:cxn>
                  <a:cxn ang="0">
                    <a:pos x="16" y="14"/>
                  </a:cxn>
                  <a:cxn ang="0">
                    <a:pos x="16" y="9"/>
                  </a:cxn>
                  <a:cxn ang="0">
                    <a:pos x="16" y="0"/>
                  </a:cxn>
                  <a:cxn ang="0">
                    <a:pos x="0" y="0"/>
                  </a:cxn>
                  <a:cxn ang="0">
                    <a:pos x="0" y="9"/>
                  </a:cxn>
                  <a:cxn ang="0">
                    <a:pos x="0" y="14"/>
                  </a:cxn>
                  <a:cxn ang="0">
                    <a:pos x="0" y="15"/>
                  </a:cxn>
                  <a:cxn ang="0">
                    <a:pos x="8" y="15"/>
                  </a:cxn>
                  <a:cxn ang="0">
                    <a:pos x="8" y="23"/>
                  </a:cxn>
                  <a:cxn ang="0">
                    <a:pos x="0" y="15"/>
                  </a:cxn>
                  <a:cxn ang="0">
                    <a:pos x="0" y="23"/>
                  </a:cxn>
                  <a:cxn ang="0">
                    <a:pos x="8" y="23"/>
                  </a:cxn>
                  <a:cxn ang="0">
                    <a:pos x="8" y="8"/>
                  </a:cxn>
                </a:cxnLst>
                <a:rect l="0" t="0" r="r" b="b"/>
                <a:pathLst>
                  <a:path w="16" h="23">
                    <a:moveTo>
                      <a:pt x="8" y="8"/>
                    </a:moveTo>
                    <a:lnTo>
                      <a:pt x="8" y="15"/>
                    </a:lnTo>
                    <a:lnTo>
                      <a:pt x="16" y="15"/>
                    </a:lnTo>
                    <a:lnTo>
                      <a:pt x="16" y="14"/>
                    </a:lnTo>
                    <a:lnTo>
                      <a:pt x="16" y="9"/>
                    </a:lnTo>
                    <a:lnTo>
                      <a:pt x="16" y="0"/>
                    </a:lnTo>
                    <a:lnTo>
                      <a:pt x="0" y="0"/>
                    </a:lnTo>
                    <a:lnTo>
                      <a:pt x="0" y="9"/>
                    </a:lnTo>
                    <a:lnTo>
                      <a:pt x="0" y="14"/>
                    </a:lnTo>
                    <a:lnTo>
                      <a:pt x="0" y="15"/>
                    </a:lnTo>
                    <a:lnTo>
                      <a:pt x="8" y="15"/>
                    </a:lnTo>
                    <a:lnTo>
                      <a:pt x="8" y="23"/>
                    </a:lnTo>
                    <a:lnTo>
                      <a:pt x="0" y="15"/>
                    </a:lnTo>
                    <a:lnTo>
                      <a:pt x="0" y="23"/>
                    </a:lnTo>
                    <a:lnTo>
                      <a:pt x="8" y="23"/>
                    </a:lnTo>
                    <a:lnTo>
                      <a:pt x="8"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220" name="Freeform 108"/>
              <p:cNvSpPr/>
              <p:nvPr/>
            </p:nvSpPr>
            <p:spPr bwMode="auto">
              <a:xfrm>
                <a:off x="4812" y="2826"/>
                <a:ext cx="203" cy="14"/>
              </a:xfrm>
              <a:custGeom>
                <a:avLst/>
                <a:gdLst/>
                <a:ahLst/>
                <a:cxnLst>
                  <a:cxn ang="0">
                    <a:pos x="187" y="7"/>
                  </a:cxn>
                  <a:cxn ang="0">
                    <a:pos x="195" y="0"/>
                  </a:cxn>
                  <a:cxn ang="0">
                    <a:pos x="0" y="0"/>
                  </a:cxn>
                  <a:cxn ang="0">
                    <a:pos x="0" y="15"/>
                  </a:cxn>
                  <a:cxn ang="0">
                    <a:pos x="195" y="15"/>
                  </a:cxn>
                  <a:cxn ang="0">
                    <a:pos x="203" y="7"/>
                  </a:cxn>
                  <a:cxn ang="0">
                    <a:pos x="195" y="15"/>
                  </a:cxn>
                  <a:cxn ang="0">
                    <a:pos x="203" y="15"/>
                  </a:cxn>
                  <a:cxn ang="0">
                    <a:pos x="203" y="7"/>
                  </a:cxn>
                  <a:cxn ang="0">
                    <a:pos x="187" y="7"/>
                  </a:cxn>
                </a:cxnLst>
                <a:rect l="0" t="0" r="r" b="b"/>
                <a:pathLst>
                  <a:path w="203" h="15">
                    <a:moveTo>
                      <a:pt x="187" y="7"/>
                    </a:moveTo>
                    <a:lnTo>
                      <a:pt x="195" y="0"/>
                    </a:lnTo>
                    <a:lnTo>
                      <a:pt x="0" y="0"/>
                    </a:lnTo>
                    <a:lnTo>
                      <a:pt x="0" y="15"/>
                    </a:lnTo>
                    <a:lnTo>
                      <a:pt x="195" y="15"/>
                    </a:lnTo>
                    <a:lnTo>
                      <a:pt x="203" y="7"/>
                    </a:lnTo>
                    <a:lnTo>
                      <a:pt x="195" y="15"/>
                    </a:lnTo>
                    <a:lnTo>
                      <a:pt x="203" y="15"/>
                    </a:lnTo>
                    <a:lnTo>
                      <a:pt x="203" y="7"/>
                    </a:lnTo>
                    <a:lnTo>
                      <a:pt x="187" y="7"/>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221" name="Freeform 109"/>
              <p:cNvSpPr/>
              <p:nvPr/>
            </p:nvSpPr>
            <p:spPr bwMode="auto">
              <a:xfrm>
                <a:off x="4901" y="2734"/>
                <a:ext cx="13" cy="100"/>
              </a:xfrm>
              <a:custGeom>
                <a:avLst/>
                <a:gdLst/>
                <a:ahLst/>
                <a:cxnLst>
                  <a:cxn ang="0">
                    <a:pos x="8" y="101"/>
                  </a:cxn>
                  <a:cxn ang="0">
                    <a:pos x="16" y="101"/>
                  </a:cxn>
                  <a:cxn ang="0">
                    <a:pos x="16" y="0"/>
                  </a:cxn>
                  <a:cxn ang="0">
                    <a:pos x="0" y="0"/>
                  </a:cxn>
                  <a:cxn ang="0">
                    <a:pos x="0" y="101"/>
                  </a:cxn>
                  <a:cxn ang="0">
                    <a:pos x="8" y="101"/>
                  </a:cxn>
                </a:cxnLst>
                <a:rect l="0" t="0" r="r" b="b"/>
                <a:pathLst>
                  <a:path w="16" h="101">
                    <a:moveTo>
                      <a:pt x="8" y="101"/>
                    </a:moveTo>
                    <a:lnTo>
                      <a:pt x="16" y="101"/>
                    </a:lnTo>
                    <a:lnTo>
                      <a:pt x="16" y="0"/>
                    </a:lnTo>
                    <a:lnTo>
                      <a:pt x="0" y="0"/>
                    </a:lnTo>
                    <a:lnTo>
                      <a:pt x="0" y="101"/>
                    </a:lnTo>
                    <a:lnTo>
                      <a:pt x="8" y="101"/>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222" name="Freeform 110"/>
              <p:cNvSpPr/>
              <p:nvPr/>
            </p:nvSpPr>
            <p:spPr bwMode="auto">
              <a:xfrm>
                <a:off x="4904" y="2755"/>
                <a:ext cx="86" cy="86"/>
              </a:xfrm>
              <a:custGeom>
                <a:avLst/>
                <a:gdLst/>
                <a:ahLst/>
                <a:cxnLst>
                  <a:cxn ang="0">
                    <a:pos x="5" y="79"/>
                  </a:cxn>
                  <a:cxn ang="0">
                    <a:pos x="10" y="84"/>
                  </a:cxn>
                  <a:cxn ang="0">
                    <a:pos x="87" y="10"/>
                  </a:cxn>
                  <a:cxn ang="0">
                    <a:pos x="78" y="0"/>
                  </a:cxn>
                  <a:cxn ang="0">
                    <a:pos x="0" y="75"/>
                  </a:cxn>
                  <a:cxn ang="0">
                    <a:pos x="5" y="79"/>
                  </a:cxn>
                </a:cxnLst>
                <a:rect l="0" t="0" r="r" b="b"/>
                <a:pathLst>
                  <a:path w="87" h="84">
                    <a:moveTo>
                      <a:pt x="5" y="79"/>
                    </a:moveTo>
                    <a:lnTo>
                      <a:pt x="10" y="84"/>
                    </a:lnTo>
                    <a:lnTo>
                      <a:pt x="87" y="10"/>
                    </a:lnTo>
                    <a:lnTo>
                      <a:pt x="78" y="0"/>
                    </a:lnTo>
                    <a:lnTo>
                      <a:pt x="0" y="75"/>
                    </a:lnTo>
                    <a:lnTo>
                      <a:pt x="5" y="79"/>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223" name="Freeform 111"/>
              <p:cNvSpPr/>
              <p:nvPr/>
            </p:nvSpPr>
            <p:spPr bwMode="auto">
              <a:xfrm>
                <a:off x="4828" y="2755"/>
                <a:ext cx="86" cy="86"/>
              </a:xfrm>
              <a:custGeom>
                <a:avLst/>
                <a:gdLst/>
                <a:ahLst/>
                <a:cxnLst>
                  <a:cxn ang="0">
                    <a:pos x="78" y="80"/>
                  </a:cxn>
                  <a:cxn ang="0">
                    <a:pos x="83" y="76"/>
                  </a:cxn>
                  <a:cxn ang="0">
                    <a:pos x="10" y="0"/>
                  </a:cxn>
                  <a:cxn ang="0">
                    <a:pos x="0" y="9"/>
                  </a:cxn>
                  <a:cxn ang="0">
                    <a:pos x="73" y="85"/>
                  </a:cxn>
                  <a:cxn ang="0">
                    <a:pos x="78" y="80"/>
                  </a:cxn>
                </a:cxnLst>
                <a:rect l="0" t="0" r="r" b="b"/>
                <a:pathLst>
                  <a:path w="83" h="85">
                    <a:moveTo>
                      <a:pt x="78" y="80"/>
                    </a:moveTo>
                    <a:lnTo>
                      <a:pt x="83" y="76"/>
                    </a:lnTo>
                    <a:lnTo>
                      <a:pt x="10" y="0"/>
                    </a:lnTo>
                    <a:lnTo>
                      <a:pt x="0" y="9"/>
                    </a:lnTo>
                    <a:lnTo>
                      <a:pt x="73" y="85"/>
                    </a:lnTo>
                    <a:lnTo>
                      <a:pt x="78" y="80"/>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grpSp>
        <p:sp>
          <p:nvSpPr>
            <p:cNvPr id="28250" name="Text Box 112"/>
            <p:cNvSpPr txBox="1"/>
            <p:nvPr/>
          </p:nvSpPr>
          <p:spPr>
            <a:xfrm>
              <a:off x="4729" y="650"/>
              <a:ext cx="804" cy="845"/>
            </a:xfrm>
            <a:prstGeom prst="rect">
              <a:avLst/>
            </a:prstGeom>
            <a:noFill/>
            <a:ln w="12700">
              <a:noFill/>
            </a:ln>
          </p:spPr>
          <p:txBody>
            <a:bodyPr wrap="none">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ct val="0"/>
                </a:spcBef>
                <a:spcAft>
                  <a:spcPts val="590"/>
                </a:spcAft>
                <a:buSzPct val="80000"/>
                <a:buNone/>
              </a:pPr>
              <a:endParaRPr lang="zh-CN" altLang="en-US" sz="2800" dirty="0">
                <a:ea typeface="宋体" pitchFamily="2" charset="-122"/>
              </a:endParaRPr>
            </a:p>
          </p:txBody>
        </p:sp>
      </p:grpSp>
      <p:grpSp>
        <p:nvGrpSpPr>
          <p:cNvPr id="10" name="Group 113"/>
          <p:cNvGrpSpPr/>
          <p:nvPr/>
        </p:nvGrpSpPr>
        <p:grpSpPr>
          <a:xfrm>
            <a:off x="4740275" y="3732213"/>
            <a:ext cx="536575" cy="846137"/>
            <a:chOff x="4368" y="0"/>
            <a:chExt cx="1392" cy="1495"/>
          </a:xfrm>
        </p:grpSpPr>
        <p:grpSp>
          <p:nvGrpSpPr>
            <p:cNvPr id="28215" name="Group 114"/>
            <p:cNvGrpSpPr/>
            <p:nvPr/>
          </p:nvGrpSpPr>
          <p:grpSpPr>
            <a:xfrm>
              <a:off x="4368" y="0"/>
              <a:ext cx="1392" cy="1056"/>
              <a:chOff x="4368" y="2016"/>
              <a:chExt cx="1072" cy="1344"/>
            </a:xfrm>
          </p:grpSpPr>
          <p:sp>
            <p:nvSpPr>
              <p:cNvPr id="346227" name="Freeform 115"/>
              <p:cNvSpPr/>
              <p:nvPr/>
            </p:nvSpPr>
            <p:spPr bwMode="auto">
              <a:xfrm>
                <a:off x="4457" y="2462"/>
                <a:ext cx="898" cy="825"/>
              </a:xfrm>
              <a:custGeom>
                <a:avLst/>
                <a:gdLst/>
                <a:ahLst/>
                <a:cxnLst>
                  <a:cxn ang="0">
                    <a:pos x="445" y="0"/>
                  </a:cxn>
                  <a:cxn ang="0">
                    <a:pos x="897" y="293"/>
                  </a:cxn>
                  <a:cxn ang="0">
                    <a:pos x="897" y="829"/>
                  </a:cxn>
                  <a:cxn ang="0">
                    <a:pos x="601" y="829"/>
                  </a:cxn>
                  <a:cxn ang="0">
                    <a:pos x="296" y="829"/>
                  </a:cxn>
                  <a:cxn ang="0">
                    <a:pos x="0" y="829"/>
                  </a:cxn>
                  <a:cxn ang="0">
                    <a:pos x="0" y="293"/>
                  </a:cxn>
                  <a:cxn ang="0">
                    <a:pos x="445" y="0"/>
                  </a:cxn>
                </a:cxnLst>
                <a:rect l="0" t="0" r="r" b="b"/>
                <a:pathLst>
                  <a:path w="897" h="829">
                    <a:moveTo>
                      <a:pt x="445" y="0"/>
                    </a:moveTo>
                    <a:lnTo>
                      <a:pt x="897" y="293"/>
                    </a:lnTo>
                    <a:lnTo>
                      <a:pt x="897" y="829"/>
                    </a:lnTo>
                    <a:lnTo>
                      <a:pt x="601" y="829"/>
                    </a:lnTo>
                    <a:lnTo>
                      <a:pt x="296" y="829"/>
                    </a:lnTo>
                    <a:lnTo>
                      <a:pt x="0" y="829"/>
                    </a:lnTo>
                    <a:lnTo>
                      <a:pt x="0" y="293"/>
                    </a:lnTo>
                    <a:lnTo>
                      <a:pt x="445" y="0"/>
                    </a:lnTo>
                    <a:close/>
                  </a:path>
                </a:pathLst>
              </a:custGeom>
              <a:solidFill>
                <a:srgbClr val="993366"/>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346228" name="Freeform 116"/>
              <p:cNvSpPr/>
              <p:nvPr/>
            </p:nvSpPr>
            <p:spPr bwMode="auto">
              <a:xfrm>
                <a:off x="4368" y="2462"/>
                <a:ext cx="415" cy="289"/>
              </a:xfrm>
              <a:custGeom>
                <a:avLst/>
                <a:gdLst/>
                <a:ahLst/>
                <a:cxnLst>
                  <a:cxn ang="0">
                    <a:pos x="0" y="288"/>
                  </a:cxn>
                  <a:cxn ang="0">
                    <a:pos x="416" y="32"/>
                  </a:cxn>
                  <a:cxn ang="0">
                    <a:pos x="416" y="27"/>
                  </a:cxn>
                  <a:cxn ang="0">
                    <a:pos x="416" y="19"/>
                  </a:cxn>
                  <a:cxn ang="0">
                    <a:pos x="416" y="9"/>
                  </a:cxn>
                  <a:cxn ang="0">
                    <a:pos x="416" y="0"/>
                  </a:cxn>
                  <a:cxn ang="0">
                    <a:pos x="0" y="254"/>
                  </a:cxn>
                  <a:cxn ang="0">
                    <a:pos x="0" y="288"/>
                  </a:cxn>
                </a:cxnLst>
                <a:rect l="0" t="0" r="r" b="b"/>
                <a:pathLst>
                  <a:path w="416" h="288">
                    <a:moveTo>
                      <a:pt x="0" y="288"/>
                    </a:moveTo>
                    <a:lnTo>
                      <a:pt x="416" y="32"/>
                    </a:lnTo>
                    <a:lnTo>
                      <a:pt x="416" y="27"/>
                    </a:lnTo>
                    <a:lnTo>
                      <a:pt x="416" y="19"/>
                    </a:lnTo>
                    <a:lnTo>
                      <a:pt x="416" y="9"/>
                    </a:lnTo>
                    <a:lnTo>
                      <a:pt x="416" y="0"/>
                    </a:lnTo>
                    <a:lnTo>
                      <a:pt x="0" y="254"/>
                    </a:lnTo>
                    <a:lnTo>
                      <a:pt x="0" y="288"/>
                    </a:lnTo>
                    <a:close/>
                  </a:path>
                </a:pathLst>
              </a:custGeom>
              <a:solidFill>
                <a:srgbClr val="000000"/>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346229" name="Rectangle 117"/>
              <p:cNvSpPr>
                <a:spLocks noChangeArrowheads="1"/>
              </p:cNvSpPr>
              <p:nvPr/>
            </p:nvSpPr>
            <p:spPr bwMode="auto">
              <a:xfrm>
                <a:off x="4457" y="3330"/>
                <a:ext cx="898" cy="29"/>
              </a:xfrm>
              <a:prstGeom prst="rect">
                <a:avLst/>
              </a:prstGeom>
              <a:solidFill>
                <a:srgbClr val="000000"/>
              </a:solidFill>
              <a:ln w="9525">
                <a:noFill/>
                <a:miter lim="800000"/>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346230" name="Freeform 118"/>
              <p:cNvSpPr/>
              <p:nvPr/>
            </p:nvSpPr>
            <p:spPr bwMode="auto">
              <a:xfrm>
                <a:off x="4787" y="2170"/>
                <a:ext cx="241" cy="328"/>
              </a:xfrm>
              <a:custGeom>
                <a:avLst/>
                <a:gdLst/>
                <a:ahLst/>
                <a:cxnLst>
                  <a:cxn ang="0">
                    <a:pos x="242" y="327"/>
                  </a:cxn>
                  <a:cxn ang="0">
                    <a:pos x="242" y="0"/>
                  </a:cxn>
                  <a:cxn ang="0">
                    <a:pos x="0" y="0"/>
                  </a:cxn>
                  <a:cxn ang="0">
                    <a:pos x="0" y="321"/>
                  </a:cxn>
                  <a:cxn ang="0">
                    <a:pos x="116" y="240"/>
                  </a:cxn>
                  <a:cxn ang="0">
                    <a:pos x="242" y="327"/>
                  </a:cxn>
                </a:cxnLst>
                <a:rect l="0" t="0" r="r" b="b"/>
                <a:pathLst>
                  <a:path w="242" h="327">
                    <a:moveTo>
                      <a:pt x="242" y="327"/>
                    </a:moveTo>
                    <a:lnTo>
                      <a:pt x="242" y="0"/>
                    </a:lnTo>
                    <a:lnTo>
                      <a:pt x="0" y="0"/>
                    </a:lnTo>
                    <a:lnTo>
                      <a:pt x="0" y="321"/>
                    </a:lnTo>
                    <a:lnTo>
                      <a:pt x="116" y="240"/>
                    </a:lnTo>
                    <a:lnTo>
                      <a:pt x="242" y="327"/>
                    </a:lnTo>
                    <a:close/>
                  </a:path>
                </a:pathLst>
              </a:custGeom>
              <a:solidFill>
                <a:srgbClr val="000000"/>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346231" name="Freeform 119"/>
              <p:cNvSpPr/>
              <p:nvPr/>
            </p:nvSpPr>
            <p:spPr bwMode="auto">
              <a:xfrm>
                <a:off x="4723" y="2016"/>
                <a:ext cx="358" cy="125"/>
              </a:xfrm>
              <a:custGeom>
                <a:avLst/>
                <a:gdLst/>
                <a:ahLst/>
                <a:cxnLst>
                  <a:cxn ang="0">
                    <a:pos x="181" y="0"/>
                  </a:cxn>
                  <a:cxn ang="0">
                    <a:pos x="0" y="126"/>
                  </a:cxn>
                  <a:cxn ang="0">
                    <a:pos x="361" y="126"/>
                  </a:cxn>
                  <a:cxn ang="0">
                    <a:pos x="181" y="0"/>
                  </a:cxn>
                </a:cxnLst>
                <a:rect l="0" t="0" r="r" b="b"/>
                <a:pathLst>
                  <a:path w="361" h="126">
                    <a:moveTo>
                      <a:pt x="181" y="0"/>
                    </a:moveTo>
                    <a:lnTo>
                      <a:pt x="0" y="126"/>
                    </a:lnTo>
                    <a:lnTo>
                      <a:pt x="361" y="126"/>
                    </a:lnTo>
                    <a:lnTo>
                      <a:pt x="181" y="0"/>
                    </a:lnTo>
                    <a:close/>
                  </a:path>
                </a:pathLst>
              </a:custGeom>
              <a:solidFill>
                <a:srgbClr val="000000"/>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346232" name="Freeform 120"/>
              <p:cNvSpPr/>
              <p:nvPr/>
            </p:nvSpPr>
            <p:spPr bwMode="auto">
              <a:xfrm>
                <a:off x="5028" y="2469"/>
                <a:ext cx="412" cy="282"/>
              </a:xfrm>
              <a:custGeom>
                <a:avLst/>
                <a:gdLst/>
                <a:ahLst/>
                <a:cxnLst>
                  <a:cxn ang="0">
                    <a:pos x="413" y="287"/>
                  </a:cxn>
                  <a:cxn ang="0">
                    <a:pos x="0" y="31"/>
                  </a:cxn>
                  <a:cxn ang="0">
                    <a:pos x="0" y="25"/>
                  </a:cxn>
                  <a:cxn ang="0">
                    <a:pos x="0" y="17"/>
                  </a:cxn>
                  <a:cxn ang="0">
                    <a:pos x="0" y="9"/>
                  </a:cxn>
                  <a:cxn ang="0">
                    <a:pos x="0" y="0"/>
                  </a:cxn>
                  <a:cxn ang="0">
                    <a:pos x="413" y="253"/>
                  </a:cxn>
                  <a:cxn ang="0">
                    <a:pos x="413" y="287"/>
                  </a:cxn>
                </a:cxnLst>
                <a:rect l="0" t="0" r="r" b="b"/>
                <a:pathLst>
                  <a:path w="413" h="287">
                    <a:moveTo>
                      <a:pt x="413" y="287"/>
                    </a:moveTo>
                    <a:lnTo>
                      <a:pt x="0" y="31"/>
                    </a:lnTo>
                    <a:lnTo>
                      <a:pt x="0" y="25"/>
                    </a:lnTo>
                    <a:lnTo>
                      <a:pt x="0" y="17"/>
                    </a:lnTo>
                    <a:lnTo>
                      <a:pt x="0" y="9"/>
                    </a:lnTo>
                    <a:lnTo>
                      <a:pt x="0" y="0"/>
                    </a:lnTo>
                    <a:lnTo>
                      <a:pt x="413" y="253"/>
                    </a:lnTo>
                    <a:lnTo>
                      <a:pt x="413" y="287"/>
                    </a:lnTo>
                    <a:close/>
                  </a:path>
                </a:pathLst>
              </a:custGeom>
              <a:solidFill>
                <a:srgbClr val="000000"/>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346233" name="Freeform 121"/>
              <p:cNvSpPr/>
              <p:nvPr/>
            </p:nvSpPr>
            <p:spPr bwMode="auto">
              <a:xfrm>
                <a:off x="4841" y="2209"/>
                <a:ext cx="127" cy="164"/>
              </a:xfrm>
              <a:custGeom>
                <a:avLst/>
                <a:gdLst/>
                <a:ahLst/>
                <a:cxnLst>
                  <a:cxn ang="0">
                    <a:pos x="65" y="0"/>
                  </a:cxn>
                  <a:cxn ang="0">
                    <a:pos x="51" y="1"/>
                  </a:cxn>
                  <a:cxn ang="0">
                    <a:pos x="38" y="6"/>
                  </a:cxn>
                  <a:cxn ang="0">
                    <a:pos x="27" y="13"/>
                  </a:cxn>
                  <a:cxn ang="0">
                    <a:pos x="17" y="20"/>
                  </a:cxn>
                  <a:cxn ang="0">
                    <a:pos x="9" y="32"/>
                  </a:cxn>
                  <a:cxn ang="0">
                    <a:pos x="5" y="44"/>
                  </a:cxn>
                  <a:cxn ang="0">
                    <a:pos x="1" y="58"/>
                  </a:cxn>
                  <a:cxn ang="0">
                    <a:pos x="0" y="74"/>
                  </a:cxn>
                  <a:cxn ang="0">
                    <a:pos x="0" y="103"/>
                  </a:cxn>
                  <a:cxn ang="0">
                    <a:pos x="0" y="126"/>
                  </a:cxn>
                  <a:cxn ang="0">
                    <a:pos x="0" y="145"/>
                  </a:cxn>
                  <a:cxn ang="0">
                    <a:pos x="0" y="164"/>
                  </a:cxn>
                  <a:cxn ang="0">
                    <a:pos x="27" y="164"/>
                  </a:cxn>
                  <a:cxn ang="0">
                    <a:pos x="44" y="164"/>
                  </a:cxn>
                  <a:cxn ang="0">
                    <a:pos x="55" y="164"/>
                  </a:cxn>
                  <a:cxn ang="0">
                    <a:pos x="63" y="164"/>
                  </a:cxn>
                  <a:cxn ang="0">
                    <a:pos x="71" y="164"/>
                  </a:cxn>
                  <a:cxn ang="0">
                    <a:pos x="82" y="164"/>
                  </a:cxn>
                  <a:cxn ang="0">
                    <a:pos x="100" y="164"/>
                  </a:cxn>
                  <a:cxn ang="0">
                    <a:pos x="127" y="164"/>
                  </a:cxn>
                  <a:cxn ang="0">
                    <a:pos x="127" y="139"/>
                  </a:cxn>
                  <a:cxn ang="0">
                    <a:pos x="127" y="114"/>
                  </a:cxn>
                  <a:cxn ang="0">
                    <a:pos x="127" y="90"/>
                  </a:cxn>
                  <a:cxn ang="0">
                    <a:pos x="127" y="71"/>
                  </a:cxn>
                  <a:cxn ang="0">
                    <a:pos x="127" y="62"/>
                  </a:cxn>
                  <a:cxn ang="0">
                    <a:pos x="123" y="51"/>
                  </a:cxn>
                  <a:cxn ang="0">
                    <a:pos x="119" y="38"/>
                  </a:cxn>
                  <a:cxn ang="0">
                    <a:pos x="112" y="27"/>
                  </a:cxn>
                  <a:cxn ang="0">
                    <a:pos x="104" y="16"/>
                  </a:cxn>
                  <a:cxn ang="0">
                    <a:pos x="93" y="8"/>
                  </a:cxn>
                  <a:cxn ang="0">
                    <a:pos x="81" y="1"/>
                  </a:cxn>
                  <a:cxn ang="0">
                    <a:pos x="65" y="0"/>
                  </a:cxn>
                </a:cxnLst>
                <a:rect l="0" t="0" r="r" b="b"/>
                <a:pathLst>
                  <a:path w="127" h="164">
                    <a:moveTo>
                      <a:pt x="65" y="0"/>
                    </a:moveTo>
                    <a:lnTo>
                      <a:pt x="51" y="1"/>
                    </a:lnTo>
                    <a:lnTo>
                      <a:pt x="38" y="6"/>
                    </a:lnTo>
                    <a:lnTo>
                      <a:pt x="27" y="13"/>
                    </a:lnTo>
                    <a:lnTo>
                      <a:pt x="17" y="20"/>
                    </a:lnTo>
                    <a:lnTo>
                      <a:pt x="9" y="32"/>
                    </a:lnTo>
                    <a:lnTo>
                      <a:pt x="5" y="44"/>
                    </a:lnTo>
                    <a:lnTo>
                      <a:pt x="1" y="58"/>
                    </a:lnTo>
                    <a:lnTo>
                      <a:pt x="0" y="74"/>
                    </a:lnTo>
                    <a:lnTo>
                      <a:pt x="0" y="103"/>
                    </a:lnTo>
                    <a:lnTo>
                      <a:pt x="0" y="126"/>
                    </a:lnTo>
                    <a:lnTo>
                      <a:pt x="0" y="145"/>
                    </a:lnTo>
                    <a:lnTo>
                      <a:pt x="0" y="164"/>
                    </a:lnTo>
                    <a:lnTo>
                      <a:pt x="27" y="164"/>
                    </a:lnTo>
                    <a:lnTo>
                      <a:pt x="44" y="164"/>
                    </a:lnTo>
                    <a:lnTo>
                      <a:pt x="55" y="164"/>
                    </a:lnTo>
                    <a:lnTo>
                      <a:pt x="63" y="164"/>
                    </a:lnTo>
                    <a:lnTo>
                      <a:pt x="71" y="164"/>
                    </a:lnTo>
                    <a:lnTo>
                      <a:pt x="82" y="164"/>
                    </a:lnTo>
                    <a:lnTo>
                      <a:pt x="100" y="164"/>
                    </a:lnTo>
                    <a:lnTo>
                      <a:pt x="127" y="164"/>
                    </a:lnTo>
                    <a:lnTo>
                      <a:pt x="127" y="139"/>
                    </a:lnTo>
                    <a:lnTo>
                      <a:pt x="127" y="114"/>
                    </a:lnTo>
                    <a:lnTo>
                      <a:pt x="127" y="90"/>
                    </a:lnTo>
                    <a:lnTo>
                      <a:pt x="127" y="71"/>
                    </a:lnTo>
                    <a:lnTo>
                      <a:pt x="127" y="62"/>
                    </a:lnTo>
                    <a:lnTo>
                      <a:pt x="123" y="51"/>
                    </a:lnTo>
                    <a:lnTo>
                      <a:pt x="119" y="38"/>
                    </a:lnTo>
                    <a:lnTo>
                      <a:pt x="112" y="27"/>
                    </a:lnTo>
                    <a:lnTo>
                      <a:pt x="104" y="16"/>
                    </a:lnTo>
                    <a:lnTo>
                      <a:pt x="93" y="8"/>
                    </a:lnTo>
                    <a:lnTo>
                      <a:pt x="81" y="1"/>
                    </a:lnTo>
                    <a:lnTo>
                      <a:pt x="65" y="0"/>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234" name="Rectangle 122"/>
              <p:cNvSpPr>
                <a:spLocks noChangeArrowheads="1"/>
              </p:cNvSpPr>
              <p:nvPr/>
            </p:nvSpPr>
            <p:spPr bwMode="auto">
              <a:xfrm>
                <a:off x="4803" y="2901"/>
                <a:ext cx="206" cy="386"/>
              </a:xfrm>
              <a:prstGeom prst="rect">
                <a:avLst/>
              </a:prstGeom>
              <a:solidFill>
                <a:srgbClr val="FFFFFF"/>
              </a:solidFill>
              <a:ln w="9525">
                <a:noFill/>
                <a:miter lim="800000"/>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235" name="Freeform 123"/>
              <p:cNvSpPr/>
              <p:nvPr/>
            </p:nvSpPr>
            <p:spPr bwMode="auto">
              <a:xfrm>
                <a:off x="4736" y="2819"/>
                <a:ext cx="13" cy="318"/>
              </a:xfrm>
              <a:custGeom>
                <a:avLst/>
                <a:gdLst/>
                <a:ahLst/>
                <a:cxnLst>
                  <a:cxn ang="0">
                    <a:pos x="8" y="16"/>
                  </a:cxn>
                  <a:cxn ang="0">
                    <a:pos x="0" y="8"/>
                  </a:cxn>
                  <a:cxn ang="0">
                    <a:pos x="0" y="320"/>
                  </a:cxn>
                  <a:cxn ang="0">
                    <a:pos x="16" y="320"/>
                  </a:cxn>
                  <a:cxn ang="0">
                    <a:pos x="16" y="8"/>
                  </a:cxn>
                  <a:cxn ang="0">
                    <a:pos x="8" y="0"/>
                  </a:cxn>
                  <a:cxn ang="0">
                    <a:pos x="16" y="8"/>
                  </a:cxn>
                  <a:cxn ang="0">
                    <a:pos x="16" y="0"/>
                  </a:cxn>
                  <a:cxn ang="0">
                    <a:pos x="8" y="0"/>
                  </a:cxn>
                  <a:cxn ang="0">
                    <a:pos x="8" y="16"/>
                  </a:cxn>
                </a:cxnLst>
                <a:rect l="0" t="0" r="r" b="b"/>
                <a:pathLst>
                  <a:path w="16" h="320">
                    <a:moveTo>
                      <a:pt x="8" y="16"/>
                    </a:moveTo>
                    <a:lnTo>
                      <a:pt x="0" y="8"/>
                    </a:lnTo>
                    <a:lnTo>
                      <a:pt x="0" y="320"/>
                    </a:lnTo>
                    <a:lnTo>
                      <a:pt x="16" y="320"/>
                    </a:lnTo>
                    <a:lnTo>
                      <a:pt x="16" y="8"/>
                    </a:lnTo>
                    <a:lnTo>
                      <a:pt x="8" y="0"/>
                    </a:lnTo>
                    <a:lnTo>
                      <a:pt x="16" y="8"/>
                    </a:lnTo>
                    <a:lnTo>
                      <a:pt x="16" y="0"/>
                    </a:lnTo>
                    <a:lnTo>
                      <a:pt x="8" y="0"/>
                    </a:lnTo>
                    <a:lnTo>
                      <a:pt x="8" y="16"/>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236" name="Freeform 124"/>
              <p:cNvSpPr/>
              <p:nvPr/>
            </p:nvSpPr>
            <p:spPr bwMode="auto">
              <a:xfrm>
                <a:off x="4558" y="2819"/>
                <a:ext cx="184" cy="21"/>
              </a:xfrm>
              <a:custGeom>
                <a:avLst/>
                <a:gdLst/>
                <a:ahLst/>
                <a:cxnLst>
                  <a:cxn ang="0">
                    <a:pos x="16" y="8"/>
                  </a:cxn>
                  <a:cxn ang="0">
                    <a:pos x="8" y="16"/>
                  </a:cxn>
                  <a:cxn ang="0">
                    <a:pos x="187" y="16"/>
                  </a:cxn>
                  <a:cxn ang="0">
                    <a:pos x="187" y="0"/>
                  </a:cxn>
                  <a:cxn ang="0">
                    <a:pos x="8" y="0"/>
                  </a:cxn>
                  <a:cxn ang="0">
                    <a:pos x="0" y="8"/>
                  </a:cxn>
                  <a:cxn ang="0">
                    <a:pos x="8" y="0"/>
                  </a:cxn>
                  <a:cxn ang="0">
                    <a:pos x="0" y="0"/>
                  </a:cxn>
                  <a:cxn ang="0">
                    <a:pos x="0" y="8"/>
                  </a:cxn>
                  <a:cxn ang="0">
                    <a:pos x="16" y="8"/>
                  </a:cxn>
                </a:cxnLst>
                <a:rect l="0" t="0" r="r" b="b"/>
                <a:pathLst>
                  <a:path w="187" h="16">
                    <a:moveTo>
                      <a:pt x="16" y="8"/>
                    </a:moveTo>
                    <a:lnTo>
                      <a:pt x="8" y="16"/>
                    </a:lnTo>
                    <a:lnTo>
                      <a:pt x="187" y="16"/>
                    </a:lnTo>
                    <a:lnTo>
                      <a:pt x="187" y="0"/>
                    </a:lnTo>
                    <a:lnTo>
                      <a:pt x="8" y="0"/>
                    </a:lnTo>
                    <a:lnTo>
                      <a:pt x="0" y="8"/>
                    </a:lnTo>
                    <a:lnTo>
                      <a:pt x="8" y="0"/>
                    </a:lnTo>
                    <a:lnTo>
                      <a:pt x="0" y="0"/>
                    </a:lnTo>
                    <a:lnTo>
                      <a:pt x="0" y="8"/>
                    </a:lnTo>
                    <a:lnTo>
                      <a:pt x="16"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237" name="Freeform 125"/>
              <p:cNvSpPr/>
              <p:nvPr/>
            </p:nvSpPr>
            <p:spPr bwMode="auto">
              <a:xfrm>
                <a:off x="4558" y="2826"/>
                <a:ext cx="13" cy="318"/>
              </a:xfrm>
              <a:custGeom>
                <a:avLst/>
                <a:gdLst/>
                <a:ahLst/>
                <a:cxnLst>
                  <a:cxn ang="0">
                    <a:pos x="8" y="304"/>
                  </a:cxn>
                  <a:cxn ang="0">
                    <a:pos x="16" y="312"/>
                  </a:cxn>
                  <a:cxn ang="0">
                    <a:pos x="16" y="0"/>
                  </a:cxn>
                  <a:cxn ang="0">
                    <a:pos x="0" y="0"/>
                  </a:cxn>
                  <a:cxn ang="0">
                    <a:pos x="0" y="312"/>
                  </a:cxn>
                  <a:cxn ang="0">
                    <a:pos x="8" y="320"/>
                  </a:cxn>
                  <a:cxn ang="0">
                    <a:pos x="0" y="312"/>
                  </a:cxn>
                  <a:cxn ang="0">
                    <a:pos x="0" y="320"/>
                  </a:cxn>
                  <a:cxn ang="0">
                    <a:pos x="8" y="320"/>
                  </a:cxn>
                  <a:cxn ang="0">
                    <a:pos x="8" y="304"/>
                  </a:cxn>
                </a:cxnLst>
                <a:rect l="0" t="0" r="r" b="b"/>
                <a:pathLst>
                  <a:path w="16" h="320">
                    <a:moveTo>
                      <a:pt x="8" y="304"/>
                    </a:moveTo>
                    <a:lnTo>
                      <a:pt x="16" y="312"/>
                    </a:lnTo>
                    <a:lnTo>
                      <a:pt x="16" y="0"/>
                    </a:lnTo>
                    <a:lnTo>
                      <a:pt x="0" y="0"/>
                    </a:lnTo>
                    <a:lnTo>
                      <a:pt x="0" y="312"/>
                    </a:lnTo>
                    <a:lnTo>
                      <a:pt x="8" y="320"/>
                    </a:lnTo>
                    <a:lnTo>
                      <a:pt x="0" y="312"/>
                    </a:lnTo>
                    <a:lnTo>
                      <a:pt x="0" y="320"/>
                    </a:lnTo>
                    <a:lnTo>
                      <a:pt x="8" y="320"/>
                    </a:lnTo>
                    <a:lnTo>
                      <a:pt x="8" y="304"/>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238" name="Freeform 126"/>
              <p:cNvSpPr/>
              <p:nvPr/>
            </p:nvSpPr>
            <p:spPr bwMode="auto">
              <a:xfrm>
                <a:off x="4565" y="3130"/>
                <a:ext cx="184" cy="14"/>
              </a:xfrm>
              <a:custGeom>
                <a:avLst/>
                <a:gdLst/>
                <a:ahLst/>
                <a:cxnLst>
                  <a:cxn ang="0">
                    <a:pos x="171" y="8"/>
                  </a:cxn>
                  <a:cxn ang="0">
                    <a:pos x="179" y="0"/>
                  </a:cxn>
                  <a:cxn ang="0">
                    <a:pos x="0" y="0"/>
                  </a:cxn>
                  <a:cxn ang="0">
                    <a:pos x="0" y="16"/>
                  </a:cxn>
                  <a:cxn ang="0">
                    <a:pos x="179" y="16"/>
                  </a:cxn>
                  <a:cxn ang="0">
                    <a:pos x="187" y="8"/>
                  </a:cxn>
                  <a:cxn ang="0">
                    <a:pos x="179" y="16"/>
                  </a:cxn>
                  <a:cxn ang="0">
                    <a:pos x="187" y="16"/>
                  </a:cxn>
                  <a:cxn ang="0">
                    <a:pos x="187" y="8"/>
                  </a:cxn>
                  <a:cxn ang="0">
                    <a:pos x="171" y="8"/>
                  </a:cxn>
                </a:cxnLst>
                <a:rect l="0" t="0" r="r" b="b"/>
                <a:pathLst>
                  <a:path w="187" h="16">
                    <a:moveTo>
                      <a:pt x="171" y="8"/>
                    </a:moveTo>
                    <a:lnTo>
                      <a:pt x="179" y="0"/>
                    </a:lnTo>
                    <a:lnTo>
                      <a:pt x="0" y="0"/>
                    </a:lnTo>
                    <a:lnTo>
                      <a:pt x="0" y="16"/>
                    </a:lnTo>
                    <a:lnTo>
                      <a:pt x="179" y="16"/>
                    </a:lnTo>
                    <a:lnTo>
                      <a:pt x="187" y="8"/>
                    </a:lnTo>
                    <a:lnTo>
                      <a:pt x="179" y="16"/>
                    </a:lnTo>
                    <a:lnTo>
                      <a:pt x="187" y="16"/>
                    </a:lnTo>
                    <a:lnTo>
                      <a:pt x="187" y="8"/>
                    </a:lnTo>
                    <a:lnTo>
                      <a:pt x="171"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239" name="Freeform 127"/>
              <p:cNvSpPr/>
              <p:nvPr/>
            </p:nvSpPr>
            <p:spPr bwMode="auto">
              <a:xfrm>
                <a:off x="4568" y="2916"/>
                <a:ext cx="174" cy="11"/>
              </a:xfrm>
              <a:custGeom>
                <a:avLst/>
                <a:gdLst/>
                <a:ahLst/>
                <a:cxnLst>
                  <a:cxn ang="0">
                    <a:pos x="176" y="8"/>
                  </a:cxn>
                  <a:cxn ang="0">
                    <a:pos x="176" y="0"/>
                  </a:cxn>
                  <a:cxn ang="0">
                    <a:pos x="0" y="0"/>
                  </a:cxn>
                  <a:cxn ang="0">
                    <a:pos x="0" y="16"/>
                  </a:cxn>
                  <a:cxn ang="0">
                    <a:pos x="176" y="16"/>
                  </a:cxn>
                  <a:cxn ang="0">
                    <a:pos x="176" y="8"/>
                  </a:cxn>
                </a:cxnLst>
                <a:rect l="0" t="0" r="r" b="b"/>
                <a:pathLst>
                  <a:path w="176" h="16">
                    <a:moveTo>
                      <a:pt x="176" y="8"/>
                    </a:moveTo>
                    <a:lnTo>
                      <a:pt x="176" y="0"/>
                    </a:lnTo>
                    <a:lnTo>
                      <a:pt x="0" y="0"/>
                    </a:lnTo>
                    <a:lnTo>
                      <a:pt x="0" y="16"/>
                    </a:lnTo>
                    <a:lnTo>
                      <a:pt x="176" y="16"/>
                    </a:lnTo>
                    <a:lnTo>
                      <a:pt x="176"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240" name="Freeform 128"/>
              <p:cNvSpPr/>
              <p:nvPr/>
            </p:nvSpPr>
            <p:spPr bwMode="auto">
              <a:xfrm>
                <a:off x="4568" y="3026"/>
                <a:ext cx="174" cy="18"/>
              </a:xfrm>
              <a:custGeom>
                <a:avLst/>
                <a:gdLst/>
                <a:ahLst/>
                <a:cxnLst>
                  <a:cxn ang="0">
                    <a:pos x="176" y="8"/>
                  </a:cxn>
                  <a:cxn ang="0">
                    <a:pos x="176" y="0"/>
                  </a:cxn>
                  <a:cxn ang="0">
                    <a:pos x="0" y="0"/>
                  </a:cxn>
                  <a:cxn ang="0">
                    <a:pos x="0" y="16"/>
                  </a:cxn>
                  <a:cxn ang="0">
                    <a:pos x="176" y="16"/>
                  </a:cxn>
                  <a:cxn ang="0">
                    <a:pos x="176" y="8"/>
                  </a:cxn>
                </a:cxnLst>
                <a:rect l="0" t="0" r="r" b="b"/>
                <a:pathLst>
                  <a:path w="176" h="16">
                    <a:moveTo>
                      <a:pt x="176" y="8"/>
                    </a:moveTo>
                    <a:lnTo>
                      <a:pt x="176" y="0"/>
                    </a:lnTo>
                    <a:lnTo>
                      <a:pt x="0" y="0"/>
                    </a:lnTo>
                    <a:lnTo>
                      <a:pt x="0" y="16"/>
                    </a:lnTo>
                    <a:lnTo>
                      <a:pt x="176" y="16"/>
                    </a:lnTo>
                    <a:lnTo>
                      <a:pt x="176"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241" name="Freeform 129"/>
              <p:cNvSpPr/>
              <p:nvPr/>
            </p:nvSpPr>
            <p:spPr bwMode="auto">
              <a:xfrm>
                <a:off x="4644" y="2837"/>
                <a:ext cx="16" cy="300"/>
              </a:xfrm>
              <a:custGeom>
                <a:avLst/>
                <a:gdLst/>
                <a:ahLst/>
                <a:cxnLst>
                  <a:cxn ang="0">
                    <a:pos x="7" y="302"/>
                  </a:cxn>
                  <a:cxn ang="0">
                    <a:pos x="15" y="302"/>
                  </a:cxn>
                  <a:cxn ang="0">
                    <a:pos x="15" y="0"/>
                  </a:cxn>
                  <a:cxn ang="0">
                    <a:pos x="0" y="0"/>
                  </a:cxn>
                  <a:cxn ang="0">
                    <a:pos x="0" y="302"/>
                  </a:cxn>
                  <a:cxn ang="0">
                    <a:pos x="7" y="302"/>
                  </a:cxn>
                </a:cxnLst>
                <a:rect l="0" t="0" r="r" b="b"/>
                <a:pathLst>
                  <a:path w="15" h="302">
                    <a:moveTo>
                      <a:pt x="7" y="302"/>
                    </a:moveTo>
                    <a:lnTo>
                      <a:pt x="15" y="302"/>
                    </a:lnTo>
                    <a:lnTo>
                      <a:pt x="15" y="0"/>
                    </a:lnTo>
                    <a:lnTo>
                      <a:pt x="0" y="0"/>
                    </a:lnTo>
                    <a:lnTo>
                      <a:pt x="0" y="302"/>
                    </a:lnTo>
                    <a:lnTo>
                      <a:pt x="7" y="302"/>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242" name="Freeform 130"/>
              <p:cNvSpPr/>
              <p:nvPr/>
            </p:nvSpPr>
            <p:spPr bwMode="auto">
              <a:xfrm>
                <a:off x="5240" y="2819"/>
                <a:ext cx="16" cy="318"/>
              </a:xfrm>
              <a:custGeom>
                <a:avLst/>
                <a:gdLst/>
                <a:ahLst/>
                <a:cxnLst>
                  <a:cxn ang="0">
                    <a:pos x="8" y="16"/>
                  </a:cxn>
                  <a:cxn ang="0">
                    <a:pos x="0" y="8"/>
                  </a:cxn>
                  <a:cxn ang="0">
                    <a:pos x="0" y="320"/>
                  </a:cxn>
                  <a:cxn ang="0">
                    <a:pos x="16" y="320"/>
                  </a:cxn>
                  <a:cxn ang="0">
                    <a:pos x="16" y="8"/>
                  </a:cxn>
                  <a:cxn ang="0">
                    <a:pos x="8" y="0"/>
                  </a:cxn>
                  <a:cxn ang="0">
                    <a:pos x="16" y="8"/>
                  </a:cxn>
                  <a:cxn ang="0">
                    <a:pos x="16" y="0"/>
                  </a:cxn>
                  <a:cxn ang="0">
                    <a:pos x="8" y="0"/>
                  </a:cxn>
                  <a:cxn ang="0">
                    <a:pos x="8" y="16"/>
                  </a:cxn>
                </a:cxnLst>
                <a:rect l="0" t="0" r="r" b="b"/>
                <a:pathLst>
                  <a:path w="16" h="320">
                    <a:moveTo>
                      <a:pt x="8" y="16"/>
                    </a:moveTo>
                    <a:lnTo>
                      <a:pt x="0" y="8"/>
                    </a:lnTo>
                    <a:lnTo>
                      <a:pt x="0" y="320"/>
                    </a:lnTo>
                    <a:lnTo>
                      <a:pt x="16" y="320"/>
                    </a:lnTo>
                    <a:lnTo>
                      <a:pt x="16" y="8"/>
                    </a:lnTo>
                    <a:lnTo>
                      <a:pt x="8" y="0"/>
                    </a:lnTo>
                    <a:lnTo>
                      <a:pt x="16" y="8"/>
                    </a:lnTo>
                    <a:lnTo>
                      <a:pt x="16" y="0"/>
                    </a:lnTo>
                    <a:lnTo>
                      <a:pt x="8" y="0"/>
                    </a:lnTo>
                    <a:lnTo>
                      <a:pt x="8" y="16"/>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243" name="Freeform 131"/>
              <p:cNvSpPr/>
              <p:nvPr/>
            </p:nvSpPr>
            <p:spPr bwMode="auto">
              <a:xfrm>
                <a:off x="5059" y="2819"/>
                <a:ext cx="187" cy="21"/>
              </a:xfrm>
              <a:custGeom>
                <a:avLst/>
                <a:gdLst/>
                <a:ahLst/>
                <a:cxnLst>
                  <a:cxn ang="0">
                    <a:pos x="16" y="8"/>
                  </a:cxn>
                  <a:cxn ang="0">
                    <a:pos x="8" y="16"/>
                  </a:cxn>
                  <a:cxn ang="0">
                    <a:pos x="187" y="16"/>
                  </a:cxn>
                  <a:cxn ang="0">
                    <a:pos x="187" y="0"/>
                  </a:cxn>
                  <a:cxn ang="0">
                    <a:pos x="8" y="0"/>
                  </a:cxn>
                  <a:cxn ang="0">
                    <a:pos x="0" y="8"/>
                  </a:cxn>
                  <a:cxn ang="0">
                    <a:pos x="8" y="0"/>
                  </a:cxn>
                  <a:cxn ang="0">
                    <a:pos x="0" y="0"/>
                  </a:cxn>
                  <a:cxn ang="0">
                    <a:pos x="0" y="8"/>
                  </a:cxn>
                  <a:cxn ang="0">
                    <a:pos x="16" y="8"/>
                  </a:cxn>
                </a:cxnLst>
                <a:rect l="0" t="0" r="r" b="b"/>
                <a:pathLst>
                  <a:path w="187" h="16">
                    <a:moveTo>
                      <a:pt x="16" y="8"/>
                    </a:moveTo>
                    <a:lnTo>
                      <a:pt x="8" y="16"/>
                    </a:lnTo>
                    <a:lnTo>
                      <a:pt x="187" y="16"/>
                    </a:lnTo>
                    <a:lnTo>
                      <a:pt x="187" y="0"/>
                    </a:lnTo>
                    <a:lnTo>
                      <a:pt x="8" y="0"/>
                    </a:lnTo>
                    <a:lnTo>
                      <a:pt x="0" y="8"/>
                    </a:lnTo>
                    <a:lnTo>
                      <a:pt x="8" y="0"/>
                    </a:lnTo>
                    <a:lnTo>
                      <a:pt x="0" y="0"/>
                    </a:lnTo>
                    <a:lnTo>
                      <a:pt x="0" y="8"/>
                    </a:lnTo>
                    <a:lnTo>
                      <a:pt x="16"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244" name="Freeform 132"/>
              <p:cNvSpPr/>
              <p:nvPr/>
            </p:nvSpPr>
            <p:spPr bwMode="auto">
              <a:xfrm>
                <a:off x="5059" y="2826"/>
                <a:ext cx="16" cy="318"/>
              </a:xfrm>
              <a:custGeom>
                <a:avLst/>
                <a:gdLst/>
                <a:ahLst/>
                <a:cxnLst>
                  <a:cxn ang="0">
                    <a:pos x="8" y="304"/>
                  </a:cxn>
                  <a:cxn ang="0">
                    <a:pos x="16" y="312"/>
                  </a:cxn>
                  <a:cxn ang="0">
                    <a:pos x="16" y="0"/>
                  </a:cxn>
                  <a:cxn ang="0">
                    <a:pos x="0" y="0"/>
                  </a:cxn>
                  <a:cxn ang="0">
                    <a:pos x="0" y="312"/>
                  </a:cxn>
                  <a:cxn ang="0">
                    <a:pos x="8" y="320"/>
                  </a:cxn>
                  <a:cxn ang="0">
                    <a:pos x="0" y="312"/>
                  </a:cxn>
                  <a:cxn ang="0">
                    <a:pos x="0" y="320"/>
                  </a:cxn>
                  <a:cxn ang="0">
                    <a:pos x="8" y="320"/>
                  </a:cxn>
                  <a:cxn ang="0">
                    <a:pos x="8" y="304"/>
                  </a:cxn>
                </a:cxnLst>
                <a:rect l="0" t="0" r="r" b="b"/>
                <a:pathLst>
                  <a:path w="16" h="320">
                    <a:moveTo>
                      <a:pt x="8" y="304"/>
                    </a:moveTo>
                    <a:lnTo>
                      <a:pt x="16" y="312"/>
                    </a:lnTo>
                    <a:lnTo>
                      <a:pt x="16" y="0"/>
                    </a:lnTo>
                    <a:lnTo>
                      <a:pt x="0" y="0"/>
                    </a:lnTo>
                    <a:lnTo>
                      <a:pt x="0" y="312"/>
                    </a:lnTo>
                    <a:lnTo>
                      <a:pt x="8" y="320"/>
                    </a:lnTo>
                    <a:lnTo>
                      <a:pt x="0" y="312"/>
                    </a:lnTo>
                    <a:lnTo>
                      <a:pt x="0" y="320"/>
                    </a:lnTo>
                    <a:lnTo>
                      <a:pt x="8" y="320"/>
                    </a:lnTo>
                    <a:lnTo>
                      <a:pt x="8" y="304"/>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245" name="Freeform 133"/>
              <p:cNvSpPr/>
              <p:nvPr/>
            </p:nvSpPr>
            <p:spPr bwMode="auto">
              <a:xfrm>
                <a:off x="5069" y="3130"/>
                <a:ext cx="187" cy="14"/>
              </a:xfrm>
              <a:custGeom>
                <a:avLst/>
                <a:gdLst/>
                <a:ahLst/>
                <a:cxnLst>
                  <a:cxn ang="0">
                    <a:pos x="171" y="8"/>
                  </a:cxn>
                  <a:cxn ang="0">
                    <a:pos x="179" y="0"/>
                  </a:cxn>
                  <a:cxn ang="0">
                    <a:pos x="0" y="0"/>
                  </a:cxn>
                  <a:cxn ang="0">
                    <a:pos x="0" y="16"/>
                  </a:cxn>
                  <a:cxn ang="0">
                    <a:pos x="179" y="16"/>
                  </a:cxn>
                  <a:cxn ang="0">
                    <a:pos x="187" y="8"/>
                  </a:cxn>
                  <a:cxn ang="0">
                    <a:pos x="179" y="16"/>
                  </a:cxn>
                  <a:cxn ang="0">
                    <a:pos x="187" y="16"/>
                  </a:cxn>
                  <a:cxn ang="0">
                    <a:pos x="187" y="8"/>
                  </a:cxn>
                  <a:cxn ang="0">
                    <a:pos x="171" y="8"/>
                  </a:cxn>
                </a:cxnLst>
                <a:rect l="0" t="0" r="r" b="b"/>
                <a:pathLst>
                  <a:path w="187" h="16">
                    <a:moveTo>
                      <a:pt x="171" y="8"/>
                    </a:moveTo>
                    <a:lnTo>
                      <a:pt x="179" y="0"/>
                    </a:lnTo>
                    <a:lnTo>
                      <a:pt x="0" y="0"/>
                    </a:lnTo>
                    <a:lnTo>
                      <a:pt x="0" y="16"/>
                    </a:lnTo>
                    <a:lnTo>
                      <a:pt x="179" y="16"/>
                    </a:lnTo>
                    <a:lnTo>
                      <a:pt x="187" y="8"/>
                    </a:lnTo>
                    <a:lnTo>
                      <a:pt x="179" y="16"/>
                    </a:lnTo>
                    <a:lnTo>
                      <a:pt x="187" y="16"/>
                    </a:lnTo>
                    <a:lnTo>
                      <a:pt x="187" y="8"/>
                    </a:lnTo>
                    <a:lnTo>
                      <a:pt x="171"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246" name="Freeform 134"/>
              <p:cNvSpPr/>
              <p:nvPr/>
            </p:nvSpPr>
            <p:spPr bwMode="auto">
              <a:xfrm>
                <a:off x="5069" y="2916"/>
                <a:ext cx="174" cy="11"/>
              </a:xfrm>
              <a:custGeom>
                <a:avLst/>
                <a:gdLst/>
                <a:ahLst/>
                <a:cxnLst>
                  <a:cxn ang="0">
                    <a:pos x="175" y="8"/>
                  </a:cxn>
                  <a:cxn ang="0">
                    <a:pos x="175" y="0"/>
                  </a:cxn>
                  <a:cxn ang="0">
                    <a:pos x="0" y="0"/>
                  </a:cxn>
                  <a:cxn ang="0">
                    <a:pos x="0" y="16"/>
                  </a:cxn>
                  <a:cxn ang="0">
                    <a:pos x="175" y="16"/>
                  </a:cxn>
                  <a:cxn ang="0">
                    <a:pos x="175" y="8"/>
                  </a:cxn>
                </a:cxnLst>
                <a:rect l="0" t="0" r="r" b="b"/>
                <a:pathLst>
                  <a:path w="175" h="16">
                    <a:moveTo>
                      <a:pt x="175" y="8"/>
                    </a:moveTo>
                    <a:lnTo>
                      <a:pt x="175" y="0"/>
                    </a:lnTo>
                    <a:lnTo>
                      <a:pt x="0" y="0"/>
                    </a:lnTo>
                    <a:lnTo>
                      <a:pt x="0" y="16"/>
                    </a:lnTo>
                    <a:lnTo>
                      <a:pt x="175" y="16"/>
                    </a:lnTo>
                    <a:lnTo>
                      <a:pt x="175"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247" name="Freeform 135"/>
              <p:cNvSpPr/>
              <p:nvPr/>
            </p:nvSpPr>
            <p:spPr bwMode="auto">
              <a:xfrm>
                <a:off x="5069" y="3026"/>
                <a:ext cx="174" cy="18"/>
              </a:xfrm>
              <a:custGeom>
                <a:avLst/>
                <a:gdLst/>
                <a:ahLst/>
                <a:cxnLst>
                  <a:cxn ang="0">
                    <a:pos x="175" y="8"/>
                  </a:cxn>
                  <a:cxn ang="0">
                    <a:pos x="175" y="0"/>
                  </a:cxn>
                  <a:cxn ang="0">
                    <a:pos x="0" y="0"/>
                  </a:cxn>
                  <a:cxn ang="0">
                    <a:pos x="0" y="16"/>
                  </a:cxn>
                  <a:cxn ang="0">
                    <a:pos x="175" y="16"/>
                  </a:cxn>
                  <a:cxn ang="0">
                    <a:pos x="175" y="8"/>
                  </a:cxn>
                </a:cxnLst>
                <a:rect l="0" t="0" r="r" b="b"/>
                <a:pathLst>
                  <a:path w="175" h="16">
                    <a:moveTo>
                      <a:pt x="175" y="8"/>
                    </a:moveTo>
                    <a:lnTo>
                      <a:pt x="175" y="0"/>
                    </a:lnTo>
                    <a:lnTo>
                      <a:pt x="0" y="0"/>
                    </a:lnTo>
                    <a:lnTo>
                      <a:pt x="0" y="16"/>
                    </a:lnTo>
                    <a:lnTo>
                      <a:pt x="175" y="16"/>
                    </a:lnTo>
                    <a:lnTo>
                      <a:pt x="175"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248" name="Freeform 136"/>
              <p:cNvSpPr/>
              <p:nvPr/>
            </p:nvSpPr>
            <p:spPr bwMode="auto">
              <a:xfrm>
                <a:off x="5148" y="2837"/>
                <a:ext cx="13" cy="300"/>
              </a:xfrm>
              <a:custGeom>
                <a:avLst/>
                <a:gdLst/>
                <a:ahLst/>
                <a:cxnLst>
                  <a:cxn ang="0">
                    <a:pos x="8" y="302"/>
                  </a:cxn>
                  <a:cxn ang="0">
                    <a:pos x="16" y="302"/>
                  </a:cxn>
                  <a:cxn ang="0">
                    <a:pos x="16" y="0"/>
                  </a:cxn>
                  <a:cxn ang="0">
                    <a:pos x="0" y="0"/>
                  </a:cxn>
                  <a:cxn ang="0">
                    <a:pos x="0" y="302"/>
                  </a:cxn>
                  <a:cxn ang="0">
                    <a:pos x="8" y="302"/>
                  </a:cxn>
                </a:cxnLst>
                <a:rect l="0" t="0" r="r" b="b"/>
                <a:pathLst>
                  <a:path w="16" h="302">
                    <a:moveTo>
                      <a:pt x="8" y="302"/>
                    </a:moveTo>
                    <a:lnTo>
                      <a:pt x="16" y="302"/>
                    </a:lnTo>
                    <a:lnTo>
                      <a:pt x="16" y="0"/>
                    </a:lnTo>
                    <a:lnTo>
                      <a:pt x="0" y="0"/>
                    </a:lnTo>
                    <a:lnTo>
                      <a:pt x="0" y="302"/>
                    </a:lnTo>
                    <a:lnTo>
                      <a:pt x="8" y="302"/>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249" name="Freeform 137"/>
              <p:cNvSpPr/>
              <p:nvPr/>
            </p:nvSpPr>
            <p:spPr bwMode="auto">
              <a:xfrm>
                <a:off x="4850" y="2237"/>
                <a:ext cx="101" cy="111"/>
              </a:xfrm>
              <a:custGeom>
                <a:avLst/>
                <a:gdLst/>
                <a:ahLst/>
                <a:cxnLst>
                  <a:cxn ang="0">
                    <a:pos x="59" y="112"/>
                  </a:cxn>
                  <a:cxn ang="0">
                    <a:pos x="76" y="112"/>
                  </a:cxn>
                  <a:cxn ang="0">
                    <a:pos x="89" y="109"/>
                  </a:cxn>
                  <a:cxn ang="0">
                    <a:pos x="99" y="107"/>
                  </a:cxn>
                  <a:cxn ang="0">
                    <a:pos x="102" y="104"/>
                  </a:cxn>
                  <a:cxn ang="0">
                    <a:pos x="103" y="103"/>
                  </a:cxn>
                  <a:cxn ang="0">
                    <a:pos x="103" y="98"/>
                  </a:cxn>
                  <a:cxn ang="0">
                    <a:pos x="100" y="88"/>
                  </a:cxn>
                  <a:cxn ang="0">
                    <a:pos x="97" y="79"/>
                  </a:cxn>
                  <a:cxn ang="0">
                    <a:pos x="95" y="73"/>
                  </a:cxn>
                  <a:cxn ang="0">
                    <a:pos x="95" y="68"/>
                  </a:cxn>
                  <a:cxn ang="0">
                    <a:pos x="94" y="66"/>
                  </a:cxn>
                  <a:cxn ang="0">
                    <a:pos x="92" y="60"/>
                  </a:cxn>
                  <a:cxn ang="0">
                    <a:pos x="91" y="50"/>
                  </a:cxn>
                  <a:cxn ang="0">
                    <a:pos x="91" y="42"/>
                  </a:cxn>
                  <a:cxn ang="0">
                    <a:pos x="91" y="41"/>
                  </a:cxn>
                  <a:cxn ang="0">
                    <a:pos x="89" y="33"/>
                  </a:cxn>
                  <a:cxn ang="0">
                    <a:pos x="89" y="22"/>
                  </a:cxn>
                  <a:cxn ang="0">
                    <a:pos x="87" y="9"/>
                  </a:cxn>
                  <a:cxn ang="0">
                    <a:pos x="75" y="1"/>
                  </a:cxn>
                  <a:cxn ang="0">
                    <a:pos x="59" y="0"/>
                  </a:cxn>
                  <a:cxn ang="0">
                    <a:pos x="45" y="3"/>
                  </a:cxn>
                  <a:cxn ang="0">
                    <a:pos x="38" y="14"/>
                  </a:cxn>
                  <a:cxn ang="0">
                    <a:pos x="34" y="25"/>
                  </a:cxn>
                  <a:cxn ang="0">
                    <a:pos x="30" y="31"/>
                  </a:cxn>
                  <a:cxn ang="0">
                    <a:pos x="30" y="33"/>
                  </a:cxn>
                  <a:cxn ang="0">
                    <a:pos x="27" y="39"/>
                  </a:cxn>
                  <a:cxn ang="0">
                    <a:pos x="23" y="49"/>
                  </a:cxn>
                  <a:cxn ang="0">
                    <a:pos x="19" y="54"/>
                  </a:cxn>
                  <a:cxn ang="0">
                    <a:pos x="19" y="55"/>
                  </a:cxn>
                  <a:cxn ang="0">
                    <a:pos x="16" y="58"/>
                  </a:cxn>
                  <a:cxn ang="0">
                    <a:pos x="11" y="63"/>
                  </a:cxn>
                  <a:cxn ang="0">
                    <a:pos x="5" y="73"/>
                  </a:cxn>
                  <a:cxn ang="0">
                    <a:pos x="0" y="82"/>
                  </a:cxn>
                  <a:cxn ang="0">
                    <a:pos x="0" y="87"/>
                  </a:cxn>
                  <a:cxn ang="0">
                    <a:pos x="0" y="88"/>
                  </a:cxn>
                  <a:cxn ang="0">
                    <a:pos x="7" y="93"/>
                  </a:cxn>
                  <a:cxn ang="0">
                    <a:pos x="29" y="106"/>
                  </a:cxn>
                </a:cxnLst>
                <a:rect l="0" t="0" r="r" b="b"/>
                <a:pathLst>
                  <a:path w="103" h="112">
                    <a:moveTo>
                      <a:pt x="48" y="110"/>
                    </a:moveTo>
                    <a:lnTo>
                      <a:pt x="59" y="112"/>
                    </a:lnTo>
                    <a:lnTo>
                      <a:pt x="68" y="112"/>
                    </a:lnTo>
                    <a:lnTo>
                      <a:pt x="76" y="112"/>
                    </a:lnTo>
                    <a:lnTo>
                      <a:pt x="84" y="110"/>
                    </a:lnTo>
                    <a:lnTo>
                      <a:pt x="89" y="109"/>
                    </a:lnTo>
                    <a:lnTo>
                      <a:pt x="94" y="107"/>
                    </a:lnTo>
                    <a:lnTo>
                      <a:pt x="99" y="107"/>
                    </a:lnTo>
                    <a:lnTo>
                      <a:pt x="100" y="106"/>
                    </a:lnTo>
                    <a:lnTo>
                      <a:pt x="102" y="104"/>
                    </a:lnTo>
                    <a:lnTo>
                      <a:pt x="102" y="103"/>
                    </a:lnTo>
                    <a:lnTo>
                      <a:pt x="103" y="103"/>
                    </a:lnTo>
                    <a:lnTo>
                      <a:pt x="103" y="101"/>
                    </a:lnTo>
                    <a:lnTo>
                      <a:pt x="103" y="98"/>
                    </a:lnTo>
                    <a:lnTo>
                      <a:pt x="103" y="93"/>
                    </a:lnTo>
                    <a:lnTo>
                      <a:pt x="100" y="88"/>
                    </a:lnTo>
                    <a:lnTo>
                      <a:pt x="99" y="82"/>
                    </a:lnTo>
                    <a:lnTo>
                      <a:pt x="97" y="79"/>
                    </a:lnTo>
                    <a:lnTo>
                      <a:pt x="97" y="76"/>
                    </a:lnTo>
                    <a:lnTo>
                      <a:pt x="95" y="73"/>
                    </a:lnTo>
                    <a:lnTo>
                      <a:pt x="95" y="69"/>
                    </a:lnTo>
                    <a:lnTo>
                      <a:pt x="95" y="68"/>
                    </a:lnTo>
                    <a:lnTo>
                      <a:pt x="95" y="68"/>
                    </a:lnTo>
                    <a:lnTo>
                      <a:pt x="94" y="66"/>
                    </a:lnTo>
                    <a:lnTo>
                      <a:pt x="94" y="66"/>
                    </a:lnTo>
                    <a:lnTo>
                      <a:pt x="92" y="60"/>
                    </a:lnTo>
                    <a:lnTo>
                      <a:pt x="92" y="55"/>
                    </a:lnTo>
                    <a:lnTo>
                      <a:pt x="91" y="50"/>
                    </a:lnTo>
                    <a:lnTo>
                      <a:pt x="91" y="44"/>
                    </a:lnTo>
                    <a:lnTo>
                      <a:pt x="91" y="42"/>
                    </a:lnTo>
                    <a:lnTo>
                      <a:pt x="91" y="42"/>
                    </a:lnTo>
                    <a:lnTo>
                      <a:pt x="91" y="41"/>
                    </a:lnTo>
                    <a:lnTo>
                      <a:pt x="91" y="41"/>
                    </a:lnTo>
                    <a:lnTo>
                      <a:pt x="89" y="33"/>
                    </a:lnTo>
                    <a:lnTo>
                      <a:pt x="89" y="27"/>
                    </a:lnTo>
                    <a:lnTo>
                      <a:pt x="89" y="22"/>
                    </a:lnTo>
                    <a:lnTo>
                      <a:pt x="89" y="17"/>
                    </a:lnTo>
                    <a:lnTo>
                      <a:pt x="87" y="9"/>
                    </a:lnTo>
                    <a:lnTo>
                      <a:pt x="83" y="5"/>
                    </a:lnTo>
                    <a:lnTo>
                      <a:pt x="75" y="1"/>
                    </a:lnTo>
                    <a:lnTo>
                      <a:pt x="67" y="0"/>
                    </a:lnTo>
                    <a:lnTo>
                      <a:pt x="59" y="0"/>
                    </a:lnTo>
                    <a:lnTo>
                      <a:pt x="51" y="0"/>
                    </a:lnTo>
                    <a:lnTo>
                      <a:pt x="45" y="3"/>
                    </a:lnTo>
                    <a:lnTo>
                      <a:pt x="40" y="9"/>
                    </a:lnTo>
                    <a:lnTo>
                      <a:pt x="38" y="14"/>
                    </a:lnTo>
                    <a:lnTo>
                      <a:pt x="37" y="19"/>
                    </a:lnTo>
                    <a:lnTo>
                      <a:pt x="34" y="25"/>
                    </a:lnTo>
                    <a:lnTo>
                      <a:pt x="30" y="31"/>
                    </a:lnTo>
                    <a:lnTo>
                      <a:pt x="30" y="31"/>
                    </a:lnTo>
                    <a:lnTo>
                      <a:pt x="30" y="33"/>
                    </a:lnTo>
                    <a:lnTo>
                      <a:pt x="30" y="33"/>
                    </a:lnTo>
                    <a:lnTo>
                      <a:pt x="30" y="35"/>
                    </a:lnTo>
                    <a:lnTo>
                      <a:pt x="27" y="39"/>
                    </a:lnTo>
                    <a:lnTo>
                      <a:pt x="26" y="44"/>
                    </a:lnTo>
                    <a:lnTo>
                      <a:pt x="23" y="49"/>
                    </a:lnTo>
                    <a:lnTo>
                      <a:pt x="19" y="54"/>
                    </a:lnTo>
                    <a:lnTo>
                      <a:pt x="19" y="54"/>
                    </a:lnTo>
                    <a:lnTo>
                      <a:pt x="19" y="54"/>
                    </a:lnTo>
                    <a:lnTo>
                      <a:pt x="19" y="55"/>
                    </a:lnTo>
                    <a:lnTo>
                      <a:pt x="18" y="55"/>
                    </a:lnTo>
                    <a:lnTo>
                      <a:pt x="16" y="58"/>
                    </a:lnTo>
                    <a:lnTo>
                      <a:pt x="15" y="61"/>
                    </a:lnTo>
                    <a:lnTo>
                      <a:pt x="11" y="63"/>
                    </a:lnTo>
                    <a:lnTo>
                      <a:pt x="10" y="66"/>
                    </a:lnTo>
                    <a:lnTo>
                      <a:pt x="5" y="73"/>
                    </a:lnTo>
                    <a:lnTo>
                      <a:pt x="2" y="77"/>
                    </a:lnTo>
                    <a:lnTo>
                      <a:pt x="0" y="82"/>
                    </a:lnTo>
                    <a:lnTo>
                      <a:pt x="0" y="85"/>
                    </a:lnTo>
                    <a:lnTo>
                      <a:pt x="0" y="87"/>
                    </a:lnTo>
                    <a:lnTo>
                      <a:pt x="0" y="87"/>
                    </a:lnTo>
                    <a:lnTo>
                      <a:pt x="0" y="88"/>
                    </a:lnTo>
                    <a:lnTo>
                      <a:pt x="2" y="88"/>
                    </a:lnTo>
                    <a:lnTo>
                      <a:pt x="7" y="93"/>
                    </a:lnTo>
                    <a:lnTo>
                      <a:pt x="15" y="99"/>
                    </a:lnTo>
                    <a:lnTo>
                      <a:pt x="29" y="106"/>
                    </a:lnTo>
                    <a:lnTo>
                      <a:pt x="48" y="110"/>
                    </a:lnTo>
                    <a:close/>
                  </a:path>
                </a:pathLst>
              </a:custGeom>
              <a:solidFill>
                <a:srgbClr val="000000"/>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346250" name="Freeform 138"/>
              <p:cNvSpPr/>
              <p:nvPr/>
            </p:nvSpPr>
            <p:spPr bwMode="auto">
              <a:xfrm>
                <a:off x="4850" y="2316"/>
                <a:ext cx="101" cy="29"/>
              </a:xfrm>
              <a:custGeom>
                <a:avLst/>
                <a:gdLst/>
                <a:ahLst/>
                <a:cxnLst>
                  <a:cxn ang="0">
                    <a:pos x="40" y="3"/>
                  </a:cxn>
                  <a:cxn ang="0">
                    <a:pos x="49" y="5"/>
                  </a:cxn>
                  <a:cxn ang="0">
                    <a:pos x="59" y="6"/>
                  </a:cxn>
                  <a:cxn ang="0">
                    <a:pos x="67" y="8"/>
                  </a:cxn>
                  <a:cxn ang="0">
                    <a:pos x="75" y="11"/>
                  </a:cxn>
                  <a:cxn ang="0">
                    <a:pos x="83" y="14"/>
                  </a:cxn>
                  <a:cxn ang="0">
                    <a:pos x="89" y="17"/>
                  </a:cxn>
                  <a:cxn ang="0">
                    <a:pos x="95" y="22"/>
                  </a:cxn>
                  <a:cxn ang="0">
                    <a:pos x="100" y="27"/>
                  </a:cxn>
                  <a:cxn ang="0">
                    <a:pos x="102" y="25"/>
                  </a:cxn>
                  <a:cxn ang="0">
                    <a:pos x="102" y="24"/>
                  </a:cxn>
                  <a:cxn ang="0">
                    <a:pos x="103" y="24"/>
                  </a:cxn>
                  <a:cxn ang="0">
                    <a:pos x="103" y="22"/>
                  </a:cxn>
                  <a:cxn ang="0">
                    <a:pos x="94" y="14"/>
                  </a:cxn>
                  <a:cxn ang="0">
                    <a:pos x="81" y="9"/>
                  </a:cxn>
                  <a:cxn ang="0">
                    <a:pos x="68" y="5"/>
                  </a:cxn>
                  <a:cxn ang="0">
                    <a:pos x="53" y="1"/>
                  </a:cxn>
                  <a:cxn ang="0">
                    <a:pos x="38" y="0"/>
                  </a:cxn>
                  <a:cxn ang="0">
                    <a:pos x="24" y="0"/>
                  </a:cxn>
                  <a:cxn ang="0">
                    <a:pos x="11" y="1"/>
                  </a:cxn>
                  <a:cxn ang="0">
                    <a:pos x="0" y="6"/>
                  </a:cxn>
                  <a:cxn ang="0">
                    <a:pos x="0" y="8"/>
                  </a:cxn>
                  <a:cxn ang="0">
                    <a:pos x="0" y="8"/>
                  </a:cxn>
                  <a:cxn ang="0">
                    <a:pos x="0" y="9"/>
                  </a:cxn>
                  <a:cxn ang="0">
                    <a:pos x="2" y="9"/>
                  </a:cxn>
                  <a:cxn ang="0">
                    <a:pos x="10" y="6"/>
                  </a:cxn>
                  <a:cxn ang="0">
                    <a:pos x="18" y="5"/>
                  </a:cxn>
                  <a:cxn ang="0">
                    <a:pos x="27" y="3"/>
                  </a:cxn>
                  <a:cxn ang="0">
                    <a:pos x="37" y="3"/>
                  </a:cxn>
                  <a:cxn ang="0">
                    <a:pos x="35" y="5"/>
                  </a:cxn>
                  <a:cxn ang="0">
                    <a:pos x="35" y="6"/>
                  </a:cxn>
                  <a:cxn ang="0">
                    <a:pos x="35" y="8"/>
                  </a:cxn>
                  <a:cxn ang="0">
                    <a:pos x="34" y="9"/>
                  </a:cxn>
                  <a:cxn ang="0">
                    <a:pos x="30" y="9"/>
                  </a:cxn>
                  <a:cxn ang="0">
                    <a:pos x="27" y="11"/>
                  </a:cxn>
                  <a:cxn ang="0">
                    <a:pos x="26" y="14"/>
                  </a:cxn>
                  <a:cxn ang="0">
                    <a:pos x="24" y="16"/>
                  </a:cxn>
                  <a:cxn ang="0">
                    <a:pos x="24" y="17"/>
                  </a:cxn>
                  <a:cxn ang="0">
                    <a:pos x="24" y="20"/>
                  </a:cxn>
                  <a:cxn ang="0">
                    <a:pos x="24" y="24"/>
                  </a:cxn>
                  <a:cxn ang="0">
                    <a:pos x="26" y="27"/>
                  </a:cxn>
                  <a:cxn ang="0">
                    <a:pos x="27" y="27"/>
                  </a:cxn>
                  <a:cxn ang="0">
                    <a:pos x="27" y="27"/>
                  </a:cxn>
                  <a:cxn ang="0">
                    <a:pos x="27" y="27"/>
                  </a:cxn>
                  <a:cxn ang="0">
                    <a:pos x="29" y="27"/>
                  </a:cxn>
                  <a:cxn ang="0">
                    <a:pos x="29" y="28"/>
                  </a:cxn>
                  <a:cxn ang="0">
                    <a:pos x="30" y="28"/>
                  </a:cxn>
                  <a:cxn ang="0">
                    <a:pos x="30" y="28"/>
                  </a:cxn>
                  <a:cxn ang="0">
                    <a:pos x="32" y="28"/>
                  </a:cxn>
                  <a:cxn ang="0">
                    <a:pos x="35" y="28"/>
                  </a:cxn>
                  <a:cxn ang="0">
                    <a:pos x="38" y="25"/>
                  </a:cxn>
                  <a:cxn ang="0">
                    <a:pos x="40" y="24"/>
                  </a:cxn>
                  <a:cxn ang="0">
                    <a:pos x="40" y="22"/>
                  </a:cxn>
                  <a:cxn ang="0">
                    <a:pos x="42" y="19"/>
                  </a:cxn>
                  <a:cxn ang="0">
                    <a:pos x="42" y="16"/>
                  </a:cxn>
                  <a:cxn ang="0">
                    <a:pos x="40" y="12"/>
                  </a:cxn>
                  <a:cxn ang="0">
                    <a:pos x="37" y="11"/>
                  </a:cxn>
                  <a:cxn ang="0">
                    <a:pos x="38" y="9"/>
                  </a:cxn>
                  <a:cxn ang="0">
                    <a:pos x="38" y="6"/>
                  </a:cxn>
                  <a:cxn ang="0">
                    <a:pos x="38" y="5"/>
                  </a:cxn>
                  <a:cxn ang="0">
                    <a:pos x="40" y="3"/>
                  </a:cxn>
                </a:cxnLst>
                <a:rect l="0" t="0" r="r" b="b"/>
                <a:pathLst>
                  <a:path w="103" h="28">
                    <a:moveTo>
                      <a:pt x="40" y="3"/>
                    </a:moveTo>
                    <a:lnTo>
                      <a:pt x="49" y="5"/>
                    </a:lnTo>
                    <a:lnTo>
                      <a:pt x="59" y="6"/>
                    </a:lnTo>
                    <a:lnTo>
                      <a:pt x="67" y="8"/>
                    </a:lnTo>
                    <a:lnTo>
                      <a:pt x="75" y="11"/>
                    </a:lnTo>
                    <a:lnTo>
                      <a:pt x="83" y="14"/>
                    </a:lnTo>
                    <a:lnTo>
                      <a:pt x="89" y="17"/>
                    </a:lnTo>
                    <a:lnTo>
                      <a:pt x="95" y="22"/>
                    </a:lnTo>
                    <a:lnTo>
                      <a:pt x="100" y="27"/>
                    </a:lnTo>
                    <a:lnTo>
                      <a:pt x="102" y="25"/>
                    </a:lnTo>
                    <a:lnTo>
                      <a:pt x="102" y="24"/>
                    </a:lnTo>
                    <a:lnTo>
                      <a:pt x="103" y="24"/>
                    </a:lnTo>
                    <a:lnTo>
                      <a:pt x="103" y="22"/>
                    </a:lnTo>
                    <a:lnTo>
                      <a:pt x="94" y="14"/>
                    </a:lnTo>
                    <a:lnTo>
                      <a:pt x="81" y="9"/>
                    </a:lnTo>
                    <a:lnTo>
                      <a:pt x="68" y="5"/>
                    </a:lnTo>
                    <a:lnTo>
                      <a:pt x="53" y="1"/>
                    </a:lnTo>
                    <a:lnTo>
                      <a:pt x="38" y="0"/>
                    </a:lnTo>
                    <a:lnTo>
                      <a:pt x="24" y="0"/>
                    </a:lnTo>
                    <a:lnTo>
                      <a:pt x="11" y="1"/>
                    </a:lnTo>
                    <a:lnTo>
                      <a:pt x="0" y="6"/>
                    </a:lnTo>
                    <a:lnTo>
                      <a:pt x="0" y="8"/>
                    </a:lnTo>
                    <a:lnTo>
                      <a:pt x="0" y="8"/>
                    </a:lnTo>
                    <a:lnTo>
                      <a:pt x="0" y="9"/>
                    </a:lnTo>
                    <a:lnTo>
                      <a:pt x="2" y="9"/>
                    </a:lnTo>
                    <a:lnTo>
                      <a:pt x="10" y="6"/>
                    </a:lnTo>
                    <a:lnTo>
                      <a:pt x="18" y="5"/>
                    </a:lnTo>
                    <a:lnTo>
                      <a:pt x="27" y="3"/>
                    </a:lnTo>
                    <a:lnTo>
                      <a:pt x="37" y="3"/>
                    </a:lnTo>
                    <a:lnTo>
                      <a:pt x="35" y="5"/>
                    </a:lnTo>
                    <a:lnTo>
                      <a:pt x="35" y="6"/>
                    </a:lnTo>
                    <a:lnTo>
                      <a:pt x="35" y="8"/>
                    </a:lnTo>
                    <a:lnTo>
                      <a:pt x="34" y="9"/>
                    </a:lnTo>
                    <a:lnTo>
                      <a:pt x="30" y="9"/>
                    </a:lnTo>
                    <a:lnTo>
                      <a:pt x="27" y="11"/>
                    </a:lnTo>
                    <a:lnTo>
                      <a:pt x="26" y="14"/>
                    </a:lnTo>
                    <a:lnTo>
                      <a:pt x="24" y="16"/>
                    </a:lnTo>
                    <a:lnTo>
                      <a:pt x="24" y="17"/>
                    </a:lnTo>
                    <a:lnTo>
                      <a:pt x="24" y="20"/>
                    </a:lnTo>
                    <a:lnTo>
                      <a:pt x="24" y="24"/>
                    </a:lnTo>
                    <a:lnTo>
                      <a:pt x="26" y="27"/>
                    </a:lnTo>
                    <a:lnTo>
                      <a:pt x="27" y="27"/>
                    </a:lnTo>
                    <a:lnTo>
                      <a:pt x="27" y="27"/>
                    </a:lnTo>
                    <a:lnTo>
                      <a:pt x="27" y="27"/>
                    </a:lnTo>
                    <a:lnTo>
                      <a:pt x="29" y="27"/>
                    </a:lnTo>
                    <a:lnTo>
                      <a:pt x="29" y="28"/>
                    </a:lnTo>
                    <a:lnTo>
                      <a:pt x="30" y="28"/>
                    </a:lnTo>
                    <a:lnTo>
                      <a:pt x="30" y="28"/>
                    </a:lnTo>
                    <a:lnTo>
                      <a:pt x="32" y="28"/>
                    </a:lnTo>
                    <a:lnTo>
                      <a:pt x="35" y="28"/>
                    </a:lnTo>
                    <a:lnTo>
                      <a:pt x="38" y="25"/>
                    </a:lnTo>
                    <a:lnTo>
                      <a:pt x="40" y="24"/>
                    </a:lnTo>
                    <a:lnTo>
                      <a:pt x="40" y="22"/>
                    </a:lnTo>
                    <a:lnTo>
                      <a:pt x="42" y="19"/>
                    </a:lnTo>
                    <a:lnTo>
                      <a:pt x="42" y="16"/>
                    </a:lnTo>
                    <a:lnTo>
                      <a:pt x="40" y="12"/>
                    </a:lnTo>
                    <a:lnTo>
                      <a:pt x="37" y="11"/>
                    </a:lnTo>
                    <a:lnTo>
                      <a:pt x="38" y="9"/>
                    </a:lnTo>
                    <a:lnTo>
                      <a:pt x="38" y="6"/>
                    </a:lnTo>
                    <a:lnTo>
                      <a:pt x="38" y="5"/>
                    </a:lnTo>
                    <a:lnTo>
                      <a:pt x="40" y="3"/>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251" name="Freeform 139"/>
              <p:cNvSpPr/>
              <p:nvPr/>
            </p:nvSpPr>
            <p:spPr bwMode="auto">
              <a:xfrm>
                <a:off x="4875" y="2341"/>
                <a:ext cx="3" cy="7"/>
              </a:xfrm>
              <a:custGeom>
                <a:avLst/>
                <a:gdLst/>
                <a:ahLst/>
                <a:cxnLst>
                  <a:cxn ang="0">
                    <a:pos x="0" y="0"/>
                  </a:cxn>
                  <a:cxn ang="0">
                    <a:pos x="1" y="0"/>
                  </a:cxn>
                  <a:cxn ang="0">
                    <a:pos x="1" y="0"/>
                  </a:cxn>
                  <a:cxn ang="0">
                    <a:pos x="1" y="0"/>
                  </a:cxn>
                  <a:cxn ang="0">
                    <a:pos x="3" y="0"/>
                  </a:cxn>
                  <a:cxn ang="0">
                    <a:pos x="3" y="1"/>
                  </a:cxn>
                  <a:cxn ang="0">
                    <a:pos x="4" y="1"/>
                  </a:cxn>
                  <a:cxn ang="0">
                    <a:pos x="4" y="1"/>
                  </a:cxn>
                  <a:cxn ang="0">
                    <a:pos x="6" y="1"/>
                  </a:cxn>
                  <a:cxn ang="0">
                    <a:pos x="6" y="3"/>
                  </a:cxn>
                  <a:cxn ang="0">
                    <a:pos x="6" y="3"/>
                  </a:cxn>
                  <a:cxn ang="0">
                    <a:pos x="4" y="4"/>
                  </a:cxn>
                  <a:cxn ang="0">
                    <a:pos x="3" y="6"/>
                  </a:cxn>
                  <a:cxn ang="0">
                    <a:pos x="1" y="6"/>
                  </a:cxn>
                  <a:cxn ang="0">
                    <a:pos x="0" y="6"/>
                  </a:cxn>
                  <a:cxn ang="0">
                    <a:pos x="0" y="4"/>
                  </a:cxn>
                  <a:cxn ang="0">
                    <a:pos x="0" y="4"/>
                  </a:cxn>
                  <a:cxn ang="0">
                    <a:pos x="0" y="3"/>
                  </a:cxn>
                  <a:cxn ang="0">
                    <a:pos x="0" y="1"/>
                  </a:cxn>
                  <a:cxn ang="0">
                    <a:pos x="0" y="0"/>
                  </a:cxn>
                </a:cxnLst>
                <a:rect l="0" t="0" r="r" b="b"/>
                <a:pathLst>
                  <a:path w="6" h="6">
                    <a:moveTo>
                      <a:pt x="0" y="0"/>
                    </a:moveTo>
                    <a:lnTo>
                      <a:pt x="1" y="0"/>
                    </a:lnTo>
                    <a:lnTo>
                      <a:pt x="1" y="0"/>
                    </a:lnTo>
                    <a:lnTo>
                      <a:pt x="1" y="0"/>
                    </a:lnTo>
                    <a:lnTo>
                      <a:pt x="3" y="0"/>
                    </a:lnTo>
                    <a:lnTo>
                      <a:pt x="3" y="1"/>
                    </a:lnTo>
                    <a:lnTo>
                      <a:pt x="4" y="1"/>
                    </a:lnTo>
                    <a:lnTo>
                      <a:pt x="4" y="1"/>
                    </a:lnTo>
                    <a:lnTo>
                      <a:pt x="6" y="1"/>
                    </a:lnTo>
                    <a:lnTo>
                      <a:pt x="6" y="3"/>
                    </a:lnTo>
                    <a:lnTo>
                      <a:pt x="6" y="3"/>
                    </a:lnTo>
                    <a:lnTo>
                      <a:pt x="4" y="4"/>
                    </a:lnTo>
                    <a:lnTo>
                      <a:pt x="3" y="6"/>
                    </a:lnTo>
                    <a:lnTo>
                      <a:pt x="1" y="6"/>
                    </a:lnTo>
                    <a:lnTo>
                      <a:pt x="0" y="6"/>
                    </a:lnTo>
                    <a:lnTo>
                      <a:pt x="0" y="4"/>
                    </a:lnTo>
                    <a:lnTo>
                      <a:pt x="0" y="4"/>
                    </a:lnTo>
                    <a:lnTo>
                      <a:pt x="0" y="3"/>
                    </a:lnTo>
                    <a:lnTo>
                      <a:pt x="0" y="1"/>
                    </a:lnTo>
                    <a:lnTo>
                      <a:pt x="0" y="0"/>
                    </a:lnTo>
                    <a:close/>
                  </a:path>
                </a:pathLst>
              </a:custGeom>
              <a:solidFill>
                <a:srgbClr val="7A1111"/>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346252" name="Freeform 140"/>
              <p:cNvSpPr/>
              <p:nvPr/>
            </p:nvSpPr>
            <p:spPr bwMode="auto">
              <a:xfrm>
                <a:off x="4996" y="2819"/>
                <a:ext cx="19" cy="14"/>
              </a:xfrm>
              <a:custGeom>
                <a:avLst/>
                <a:gdLst/>
                <a:ahLst/>
                <a:cxnLst>
                  <a:cxn ang="0">
                    <a:pos x="0" y="0"/>
                  </a:cxn>
                  <a:cxn ang="0">
                    <a:pos x="0" y="0"/>
                  </a:cxn>
                  <a:cxn ang="0">
                    <a:pos x="0" y="9"/>
                  </a:cxn>
                  <a:cxn ang="0">
                    <a:pos x="0" y="14"/>
                  </a:cxn>
                  <a:cxn ang="0">
                    <a:pos x="0" y="15"/>
                  </a:cxn>
                  <a:cxn ang="0">
                    <a:pos x="8" y="15"/>
                  </a:cxn>
                  <a:cxn ang="0">
                    <a:pos x="8" y="15"/>
                  </a:cxn>
                  <a:cxn ang="0">
                    <a:pos x="16" y="15"/>
                  </a:cxn>
                  <a:cxn ang="0">
                    <a:pos x="16" y="14"/>
                  </a:cxn>
                  <a:cxn ang="0">
                    <a:pos x="16" y="9"/>
                  </a:cxn>
                  <a:cxn ang="0">
                    <a:pos x="16" y="0"/>
                  </a:cxn>
                  <a:cxn ang="0">
                    <a:pos x="16" y="0"/>
                  </a:cxn>
                  <a:cxn ang="0">
                    <a:pos x="0" y="0"/>
                  </a:cxn>
                </a:cxnLst>
                <a:rect l="0" t="0" r="r" b="b"/>
                <a:pathLst>
                  <a:path w="16" h="15">
                    <a:moveTo>
                      <a:pt x="0" y="0"/>
                    </a:moveTo>
                    <a:lnTo>
                      <a:pt x="0" y="0"/>
                    </a:lnTo>
                    <a:lnTo>
                      <a:pt x="0" y="9"/>
                    </a:lnTo>
                    <a:lnTo>
                      <a:pt x="0" y="14"/>
                    </a:lnTo>
                    <a:lnTo>
                      <a:pt x="0" y="15"/>
                    </a:lnTo>
                    <a:lnTo>
                      <a:pt x="8" y="15"/>
                    </a:lnTo>
                    <a:lnTo>
                      <a:pt x="8" y="15"/>
                    </a:lnTo>
                    <a:lnTo>
                      <a:pt x="16" y="15"/>
                    </a:lnTo>
                    <a:lnTo>
                      <a:pt x="16" y="14"/>
                    </a:lnTo>
                    <a:lnTo>
                      <a:pt x="16" y="9"/>
                    </a:lnTo>
                    <a:lnTo>
                      <a:pt x="16" y="0"/>
                    </a:lnTo>
                    <a:lnTo>
                      <a:pt x="16" y="0"/>
                    </a:lnTo>
                    <a:lnTo>
                      <a:pt x="0" y="0"/>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253" name="Freeform 141"/>
              <p:cNvSpPr/>
              <p:nvPr/>
            </p:nvSpPr>
            <p:spPr bwMode="auto">
              <a:xfrm>
                <a:off x="4803" y="2726"/>
                <a:ext cx="212" cy="93"/>
              </a:xfrm>
              <a:custGeom>
                <a:avLst/>
                <a:gdLst/>
                <a:ahLst/>
                <a:cxnLst>
                  <a:cxn ang="0">
                    <a:pos x="16" y="94"/>
                  </a:cxn>
                  <a:cxn ang="0">
                    <a:pos x="16" y="94"/>
                  </a:cxn>
                  <a:cxn ang="0">
                    <a:pos x="23" y="59"/>
                  </a:cxn>
                  <a:cxn ang="0">
                    <a:pos x="43" y="35"/>
                  </a:cxn>
                  <a:cxn ang="0">
                    <a:pos x="72" y="21"/>
                  </a:cxn>
                  <a:cxn ang="0">
                    <a:pos x="107" y="16"/>
                  </a:cxn>
                  <a:cxn ang="0">
                    <a:pos x="140" y="21"/>
                  </a:cxn>
                  <a:cxn ang="0">
                    <a:pos x="168" y="37"/>
                  </a:cxn>
                  <a:cxn ang="0">
                    <a:pos x="189" y="60"/>
                  </a:cxn>
                  <a:cxn ang="0">
                    <a:pos x="195" y="94"/>
                  </a:cxn>
                  <a:cxn ang="0">
                    <a:pos x="211" y="94"/>
                  </a:cxn>
                  <a:cxn ang="0">
                    <a:pos x="202" y="54"/>
                  </a:cxn>
                  <a:cxn ang="0">
                    <a:pos x="178" y="24"/>
                  </a:cxn>
                  <a:cxn ang="0">
                    <a:pos x="143" y="5"/>
                  </a:cxn>
                  <a:cxn ang="0">
                    <a:pos x="107" y="0"/>
                  </a:cxn>
                  <a:cxn ang="0">
                    <a:pos x="69" y="5"/>
                  </a:cxn>
                  <a:cxn ang="0">
                    <a:pos x="34" y="23"/>
                  </a:cxn>
                  <a:cxn ang="0">
                    <a:pos x="10" y="53"/>
                  </a:cxn>
                  <a:cxn ang="0">
                    <a:pos x="0" y="94"/>
                  </a:cxn>
                  <a:cxn ang="0">
                    <a:pos x="0" y="94"/>
                  </a:cxn>
                  <a:cxn ang="0">
                    <a:pos x="16" y="94"/>
                  </a:cxn>
                </a:cxnLst>
                <a:rect l="0" t="0" r="r" b="b"/>
                <a:pathLst>
                  <a:path w="211" h="94">
                    <a:moveTo>
                      <a:pt x="16" y="94"/>
                    </a:moveTo>
                    <a:lnTo>
                      <a:pt x="16" y="94"/>
                    </a:lnTo>
                    <a:lnTo>
                      <a:pt x="23" y="59"/>
                    </a:lnTo>
                    <a:lnTo>
                      <a:pt x="43" y="35"/>
                    </a:lnTo>
                    <a:lnTo>
                      <a:pt x="72" y="21"/>
                    </a:lnTo>
                    <a:lnTo>
                      <a:pt x="107" y="16"/>
                    </a:lnTo>
                    <a:lnTo>
                      <a:pt x="140" y="21"/>
                    </a:lnTo>
                    <a:lnTo>
                      <a:pt x="168" y="37"/>
                    </a:lnTo>
                    <a:lnTo>
                      <a:pt x="189" y="60"/>
                    </a:lnTo>
                    <a:lnTo>
                      <a:pt x="195" y="94"/>
                    </a:lnTo>
                    <a:lnTo>
                      <a:pt x="211" y="94"/>
                    </a:lnTo>
                    <a:lnTo>
                      <a:pt x="202" y="54"/>
                    </a:lnTo>
                    <a:lnTo>
                      <a:pt x="178" y="24"/>
                    </a:lnTo>
                    <a:lnTo>
                      <a:pt x="143" y="5"/>
                    </a:lnTo>
                    <a:lnTo>
                      <a:pt x="107" y="0"/>
                    </a:lnTo>
                    <a:lnTo>
                      <a:pt x="69" y="5"/>
                    </a:lnTo>
                    <a:lnTo>
                      <a:pt x="34" y="23"/>
                    </a:lnTo>
                    <a:lnTo>
                      <a:pt x="10" y="53"/>
                    </a:lnTo>
                    <a:lnTo>
                      <a:pt x="0" y="94"/>
                    </a:lnTo>
                    <a:lnTo>
                      <a:pt x="0" y="94"/>
                    </a:lnTo>
                    <a:lnTo>
                      <a:pt x="16" y="94"/>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254" name="Freeform 142"/>
              <p:cNvSpPr/>
              <p:nvPr/>
            </p:nvSpPr>
            <p:spPr bwMode="auto">
              <a:xfrm>
                <a:off x="4803" y="2819"/>
                <a:ext cx="16" cy="21"/>
              </a:xfrm>
              <a:custGeom>
                <a:avLst/>
                <a:gdLst/>
                <a:ahLst/>
                <a:cxnLst>
                  <a:cxn ang="0">
                    <a:pos x="8" y="8"/>
                  </a:cxn>
                  <a:cxn ang="0">
                    <a:pos x="8" y="15"/>
                  </a:cxn>
                  <a:cxn ang="0">
                    <a:pos x="16" y="15"/>
                  </a:cxn>
                  <a:cxn ang="0">
                    <a:pos x="16" y="14"/>
                  </a:cxn>
                  <a:cxn ang="0">
                    <a:pos x="16" y="9"/>
                  </a:cxn>
                  <a:cxn ang="0">
                    <a:pos x="16" y="0"/>
                  </a:cxn>
                  <a:cxn ang="0">
                    <a:pos x="0" y="0"/>
                  </a:cxn>
                  <a:cxn ang="0">
                    <a:pos x="0" y="9"/>
                  </a:cxn>
                  <a:cxn ang="0">
                    <a:pos x="0" y="14"/>
                  </a:cxn>
                  <a:cxn ang="0">
                    <a:pos x="0" y="15"/>
                  </a:cxn>
                  <a:cxn ang="0">
                    <a:pos x="8" y="15"/>
                  </a:cxn>
                  <a:cxn ang="0">
                    <a:pos x="8" y="23"/>
                  </a:cxn>
                  <a:cxn ang="0">
                    <a:pos x="0" y="15"/>
                  </a:cxn>
                  <a:cxn ang="0">
                    <a:pos x="0" y="23"/>
                  </a:cxn>
                  <a:cxn ang="0">
                    <a:pos x="8" y="23"/>
                  </a:cxn>
                  <a:cxn ang="0">
                    <a:pos x="8" y="8"/>
                  </a:cxn>
                </a:cxnLst>
                <a:rect l="0" t="0" r="r" b="b"/>
                <a:pathLst>
                  <a:path w="16" h="23">
                    <a:moveTo>
                      <a:pt x="8" y="8"/>
                    </a:moveTo>
                    <a:lnTo>
                      <a:pt x="8" y="15"/>
                    </a:lnTo>
                    <a:lnTo>
                      <a:pt x="16" y="15"/>
                    </a:lnTo>
                    <a:lnTo>
                      <a:pt x="16" y="14"/>
                    </a:lnTo>
                    <a:lnTo>
                      <a:pt x="16" y="9"/>
                    </a:lnTo>
                    <a:lnTo>
                      <a:pt x="16" y="0"/>
                    </a:lnTo>
                    <a:lnTo>
                      <a:pt x="0" y="0"/>
                    </a:lnTo>
                    <a:lnTo>
                      <a:pt x="0" y="9"/>
                    </a:lnTo>
                    <a:lnTo>
                      <a:pt x="0" y="14"/>
                    </a:lnTo>
                    <a:lnTo>
                      <a:pt x="0" y="15"/>
                    </a:lnTo>
                    <a:lnTo>
                      <a:pt x="8" y="15"/>
                    </a:lnTo>
                    <a:lnTo>
                      <a:pt x="8" y="23"/>
                    </a:lnTo>
                    <a:lnTo>
                      <a:pt x="0" y="15"/>
                    </a:lnTo>
                    <a:lnTo>
                      <a:pt x="0" y="23"/>
                    </a:lnTo>
                    <a:lnTo>
                      <a:pt x="8" y="23"/>
                    </a:lnTo>
                    <a:lnTo>
                      <a:pt x="8"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255" name="Freeform 143"/>
              <p:cNvSpPr/>
              <p:nvPr/>
            </p:nvSpPr>
            <p:spPr bwMode="auto">
              <a:xfrm>
                <a:off x="4812" y="2826"/>
                <a:ext cx="203" cy="14"/>
              </a:xfrm>
              <a:custGeom>
                <a:avLst/>
                <a:gdLst/>
                <a:ahLst/>
                <a:cxnLst>
                  <a:cxn ang="0">
                    <a:pos x="187" y="7"/>
                  </a:cxn>
                  <a:cxn ang="0">
                    <a:pos x="195" y="0"/>
                  </a:cxn>
                  <a:cxn ang="0">
                    <a:pos x="0" y="0"/>
                  </a:cxn>
                  <a:cxn ang="0">
                    <a:pos x="0" y="15"/>
                  </a:cxn>
                  <a:cxn ang="0">
                    <a:pos x="195" y="15"/>
                  </a:cxn>
                  <a:cxn ang="0">
                    <a:pos x="203" y="7"/>
                  </a:cxn>
                  <a:cxn ang="0">
                    <a:pos x="195" y="15"/>
                  </a:cxn>
                  <a:cxn ang="0">
                    <a:pos x="203" y="15"/>
                  </a:cxn>
                  <a:cxn ang="0">
                    <a:pos x="203" y="7"/>
                  </a:cxn>
                  <a:cxn ang="0">
                    <a:pos x="187" y="7"/>
                  </a:cxn>
                </a:cxnLst>
                <a:rect l="0" t="0" r="r" b="b"/>
                <a:pathLst>
                  <a:path w="203" h="15">
                    <a:moveTo>
                      <a:pt x="187" y="7"/>
                    </a:moveTo>
                    <a:lnTo>
                      <a:pt x="195" y="0"/>
                    </a:lnTo>
                    <a:lnTo>
                      <a:pt x="0" y="0"/>
                    </a:lnTo>
                    <a:lnTo>
                      <a:pt x="0" y="15"/>
                    </a:lnTo>
                    <a:lnTo>
                      <a:pt x="195" y="15"/>
                    </a:lnTo>
                    <a:lnTo>
                      <a:pt x="203" y="7"/>
                    </a:lnTo>
                    <a:lnTo>
                      <a:pt x="195" y="15"/>
                    </a:lnTo>
                    <a:lnTo>
                      <a:pt x="203" y="15"/>
                    </a:lnTo>
                    <a:lnTo>
                      <a:pt x="203" y="7"/>
                    </a:lnTo>
                    <a:lnTo>
                      <a:pt x="187" y="7"/>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256" name="Freeform 144"/>
              <p:cNvSpPr/>
              <p:nvPr/>
            </p:nvSpPr>
            <p:spPr bwMode="auto">
              <a:xfrm>
                <a:off x="4901" y="2734"/>
                <a:ext cx="13" cy="100"/>
              </a:xfrm>
              <a:custGeom>
                <a:avLst/>
                <a:gdLst/>
                <a:ahLst/>
                <a:cxnLst>
                  <a:cxn ang="0">
                    <a:pos x="8" y="101"/>
                  </a:cxn>
                  <a:cxn ang="0">
                    <a:pos x="16" y="101"/>
                  </a:cxn>
                  <a:cxn ang="0">
                    <a:pos x="16" y="0"/>
                  </a:cxn>
                  <a:cxn ang="0">
                    <a:pos x="0" y="0"/>
                  </a:cxn>
                  <a:cxn ang="0">
                    <a:pos x="0" y="101"/>
                  </a:cxn>
                  <a:cxn ang="0">
                    <a:pos x="8" y="101"/>
                  </a:cxn>
                </a:cxnLst>
                <a:rect l="0" t="0" r="r" b="b"/>
                <a:pathLst>
                  <a:path w="16" h="101">
                    <a:moveTo>
                      <a:pt x="8" y="101"/>
                    </a:moveTo>
                    <a:lnTo>
                      <a:pt x="16" y="101"/>
                    </a:lnTo>
                    <a:lnTo>
                      <a:pt x="16" y="0"/>
                    </a:lnTo>
                    <a:lnTo>
                      <a:pt x="0" y="0"/>
                    </a:lnTo>
                    <a:lnTo>
                      <a:pt x="0" y="101"/>
                    </a:lnTo>
                    <a:lnTo>
                      <a:pt x="8" y="101"/>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257" name="Freeform 145"/>
              <p:cNvSpPr/>
              <p:nvPr/>
            </p:nvSpPr>
            <p:spPr bwMode="auto">
              <a:xfrm>
                <a:off x="4904" y="2755"/>
                <a:ext cx="86" cy="86"/>
              </a:xfrm>
              <a:custGeom>
                <a:avLst/>
                <a:gdLst/>
                <a:ahLst/>
                <a:cxnLst>
                  <a:cxn ang="0">
                    <a:pos x="5" y="79"/>
                  </a:cxn>
                  <a:cxn ang="0">
                    <a:pos x="10" y="84"/>
                  </a:cxn>
                  <a:cxn ang="0">
                    <a:pos x="87" y="10"/>
                  </a:cxn>
                  <a:cxn ang="0">
                    <a:pos x="78" y="0"/>
                  </a:cxn>
                  <a:cxn ang="0">
                    <a:pos x="0" y="75"/>
                  </a:cxn>
                  <a:cxn ang="0">
                    <a:pos x="5" y="79"/>
                  </a:cxn>
                </a:cxnLst>
                <a:rect l="0" t="0" r="r" b="b"/>
                <a:pathLst>
                  <a:path w="87" h="84">
                    <a:moveTo>
                      <a:pt x="5" y="79"/>
                    </a:moveTo>
                    <a:lnTo>
                      <a:pt x="10" y="84"/>
                    </a:lnTo>
                    <a:lnTo>
                      <a:pt x="87" y="10"/>
                    </a:lnTo>
                    <a:lnTo>
                      <a:pt x="78" y="0"/>
                    </a:lnTo>
                    <a:lnTo>
                      <a:pt x="0" y="75"/>
                    </a:lnTo>
                    <a:lnTo>
                      <a:pt x="5" y="79"/>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258" name="Freeform 146"/>
              <p:cNvSpPr/>
              <p:nvPr/>
            </p:nvSpPr>
            <p:spPr bwMode="auto">
              <a:xfrm>
                <a:off x="4828" y="2755"/>
                <a:ext cx="86" cy="86"/>
              </a:xfrm>
              <a:custGeom>
                <a:avLst/>
                <a:gdLst/>
                <a:ahLst/>
                <a:cxnLst>
                  <a:cxn ang="0">
                    <a:pos x="78" y="80"/>
                  </a:cxn>
                  <a:cxn ang="0">
                    <a:pos x="83" y="76"/>
                  </a:cxn>
                  <a:cxn ang="0">
                    <a:pos x="10" y="0"/>
                  </a:cxn>
                  <a:cxn ang="0">
                    <a:pos x="0" y="9"/>
                  </a:cxn>
                  <a:cxn ang="0">
                    <a:pos x="73" y="85"/>
                  </a:cxn>
                  <a:cxn ang="0">
                    <a:pos x="78" y="80"/>
                  </a:cxn>
                </a:cxnLst>
                <a:rect l="0" t="0" r="r" b="b"/>
                <a:pathLst>
                  <a:path w="83" h="85">
                    <a:moveTo>
                      <a:pt x="78" y="80"/>
                    </a:moveTo>
                    <a:lnTo>
                      <a:pt x="83" y="76"/>
                    </a:lnTo>
                    <a:lnTo>
                      <a:pt x="10" y="0"/>
                    </a:lnTo>
                    <a:lnTo>
                      <a:pt x="0" y="9"/>
                    </a:lnTo>
                    <a:lnTo>
                      <a:pt x="73" y="85"/>
                    </a:lnTo>
                    <a:lnTo>
                      <a:pt x="78" y="80"/>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grpSp>
        <p:sp>
          <p:nvSpPr>
            <p:cNvPr id="28216" name="Text Box 147"/>
            <p:cNvSpPr txBox="1"/>
            <p:nvPr/>
          </p:nvSpPr>
          <p:spPr>
            <a:xfrm>
              <a:off x="4729" y="650"/>
              <a:ext cx="804" cy="845"/>
            </a:xfrm>
            <a:prstGeom prst="rect">
              <a:avLst/>
            </a:prstGeom>
            <a:noFill/>
            <a:ln w="12700">
              <a:noFill/>
            </a:ln>
          </p:spPr>
          <p:txBody>
            <a:bodyPr wrap="none">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ct val="0"/>
                </a:spcBef>
                <a:spcAft>
                  <a:spcPts val="590"/>
                </a:spcAft>
                <a:buSzPct val="80000"/>
                <a:buNone/>
              </a:pPr>
              <a:endParaRPr lang="zh-CN" altLang="en-US" sz="2800" dirty="0">
                <a:ea typeface="宋体" pitchFamily="2" charset="-122"/>
              </a:endParaRPr>
            </a:p>
          </p:txBody>
        </p:sp>
      </p:grpSp>
      <p:grpSp>
        <p:nvGrpSpPr>
          <p:cNvPr id="12" name="Group 148"/>
          <p:cNvGrpSpPr/>
          <p:nvPr/>
        </p:nvGrpSpPr>
        <p:grpSpPr>
          <a:xfrm>
            <a:off x="2424113" y="4589463"/>
            <a:ext cx="536575" cy="846137"/>
            <a:chOff x="4368" y="0"/>
            <a:chExt cx="1392" cy="1495"/>
          </a:xfrm>
        </p:grpSpPr>
        <p:grpSp>
          <p:nvGrpSpPr>
            <p:cNvPr id="28181" name="Group 149"/>
            <p:cNvGrpSpPr/>
            <p:nvPr/>
          </p:nvGrpSpPr>
          <p:grpSpPr>
            <a:xfrm>
              <a:off x="4368" y="0"/>
              <a:ext cx="1392" cy="1056"/>
              <a:chOff x="4368" y="2016"/>
              <a:chExt cx="1072" cy="1344"/>
            </a:xfrm>
          </p:grpSpPr>
          <p:sp>
            <p:nvSpPr>
              <p:cNvPr id="346262" name="Freeform 150"/>
              <p:cNvSpPr/>
              <p:nvPr/>
            </p:nvSpPr>
            <p:spPr bwMode="auto">
              <a:xfrm>
                <a:off x="4457" y="2462"/>
                <a:ext cx="898" cy="825"/>
              </a:xfrm>
              <a:custGeom>
                <a:avLst/>
                <a:gdLst/>
                <a:ahLst/>
                <a:cxnLst>
                  <a:cxn ang="0">
                    <a:pos x="445" y="0"/>
                  </a:cxn>
                  <a:cxn ang="0">
                    <a:pos x="897" y="293"/>
                  </a:cxn>
                  <a:cxn ang="0">
                    <a:pos x="897" y="829"/>
                  </a:cxn>
                  <a:cxn ang="0">
                    <a:pos x="601" y="829"/>
                  </a:cxn>
                  <a:cxn ang="0">
                    <a:pos x="296" y="829"/>
                  </a:cxn>
                  <a:cxn ang="0">
                    <a:pos x="0" y="829"/>
                  </a:cxn>
                  <a:cxn ang="0">
                    <a:pos x="0" y="293"/>
                  </a:cxn>
                  <a:cxn ang="0">
                    <a:pos x="445" y="0"/>
                  </a:cxn>
                </a:cxnLst>
                <a:rect l="0" t="0" r="r" b="b"/>
                <a:pathLst>
                  <a:path w="897" h="829">
                    <a:moveTo>
                      <a:pt x="445" y="0"/>
                    </a:moveTo>
                    <a:lnTo>
                      <a:pt x="897" y="293"/>
                    </a:lnTo>
                    <a:lnTo>
                      <a:pt x="897" y="829"/>
                    </a:lnTo>
                    <a:lnTo>
                      <a:pt x="601" y="829"/>
                    </a:lnTo>
                    <a:lnTo>
                      <a:pt x="296" y="829"/>
                    </a:lnTo>
                    <a:lnTo>
                      <a:pt x="0" y="829"/>
                    </a:lnTo>
                    <a:lnTo>
                      <a:pt x="0" y="293"/>
                    </a:lnTo>
                    <a:lnTo>
                      <a:pt x="445" y="0"/>
                    </a:lnTo>
                    <a:close/>
                  </a:path>
                </a:pathLst>
              </a:custGeom>
              <a:solidFill>
                <a:srgbClr val="0000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346263" name="Freeform 151"/>
              <p:cNvSpPr/>
              <p:nvPr/>
            </p:nvSpPr>
            <p:spPr bwMode="auto">
              <a:xfrm>
                <a:off x="4368" y="2462"/>
                <a:ext cx="415" cy="289"/>
              </a:xfrm>
              <a:custGeom>
                <a:avLst/>
                <a:gdLst/>
                <a:ahLst/>
                <a:cxnLst>
                  <a:cxn ang="0">
                    <a:pos x="0" y="288"/>
                  </a:cxn>
                  <a:cxn ang="0">
                    <a:pos x="416" y="32"/>
                  </a:cxn>
                  <a:cxn ang="0">
                    <a:pos x="416" y="27"/>
                  </a:cxn>
                  <a:cxn ang="0">
                    <a:pos x="416" y="19"/>
                  </a:cxn>
                  <a:cxn ang="0">
                    <a:pos x="416" y="9"/>
                  </a:cxn>
                  <a:cxn ang="0">
                    <a:pos x="416" y="0"/>
                  </a:cxn>
                  <a:cxn ang="0">
                    <a:pos x="0" y="254"/>
                  </a:cxn>
                  <a:cxn ang="0">
                    <a:pos x="0" y="288"/>
                  </a:cxn>
                </a:cxnLst>
                <a:rect l="0" t="0" r="r" b="b"/>
                <a:pathLst>
                  <a:path w="416" h="288">
                    <a:moveTo>
                      <a:pt x="0" y="288"/>
                    </a:moveTo>
                    <a:lnTo>
                      <a:pt x="416" y="32"/>
                    </a:lnTo>
                    <a:lnTo>
                      <a:pt x="416" y="27"/>
                    </a:lnTo>
                    <a:lnTo>
                      <a:pt x="416" y="19"/>
                    </a:lnTo>
                    <a:lnTo>
                      <a:pt x="416" y="9"/>
                    </a:lnTo>
                    <a:lnTo>
                      <a:pt x="416" y="0"/>
                    </a:lnTo>
                    <a:lnTo>
                      <a:pt x="0" y="254"/>
                    </a:lnTo>
                    <a:lnTo>
                      <a:pt x="0" y="288"/>
                    </a:lnTo>
                    <a:close/>
                  </a:path>
                </a:pathLst>
              </a:custGeom>
              <a:solidFill>
                <a:srgbClr val="000000"/>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346264" name="Rectangle 152"/>
              <p:cNvSpPr>
                <a:spLocks noChangeArrowheads="1"/>
              </p:cNvSpPr>
              <p:nvPr/>
            </p:nvSpPr>
            <p:spPr bwMode="auto">
              <a:xfrm>
                <a:off x="4457" y="3330"/>
                <a:ext cx="898" cy="29"/>
              </a:xfrm>
              <a:prstGeom prst="rect">
                <a:avLst/>
              </a:prstGeom>
              <a:solidFill>
                <a:srgbClr val="000000"/>
              </a:solidFill>
              <a:ln w="9525">
                <a:noFill/>
                <a:miter lim="800000"/>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346265" name="Freeform 153"/>
              <p:cNvSpPr/>
              <p:nvPr/>
            </p:nvSpPr>
            <p:spPr bwMode="auto">
              <a:xfrm>
                <a:off x="4787" y="2170"/>
                <a:ext cx="241" cy="328"/>
              </a:xfrm>
              <a:custGeom>
                <a:avLst/>
                <a:gdLst/>
                <a:ahLst/>
                <a:cxnLst>
                  <a:cxn ang="0">
                    <a:pos x="242" y="327"/>
                  </a:cxn>
                  <a:cxn ang="0">
                    <a:pos x="242" y="0"/>
                  </a:cxn>
                  <a:cxn ang="0">
                    <a:pos x="0" y="0"/>
                  </a:cxn>
                  <a:cxn ang="0">
                    <a:pos x="0" y="321"/>
                  </a:cxn>
                  <a:cxn ang="0">
                    <a:pos x="116" y="240"/>
                  </a:cxn>
                  <a:cxn ang="0">
                    <a:pos x="242" y="327"/>
                  </a:cxn>
                </a:cxnLst>
                <a:rect l="0" t="0" r="r" b="b"/>
                <a:pathLst>
                  <a:path w="242" h="327">
                    <a:moveTo>
                      <a:pt x="242" y="327"/>
                    </a:moveTo>
                    <a:lnTo>
                      <a:pt x="242" y="0"/>
                    </a:lnTo>
                    <a:lnTo>
                      <a:pt x="0" y="0"/>
                    </a:lnTo>
                    <a:lnTo>
                      <a:pt x="0" y="321"/>
                    </a:lnTo>
                    <a:lnTo>
                      <a:pt x="116" y="240"/>
                    </a:lnTo>
                    <a:lnTo>
                      <a:pt x="242" y="327"/>
                    </a:lnTo>
                    <a:close/>
                  </a:path>
                </a:pathLst>
              </a:custGeom>
              <a:solidFill>
                <a:srgbClr val="000000"/>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346266" name="Freeform 154"/>
              <p:cNvSpPr/>
              <p:nvPr/>
            </p:nvSpPr>
            <p:spPr bwMode="auto">
              <a:xfrm>
                <a:off x="4723" y="2016"/>
                <a:ext cx="358" cy="125"/>
              </a:xfrm>
              <a:custGeom>
                <a:avLst/>
                <a:gdLst/>
                <a:ahLst/>
                <a:cxnLst>
                  <a:cxn ang="0">
                    <a:pos x="181" y="0"/>
                  </a:cxn>
                  <a:cxn ang="0">
                    <a:pos x="0" y="126"/>
                  </a:cxn>
                  <a:cxn ang="0">
                    <a:pos x="361" y="126"/>
                  </a:cxn>
                  <a:cxn ang="0">
                    <a:pos x="181" y="0"/>
                  </a:cxn>
                </a:cxnLst>
                <a:rect l="0" t="0" r="r" b="b"/>
                <a:pathLst>
                  <a:path w="361" h="126">
                    <a:moveTo>
                      <a:pt x="181" y="0"/>
                    </a:moveTo>
                    <a:lnTo>
                      <a:pt x="0" y="126"/>
                    </a:lnTo>
                    <a:lnTo>
                      <a:pt x="361" y="126"/>
                    </a:lnTo>
                    <a:lnTo>
                      <a:pt x="181" y="0"/>
                    </a:lnTo>
                    <a:close/>
                  </a:path>
                </a:pathLst>
              </a:custGeom>
              <a:solidFill>
                <a:srgbClr val="000000"/>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346267" name="Freeform 155"/>
              <p:cNvSpPr/>
              <p:nvPr/>
            </p:nvSpPr>
            <p:spPr bwMode="auto">
              <a:xfrm>
                <a:off x="5028" y="2469"/>
                <a:ext cx="412" cy="282"/>
              </a:xfrm>
              <a:custGeom>
                <a:avLst/>
                <a:gdLst/>
                <a:ahLst/>
                <a:cxnLst>
                  <a:cxn ang="0">
                    <a:pos x="413" y="287"/>
                  </a:cxn>
                  <a:cxn ang="0">
                    <a:pos x="0" y="31"/>
                  </a:cxn>
                  <a:cxn ang="0">
                    <a:pos x="0" y="25"/>
                  </a:cxn>
                  <a:cxn ang="0">
                    <a:pos x="0" y="17"/>
                  </a:cxn>
                  <a:cxn ang="0">
                    <a:pos x="0" y="9"/>
                  </a:cxn>
                  <a:cxn ang="0">
                    <a:pos x="0" y="0"/>
                  </a:cxn>
                  <a:cxn ang="0">
                    <a:pos x="413" y="253"/>
                  </a:cxn>
                  <a:cxn ang="0">
                    <a:pos x="413" y="287"/>
                  </a:cxn>
                </a:cxnLst>
                <a:rect l="0" t="0" r="r" b="b"/>
                <a:pathLst>
                  <a:path w="413" h="287">
                    <a:moveTo>
                      <a:pt x="413" y="287"/>
                    </a:moveTo>
                    <a:lnTo>
                      <a:pt x="0" y="31"/>
                    </a:lnTo>
                    <a:lnTo>
                      <a:pt x="0" y="25"/>
                    </a:lnTo>
                    <a:lnTo>
                      <a:pt x="0" y="17"/>
                    </a:lnTo>
                    <a:lnTo>
                      <a:pt x="0" y="9"/>
                    </a:lnTo>
                    <a:lnTo>
                      <a:pt x="0" y="0"/>
                    </a:lnTo>
                    <a:lnTo>
                      <a:pt x="413" y="253"/>
                    </a:lnTo>
                    <a:lnTo>
                      <a:pt x="413" y="287"/>
                    </a:lnTo>
                    <a:close/>
                  </a:path>
                </a:pathLst>
              </a:custGeom>
              <a:solidFill>
                <a:srgbClr val="000000"/>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346268" name="Freeform 156"/>
              <p:cNvSpPr/>
              <p:nvPr/>
            </p:nvSpPr>
            <p:spPr bwMode="auto">
              <a:xfrm>
                <a:off x="4841" y="2209"/>
                <a:ext cx="127" cy="164"/>
              </a:xfrm>
              <a:custGeom>
                <a:avLst/>
                <a:gdLst/>
                <a:ahLst/>
                <a:cxnLst>
                  <a:cxn ang="0">
                    <a:pos x="65" y="0"/>
                  </a:cxn>
                  <a:cxn ang="0">
                    <a:pos x="51" y="1"/>
                  </a:cxn>
                  <a:cxn ang="0">
                    <a:pos x="38" y="6"/>
                  </a:cxn>
                  <a:cxn ang="0">
                    <a:pos x="27" y="13"/>
                  </a:cxn>
                  <a:cxn ang="0">
                    <a:pos x="17" y="20"/>
                  </a:cxn>
                  <a:cxn ang="0">
                    <a:pos x="9" y="32"/>
                  </a:cxn>
                  <a:cxn ang="0">
                    <a:pos x="5" y="44"/>
                  </a:cxn>
                  <a:cxn ang="0">
                    <a:pos x="1" y="58"/>
                  </a:cxn>
                  <a:cxn ang="0">
                    <a:pos x="0" y="74"/>
                  </a:cxn>
                  <a:cxn ang="0">
                    <a:pos x="0" y="103"/>
                  </a:cxn>
                  <a:cxn ang="0">
                    <a:pos x="0" y="126"/>
                  </a:cxn>
                  <a:cxn ang="0">
                    <a:pos x="0" y="145"/>
                  </a:cxn>
                  <a:cxn ang="0">
                    <a:pos x="0" y="164"/>
                  </a:cxn>
                  <a:cxn ang="0">
                    <a:pos x="27" y="164"/>
                  </a:cxn>
                  <a:cxn ang="0">
                    <a:pos x="44" y="164"/>
                  </a:cxn>
                  <a:cxn ang="0">
                    <a:pos x="55" y="164"/>
                  </a:cxn>
                  <a:cxn ang="0">
                    <a:pos x="63" y="164"/>
                  </a:cxn>
                  <a:cxn ang="0">
                    <a:pos x="71" y="164"/>
                  </a:cxn>
                  <a:cxn ang="0">
                    <a:pos x="82" y="164"/>
                  </a:cxn>
                  <a:cxn ang="0">
                    <a:pos x="100" y="164"/>
                  </a:cxn>
                  <a:cxn ang="0">
                    <a:pos x="127" y="164"/>
                  </a:cxn>
                  <a:cxn ang="0">
                    <a:pos x="127" y="139"/>
                  </a:cxn>
                  <a:cxn ang="0">
                    <a:pos x="127" y="114"/>
                  </a:cxn>
                  <a:cxn ang="0">
                    <a:pos x="127" y="90"/>
                  </a:cxn>
                  <a:cxn ang="0">
                    <a:pos x="127" y="71"/>
                  </a:cxn>
                  <a:cxn ang="0">
                    <a:pos x="127" y="62"/>
                  </a:cxn>
                  <a:cxn ang="0">
                    <a:pos x="123" y="51"/>
                  </a:cxn>
                  <a:cxn ang="0">
                    <a:pos x="119" y="38"/>
                  </a:cxn>
                  <a:cxn ang="0">
                    <a:pos x="112" y="27"/>
                  </a:cxn>
                  <a:cxn ang="0">
                    <a:pos x="104" y="16"/>
                  </a:cxn>
                  <a:cxn ang="0">
                    <a:pos x="93" y="8"/>
                  </a:cxn>
                  <a:cxn ang="0">
                    <a:pos x="81" y="1"/>
                  </a:cxn>
                  <a:cxn ang="0">
                    <a:pos x="65" y="0"/>
                  </a:cxn>
                </a:cxnLst>
                <a:rect l="0" t="0" r="r" b="b"/>
                <a:pathLst>
                  <a:path w="127" h="164">
                    <a:moveTo>
                      <a:pt x="65" y="0"/>
                    </a:moveTo>
                    <a:lnTo>
                      <a:pt x="51" y="1"/>
                    </a:lnTo>
                    <a:lnTo>
                      <a:pt x="38" y="6"/>
                    </a:lnTo>
                    <a:lnTo>
                      <a:pt x="27" y="13"/>
                    </a:lnTo>
                    <a:lnTo>
                      <a:pt x="17" y="20"/>
                    </a:lnTo>
                    <a:lnTo>
                      <a:pt x="9" y="32"/>
                    </a:lnTo>
                    <a:lnTo>
                      <a:pt x="5" y="44"/>
                    </a:lnTo>
                    <a:lnTo>
                      <a:pt x="1" y="58"/>
                    </a:lnTo>
                    <a:lnTo>
                      <a:pt x="0" y="74"/>
                    </a:lnTo>
                    <a:lnTo>
                      <a:pt x="0" y="103"/>
                    </a:lnTo>
                    <a:lnTo>
                      <a:pt x="0" y="126"/>
                    </a:lnTo>
                    <a:lnTo>
                      <a:pt x="0" y="145"/>
                    </a:lnTo>
                    <a:lnTo>
                      <a:pt x="0" y="164"/>
                    </a:lnTo>
                    <a:lnTo>
                      <a:pt x="27" y="164"/>
                    </a:lnTo>
                    <a:lnTo>
                      <a:pt x="44" y="164"/>
                    </a:lnTo>
                    <a:lnTo>
                      <a:pt x="55" y="164"/>
                    </a:lnTo>
                    <a:lnTo>
                      <a:pt x="63" y="164"/>
                    </a:lnTo>
                    <a:lnTo>
                      <a:pt x="71" y="164"/>
                    </a:lnTo>
                    <a:lnTo>
                      <a:pt x="82" y="164"/>
                    </a:lnTo>
                    <a:lnTo>
                      <a:pt x="100" y="164"/>
                    </a:lnTo>
                    <a:lnTo>
                      <a:pt x="127" y="164"/>
                    </a:lnTo>
                    <a:lnTo>
                      <a:pt x="127" y="139"/>
                    </a:lnTo>
                    <a:lnTo>
                      <a:pt x="127" y="114"/>
                    </a:lnTo>
                    <a:lnTo>
                      <a:pt x="127" y="90"/>
                    </a:lnTo>
                    <a:lnTo>
                      <a:pt x="127" y="71"/>
                    </a:lnTo>
                    <a:lnTo>
                      <a:pt x="127" y="62"/>
                    </a:lnTo>
                    <a:lnTo>
                      <a:pt x="123" y="51"/>
                    </a:lnTo>
                    <a:lnTo>
                      <a:pt x="119" y="38"/>
                    </a:lnTo>
                    <a:lnTo>
                      <a:pt x="112" y="27"/>
                    </a:lnTo>
                    <a:lnTo>
                      <a:pt x="104" y="16"/>
                    </a:lnTo>
                    <a:lnTo>
                      <a:pt x="93" y="8"/>
                    </a:lnTo>
                    <a:lnTo>
                      <a:pt x="81" y="1"/>
                    </a:lnTo>
                    <a:lnTo>
                      <a:pt x="65" y="0"/>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269" name="Rectangle 157"/>
              <p:cNvSpPr>
                <a:spLocks noChangeArrowheads="1"/>
              </p:cNvSpPr>
              <p:nvPr/>
            </p:nvSpPr>
            <p:spPr bwMode="auto">
              <a:xfrm>
                <a:off x="4803" y="2901"/>
                <a:ext cx="206" cy="386"/>
              </a:xfrm>
              <a:prstGeom prst="rect">
                <a:avLst/>
              </a:prstGeom>
              <a:solidFill>
                <a:srgbClr val="FFFFFF"/>
              </a:solidFill>
              <a:ln w="9525">
                <a:noFill/>
                <a:miter lim="800000"/>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270" name="Freeform 158"/>
              <p:cNvSpPr/>
              <p:nvPr/>
            </p:nvSpPr>
            <p:spPr bwMode="auto">
              <a:xfrm>
                <a:off x="4736" y="2819"/>
                <a:ext cx="13" cy="318"/>
              </a:xfrm>
              <a:custGeom>
                <a:avLst/>
                <a:gdLst/>
                <a:ahLst/>
                <a:cxnLst>
                  <a:cxn ang="0">
                    <a:pos x="8" y="16"/>
                  </a:cxn>
                  <a:cxn ang="0">
                    <a:pos x="0" y="8"/>
                  </a:cxn>
                  <a:cxn ang="0">
                    <a:pos x="0" y="320"/>
                  </a:cxn>
                  <a:cxn ang="0">
                    <a:pos x="16" y="320"/>
                  </a:cxn>
                  <a:cxn ang="0">
                    <a:pos x="16" y="8"/>
                  </a:cxn>
                  <a:cxn ang="0">
                    <a:pos x="8" y="0"/>
                  </a:cxn>
                  <a:cxn ang="0">
                    <a:pos x="16" y="8"/>
                  </a:cxn>
                  <a:cxn ang="0">
                    <a:pos x="16" y="0"/>
                  </a:cxn>
                  <a:cxn ang="0">
                    <a:pos x="8" y="0"/>
                  </a:cxn>
                  <a:cxn ang="0">
                    <a:pos x="8" y="16"/>
                  </a:cxn>
                </a:cxnLst>
                <a:rect l="0" t="0" r="r" b="b"/>
                <a:pathLst>
                  <a:path w="16" h="320">
                    <a:moveTo>
                      <a:pt x="8" y="16"/>
                    </a:moveTo>
                    <a:lnTo>
                      <a:pt x="0" y="8"/>
                    </a:lnTo>
                    <a:lnTo>
                      <a:pt x="0" y="320"/>
                    </a:lnTo>
                    <a:lnTo>
                      <a:pt x="16" y="320"/>
                    </a:lnTo>
                    <a:lnTo>
                      <a:pt x="16" y="8"/>
                    </a:lnTo>
                    <a:lnTo>
                      <a:pt x="8" y="0"/>
                    </a:lnTo>
                    <a:lnTo>
                      <a:pt x="16" y="8"/>
                    </a:lnTo>
                    <a:lnTo>
                      <a:pt x="16" y="0"/>
                    </a:lnTo>
                    <a:lnTo>
                      <a:pt x="8" y="0"/>
                    </a:lnTo>
                    <a:lnTo>
                      <a:pt x="8" y="16"/>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271" name="Freeform 159"/>
              <p:cNvSpPr/>
              <p:nvPr/>
            </p:nvSpPr>
            <p:spPr bwMode="auto">
              <a:xfrm>
                <a:off x="4558" y="2819"/>
                <a:ext cx="184" cy="21"/>
              </a:xfrm>
              <a:custGeom>
                <a:avLst/>
                <a:gdLst/>
                <a:ahLst/>
                <a:cxnLst>
                  <a:cxn ang="0">
                    <a:pos x="16" y="8"/>
                  </a:cxn>
                  <a:cxn ang="0">
                    <a:pos x="8" y="16"/>
                  </a:cxn>
                  <a:cxn ang="0">
                    <a:pos x="187" y="16"/>
                  </a:cxn>
                  <a:cxn ang="0">
                    <a:pos x="187" y="0"/>
                  </a:cxn>
                  <a:cxn ang="0">
                    <a:pos x="8" y="0"/>
                  </a:cxn>
                  <a:cxn ang="0">
                    <a:pos x="0" y="8"/>
                  </a:cxn>
                  <a:cxn ang="0">
                    <a:pos x="8" y="0"/>
                  </a:cxn>
                  <a:cxn ang="0">
                    <a:pos x="0" y="0"/>
                  </a:cxn>
                  <a:cxn ang="0">
                    <a:pos x="0" y="8"/>
                  </a:cxn>
                  <a:cxn ang="0">
                    <a:pos x="16" y="8"/>
                  </a:cxn>
                </a:cxnLst>
                <a:rect l="0" t="0" r="r" b="b"/>
                <a:pathLst>
                  <a:path w="187" h="16">
                    <a:moveTo>
                      <a:pt x="16" y="8"/>
                    </a:moveTo>
                    <a:lnTo>
                      <a:pt x="8" y="16"/>
                    </a:lnTo>
                    <a:lnTo>
                      <a:pt x="187" y="16"/>
                    </a:lnTo>
                    <a:lnTo>
                      <a:pt x="187" y="0"/>
                    </a:lnTo>
                    <a:lnTo>
                      <a:pt x="8" y="0"/>
                    </a:lnTo>
                    <a:lnTo>
                      <a:pt x="0" y="8"/>
                    </a:lnTo>
                    <a:lnTo>
                      <a:pt x="8" y="0"/>
                    </a:lnTo>
                    <a:lnTo>
                      <a:pt x="0" y="0"/>
                    </a:lnTo>
                    <a:lnTo>
                      <a:pt x="0" y="8"/>
                    </a:lnTo>
                    <a:lnTo>
                      <a:pt x="16"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272" name="Freeform 160"/>
              <p:cNvSpPr/>
              <p:nvPr/>
            </p:nvSpPr>
            <p:spPr bwMode="auto">
              <a:xfrm>
                <a:off x="4558" y="2826"/>
                <a:ext cx="13" cy="318"/>
              </a:xfrm>
              <a:custGeom>
                <a:avLst/>
                <a:gdLst/>
                <a:ahLst/>
                <a:cxnLst>
                  <a:cxn ang="0">
                    <a:pos x="8" y="304"/>
                  </a:cxn>
                  <a:cxn ang="0">
                    <a:pos x="16" y="312"/>
                  </a:cxn>
                  <a:cxn ang="0">
                    <a:pos x="16" y="0"/>
                  </a:cxn>
                  <a:cxn ang="0">
                    <a:pos x="0" y="0"/>
                  </a:cxn>
                  <a:cxn ang="0">
                    <a:pos x="0" y="312"/>
                  </a:cxn>
                  <a:cxn ang="0">
                    <a:pos x="8" y="320"/>
                  </a:cxn>
                  <a:cxn ang="0">
                    <a:pos x="0" y="312"/>
                  </a:cxn>
                  <a:cxn ang="0">
                    <a:pos x="0" y="320"/>
                  </a:cxn>
                  <a:cxn ang="0">
                    <a:pos x="8" y="320"/>
                  </a:cxn>
                  <a:cxn ang="0">
                    <a:pos x="8" y="304"/>
                  </a:cxn>
                </a:cxnLst>
                <a:rect l="0" t="0" r="r" b="b"/>
                <a:pathLst>
                  <a:path w="16" h="320">
                    <a:moveTo>
                      <a:pt x="8" y="304"/>
                    </a:moveTo>
                    <a:lnTo>
                      <a:pt x="16" y="312"/>
                    </a:lnTo>
                    <a:lnTo>
                      <a:pt x="16" y="0"/>
                    </a:lnTo>
                    <a:lnTo>
                      <a:pt x="0" y="0"/>
                    </a:lnTo>
                    <a:lnTo>
                      <a:pt x="0" y="312"/>
                    </a:lnTo>
                    <a:lnTo>
                      <a:pt x="8" y="320"/>
                    </a:lnTo>
                    <a:lnTo>
                      <a:pt x="0" y="312"/>
                    </a:lnTo>
                    <a:lnTo>
                      <a:pt x="0" y="320"/>
                    </a:lnTo>
                    <a:lnTo>
                      <a:pt x="8" y="320"/>
                    </a:lnTo>
                    <a:lnTo>
                      <a:pt x="8" y="304"/>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273" name="Freeform 161"/>
              <p:cNvSpPr/>
              <p:nvPr/>
            </p:nvSpPr>
            <p:spPr bwMode="auto">
              <a:xfrm>
                <a:off x="4565" y="3130"/>
                <a:ext cx="184" cy="14"/>
              </a:xfrm>
              <a:custGeom>
                <a:avLst/>
                <a:gdLst/>
                <a:ahLst/>
                <a:cxnLst>
                  <a:cxn ang="0">
                    <a:pos x="171" y="8"/>
                  </a:cxn>
                  <a:cxn ang="0">
                    <a:pos x="179" y="0"/>
                  </a:cxn>
                  <a:cxn ang="0">
                    <a:pos x="0" y="0"/>
                  </a:cxn>
                  <a:cxn ang="0">
                    <a:pos x="0" y="16"/>
                  </a:cxn>
                  <a:cxn ang="0">
                    <a:pos x="179" y="16"/>
                  </a:cxn>
                  <a:cxn ang="0">
                    <a:pos x="187" y="8"/>
                  </a:cxn>
                  <a:cxn ang="0">
                    <a:pos x="179" y="16"/>
                  </a:cxn>
                  <a:cxn ang="0">
                    <a:pos x="187" y="16"/>
                  </a:cxn>
                  <a:cxn ang="0">
                    <a:pos x="187" y="8"/>
                  </a:cxn>
                  <a:cxn ang="0">
                    <a:pos x="171" y="8"/>
                  </a:cxn>
                </a:cxnLst>
                <a:rect l="0" t="0" r="r" b="b"/>
                <a:pathLst>
                  <a:path w="187" h="16">
                    <a:moveTo>
                      <a:pt x="171" y="8"/>
                    </a:moveTo>
                    <a:lnTo>
                      <a:pt x="179" y="0"/>
                    </a:lnTo>
                    <a:lnTo>
                      <a:pt x="0" y="0"/>
                    </a:lnTo>
                    <a:lnTo>
                      <a:pt x="0" y="16"/>
                    </a:lnTo>
                    <a:lnTo>
                      <a:pt x="179" y="16"/>
                    </a:lnTo>
                    <a:lnTo>
                      <a:pt x="187" y="8"/>
                    </a:lnTo>
                    <a:lnTo>
                      <a:pt x="179" y="16"/>
                    </a:lnTo>
                    <a:lnTo>
                      <a:pt x="187" y="16"/>
                    </a:lnTo>
                    <a:lnTo>
                      <a:pt x="187" y="8"/>
                    </a:lnTo>
                    <a:lnTo>
                      <a:pt x="171"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274" name="Freeform 162"/>
              <p:cNvSpPr/>
              <p:nvPr/>
            </p:nvSpPr>
            <p:spPr bwMode="auto">
              <a:xfrm>
                <a:off x="4568" y="2916"/>
                <a:ext cx="174" cy="11"/>
              </a:xfrm>
              <a:custGeom>
                <a:avLst/>
                <a:gdLst/>
                <a:ahLst/>
                <a:cxnLst>
                  <a:cxn ang="0">
                    <a:pos x="176" y="8"/>
                  </a:cxn>
                  <a:cxn ang="0">
                    <a:pos x="176" y="0"/>
                  </a:cxn>
                  <a:cxn ang="0">
                    <a:pos x="0" y="0"/>
                  </a:cxn>
                  <a:cxn ang="0">
                    <a:pos x="0" y="16"/>
                  </a:cxn>
                  <a:cxn ang="0">
                    <a:pos x="176" y="16"/>
                  </a:cxn>
                  <a:cxn ang="0">
                    <a:pos x="176" y="8"/>
                  </a:cxn>
                </a:cxnLst>
                <a:rect l="0" t="0" r="r" b="b"/>
                <a:pathLst>
                  <a:path w="176" h="16">
                    <a:moveTo>
                      <a:pt x="176" y="8"/>
                    </a:moveTo>
                    <a:lnTo>
                      <a:pt x="176" y="0"/>
                    </a:lnTo>
                    <a:lnTo>
                      <a:pt x="0" y="0"/>
                    </a:lnTo>
                    <a:lnTo>
                      <a:pt x="0" y="16"/>
                    </a:lnTo>
                    <a:lnTo>
                      <a:pt x="176" y="16"/>
                    </a:lnTo>
                    <a:lnTo>
                      <a:pt x="176"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275" name="Freeform 163"/>
              <p:cNvSpPr/>
              <p:nvPr/>
            </p:nvSpPr>
            <p:spPr bwMode="auto">
              <a:xfrm>
                <a:off x="4568" y="3026"/>
                <a:ext cx="174" cy="18"/>
              </a:xfrm>
              <a:custGeom>
                <a:avLst/>
                <a:gdLst/>
                <a:ahLst/>
                <a:cxnLst>
                  <a:cxn ang="0">
                    <a:pos x="176" y="8"/>
                  </a:cxn>
                  <a:cxn ang="0">
                    <a:pos x="176" y="0"/>
                  </a:cxn>
                  <a:cxn ang="0">
                    <a:pos x="0" y="0"/>
                  </a:cxn>
                  <a:cxn ang="0">
                    <a:pos x="0" y="16"/>
                  </a:cxn>
                  <a:cxn ang="0">
                    <a:pos x="176" y="16"/>
                  </a:cxn>
                  <a:cxn ang="0">
                    <a:pos x="176" y="8"/>
                  </a:cxn>
                </a:cxnLst>
                <a:rect l="0" t="0" r="r" b="b"/>
                <a:pathLst>
                  <a:path w="176" h="16">
                    <a:moveTo>
                      <a:pt x="176" y="8"/>
                    </a:moveTo>
                    <a:lnTo>
                      <a:pt x="176" y="0"/>
                    </a:lnTo>
                    <a:lnTo>
                      <a:pt x="0" y="0"/>
                    </a:lnTo>
                    <a:lnTo>
                      <a:pt x="0" y="16"/>
                    </a:lnTo>
                    <a:lnTo>
                      <a:pt x="176" y="16"/>
                    </a:lnTo>
                    <a:lnTo>
                      <a:pt x="176"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276" name="Freeform 164"/>
              <p:cNvSpPr/>
              <p:nvPr/>
            </p:nvSpPr>
            <p:spPr bwMode="auto">
              <a:xfrm>
                <a:off x="4644" y="2837"/>
                <a:ext cx="16" cy="300"/>
              </a:xfrm>
              <a:custGeom>
                <a:avLst/>
                <a:gdLst/>
                <a:ahLst/>
                <a:cxnLst>
                  <a:cxn ang="0">
                    <a:pos x="7" y="302"/>
                  </a:cxn>
                  <a:cxn ang="0">
                    <a:pos x="15" y="302"/>
                  </a:cxn>
                  <a:cxn ang="0">
                    <a:pos x="15" y="0"/>
                  </a:cxn>
                  <a:cxn ang="0">
                    <a:pos x="0" y="0"/>
                  </a:cxn>
                  <a:cxn ang="0">
                    <a:pos x="0" y="302"/>
                  </a:cxn>
                  <a:cxn ang="0">
                    <a:pos x="7" y="302"/>
                  </a:cxn>
                </a:cxnLst>
                <a:rect l="0" t="0" r="r" b="b"/>
                <a:pathLst>
                  <a:path w="15" h="302">
                    <a:moveTo>
                      <a:pt x="7" y="302"/>
                    </a:moveTo>
                    <a:lnTo>
                      <a:pt x="15" y="302"/>
                    </a:lnTo>
                    <a:lnTo>
                      <a:pt x="15" y="0"/>
                    </a:lnTo>
                    <a:lnTo>
                      <a:pt x="0" y="0"/>
                    </a:lnTo>
                    <a:lnTo>
                      <a:pt x="0" y="302"/>
                    </a:lnTo>
                    <a:lnTo>
                      <a:pt x="7" y="302"/>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277" name="Freeform 165"/>
              <p:cNvSpPr/>
              <p:nvPr/>
            </p:nvSpPr>
            <p:spPr bwMode="auto">
              <a:xfrm>
                <a:off x="5240" y="2819"/>
                <a:ext cx="16" cy="318"/>
              </a:xfrm>
              <a:custGeom>
                <a:avLst/>
                <a:gdLst/>
                <a:ahLst/>
                <a:cxnLst>
                  <a:cxn ang="0">
                    <a:pos x="8" y="16"/>
                  </a:cxn>
                  <a:cxn ang="0">
                    <a:pos x="0" y="8"/>
                  </a:cxn>
                  <a:cxn ang="0">
                    <a:pos x="0" y="320"/>
                  </a:cxn>
                  <a:cxn ang="0">
                    <a:pos x="16" y="320"/>
                  </a:cxn>
                  <a:cxn ang="0">
                    <a:pos x="16" y="8"/>
                  </a:cxn>
                  <a:cxn ang="0">
                    <a:pos x="8" y="0"/>
                  </a:cxn>
                  <a:cxn ang="0">
                    <a:pos x="16" y="8"/>
                  </a:cxn>
                  <a:cxn ang="0">
                    <a:pos x="16" y="0"/>
                  </a:cxn>
                  <a:cxn ang="0">
                    <a:pos x="8" y="0"/>
                  </a:cxn>
                  <a:cxn ang="0">
                    <a:pos x="8" y="16"/>
                  </a:cxn>
                </a:cxnLst>
                <a:rect l="0" t="0" r="r" b="b"/>
                <a:pathLst>
                  <a:path w="16" h="320">
                    <a:moveTo>
                      <a:pt x="8" y="16"/>
                    </a:moveTo>
                    <a:lnTo>
                      <a:pt x="0" y="8"/>
                    </a:lnTo>
                    <a:lnTo>
                      <a:pt x="0" y="320"/>
                    </a:lnTo>
                    <a:lnTo>
                      <a:pt x="16" y="320"/>
                    </a:lnTo>
                    <a:lnTo>
                      <a:pt x="16" y="8"/>
                    </a:lnTo>
                    <a:lnTo>
                      <a:pt x="8" y="0"/>
                    </a:lnTo>
                    <a:lnTo>
                      <a:pt x="16" y="8"/>
                    </a:lnTo>
                    <a:lnTo>
                      <a:pt x="16" y="0"/>
                    </a:lnTo>
                    <a:lnTo>
                      <a:pt x="8" y="0"/>
                    </a:lnTo>
                    <a:lnTo>
                      <a:pt x="8" y="16"/>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278" name="Freeform 166"/>
              <p:cNvSpPr/>
              <p:nvPr/>
            </p:nvSpPr>
            <p:spPr bwMode="auto">
              <a:xfrm>
                <a:off x="5059" y="2819"/>
                <a:ext cx="187" cy="21"/>
              </a:xfrm>
              <a:custGeom>
                <a:avLst/>
                <a:gdLst/>
                <a:ahLst/>
                <a:cxnLst>
                  <a:cxn ang="0">
                    <a:pos x="16" y="8"/>
                  </a:cxn>
                  <a:cxn ang="0">
                    <a:pos x="8" y="16"/>
                  </a:cxn>
                  <a:cxn ang="0">
                    <a:pos x="187" y="16"/>
                  </a:cxn>
                  <a:cxn ang="0">
                    <a:pos x="187" y="0"/>
                  </a:cxn>
                  <a:cxn ang="0">
                    <a:pos x="8" y="0"/>
                  </a:cxn>
                  <a:cxn ang="0">
                    <a:pos x="0" y="8"/>
                  </a:cxn>
                  <a:cxn ang="0">
                    <a:pos x="8" y="0"/>
                  </a:cxn>
                  <a:cxn ang="0">
                    <a:pos x="0" y="0"/>
                  </a:cxn>
                  <a:cxn ang="0">
                    <a:pos x="0" y="8"/>
                  </a:cxn>
                  <a:cxn ang="0">
                    <a:pos x="16" y="8"/>
                  </a:cxn>
                </a:cxnLst>
                <a:rect l="0" t="0" r="r" b="b"/>
                <a:pathLst>
                  <a:path w="187" h="16">
                    <a:moveTo>
                      <a:pt x="16" y="8"/>
                    </a:moveTo>
                    <a:lnTo>
                      <a:pt x="8" y="16"/>
                    </a:lnTo>
                    <a:lnTo>
                      <a:pt x="187" y="16"/>
                    </a:lnTo>
                    <a:lnTo>
                      <a:pt x="187" y="0"/>
                    </a:lnTo>
                    <a:lnTo>
                      <a:pt x="8" y="0"/>
                    </a:lnTo>
                    <a:lnTo>
                      <a:pt x="0" y="8"/>
                    </a:lnTo>
                    <a:lnTo>
                      <a:pt x="8" y="0"/>
                    </a:lnTo>
                    <a:lnTo>
                      <a:pt x="0" y="0"/>
                    </a:lnTo>
                    <a:lnTo>
                      <a:pt x="0" y="8"/>
                    </a:lnTo>
                    <a:lnTo>
                      <a:pt x="16"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279" name="Freeform 167"/>
              <p:cNvSpPr/>
              <p:nvPr/>
            </p:nvSpPr>
            <p:spPr bwMode="auto">
              <a:xfrm>
                <a:off x="5059" y="2826"/>
                <a:ext cx="16" cy="318"/>
              </a:xfrm>
              <a:custGeom>
                <a:avLst/>
                <a:gdLst/>
                <a:ahLst/>
                <a:cxnLst>
                  <a:cxn ang="0">
                    <a:pos x="8" y="304"/>
                  </a:cxn>
                  <a:cxn ang="0">
                    <a:pos x="16" y="312"/>
                  </a:cxn>
                  <a:cxn ang="0">
                    <a:pos x="16" y="0"/>
                  </a:cxn>
                  <a:cxn ang="0">
                    <a:pos x="0" y="0"/>
                  </a:cxn>
                  <a:cxn ang="0">
                    <a:pos x="0" y="312"/>
                  </a:cxn>
                  <a:cxn ang="0">
                    <a:pos x="8" y="320"/>
                  </a:cxn>
                  <a:cxn ang="0">
                    <a:pos x="0" y="312"/>
                  </a:cxn>
                  <a:cxn ang="0">
                    <a:pos x="0" y="320"/>
                  </a:cxn>
                  <a:cxn ang="0">
                    <a:pos x="8" y="320"/>
                  </a:cxn>
                  <a:cxn ang="0">
                    <a:pos x="8" y="304"/>
                  </a:cxn>
                </a:cxnLst>
                <a:rect l="0" t="0" r="r" b="b"/>
                <a:pathLst>
                  <a:path w="16" h="320">
                    <a:moveTo>
                      <a:pt x="8" y="304"/>
                    </a:moveTo>
                    <a:lnTo>
                      <a:pt x="16" y="312"/>
                    </a:lnTo>
                    <a:lnTo>
                      <a:pt x="16" y="0"/>
                    </a:lnTo>
                    <a:lnTo>
                      <a:pt x="0" y="0"/>
                    </a:lnTo>
                    <a:lnTo>
                      <a:pt x="0" y="312"/>
                    </a:lnTo>
                    <a:lnTo>
                      <a:pt x="8" y="320"/>
                    </a:lnTo>
                    <a:lnTo>
                      <a:pt x="0" y="312"/>
                    </a:lnTo>
                    <a:lnTo>
                      <a:pt x="0" y="320"/>
                    </a:lnTo>
                    <a:lnTo>
                      <a:pt x="8" y="320"/>
                    </a:lnTo>
                    <a:lnTo>
                      <a:pt x="8" y="304"/>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280" name="Freeform 168"/>
              <p:cNvSpPr/>
              <p:nvPr/>
            </p:nvSpPr>
            <p:spPr bwMode="auto">
              <a:xfrm>
                <a:off x="5069" y="3130"/>
                <a:ext cx="187" cy="14"/>
              </a:xfrm>
              <a:custGeom>
                <a:avLst/>
                <a:gdLst/>
                <a:ahLst/>
                <a:cxnLst>
                  <a:cxn ang="0">
                    <a:pos x="171" y="8"/>
                  </a:cxn>
                  <a:cxn ang="0">
                    <a:pos x="179" y="0"/>
                  </a:cxn>
                  <a:cxn ang="0">
                    <a:pos x="0" y="0"/>
                  </a:cxn>
                  <a:cxn ang="0">
                    <a:pos x="0" y="16"/>
                  </a:cxn>
                  <a:cxn ang="0">
                    <a:pos x="179" y="16"/>
                  </a:cxn>
                  <a:cxn ang="0">
                    <a:pos x="187" y="8"/>
                  </a:cxn>
                  <a:cxn ang="0">
                    <a:pos x="179" y="16"/>
                  </a:cxn>
                  <a:cxn ang="0">
                    <a:pos x="187" y="16"/>
                  </a:cxn>
                  <a:cxn ang="0">
                    <a:pos x="187" y="8"/>
                  </a:cxn>
                  <a:cxn ang="0">
                    <a:pos x="171" y="8"/>
                  </a:cxn>
                </a:cxnLst>
                <a:rect l="0" t="0" r="r" b="b"/>
                <a:pathLst>
                  <a:path w="187" h="16">
                    <a:moveTo>
                      <a:pt x="171" y="8"/>
                    </a:moveTo>
                    <a:lnTo>
                      <a:pt x="179" y="0"/>
                    </a:lnTo>
                    <a:lnTo>
                      <a:pt x="0" y="0"/>
                    </a:lnTo>
                    <a:lnTo>
                      <a:pt x="0" y="16"/>
                    </a:lnTo>
                    <a:lnTo>
                      <a:pt x="179" y="16"/>
                    </a:lnTo>
                    <a:lnTo>
                      <a:pt x="187" y="8"/>
                    </a:lnTo>
                    <a:lnTo>
                      <a:pt x="179" y="16"/>
                    </a:lnTo>
                    <a:lnTo>
                      <a:pt x="187" y="16"/>
                    </a:lnTo>
                    <a:lnTo>
                      <a:pt x="187" y="8"/>
                    </a:lnTo>
                    <a:lnTo>
                      <a:pt x="171"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281" name="Freeform 169"/>
              <p:cNvSpPr/>
              <p:nvPr/>
            </p:nvSpPr>
            <p:spPr bwMode="auto">
              <a:xfrm>
                <a:off x="5069" y="2916"/>
                <a:ext cx="174" cy="11"/>
              </a:xfrm>
              <a:custGeom>
                <a:avLst/>
                <a:gdLst/>
                <a:ahLst/>
                <a:cxnLst>
                  <a:cxn ang="0">
                    <a:pos x="175" y="8"/>
                  </a:cxn>
                  <a:cxn ang="0">
                    <a:pos x="175" y="0"/>
                  </a:cxn>
                  <a:cxn ang="0">
                    <a:pos x="0" y="0"/>
                  </a:cxn>
                  <a:cxn ang="0">
                    <a:pos x="0" y="16"/>
                  </a:cxn>
                  <a:cxn ang="0">
                    <a:pos x="175" y="16"/>
                  </a:cxn>
                  <a:cxn ang="0">
                    <a:pos x="175" y="8"/>
                  </a:cxn>
                </a:cxnLst>
                <a:rect l="0" t="0" r="r" b="b"/>
                <a:pathLst>
                  <a:path w="175" h="16">
                    <a:moveTo>
                      <a:pt x="175" y="8"/>
                    </a:moveTo>
                    <a:lnTo>
                      <a:pt x="175" y="0"/>
                    </a:lnTo>
                    <a:lnTo>
                      <a:pt x="0" y="0"/>
                    </a:lnTo>
                    <a:lnTo>
                      <a:pt x="0" y="16"/>
                    </a:lnTo>
                    <a:lnTo>
                      <a:pt x="175" y="16"/>
                    </a:lnTo>
                    <a:lnTo>
                      <a:pt x="175"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282" name="Freeform 170"/>
              <p:cNvSpPr/>
              <p:nvPr/>
            </p:nvSpPr>
            <p:spPr bwMode="auto">
              <a:xfrm>
                <a:off x="5069" y="3026"/>
                <a:ext cx="174" cy="18"/>
              </a:xfrm>
              <a:custGeom>
                <a:avLst/>
                <a:gdLst/>
                <a:ahLst/>
                <a:cxnLst>
                  <a:cxn ang="0">
                    <a:pos x="175" y="8"/>
                  </a:cxn>
                  <a:cxn ang="0">
                    <a:pos x="175" y="0"/>
                  </a:cxn>
                  <a:cxn ang="0">
                    <a:pos x="0" y="0"/>
                  </a:cxn>
                  <a:cxn ang="0">
                    <a:pos x="0" y="16"/>
                  </a:cxn>
                  <a:cxn ang="0">
                    <a:pos x="175" y="16"/>
                  </a:cxn>
                  <a:cxn ang="0">
                    <a:pos x="175" y="8"/>
                  </a:cxn>
                </a:cxnLst>
                <a:rect l="0" t="0" r="r" b="b"/>
                <a:pathLst>
                  <a:path w="175" h="16">
                    <a:moveTo>
                      <a:pt x="175" y="8"/>
                    </a:moveTo>
                    <a:lnTo>
                      <a:pt x="175" y="0"/>
                    </a:lnTo>
                    <a:lnTo>
                      <a:pt x="0" y="0"/>
                    </a:lnTo>
                    <a:lnTo>
                      <a:pt x="0" y="16"/>
                    </a:lnTo>
                    <a:lnTo>
                      <a:pt x="175" y="16"/>
                    </a:lnTo>
                    <a:lnTo>
                      <a:pt x="175"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283" name="Freeform 171"/>
              <p:cNvSpPr/>
              <p:nvPr/>
            </p:nvSpPr>
            <p:spPr bwMode="auto">
              <a:xfrm>
                <a:off x="5148" y="2837"/>
                <a:ext cx="13" cy="300"/>
              </a:xfrm>
              <a:custGeom>
                <a:avLst/>
                <a:gdLst/>
                <a:ahLst/>
                <a:cxnLst>
                  <a:cxn ang="0">
                    <a:pos x="8" y="302"/>
                  </a:cxn>
                  <a:cxn ang="0">
                    <a:pos x="16" y="302"/>
                  </a:cxn>
                  <a:cxn ang="0">
                    <a:pos x="16" y="0"/>
                  </a:cxn>
                  <a:cxn ang="0">
                    <a:pos x="0" y="0"/>
                  </a:cxn>
                  <a:cxn ang="0">
                    <a:pos x="0" y="302"/>
                  </a:cxn>
                  <a:cxn ang="0">
                    <a:pos x="8" y="302"/>
                  </a:cxn>
                </a:cxnLst>
                <a:rect l="0" t="0" r="r" b="b"/>
                <a:pathLst>
                  <a:path w="16" h="302">
                    <a:moveTo>
                      <a:pt x="8" y="302"/>
                    </a:moveTo>
                    <a:lnTo>
                      <a:pt x="16" y="302"/>
                    </a:lnTo>
                    <a:lnTo>
                      <a:pt x="16" y="0"/>
                    </a:lnTo>
                    <a:lnTo>
                      <a:pt x="0" y="0"/>
                    </a:lnTo>
                    <a:lnTo>
                      <a:pt x="0" y="302"/>
                    </a:lnTo>
                    <a:lnTo>
                      <a:pt x="8" y="302"/>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284" name="Freeform 172"/>
              <p:cNvSpPr/>
              <p:nvPr/>
            </p:nvSpPr>
            <p:spPr bwMode="auto">
              <a:xfrm>
                <a:off x="4850" y="2237"/>
                <a:ext cx="101" cy="111"/>
              </a:xfrm>
              <a:custGeom>
                <a:avLst/>
                <a:gdLst/>
                <a:ahLst/>
                <a:cxnLst>
                  <a:cxn ang="0">
                    <a:pos x="59" y="112"/>
                  </a:cxn>
                  <a:cxn ang="0">
                    <a:pos x="76" y="112"/>
                  </a:cxn>
                  <a:cxn ang="0">
                    <a:pos x="89" y="109"/>
                  </a:cxn>
                  <a:cxn ang="0">
                    <a:pos x="99" y="107"/>
                  </a:cxn>
                  <a:cxn ang="0">
                    <a:pos x="102" y="104"/>
                  </a:cxn>
                  <a:cxn ang="0">
                    <a:pos x="103" y="103"/>
                  </a:cxn>
                  <a:cxn ang="0">
                    <a:pos x="103" y="98"/>
                  </a:cxn>
                  <a:cxn ang="0">
                    <a:pos x="100" y="88"/>
                  </a:cxn>
                  <a:cxn ang="0">
                    <a:pos x="97" y="79"/>
                  </a:cxn>
                  <a:cxn ang="0">
                    <a:pos x="95" y="73"/>
                  </a:cxn>
                  <a:cxn ang="0">
                    <a:pos x="95" y="68"/>
                  </a:cxn>
                  <a:cxn ang="0">
                    <a:pos x="94" y="66"/>
                  </a:cxn>
                  <a:cxn ang="0">
                    <a:pos x="92" y="60"/>
                  </a:cxn>
                  <a:cxn ang="0">
                    <a:pos x="91" y="50"/>
                  </a:cxn>
                  <a:cxn ang="0">
                    <a:pos x="91" y="42"/>
                  </a:cxn>
                  <a:cxn ang="0">
                    <a:pos x="91" y="41"/>
                  </a:cxn>
                  <a:cxn ang="0">
                    <a:pos x="89" y="33"/>
                  </a:cxn>
                  <a:cxn ang="0">
                    <a:pos x="89" y="22"/>
                  </a:cxn>
                  <a:cxn ang="0">
                    <a:pos x="87" y="9"/>
                  </a:cxn>
                  <a:cxn ang="0">
                    <a:pos x="75" y="1"/>
                  </a:cxn>
                  <a:cxn ang="0">
                    <a:pos x="59" y="0"/>
                  </a:cxn>
                  <a:cxn ang="0">
                    <a:pos x="45" y="3"/>
                  </a:cxn>
                  <a:cxn ang="0">
                    <a:pos x="38" y="14"/>
                  </a:cxn>
                  <a:cxn ang="0">
                    <a:pos x="34" y="25"/>
                  </a:cxn>
                  <a:cxn ang="0">
                    <a:pos x="30" y="31"/>
                  </a:cxn>
                  <a:cxn ang="0">
                    <a:pos x="30" y="33"/>
                  </a:cxn>
                  <a:cxn ang="0">
                    <a:pos x="27" y="39"/>
                  </a:cxn>
                  <a:cxn ang="0">
                    <a:pos x="23" y="49"/>
                  </a:cxn>
                  <a:cxn ang="0">
                    <a:pos x="19" y="54"/>
                  </a:cxn>
                  <a:cxn ang="0">
                    <a:pos x="19" y="55"/>
                  </a:cxn>
                  <a:cxn ang="0">
                    <a:pos x="16" y="58"/>
                  </a:cxn>
                  <a:cxn ang="0">
                    <a:pos x="11" y="63"/>
                  </a:cxn>
                  <a:cxn ang="0">
                    <a:pos x="5" y="73"/>
                  </a:cxn>
                  <a:cxn ang="0">
                    <a:pos x="0" y="82"/>
                  </a:cxn>
                  <a:cxn ang="0">
                    <a:pos x="0" y="87"/>
                  </a:cxn>
                  <a:cxn ang="0">
                    <a:pos x="0" y="88"/>
                  </a:cxn>
                  <a:cxn ang="0">
                    <a:pos x="7" y="93"/>
                  </a:cxn>
                  <a:cxn ang="0">
                    <a:pos x="29" y="106"/>
                  </a:cxn>
                </a:cxnLst>
                <a:rect l="0" t="0" r="r" b="b"/>
                <a:pathLst>
                  <a:path w="103" h="112">
                    <a:moveTo>
                      <a:pt x="48" y="110"/>
                    </a:moveTo>
                    <a:lnTo>
                      <a:pt x="59" y="112"/>
                    </a:lnTo>
                    <a:lnTo>
                      <a:pt x="68" y="112"/>
                    </a:lnTo>
                    <a:lnTo>
                      <a:pt x="76" y="112"/>
                    </a:lnTo>
                    <a:lnTo>
                      <a:pt x="84" y="110"/>
                    </a:lnTo>
                    <a:lnTo>
                      <a:pt x="89" y="109"/>
                    </a:lnTo>
                    <a:lnTo>
                      <a:pt x="94" y="107"/>
                    </a:lnTo>
                    <a:lnTo>
                      <a:pt x="99" y="107"/>
                    </a:lnTo>
                    <a:lnTo>
                      <a:pt x="100" y="106"/>
                    </a:lnTo>
                    <a:lnTo>
                      <a:pt x="102" y="104"/>
                    </a:lnTo>
                    <a:lnTo>
                      <a:pt x="102" y="103"/>
                    </a:lnTo>
                    <a:lnTo>
                      <a:pt x="103" y="103"/>
                    </a:lnTo>
                    <a:lnTo>
                      <a:pt x="103" y="101"/>
                    </a:lnTo>
                    <a:lnTo>
                      <a:pt x="103" y="98"/>
                    </a:lnTo>
                    <a:lnTo>
                      <a:pt x="103" y="93"/>
                    </a:lnTo>
                    <a:lnTo>
                      <a:pt x="100" y="88"/>
                    </a:lnTo>
                    <a:lnTo>
                      <a:pt x="99" y="82"/>
                    </a:lnTo>
                    <a:lnTo>
                      <a:pt x="97" y="79"/>
                    </a:lnTo>
                    <a:lnTo>
                      <a:pt x="97" y="76"/>
                    </a:lnTo>
                    <a:lnTo>
                      <a:pt x="95" y="73"/>
                    </a:lnTo>
                    <a:lnTo>
                      <a:pt x="95" y="69"/>
                    </a:lnTo>
                    <a:lnTo>
                      <a:pt x="95" y="68"/>
                    </a:lnTo>
                    <a:lnTo>
                      <a:pt x="95" y="68"/>
                    </a:lnTo>
                    <a:lnTo>
                      <a:pt x="94" y="66"/>
                    </a:lnTo>
                    <a:lnTo>
                      <a:pt x="94" y="66"/>
                    </a:lnTo>
                    <a:lnTo>
                      <a:pt x="92" y="60"/>
                    </a:lnTo>
                    <a:lnTo>
                      <a:pt x="92" y="55"/>
                    </a:lnTo>
                    <a:lnTo>
                      <a:pt x="91" y="50"/>
                    </a:lnTo>
                    <a:lnTo>
                      <a:pt x="91" y="44"/>
                    </a:lnTo>
                    <a:lnTo>
                      <a:pt x="91" y="42"/>
                    </a:lnTo>
                    <a:lnTo>
                      <a:pt x="91" y="42"/>
                    </a:lnTo>
                    <a:lnTo>
                      <a:pt x="91" y="41"/>
                    </a:lnTo>
                    <a:lnTo>
                      <a:pt x="91" y="41"/>
                    </a:lnTo>
                    <a:lnTo>
                      <a:pt x="89" y="33"/>
                    </a:lnTo>
                    <a:lnTo>
                      <a:pt x="89" y="27"/>
                    </a:lnTo>
                    <a:lnTo>
                      <a:pt x="89" y="22"/>
                    </a:lnTo>
                    <a:lnTo>
                      <a:pt x="89" y="17"/>
                    </a:lnTo>
                    <a:lnTo>
                      <a:pt x="87" y="9"/>
                    </a:lnTo>
                    <a:lnTo>
                      <a:pt x="83" y="5"/>
                    </a:lnTo>
                    <a:lnTo>
                      <a:pt x="75" y="1"/>
                    </a:lnTo>
                    <a:lnTo>
                      <a:pt x="67" y="0"/>
                    </a:lnTo>
                    <a:lnTo>
                      <a:pt x="59" y="0"/>
                    </a:lnTo>
                    <a:lnTo>
                      <a:pt x="51" y="0"/>
                    </a:lnTo>
                    <a:lnTo>
                      <a:pt x="45" y="3"/>
                    </a:lnTo>
                    <a:lnTo>
                      <a:pt x="40" y="9"/>
                    </a:lnTo>
                    <a:lnTo>
                      <a:pt x="38" y="14"/>
                    </a:lnTo>
                    <a:lnTo>
                      <a:pt x="37" y="19"/>
                    </a:lnTo>
                    <a:lnTo>
                      <a:pt x="34" y="25"/>
                    </a:lnTo>
                    <a:lnTo>
                      <a:pt x="30" y="31"/>
                    </a:lnTo>
                    <a:lnTo>
                      <a:pt x="30" y="31"/>
                    </a:lnTo>
                    <a:lnTo>
                      <a:pt x="30" y="33"/>
                    </a:lnTo>
                    <a:lnTo>
                      <a:pt x="30" y="33"/>
                    </a:lnTo>
                    <a:lnTo>
                      <a:pt x="30" y="35"/>
                    </a:lnTo>
                    <a:lnTo>
                      <a:pt x="27" y="39"/>
                    </a:lnTo>
                    <a:lnTo>
                      <a:pt x="26" y="44"/>
                    </a:lnTo>
                    <a:lnTo>
                      <a:pt x="23" y="49"/>
                    </a:lnTo>
                    <a:lnTo>
                      <a:pt x="19" y="54"/>
                    </a:lnTo>
                    <a:lnTo>
                      <a:pt x="19" y="54"/>
                    </a:lnTo>
                    <a:lnTo>
                      <a:pt x="19" y="54"/>
                    </a:lnTo>
                    <a:lnTo>
                      <a:pt x="19" y="55"/>
                    </a:lnTo>
                    <a:lnTo>
                      <a:pt x="18" y="55"/>
                    </a:lnTo>
                    <a:lnTo>
                      <a:pt x="16" y="58"/>
                    </a:lnTo>
                    <a:lnTo>
                      <a:pt x="15" y="61"/>
                    </a:lnTo>
                    <a:lnTo>
                      <a:pt x="11" y="63"/>
                    </a:lnTo>
                    <a:lnTo>
                      <a:pt x="10" y="66"/>
                    </a:lnTo>
                    <a:lnTo>
                      <a:pt x="5" y="73"/>
                    </a:lnTo>
                    <a:lnTo>
                      <a:pt x="2" y="77"/>
                    </a:lnTo>
                    <a:lnTo>
                      <a:pt x="0" y="82"/>
                    </a:lnTo>
                    <a:lnTo>
                      <a:pt x="0" y="85"/>
                    </a:lnTo>
                    <a:lnTo>
                      <a:pt x="0" y="87"/>
                    </a:lnTo>
                    <a:lnTo>
                      <a:pt x="0" y="87"/>
                    </a:lnTo>
                    <a:lnTo>
                      <a:pt x="0" y="88"/>
                    </a:lnTo>
                    <a:lnTo>
                      <a:pt x="2" y="88"/>
                    </a:lnTo>
                    <a:lnTo>
                      <a:pt x="7" y="93"/>
                    </a:lnTo>
                    <a:lnTo>
                      <a:pt x="15" y="99"/>
                    </a:lnTo>
                    <a:lnTo>
                      <a:pt x="29" y="106"/>
                    </a:lnTo>
                    <a:lnTo>
                      <a:pt x="48" y="110"/>
                    </a:lnTo>
                    <a:close/>
                  </a:path>
                </a:pathLst>
              </a:custGeom>
              <a:solidFill>
                <a:srgbClr val="000000"/>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346285" name="Freeform 173"/>
              <p:cNvSpPr/>
              <p:nvPr/>
            </p:nvSpPr>
            <p:spPr bwMode="auto">
              <a:xfrm>
                <a:off x="4850" y="2316"/>
                <a:ext cx="101" cy="29"/>
              </a:xfrm>
              <a:custGeom>
                <a:avLst/>
                <a:gdLst/>
                <a:ahLst/>
                <a:cxnLst>
                  <a:cxn ang="0">
                    <a:pos x="40" y="3"/>
                  </a:cxn>
                  <a:cxn ang="0">
                    <a:pos x="49" y="5"/>
                  </a:cxn>
                  <a:cxn ang="0">
                    <a:pos x="59" y="6"/>
                  </a:cxn>
                  <a:cxn ang="0">
                    <a:pos x="67" y="8"/>
                  </a:cxn>
                  <a:cxn ang="0">
                    <a:pos x="75" y="11"/>
                  </a:cxn>
                  <a:cxn ang="0">
                    <a:pos x="83" y="14"/>
                  </a:cxn>
                  <a:cxn ang="0">
                    <a:pos x="89" y="17"/>
                  </a:cxn>
                  <a:cxn ang="0">
                    <a:pos x="95" y="22"/>
                  </a:cxn>
                  <a:cxn ang="0">
                    <a:pos x="100" y="27"/>
                  </a:cxn>
                  <a:cxn ang="0">
                    <a:pos x="102" y="25"/>
                  </a:cxn>
                  <a:cxn ang="0">
                    <a:pos x="102" y="24"/>
                  </a:cxn>
                  <a:cxn ang="0">
                    <a:pos x="103" y="24"/>
                  </a:cxn>
                  <a:cxn ang="0">
                    <a:pos x="103" y="22"/>
                  </a:cxn>
                  <a:cxn ang="0">
                    <a:pos x="94" y="14"/>
                  </a:cxn>
                  <a:cxn ang="0">
                    <a:pos x="81" y="9"/>
                  </a:cxn>
                  <a:cxn ang="0">
                    <a:pos x="68" y="5"/>
                  </a:cxn>
                  <a:cxn ang="0">
                    <a:pos x="53" y="1"/>
                  </a:cxn>
                  <a:cxn ang="0">
                    <a:pos x="38" y="0"/>
                  </a:cxn>
                  <a:cxn ang="0">
                    <a:pos x="24" y="0"/>
                  </a:cxn>
                  <a:cxn ang="0">
                    <a:pos x="11" y="1"/>
                  </a:cxn>
                  <a:cxn ang="0">
                    <a:pos x="0" y="6"/>
                  </a:cxn>
                  <a:cxn ang="0">
                    <a:pos x="0" y="8"/>
                  </a:cxn>
                  <a:cxn ang="0">
                    <a:pos x="0" y="8"/>
                  </a:cxn>
                  <a:cxn ang="0">
                    <a:pos x="0" y="9"/>
                  </a:cxn>
                  <a:cxn ang="0">
                    <a:pos x="2" y="9"/>
                  </a:cxn>
                  <a:cxn ang="0">
                    <a:pos x="10" y="6"/>
                  </a:cxn>
                  <a:cxn ang="0">
                    <a:pos x="18" y="5"/>
                  </a:cxn>
                  <a:cxn ang="0">
                    <a:pos x="27" y="3"/>
                  </a:cxn>
                  <a:cxn ang="0">
                    <a:pos x="37" y="3"/>
                  </a:cxn>
                  <a:cxn ang="0">
                    <a:pos x="35" y="5"/>
                  </a:cxn>
                  <a:cxn ang="0">
                    <a:pos x="35" y="6"/>
                  </a:cxn>
                  <a:cxn ang="0">
                    <a:pos x="35" y="8"/>
                  </a:cxn>
                  <a:cxn ang="0">
                    <a:pos x="34" y="9"/>
                  </a:cxn>
                  <a:cxn ang="0">
                    <a:pos x="30" y="9"/>
                  </a:cxn>
                  <a:cxn ang="0">
                    <a:pos x="27" y="11"/>
                  </a:cxn>
                  <a:cxn ang="0">
                    <a:pos x="26" y="14"/>
                  </a:cxn>
                  <a:cxn ang="0">
                    <a:pos x="24" y="16"/>
                  </a:cxn>
                  <a:cxn ang="0">
                    <a:pos x="24" y="17"/>
                  </a:cxn>
                  <a:cxn ang="0">
                    <a:pos x="24" y="20"/>
                  </a:cxn>
                  <a:cxn ang="0">
                    <a:pos x="24" y="24"/>
                  </a:cxn>
                  <a:cxn ang="0">
                    <a:pos x="26" y="27"/>
                  </a:cxn>
                  <a:cxn ang="0">
                    <a:pos x="27" y="27"/>
                  </a:cxn>
                  <a:cxn ang="0">
                    <a:pos x="27" y="27"/>
                  </a:cxn>
                  <a:cxn ang="0">
                    <a:pos x="27" y="27"/>
                  </a:cxn>
                  <a:cxn ang="0">
                    <a:pos x="29" y="27"/>
                  </a:cxn>
                  <a:cxn ang="0">
                    <a:pos x="29" y="28"/>
                  </a:cxn>
                  <a:cxn ang="0">
                    <a:pos x="30" y="28"/>
                  </a:cxn>
                  <a:cxn ang="0">
                    <a:pos x="30" y="28"/>
                  </a:cxn>
                  <a:cxn ang="0">
                    <a:pos x="32" y="28"/>
                  </a:cxn>
                  <a:cxn ang="0">
                    <a:pos x="35" y="28"/>
                  </a:cxn>
                  <a:cxn ang="0">
                    <a:pos x="38" y="25"/>
                  </a:cxn>
                  <a:cxn ang="0">
                    <a:pos x="40" y="24"/>
                  </a:cxn>
                  <a:cxn ang="0">
                    <a:pos x="40" y="22"/>
                  </a:cxn>
                  <a:cxn ang="0">
                    <a:pos x="42" y="19"/>
                  </a:cxn>
                  <a:cxn ang="0">
                    <a:pos x="42" y="16"/>
                  </a:cxn>
                  <a:cxn ang="0">
                    <a:pos x="40" y="12"/>
                  </a:cxn>
                  <a:cxn ang="0">
                    <a:pos x="37" y="11"/>
                  </a:cxn>
                  <a:cxn ang="0">
                    <a:pos x="38" y="9"/>
                  </a:cxn>
                  <a:cxn ang="0">
                    <a:pos x="38" y="6"/>
                  </a:cxn>
                  <a:cxn ang="0">
                    <a:pos x="38" y="5"/>
                  </a:cxn>
                  <a:cxn ang="0">
                    <a:pos x="40" y="3"/>
                  </a:cxn>
                </a:cxnLst>
                <a:rect l="0" t="0" r="r" b="b"/>
                <a:pathLst>
                  <a:path w="103" h="28">
                    <a:moveTo>
                      <a:pt x="40" y="3"/>
                    </a:moveTo>
                    <a:lnTo>
                      <a:pt x="49" y="5"/>
                    </a:lnTo>
                    <a:lnTo>
                      <a:pt x="59" y="6"/>
                    </a:lnTo>
                    <a:lnTo>
                      <a:pt x="67" y="8"/>
                    </a:lnTo>
                    <a:lnTo>
                      <a:pt x="75" y="11"/>
                    </a:lnTo>
                    <a:lnTo>
                      <a:pt x="83" y="14"/>
                    </a:lnTo>
                    <a:lnTo>
                      <a:pt x="89" y="17"/>
                    </a:lnTo>
                    <a:lnTo>
                      <a:pt x="95" y="22"/>
                    </a:lnTo>
                    <a:lnTo>
                      <a:pt x="100" y="27"/>
                    </a:lnTo>
                    <a:lnTo>
                      <a:pt x="102" y="25"/>
                    </a:lnTo>
                    <a:lnTo>
                      <a:pt x="102" y="24"/>
                    </a:lnTo>
                    <a:lnTo>
                      <a:pt x="103" y="24"/>
                    </a:lnTo>
                    <a:lnTo>
                      <a:pt x="103" y="22"/>
                    </a:lnTo>
                    <a:lnTo>
                      <a:pt x="94" y="14"/>
                    </a:lnTo>
                    <a:lnTo>
                      <a:pt x="81" y="9"/>
                    </a:lnTo>
                    <a:lnTo>
                      <a:pt x="68" y="5"/>
                    </a:lnTo>
                    <a:lnTo>
                      <a:pt x="53" y="1"/>
                    </a:lnTo>
                    <a:lnTo>
                      <a:pt x="38" y="0"/>
                    </a:lnTo>
                    <a:lnTo>
                      <a:pt x="24" y="0"/>
                    </a:lnTo>
                    <a:lnTo>
                      <a:pt x="11" y="1"/>
                    </a:lnTo>
                    <a:lnTo>
                      <a:pt x="0" y="6"/>
                    </a:lnTo>
                    <a:lnTo>
                      <a:pt x="0" y="8"/>
                    </a:lnTo>
                    <a:lnTo>
                      <a:pt x="0" y="8"/>
                    </a:lnTo>
                    <a:lnTo>
                      <a:pt x="0" y="9"/>
                    </a:lnTo>
                    <a:lnTo>
                      <a:pt x="2" y="9"/>
                    </a:lnTo>
                    <a:lnTo>
                      <a:pt x="10" y="6"/>
                    </a:lnTo>
                    <a:lnTo>
                      <a:pt x="18" y="5"/>
                    </a:lnTo>
                    <a:lnTo>
                      <a:pt x="27" y="3"/>
                    </a:lnTo>
                    <a:lnTo>
                      <a:pt x="37" y="3"/>
                    </a:lnTo>
                    <a:lnTo>
                      <a:pt x="35" y="5"/>
                    </a:lnTo>
                    <a:lnTo>
                      <a:pt x="35" y="6"/>
                    </a:lnTo>
                    <a:lnTo>
                      <a:pt x="35" y="8"/>
                    </a:lnTo>
                    <a:lnTo>
                      <a:pt x="34" y="9"/>
                    </a:lnTo>
                    <a:lnTo>
                      <a:pt x="30" y="9"/>
                    </a:lnTo>
                    <a:lnTo>
                      <a:pt x="27" y="11"/>
                    </a:lnTo>
                    <a:lnTo>
                      <a:pt x="26" y="14"/>
                    </a:lnTo>
                    <a:lnTo>
                      <a:pt x="24" y="16"/>
                    </a:lnTo>
                    <a:lnTo>
                      <a:pt x="24" y="17"/>
                    </a:lnTo>
                    <a:lnTo>
                      <a:pt x="24" y="20"/>
                    </a:lnTo>
                    <a:lnTo>
                      <a:pt x="24" y="24"/>
                    </a:lnTo>
                    <a:lnTo>
                      <a:pt x="26" y="27"/>
                    </a:lnTo>
                    <a:lnTo>
                      <a:pt x="27" y="27"/>
                    </a:lnTo>
                    <a:lnTo>
                      <a:pt x="27" y="27"/>
                    </a:lnTo>
                    <a:lnTo>
                      <a:pt x="27" y="27"/>
                    </a:lnTo>
                    <a:lnTo>
                      <a:pt x="29" y="27"/>
                    </a:lnTo>
                    <a:lnTo>
                      <a:pt x="29" y="28"/>
                    </a:lnTo>
                    <a:lnTo>
                      <a:pt x="30" y="28"/>
                    </a:lnTo>
                    <a:lnTo>
                      <a:pt x="30" y="28"/>
                    </a:lnTo>
                    <a:lnTo>
                      <a:pt x="32" y="28"/>
                    </a:lnTo>
                    <a:lnTo>
                      <a:pt x="35" y="28"/>
                    </a:lnTo>
                    <a:lnTo>
                      <a:pt x="38" y="25"/>
                    </a:lnTo>
                    <a:lnTo>
                      <a:pt x="40" y="24"/>
                    </a:lnTo>
                    <a:lnTo>
                      <a:pt x="40" y="22"/>
                    </a:lnTo>
                    <a:lnTo>
                      <a:pt x="42" y="19"/>
                    </a:lnTo>
                    <a:lnTo>
                      <a:pt x="42" y="16"/>
                    </a:lnTo>
                    <a:lnTo>
                      <a:pt x="40" y="12"/>
                    </a:lnTo>
                    <a:lnTo>
                      <a:pt x="37" y="11"/>
                    </a:lnTo>
                    <a:lnTo>
                      <a:pt x="38" y="9"/>
                    </a:lnTo>
                    <a:lnTo>
                      <a:pt x="38" y="6"/>
                    </a:lnTo>
                    <a:lnTo>
                      <a:pt x="38" y="5"/>
                    </a:lnTo>
                    <a:lnTo>
                      <a:pt x="40" y="3"/>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286" name="Freeform 174"/>
              <p:cNvSpPr/>
              <p:nvPr/>
            </p:nvSpPr>
            <p:spPr bwMode="auto">
              <a:xfrm>
                <a:off x="4875" y="2341"/>
                <a:ext cx="3" cy="7"/>
              </a:xfrm>
              <a:custGeom>
                <a:avLst/>
                <a:gdLst/>
                <a:ahLst/>
                <a:cxnLst>
                  <a:cxn ang="0">
                    <a:pos x="0" y="0"/>
                  </a:cxn>
                  <a:cxn ang="0">
                    <a:pos x="1" y="0"/>
                  </a:cxn>
                  <a:cxn ang="0">
                    <a:pos x="1" y="0"/>
                  </a:cxn>
                  <a:cxn ang="0">
                    <a:pos x="1" y="0"/>
                  </a:cxn>
                  <a:cxn ang="0">
                    <a:pos x="3" y="0"/>
                  </a:cxn>
                  <a:cxn ang="0">
                    <a:pos x="3" y="1"/>
                  </a:cxn>
                  <a:cxn ang="0">
                    <a:pos x="4" y="1"/>
                  </a:cxn>
                  <a:cxn ang="0">
                    <a:pos x="4" y="1"/>
                  </a:cxn>
                  <a:cxn ang="0">
                    <a:pos x="6" y="1"/>
                  </a:cxn>
                  <a:cxn ang="0">
                    <a:pos x="6" y="3"/>
                  </a:cxn>
                  <a:cxn ang="0">
                    <a:pos x="6" y="3"/>
                  </a:cxn>
                  <a:cxn ang="0">
                    <a:pos x="4" y="4"/>
                  </a:cxn>
                  <a:cxn ang="0">
                    <a:pos x="3" y="6"/>
                  </a:cxn>
                  <a:cxn ang="0">
                    <a:pos x="1" y="6"/>
                  </a:cxn>
                  <a:cxn ang="0">
                    <a:pos x="0" y="6"/>
                  </a:cxn>
                  <a:cxn ang="0">
                    <a:pos x="0" y="4"/>
                  </a:cxn>
                  <a:cxn ang="0">
                    <a:pos x="0" y="4"/>
                  </a:cxn>
                  <a:cxn ang="0">
                    <a:pos x="0" y="3"/>
                  </a:cxn>
                  <a:cxn ang="0">
                    <a:pos x="0" y="1"/>
                  </a:cxn>
                  <a:cxn ang="0">
                    <a:pos x="0" y="0"/>
                  </a:cxn>
                </a:cxnLst>
                <a:rect l="0" t="0" r="r" b="b"/>
                <a:pathLst>
                  <a:path w="6" h="6">
                    <a:moveTo>
                      <a:pt x="0" y="0"/>
                    </a:moveTo>
                    <a:lnTo>
                      <a:pt x="1" y="0"/>
                    </a:lnTo>
                    <a:lnTo>
                      <a:pt x="1" y="0"/>
                    </a:lnTo>
                    <a:lnTo>
                      <a:pt x="1" y="0"/>
                    </a:lnTo>
                    <a:lnTo>
                      <a:pt x="3" y="0"/>
                    </a:lnTo>
                    <a:lnTo>
                      <a:pt x="3" y="1"/>
                    </a:lnTo>
                    <a:lnTo>
                      <a:pt x="4" y="1"/>
                    </a:lnTo>
                    <a:lnTo>
                      <a:pt x="4" y="1"/>
                    </a:lnTo>
                    <a:lnTo>
                      <a:pt x="6" y="1"/>
                    </a:lnTo>
                    <a:lnTo>
                      <a:pt x="6" y="3"/>
                    </a:lnTo>
                    <a:lnTo>
                      <a:pt x="6" y="3"/>
                    </a:lnTo>
                    <a:lnTo>
                      <a:pt x="4" y="4"/>
                    </a:lnTo>
                    <a:lnTo>
                      <a:pt x="3" y="6"/>
                    </a:lnTo>
                    <a:lnTo>
                      <a:pt x="1" y="6"/>
                    </a:lnTo>
                    <a:lnTo>
                      <a:pt x="0" y="6"/>
                    </a:lnTo>
                    <a:lnTo>
                      <a:pt x="0" y="4"/>
                    </a:lnTo>
                    <a:lnTo>
                      <a:pt x="0" y="4"/>
                    </a:lnTo>
                    <a:lnTo>
                      <a:pt x="0" y="3"/>
                    </a:lnTo>
                    <a:lnTo>
                      <a:pt x="0" y="1"/>
                    </a:lnTo>
                    <a:lnTo>
                      <a:pt x="0" y="0"/>
                    </a:lnTo>
                    <a:close/>
                  </a:path>
                </a:pathLst>
              </a:custGeom>
              <a:solidFill>
                <a:srgbClr val="7A1111"/>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346287" name="Freeform 175"/>
              <p:cNvSpPr/>
              <p:nvPr/>
            </p:nvSpPr>
            <p:spPr bwMode="auto">
              <a:xfrm>
                <a:off x="4996" y="2819"/>
                <a:ext cx="19" cy="14"/>
              </a:xfrm>
              <a:custGeom>
                <a:avLst/>
                <a:gdLst/>
                <a:ahLst/>
                <a:cxnLst>
                  <a:cxn ang="0">
                    <a:pos x="0" y="0"/>
                  </a:cxn>
                  <a:cxn ang="0">
                    <a:pos x="0" y="0"/>
                  </a:cxn>
                  <a:cxn ang="0">
                    <a:pos x="0" y="9"/>
                  </a:cxn>
                  <a:cxn ang="0">
                    <a:pos x="0" y="14"/>
                  </a:cxn>
                  <a:cxn ang="0">
                    <a:pos x="0" y="15"/>
                  </a:cxn>
                  <a:cxn ang="0">
                    <a:pos x="8" y="15"/>
                  </a:cxn>
                  <a:cxn ang="0">
                    <a:pos x="8" y="15"/>
                  </a:cxn>
                  <a:cxn ang="0">
                    <a:pos x="16" y="15"/>
                  </a:cxn>
                  <a:cxn ang="0">
                    <a:pos x="16" y="14"/>
                  </a:cxn>
                  <a:cxn ang="0">
                    <a:pos x="16" y="9"/>
                  </a:cxn>
                  <a:cxn ang="0">
                    <a:pos x="16" y="0"/>
                  </a:cxn>
                  <a:cxn ang="0">
                    <a:pos x="16" y="0"/>
                  </a:cxn>
                  <a:cxn ang="0">
                    <a:pos x="0" y="0"/>
                  </a:cxn>
                </a:cxnLst>
                <a:rect l="0" t="0" r="r" b="b"/>
                <a:pathLst>
                  <a:path w="16" h="15">
                    <a:moveTo>
                      <a:pt x="0" y="0"/>
                    </a:moveTo>
                    <a:lnTo>
                      <a:pt x="0" y="0"/>
                    </a:lnTo>
                    <a:lnTo>
                      <a:pt x="0" y="9"/>
                    </a:lnTo>
                    <a:lnTo>
                      <a:pt x="0" y="14"/>
                    </a:lnTo>
                    <a:lnTo>
                      <a:pt x="0" y="15"/>
                    </a:lnTo>
                    <a:lnTo>
                      <a:pt x="8" y="15"/>
                    </a:lnTo>
                    <a:lnTo>
                      <a:pt x="8" y="15"/>
                    </a:lnTo>
                    <a:lnTo>
                      <a:pt x="16" y="15"/>
                    </a:lnTo>
                    <a:lnTo>
                      <a:pt x="16" y="14"/>
                    </a:lnTo>
                    <a:lnTo>
                      <a:pt x="16" y="9"/>
                    </a:lnTo>
                    <a:lnTo>
                      <a:pt x="16" y="0"/>
                    </a:lnTo>
                    <a:lnTo>
                      <a:pt x="16" y="0"/>
                    </a:lnTo>
                    <a:lnTo>
                      <a:pt x="0" y="0"/>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288" name="Freeform 176"/>
              <p:cNvSpPr/>
              <p:nvPr/>
            </p:nvSpPr>
            <p:spPr bwMode="auto">
              <a:xfrm>
                <a:off x="4803" y="2726"/>
                <a:ext cx="212" cy="93"/>
              </a:xfrm>
              <a:custGeom>
                <a:avLst/>
                <a:gdLst/>
                <a:ahLst/>
                <a:cxnLst>
                  <a:cxn ang="0">
                    <a:pos x="16" y="94"/>
                  </a:cxn>
                  <a:cxn ang="0">
                    <a:pos x="16" y="94"/>
                  </a:cxn>
                  <a:cxn ang="0">
                    <a:pos x="23" y="59"/>
                  </a:cxn>
                  <a:cxn ang="0">
                    <a:pos x="43" y="35"/>
                  </a:cxn>
                  <a:cxn ang="0">
                    <a:pos x="72" y="21"/>
                  </a:cxn>
                  <a:cxn ang="0">
                    <a:pos x="107" y="16"/>
                  </a:cxn>
                  <a:cxn ang="0">
                    <a:pos x="140" y="21"/>
                  </a:cxn>
                  <a:cxn ang="0">
                    <a:pos x="168" y="37"/>
                  </a:cxn>
                  <a:cxn ang="0">
                    <a:pos x="189" y="60"/>
                  </a:cxn>
                  <a:cxn ang="0">
                    <a:pos x="195" y="94"/>
                  </a:cxn>
                  <a:cxn ang="0">
                    <a:pos x="211" y="94"/>
                  </a:cxn>
                  <a:cxn ang="0">
                    <a:pos x="202" y="54"/>
                  </a:cxn>
                  <a:cxn ang="0">
                    <a:pos x="178" y="24"/>
                  </a:cxn>
                  <a:cxn ang="0">
                    <a:pos x="143" y="5"/>
                  </a:cxn>
                  <a:cxn ang="0">
                    <a:pos x="107" y="0"/>
                  </a:cxn>
                  <a:cxn ang="0">
                    <a:pos x="69" y="5"/>
                  </a:cxn>
                  <a:cxn ang="0">
                    <a:pos x="34" y="23"/>
                  </a:cxn>
                  <a:cxn ang="0">
                    <a:pos x="10" y="53"/>
                  </a:cxn>
                  <a:cxn ang="0">
                    <a:pos x="0" y="94"/>
                  </a:cxn>
                  <a:cxn ang="0">
                    <a:pos x="0" y="94"/>
                  </a:cxn>
                  <a:cxn ang="0">
                    <a:pos x="16" y="94"/>
                  </a:cxn>
                </a:cxnLst>
                <a:rect l="0" t="0" r="r" b="b"/>
                <a:pathLst>
                  <a:path w="211" h="94">
                    <a:moveTo>
                      <a:pt x="16" y="94"/>
                    </a:moveTo>
                    <a:lnTo>
                      <a:pt x="16" y="94"/>
                    </a:lnTo>
                    <a:lnTo>
                      <a:pt x="23" y="59"/>
                    </a:lnTo>
                    <a:lnTo>
                      <a:pt x="43" y="35"/>
                    </a:lnTo>
                    <a:lnTo>
                      <a:pt x="72" y="21"/>
                    </a:lnTo>
                    <a:lnTo>
                      <a:pt x="107" y="16"/>
                    </a:lnTo>
                    <a:lnTo>
                      <a:pt x="140" y="21"/>
                    </a:lnTo>
                    <a:lnTo>
                      <a:pt x="168" y="37"/>
                    </a:lnTo>
                    <a:lnTo>
                      <a:pt x="189" y="60"/>
                    </a:lnTo>
                    <a:lnTo>
                      <a:pt x="195" y="94"/>
                    </a:lnTo>
                    <a:lnTo>
                      <a:pt x="211" y="94"/>
                    </a:lnTo>
                    <a:lnTo>
                      <a:pt x="202" y="54"/>
                    </a:lnTo>
                    <a:lnTo>
                      <a:pt x="178" y="24"/>
                    </a:lnTo>
                    <a:lnTo>
                      <a:pt x="143" y="5"/>
                    </a:lnTo>
                    <a:lnTo>
                      <a:pt x="107" y="0"/>
                    </a:lnTo>
                    <a:lnTo>
                      <a:pt x="69" y="5"/>
                    </a:lnTo>
                    <a:lnTo>
                      <a:pt x="34" y="23"/>
                    </a:lnTo>
                    <a:lnTo>
                      <a:pt x="10" y="53"/>
                    </a:lnTo>
                    <a:lnTo>
                      <a:pt x="0" y="94"/>
                    </a:lnTo>
                    <a:lnTo>
                      <a:pt x="0" y="94"/>
                    </a:lnTo>
                    <a:lnTo>
                      <a:pt x="16" y="94"/>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289" name="Freeform 177"/>
              <p:cNvSpPr/>
              <p:nvPr/>
            </p:nvSpPr>
            <p:spPr bwMode="auto">
              <a:xfrm>
                <a:off x="4803" y="2819"/>
                <a:ext cx="16" cy="21"/>
              </a:xfrm>
              <a:custGeom>
                <a:avLst/>
                <a:gdLst/>
                <a:ahLst/>
                <a:cxnLst>
                  <a:cxn ang="0">
                    <a:pos x="8" y="8"/>
                  </a:cxn>
                  <a:cxn ang="0">
                    <a:pos x="8" y="15"/>
                  </a:cxn>
                  <a:cxn ang="0">
                    <a:pos x="16" y="15"/>
                  </a:cxn>
                  <a:cxn ang="0">
                    <a:pos x="16" y="14"/>
                  </a:cxn>
                  <a:cxn ang="0">
                    <a:pos x="16" y="9"/>
                  </a:cxn>
                  <a:cxn ang="0">
                    <a:pos x="16" y="0"/>
                  </a:cxn>
                  <a:cxn ang="0">
                    <a:pos x="0" y="0"/>
                  </a:cxn>
                  <a:cxn ang="0">
                    <a:pos x="0" y="9"/>
                  </a:cxn>
                  <a:cxn ang="0">
                    <a:pos x="0" y="14"/>
                  </a:cxn>
                  <a:cxn ang="0">
                    <a:pos x="0" y="15"/>
                  </a:cxn>
                  <a:cxn ang="0">
                    <a:pos x="8" y="15"/>
                  </a:cxn>
                  <a:cxn ang="0">
                    <a:pos x="8" y="23"/>
                  </a:cxn>
                  <a:cxn ang="0">
                    <a:pos x="0" y="15"/>
                  </a:cxn>
                  <a:cxn ang="0">
                    <a:pos x="0" y="23"/>
                  </a:cxn>
                  <a:cxn ang="0">
                    <a:pos x="8" y="23"/>
                  </a:cxn>
                  <a:cxn ang="0">
                    <a:pos x="8" y="8"/>
                  </a:cxn>
                </a:cxnLst>
                <a:rect l="0" t="0" r="r" b="b"/>
                <a:pathLst>
                  <a:path w="16" h="23">
                    <a:moveTo>
                      <a:pt x="8" y="8"/>
                    </a:moveTo>
                    <a:lnTo>
                      <a:pt x="8" y="15"/>
                    </a:lnTo>
                    <a:lnTo>
                      <a:pt x="16" y="15"/>
                    </a:lnTo>
                    <a:lnTo>
                      <a:pt x="16" y="14"/>
                    </a:lnTo>
                    <a:lnTo>
                      <a:pt x="16" y="9"/>
                    </a:lnTo>
                    <a:lnTo>
                      <a:pt x="16" y="0"/>
                    </a:lnTo>
                    <a:lnTo>
                      <a:pt x="0" y="0"/>
                    </a:lnTo>
                    <a:lnTo>
                      <a:pt x="0" y="9"/>
                    </a:lnTo>
                    <a:lnTo>
                      <a:pt x="0" y="14"/>
                    </a:lnTo>
                    <a:lnTo>
                      <a:pt x="0" y="15"/>
                    </a:lnTo>
                    <a:lnTo>
                      <a:pt x="8" y="15"/>
                    </a:lnTo>
                    <a:lnTo>
                      <a:pt x="8" y="23"/>
                    </a:lnTo>
                    <a:lnTo>
                      <a:pt x="0" y="15"/>
                    </a:lnTo>
                    <a:lnTo>
                      <a:pt x="0" y="23"/>
                    </a:lnTo>
                    <a:lnTo>
                      <a:pt x="8" y="23"/>
                    </a:lnTo>
                    <a:lnTo>
                      <a:pt x="8"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290" name="Freeform 178"/>
              <p:cNvSpPr/>
              <p:nvPr/>
            </p:nvSpPr>
            <p:spPr bwMode="auto">
              <a:xfrm>
                <a:off x="4812" y="2826"/>
                <a:ext cx="203" cy="14"/>
              </a:xfrm>
              <a:custGeom>
                <a:avLst/>
                <a:gdLst/>
                <a:ahLst/>
                <a:cxnLst>
                  <a:cxn ang="0">
                    <a:pos x="187" y="7"/>
                  </a:cxn>
                  <a:cxn ang="0">
                    <a:pos x="195" y="0"/>
                  </a:cxn>
                  <a:cxn ang="0">
                    <a:pos x="0" y="0"/>
                  </a:cxn>
                  <a:cxn ang="0">
                    <a:pos x="0" y="15"/>
                  </a:cxn>
                  <a:cxn ang="0">
                    <a:pos x="195" y="15"/>
                  </a:cxn>
                  <a:cxn ang="0">
                    <a:pos x="203" y="7"/>
                  </a:cxn>
                  <a:cxn ang="0">
                    <a:pos x="195" y="15"/>
                  </a:cxn>
                  <a:cxn ang="0">
                    <a:pos x="203" y="15"/>
                  </a:cxn>
                  <a:cxn ang="0">
                    <a:pos x="203" y="7"/>
                  </a:cxn>
                  <a:cxn ang="0">
                    <a:pos x="187" y="7"/>
                  </a:cxn>
                </a:cxnLst>
                <a:rect l="0" t="0" r="r" b="b"/>
                <a:pathLst>
                  <a:path w="203" h="15">
                    <a:moveTo>
                      <a:pt x="187" y="7"/>
                    </a:moveTo>
                    <a:lnTo>
                      <a:pt x="195" y="0"/>
                    </a:lnTo>
                    <a:lnTo>
                      <a:pt x="0" y="0"/>
                    </a:lnTo>
                    <a:lnTo>
                      <a:pt x="0" y="15"/>
                    </a:lnTo>
                    <a:lnTo>
                      <a:pt x="195" y="15"/>
                    </a:lnTo>
                    <a:lnTo>
                      <a:pt x="203" y="7"/>
                    </a:lnTo>
                    <a:lnTo>
                      <a:pt x="195" y="15"/>
                    </a:lnTo>
                    <a:lnTo>
                      <a:pt x="203" y="15"/>
                    </a:lnTo>
                    <a:lnTo>
                      <a:pt x="203" y="7"/>
                    </a:lnTo>
                    <a:lnTo>
                      <a:pt x="187" y="7"/>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291" name="Freeform 179"/>
              <p:cNvSpPr/>
              <p:nvPr/>
            </p:nvSpPr>
            <p:spPr bwMode="auto">
              <a:xfrm>
                <a:off x="4901" y="2734"/>
                <a:ext cx="13" cy="100"/>
              </a:xfrm>
              <a:custGeom>
                <a:avLst/>
                <a:gdLst/>
                <a:ahLst/>
                <a:cxnLst>
                  <a:cxn ang="0">
                    <a:pos x="8" y="101"/>
                  </a:cxn>
                  <a:cxn ang="0">
                    <a:pos x="16" y="101"/>
                  </a:cxn>
                  <a:cxn ang="0">
                    <a:pos x="16" y="0"/>
                  </a:cxn>
                  <a:cxn ang="0">
                    <a:pos x="0" y="0"/>
                  </a:cxn>
                  <a:cxn ang="0">
                    <a:pos x="0" y="101"/>
                  </a:cxn>
                  <a:cxn ang="0">
                    <a:pos x="8" y="101"/>
                  </a:cxn>
                </a:cxnLst>
                <a:rect l="0" t="0" r="r" b="b"/>
                <a:pathLst>
                  <a:path w="16" h="101">
                    <a:moveTo>
                      <a:pt x="8" y="101"/>
                    </a:moveTo>
                    <a:lnTo>
                      <a:pt x="16" y="101"/>
                    </a:lnTo>
                    <a:lnTo>
                      <a:pt x="16" y="0"/>
                    </a:lnTo>
                    <a:lnTo>
                      <a:pt x="0" y="0"/>
                    </a:lnTo>
                    <a:lnTo>
                      <a:pt x="0" y="101"/>
                    </a:lnTo>
                    <a:lnTo>
                      <a:pt x="8" y="101"/>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292" name="Freeform 180"/>
              <p:cNvSpPr/>
              <p:nvPr/>
            </p:nvSpPr>
            <p:spPr bwMode="auto">
              <a:xfrm>
                <a:off x="4904" y="2755"/>
                <a:ext cx="86" cy="86"/>
              </a:xfrm>
              <a:custGeom>
                <a:avLst/>
                <a:gdLst/>
                <a:ahLst/>
                <a:cxnLst>
                  <a:cxn ang="0">
                    <a:pos x="5" y="79"/>
                  </a:cxn>
                  <a:cxn ang="0">
                    <a:pos x="10" y="84"/>
                  </a:cxn>
                  <a:cxn ang="0">
                    <a:pos x="87" y="10"/>
                  </a:cxn>
                  <a:cxn ang="0">
                    <a:pos x="78" y="0"/>
                  </a:cxn>
                  <a:cxn ang="0">
                    <a:pos x="0" y="75"/>
                  </a:cxn>
                  <a:cxn ang="0">
                    <a:pos x="5" y="79"/>
                  </a:cxn>
                </a:cxnLst>
                <a:rect l="0" t="0" r="r" b="b"/>
                <a:pathLst>
                  <a:path w="87" h="84">
                    <a:moveTo>
                      <a:pt x="5" y="79"/>
                    </a:moveTo>
                    <a:lnTo>
                      <a:pt x="10" y="84"/>
                    </a:lnTo>
                    <a:lnTo>
                      <a:pt x="87" y="10"/>
                    </a:lnTo>
                    <a:lnTo>
                      <a:pt x="78" y="0"/>
                    </a:lnTo>
                    <a:lnTo>
                      <a:pt x="0" y="75"/>
                    </a:lnTo>
                    <a:lnTo>
                      <a:pt x="5" y="79"/>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293" name="Freeform 181"/>
              <p:cNvSpPr/>
              <p:nvPr/>
            </p:nvSpPr>
            <p:spPr bwMode="auto">
              <a:xfrm>
                <a:off x="4828" y="2755"/>
                <a:ext cx="86" cy="86"/>
              </a:xfrm>
              <a:custGeom>
                <a:avLst/>
                <a:gdLst/>
                <a:ahLst/>
                <a:cxnLst>
                  <a:cxn ang="0">
                    <a:pos x="78" y="80"/>
                  </a:cxn>
                  <a:cxn ang="0">
                    <a:pos x="83" y="76"/>
                  </a:cxn>
                  <a:cxn ang="0">
                    <a:pos x="10" y="0"/>
                  </a:cxn>
                  <a:cxn ang="0">
                    <a:pos x="0" y="9"/>
                  </a:cxn>
                  <a:cxn ang="0">
                    <a:pos x="73" y="85"/>
                  </a:cxn>
                  <a:cxn ang="0">
                    <a:pos x="78" y="80"/>
                  </a:cxn>
                </a:cxnLst>
                <a:rect l="0" t="0" r="r" b="b"/>
                <a:pathLst>
                  <a:path w="83" h="85">
                    <a:moveTo>
                      <a:pt x="78" y="80"/>
                    </a:moveTo>
                    <a:lnTo>
                      <a:pt x="83" y="76"/>
                    </a:lnTo>
                    <a:lnTo>
                      <a:pt x="10" y="0"/>
                    </a:lnTo>
                    <a:lnTo>
                      <a:pt x="0" y="9"/>
                    </a:lnTo>
                    <a:lnTo>
                      <a:pt x="73" y="85"/>
                    </a:lnTo>
                    <a:lnTo>
                      <a:pt x="78" y="80"/>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grpSp>
        <p:sp>
          <p:nvSpPr>
            <p:cNvPr id="28182" name="Text Box 182"/>
            <p:cNvSpPr txBox="1"/>
            <p:nvPr/>
          </p:nvSpPr>
          <p:spPr>
            <a:xfrm>
              <a:off x="4729" y="650"/>
              <a:ext cx="804" cy="845"/>
            </a:xfrm>
            <a:prstGeom prst="rect">
              <a:avLst/>
            </a:prstGeom>
            <a:noFill/>
            <a:ln w="12700">
              <a:noFill/>
            </a:ln>
          </p:spPr>
          <p:txBody>
            <a:bodyPr wrap="none">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ct val="0"/>
                </a:spcBef>
                <a:spcAft>
                  <a:spcPts val="590"/>
                </a:spcAft>
                <a:buSzPct val="80000"/>
                <a:buNone/>
              </a:pPr>
              <a:endParaRPr lang="zh-CN" altLang="en-US" sz="2800" dirty="0">
                <a:ea typeface="宋体" pitchFamily="2" charset="-122"/>
              </a:endParaRPr>
            </a:p>
          </p:txBody>
        </p:sp>
      </p:grpSp>
      <p:grpSp>
        <p:nvGrpSpPr>
          <p:cNvPr id="14" name="Group 183"/>
          <p:cNvGrpSpPr/>
          <p:nvPr/>
        </p:nvGrpSpPr>
        <p:grpSpPr>
          <a:xfrm>
            <a:off x="3595688" y="4589463"/>
            <a:ext cx="536575" cy="846137"/>
            <a:chOff x="4368" y="0"/>
            <a:chExt cx="1392" cy="1495"/>
          </a:xfrm>
        </p:grpSpPr>
        <p:grpSp>
          <p:nvGrpSpPr>
            <p:cNvPr id="28147" name="Group 184"/>
            <p:cNvGrpSpPr/>
            <p:nvPr/>
          </p:nvGrpSpPr>
          <p:grpSpPr>
            <a:xfrm>
              <a:off x="4368" y="0"/>
              <a:ext cx="1392" cy="1056"/>
              <a:chOff x="4368" y="2016"/>
              <a:chExt cx="1072" cy="1344"/>
            </a:xfrm>
          </p:grpSpPr>
          <p:sp>
            <p:nvSpPr>
              <p:cNvPr id="346297" name="Freeform 185"/>
              <p:cNvSpPr/>
              <p:nvPr/>
            </p:nvSpPr>
            <p:spPr bwMode="auto">
              <a:xfrm>
                <a:off x="4457" y="2462"/>
                <a:ext cx="898" cy="825"/>
              </a:xfrm>
              <a:custGeom>
                <a:avLst/>
                <a:gdLst/>
                <a:ahLst/>
                <a:cxnLst>
                  <a:cxn ang="0">
                    <a:pos x="445" y="0"/>
                  </a:cxn>
                  <a:cxn ang="0">
                    <a:pos x="897" y="293"/>
                  </a:cxn>
                  <a:cxn ang="0">
                    <a:pos x="897" y="829"/>
                  </a:cxn>
                  <a:cxn ang="0">
                    <a:pos x="601" y="829"/>
                  </a:cxn>
                  <a:cxn ang="0">
                    <a:pos x="296" y="829"/>
                  </a:cxn>
                  <a:cxn ang="0">
                    <a:pos x="0" y="829"/>
                  </a:cxn>
                  <a:cxn ang="0">
                    <a:pos x="0" y="293"/>
                  </a:cxn>
                  <a:cxn ang="0">
                    <a:pos x="445" y="0"/>
                  </a:cxn>
                </a:cxnLst>
                <a:rect l="0" t="0" r="r" b="b"/>
                <a:pathLst>
                  <a:path w="897" h="829">
                    <a:moveTo>
                      <a:pt x="445" y="0"/>
                    </a:moveTo>
                    <a:lnTo>
                      <a:pt x="897" y="293"/>
                    </a:lnTo>
                    <a:lnTo>
                      <a:pt x="897" y="829"/>
                    </a:lnTo>
                    <a:lnTo>
                      <a:pt x="601" y="829"/>
                    </a:lnTo>
                    <a:lnTo>
                      <a:pt x="296" y="829"/>
                    </a:lnTo>
                    <a:lnTo>
                      <a:pt x="0" y="829"/>
                    </a:lnTo>
                    <a:lnTo>
                      <a:pt x="0" y="293"/>
                    </a:lnTo>
                    <a:lnTo>
                      <a:pt x="445" y="0"/>
                    </a:lnTo>
                    <a:close/>
                  </a:path>
                </a:pathLst>
              </a:custGeom>
              <a:solidFill>
                <a:srgbClr val="0000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346298" name="Freeform 186"/>
              <p:cNvSpPr/>
              <p:nvPr/>
            </p:nvSpPr>
            <p:spPr bwMode="auto">
              <a:xfrm>
                <a:off x="4368" y="2462"/>
                <a:ext cx="415" cy="289"/>
              </a:xfrm>
              <a:custGeom>
                <a:avLst/>
                <a:gdLst/>
                <a:ahLst/>
                <a:cxnLst>
                  <a:cxn ang="0">
                    <a:pos x="0" y="288"/>
                  </a:cxn>
                  <a:cxn ang="0">
                    <a:pos x="416" y="32"/>
                  </a:cxn>
                  <a:cxn ang="0">
                    <a:pos x="416" y="27"/>
                  </a:cxn>
                  <a:cxn ang="0">
                    <a:pos x="416" y="19"/>
                  </a:cxn>
                  <a:cxn ang="0">
                    <a:pos x="416" y="9"/>
                  </a:cxn>
                  <a:cxn ang="0">
                    <a:pos x="416" y="0"/>
                  </a:cxn>
                  <a:cxn ang="0">
                    <a:pos x="0" y="254"/>
                  </a:cxn>
                  <a:cxn ang="0">
                    <a:pos x="0" y="288"/>
                  </a:cxn>
                </a:cxnLst>
                <a:rect l="0" t="0" r="r" b="b"/>
                <a:pathLst>
                  <a:path w="416" h="288">
                    <a:moveTo>
                      <a:pt x="0" y="288"/>
                    </a:moveTo>
                    <a:lnTo>
                      <a:pt x="416" y="32"/>
                    </a:lnTo>
                    <a:lnTo>
                      <a:pt x="416" y="27"/>
                    </a:lnTo>
                    <a:lnTo>
                      <a:pt x="416" y="19"/>
                    </a:lnTo>
                    <a:lnTo>
                      <a:pt x="416" y="9"/>
                    </a:lnTo>
                    <a:lnTo>
                      <a:pt x="416" y="0"/>
                    </a:lnTo>
                    <a:lnTo>
                      <a:pt x="0" y="254"/>
                    </a:lnTo>
                    <a:lnTo>
                      <a:pt x="0" y="288"/>
                    </a:lnTo>
                    <a:close/>
                  </a:path>
                </a:pathLst>
              </a:custGeom>
              <a:solidFill>
                <a:srgbClr val="000000"/>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346299" name="Rectangle 187"/>
              <p:cNvSpPr>
                <a:spLocks noChangeArrowheads="1"/>
              </p:cNvSpPr>
              <p:nvPr/>
            </p:nvSpPr>
            <p:spPr bwMode="auto">
              <a:xfrm>
                <a:off x="4457" y="3330"/>
                <a:ext cx="898" cy="29"/>
              </a:xfrm>
              <a:prstGeom prst="rect">
                <a:avLst/>
              </a:prstGeom>
              <a:solidFill>
                <a:srgbClr val="000000"/>
              </a:solidFill>
              <a:ln w="9525">
                <a:noFill/>
                <a:miter lim="800000"/>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346300" name="Freeform 188"/>
              <p:cNvSpPr/>
              <p:nvPr/>
            </p:nvSpPr>
            <p:spPr bwMode="auto">
              <a:xfrm>
                <a:off x="4787" y="2170"/>
                <a:ext cx="241" cy="328"/>
              </a:xfrm>
              <a:custGeom>
                <a:avLst/>
                <a:gdLst/>
                <a:ahLst/>
                <a:cxnLst>
                  <a:cxn ang="0">
                    <a:pos x="242" y="327"/>
                  </a:cxn>
                  <a:cxn ang="0">
                    <a:pos x="242" y="0"/>
                  </a:cxn>
                  <a:cxn ang="0">
                    <a:pos x="0" y="0"/>
                  </a:cxn>
                  <a:cxn ang="0">
                    <a:pos x="0" y="321"/>
                  </a:cxn>
                  <a:cxn ang="0">
                    <a:pos x="116" y="240"/>
                  </a:cxn>
                  <a:cxn ang="0">
                    <a:pos x="242" y="327"/>
                  </a:cxn>
                </a:cxnLst>
                <a:rect l="0" t="0" r="r" b="b"/>
                <a:pathLst>
                  <a:path w="242" h="327">
                    <a:moveTo>
                      <a:pt x="242" y="327"/>
                    </a:moveTo>
                    <a:lnTo>
                      <a:pt x="242" y="0"/>
                    </a:lnTo>
                    <a:lnTo>
                      <a:pt x="0" y="0"/>
                    </a:lnTo>
                    <a:lnTo>
                      <a:pt x="0" y="321"/>
                    </a:lnTo>
                    <a:lnTo>
                      <a:pt x="116" y="240"/>
                    </a:lnTo>
                    <a:lnTo>
                      <a:pt x="242" y="327"/>
                    </a:lnTo>
                    <a:close/>
                  </a:path>
                </a:pathLst>
              </a:custGeom>
              <a:solidFill>
                <a:srgbClr val="000000"/>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346301" name="Freeform 189"/>
              <p:cNvSpPr/>
              <p:nvPr/>
            </p:nvSpPr>
            <p:spPr bwMode="auto">
              <a:xfrm>
                <a:off x="4723" y="2016"/>
                <a:ext cx="358" cy="125"/>
              </a:xfrm>
              <a:custGeom>
                <a:avLst/>
                <a:gdLst/>
                <a:ahLst/>
                <a:cxnLst>
                  <a:cxn ang="0">
                    <a:pos x="181" y="0"/>
                  </a:cxn>
                  <a:cxn ang="0">
                    <a:pos x="0" y="126"/>
                  </a:cxn>
                  <a:cxn ang="0">
                    <a:pos x="361" y="126"/>
                  </a:cxn>
                  <a:cxn ang="0">
                    <a:pos x="181" y="0"/>
                  </a:cxn>
                </a:cxnLst>
                <a:rect l="0" t="0" r="r" b="b"/>
                <a:pathLst>
                  <a:path w="361" h="126">
                    <a:moveTo>
                      <a:pt x="181" y="0"/>
                    </a:moveTo>
                    <a:lnTo>
                      <a:pt x="0" y="126"/>
                    </a:lnTo>
                    <a:lnTo>
                      <a:pt x="361" y="126"/>
                    </a:lnTo>
                    <a:lnTo>
                      <a:pt x="181" y="0"/>
                    </a:lnTo>
                    <a:close/>
                  </a:path>
                </a:pathLst>
              </a:custGeom>
              <a:solidFill>
                <a:srgbClr val="000000"/>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346302" name="Freeform 190"/>
              <p:cNvSpPr/>
              <p:nvPr/>
            </p:nvSpPr>
            <p:spPr bwMode="auto">
              <a:xfrm>
                <a:off x="5028" y="2469"/>
                <a:ext cx="412" cy="282"/>
              </a:xfrm>
              <a:custGeom>
                <a:avLst/>
                <a:gdLst/>
                <a:ahLst/>
                <a:cxnLst>
                  <a:cxn ang="0">
                    <a:pos x="413" y="287"/>
                  </a:cxn>
                  <a:cxn ang="0">
                    <a:pos x="0" y="31"/>
                  </a:cxn>
                  <a:cxn ang="0">
                    <a:pos x="0" y="25"/>
                  </a:cxn>
                  <a:cxn ang="0">
                    <a:pos x="0" y="17"/>
                  </a:cxn>
                  <a:cxn ang="0">
                    <a:pos x="0" y="9"/>
                  </a:cxn>
                  <a:cxn ang="0">
                    <a:pos x="0" y="0"/>
                  </a:cxn>
                  <a:cxn ang="0">
                    <a:pos x="413" y="253"/>
                  </a:cxn>
                  <a:cxn ang="0">
                    <a:pos x="413" y="287"/>
                  </a:cxn>
                </a:cxnLst>
                <a:rect l="0" t="0" r="r" b="b"/>
                <a:pathLst>
                  <a:path w="413" h="287">
                    <a:moveTo>
                      <a:pt x="413" y="287"/>
                    </a:moveTo>
                    <a:lnTo>
                      <a:pt x="0" y="31"/>
                    </a:lnTo>
                    <a:lnTo>
                      <a:pt x="0" y="25"/>
                    </a:lnTo>
                    <a:lnTo>
                      <a:pt x="0" y="17"/>
                    </a:lnTo>
                    <a:lnTo>
                      <a:pt x="0" y="9"/>
                    </a:lnTo>
                    <a:lnTo>
                      <a:pt x="0" y="0"/>
                    </a:lnTo>
                    <a:lnTo>
                      <a:pt x="413" y="253"/>
                    </a:lnTo>
                    <a:lnTo>
                      <a:pt x="413" y="287"/>
                    </a:lnTo>
                    <a:close/>
                  </a:path>
                </a:pathLst>
              </a:custGeom>
              <a:solidFill>
                <a:srgbClr val="000000"/>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346303" name="Freeform 191"/>
              <p:cNvSpPr/>
              <p:nvPr/>
            </p:nvSpPr>
            <p:spPr bwMode="auto">
              <a:xfrm>
                <a:off x="4841" y="2209"/>
                <a:ext cx="127" cy="164"/>
              </a:xfrm>
              <a:custGeom>
                <a:avLst/>
                <a:gdLst/>
                <a:ahLst/>
                <a:cxnLst>
                  <a:cxn ang="0">
                    <a:pos x="65" y="0"/>
                  </a:cxn>
                  <a:cxn ang="0">
                    <a:pos x="51" y="1"/>
                  </a:cxn>
                  <a:cxn ang="0">
                    <a:pos x="38" y="6"/>
                  </a:cxn>
                  <a:cxn ang="0">
                    <a:pos x="27" y="13"/>
                  </a:cxn>
                  <a:cxn ang="0">
                    <a:pos x="17" y="20"/>
                  </a:cxn>
                  <a:cxn ang="0">
                    <a:pos x="9" y="32"/>
                  </a:cxn>
                  <a:cxn ang="0">
                    <a:pos x="5" y="44"/>
                  </a:cxn>
                  <a:cxn ang="0">
                    <a:pos x="1" y="58"/>
                  </a:cxn>
                  <a:cxn ang="0">
                    <a:pos x="0" y="74"/>
                  </a:cxn>
                  <a:cxn ang="0">
                    <a:pos x="0" y="103"/>
                  </a:cxn>
                  <a:cxn ang="0">
                    <a:pos x="0" y="126"/>
                  </a:cxn>
                  <a:cxn ang="0">
                    <a:pos x="0" y="145"/>
                  </a:cxn>
                  <a:cxn ang="0">
                    <a:pos x="0" y="164"/>
                  </a:cxn>
                  <a:cxn ang="0">
                    <a:pos x="27" y="164"/>
                  </a:cxn>
                  <a:cxn ang="0">
                    <a:pos x="44" y="164"/>
                  </a:cxn>
                  <a:cxn ang="0">
                    <a:pos x="55" y="164"/>
                  </a:cxn>
                  <a:cxn ang="0">
                    <a:pos x="63" y="164"/>
                  </a:cxn>
                  <a:cxn ang="0">
                    <a:pos x="71" y="164"/>
                  </a:cxn>
                  <a:cxn ang="0">
                    <a:pos x="82" y="164"/>
                  </a:cxn>
                  <a:cxn ang="0">
                    <a:pos x="100" y="164"/>
                  </a:cxn>
                  <a:cxn ang="0">
                    <a:pos x="127" y="164"/>
                  </a:cxn>
                  <a:cxn ang="0">
                    <a:pos x="127" y="139"/>
                  </a:cxn>
                  <a:cxn ang="0">
                    <a:pos x="127" y="114"/>
                  </a:cxn>
                  <a:cxn ang="0">
                    <a:pos x="127" y="90"/>
                  </a:cxn>
                  <a:cxn ang="0">
                    <a:pos x="127" y="71"/>
                  </a:cxn>
                  <a:cxn ang="0">
                    <a:pos x="127" y="62"/>
                  </a:cxn>
                  <a:cxn ang="0">
                    <a:pos x="123" y="51"/>
                  </a:cxn>
                  <a:cxn ang="0">
                    <a:pos x="119" y="38"/>
                  </a:cxn>
                  <a:cxn ang="0">
                    <a:pos x="112" y="27"/>
                  </a:cxn>
                  <a:cxn ang="0">
                    <a:pos x="104" y="16"/>
                  </a:cxn>
                  <a:cxn ang="0">
                    <a:pos x="93" y="8"/>
                  </a:cxn>
                  <a:cxn ang="0">
                    <a:pos x="81" y="1"/>
                  </a:cxn>
                  <a:cxn ang="0">
                    <a:pos x="65" y="0"/>
                  </a:cxn>
                </a:cxnLst>
                <a:rect l="0" t="0" r="r" b="b"/>
                <a:pathLst>
                  <a:path w="127" h="164">
                    <a:moveTo>
                      <a:pt x="65" y="0"/>
                    </a:moveTo>
                    <a:lnTo>
                      <a:pt x="51" y="1"/>
                    </a:lnTo>
                    <a:lnTo>
                      <a:pt x="38" y="6"/>
                    </a:lnTo>
                    <a:lnTo>
                      <a:pt x="27" y="13"/>
                    </a:lnTo>
                    <a:lnTo>
                      <a:pt x="17" y="20"/>
                    </a:lnTo>
                    <a:lnTo>
                      <a:pt x="9" y="32"/>
                    </a:lnTo>
                    <a:lnTo>
                      <a:pt x="5" y="44"/>
                    </a:lnTo>
                    <a:lnTo>
                      <a:pt x="1" y="58"/>
                    </a:lnTo>
                    <a:lnTo>
                      <a:pt x="0" y="74"/>
                    </a:lnTo>
                    <a:lnTo>
                      <a:pt x="0" y="103"/>
                    </a:lnTo>
                    <a:lnTo>
                      <a:pt x="0" y="126"/>
                    </a:lnTo>
                    <a:lnTo>
                      <a:pt x="0" y="145"/>
                    </a:lnTo>
                    <a:lnTo>
                      <a:pt x="0" y="164"/>
                    </a:lnTo>
                    <a:lnTo>
                      <a:pt x="27" y="164"/>
                    </a:lnTo>
                    <a:lnTo>
                      <a:pt x="44" y="164"/>
                    </a:lnTo>
                    <a:lnTo>
                      <a:pt x="55" y="164"/>
                    </a:lnTo>
                    <a:lnTo>
                      <a:pt x="63" y="164"/>
                    </a:lnTo>
                    <a:lnTo>
                      <a:pt x="71" y="164"/>
                    </a:lnTo>
                    <a:lnTo>
                      <a:pt x="82" y="164"/>
                    </a:lnTo>
                    <a:lnTo>
                      <a:pt x="100" y="164"/>
                    </a:lnTo>
                    <a:lnTo>
                      <a:pt x="127" y="164"/>
                    </a:lnTo>
                    <a:lnTo>
                      <a:pt x="127" y="139"/>
                    </a:lnTo>
                    <a:lnTo>
                      <a:pt x="127" y="114"/>
                    </a:lnTo>
                    <a:lnTo>
                      <a:pt x="127" y="90"/>
                    </a:lnTo>
                    <a:lnTo>
                      <a:pt x="127" y="71"/>
                    </a:lnTo>
                    <a:lnTo>
                      <a:pt x="127" y="62"/>
                    </a:lnTo>
                    <a:lnTo>
                      <a:pt x="123" y="51"/>
                    </a:lnTo>
                    <a:lnTo>
                      <a:pt x="119" y="38"/>
                    </a:lnTo>
                    <a:lnTo>
                      <a:pt x="112" y="27"/>
                    </a:lnTo>
                    <a:lnTo>
                      <a:pt x="104" y="16"/>
                    </a:lnTo>
                    <a:lnTo>
                      <a:pt x="93" y="8"/>
                    </a:lnTo>
                    <a:lnTo>
                      <a:pt x="81" y="1"/>
                    </a:lnTo>
                    <a:lnTo>
                      <a:pt x="65" y="0"/>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304" name="Rectangle 192"/>
              <p:cNvSpPr>
                <a:spLocks noChangeArrowheads="1"/>
              </p:cNvSpPr>
              <p:nvPr/>
            </p:nvSpPr>
            <p:spPr bwMode="auto">
              <a:xfrm>
                <a:off x="4803" y="2901"/>
                <a:ext cx="206" cy="386"/>
              </a:xfrm>
              <a:prstGeom prst="rect">
                <a:avLst/>
              </a:prstGeom>
              <a:solidFill>
                <a:srgbClr val="FFFFFF"/>
              </a:solidFill>
              <a:ln w="9525">
                <a:noFill/>
                <a:miter lim="800000"/>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305" name="Freeform 193"/>
              <p:cNvSpPr/>
              <p:nvPr/>
            </p:nvSpPr>
            <p:spPr bwMode="auto">
              <a:xfrm>
                <a:off x="4736" y="2819"/>
                <a:ext cx="13" cy="318"/>
              </a:xfrm>
              <a:custGeom>
                <a:avLst/>
                <a:gdLst/>
                <a:ahLst/>
                <a:cxnLst>
                  <a:cxn ang="0">
                    <a:pos x="8" y="16"/>
                  </a:cxn>
                  <a:cxn ang="0">
                    <a:pos x="0" y="8"/>
                  </a:cxn>
                  <a:cxn ang="0">
                    <a:pos x="0" y="320"/>
                  </a:cxn>
                  <a:cxn ang="0">
                    <a:pos x="16" y="320"/>
                  </a:cxn>
                  <a:cxn ang="0">
                    <a:pos x="16" y="8"/>
                  </a:cxn>
                  <a:cxn ang="0">
                    <a:pos x="8" y="0"/>
                  </a:cxn>
                  <a:cxn ang="0">
                    <a:pos x="16" y="8"/>
                  </a:cxn>
                  <a:cxn ang="0">
                    <a:pos x="16" y="0"/>
                  </a:cxn>
                  <a:cxn ang="0">
                    <a:pos x="8" y="0"/>
                  </a:cxn>
                  <a:cxn ang="0">
                    <a:pos x="8" y="16"/>
                  </a:cxn>
                </a:cxnLst>
                <a:rect l="0" t="0" r="r" b="b"/>
                <a:pathLst>
                  <a:path w="16" h="320">
                    <a:moveTo>
                      <a:pt x="8" y="16"/>
                    </a:moveTo>
                    <a:lnTo>
                      <a:pt x="0" y="8"/>
                    </a:lnTo>
                    <a:lnTo>
                      <a:pt x="0" y="320"/>
                    </a:lnTo>
                    <a:lnTo>
                      <a:pt x="16" y="320"/>
                    </a:lnTo>
                    <a:lnTo>
                      <a:pt x="16" y="8"/>
                    </a:lnTo>
                    <a:lnTo>
                      <a:pt x="8" y="0"/>
                    </a:lnTo>
                    <a:lnTo>
                      <a:pt x="16" y="8"/>
                    </a:lnTo>
                    <a:lnTo>
                      <a:pt x="16" y="0"/>
                    </a:lnTo>
                    <a:lnTo>
                      <a:pt x="8" y="0"/>
                    </a:lnTo>
                    <a:lnTo>
                      <a:pt x="8" y="16"/>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306" name="Freeform 194"/>
              <p:cNvSpPr/>
              <p:nvPr/>
            </p:nvSpPr>
            <p:spPr bwMode="auto">
              <a:xfrm>
                <a:off x="4558" y="2819"/>
                <a:ext cx="184" cy="21"/>
              </a:xfrm>
              <a:custGeom>
                <a:avLst/>
                <a:gdLst/>
                <a:ahLst/>
                <a:cxnLst>
                  <a:cxn ang="0">
                    <a:pos x="16" y="8"/>
                  </a:cxn>
                  <a:cxn ang="0">
                    <a:pos x="8" y="16"/>
                  </a:cxn>
                  <a:cxn ang="0">
                    <a:pos x="187" y="16"/>
                  </a:cxn>
                  <a:cxn ang="0">
                    <a:pos x="187" y="0"/>
                  </a:cxn>
                  <a:cxn ang="0">
                    <a:pos x="8" y="0"/>
                  </a:cxn>
                  <a:cxn ang="0">
                    <a:pos x="0" y="8"/>
                  </a:cxn>
                  <a:cxn ang="0">
                    <a:pos x="8" y="0"/>
                  </a:cxn>
                  <a:cxn ang="0">
                    <a:pos x="0" y="0"/>
                  </a:cxn>
                  <a:cxn ang="0">
                    <a:pos x="0" y="8"/>
                  </a:cxn>
                  <a:cxn ang="0">
                    <a:pos x="16" y="8"/>
                  </a:cxn>
                </a:cxnLst>
                <a:rect l="0" t="0" r="r" b="b"/>
                <a:pathLst>
                  <a:path w="187" h="16">
                    <a:moveTo>
                      <a:pt x="16" y="8"/>
                    </a:moveTo>
                    <a:lnTo>
                      <a:pt x="8" y="16"/>
                    </a:lnTo>
                    <a:lnTo>
                      <a:pt x="187" y="16"/>
                    </a:lnTo>
                    <a:lnTo>
                      <a:pt x="187" y="0"/>
                    </a:lnTo>
                    <a:lnTo>
                      <a:pt x="8" y="0"/>
                    </a:lnTo>
                    <a:lnTo>
                      <a:pt x="0" y="8"/>
                    </a:lnTo>
                    <a:lnTo>
                      <a:pt x="8" y="0"/>
                    </a:lnTo>
                    <a:lnTo>
                      <a:pt x="0" y="0"/>
                    </a:lnTo>
                    <a:lnTo>
                      <a:pt x="0" y="8"/>
                    </a:lnTo>
                    <a:lnTo>
                      <a:pt x="16"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307" name="Freeform 195"/>
              <p:cNvSpPr/>
              <p:nvPr/>
            </p:nvSpPr>
            <p:spPr bwMode="auto">
              <a:xfrm>
                <a:off x="4558" y="2826"/>
                <a:ext cx="13" cy="318"/>
              </a:xfrm>
              <a:custGeom>
                <a:avLst/>
                <a:gdLst/>
                <a:ahLst/>
                <a:cxnLst>
                  <a:cxn ang="0">
                    <a:pos x="8" y="304"/>
                  </a:cxn>
                  <a:cxn ang="0">
                    <a:pos x="16" y="312"/>
                  </a:cxn>
                  <a:cxn ang="0">
                    <a:pos x="16" y="0"/>
                  </a:cxn>
                  <a:cxn ang="0">
                    <a:pos x="0" y="0"/>
                  </a:cxn>
                  <a:cxn ang="0">
                    <a:pos x="0" y="312"/>
                  </a:cxn>
                  <a:cxn ang="0">
                    <a:pos x="8" y="320"/>
                  </a:cxn>
                  <a:cxn ang="0">
                    <a:pos x="0" y="312"/>
                  </a:cxn>
                  <a:cxn ang="0">
                    <a:pos x="0" y="320"/>
                  </a:cxn>
                  <a:cxn ang="0">
                    <a:pos x="8" y="320"/>
                  </a:cxn>
                  <a:cxn ang="0">
                    <a:pos x="8" y="304"/>
                  </a:cxn>
                </a:cxnLst>
                <a:rect l="0" t="0" r="r" b="b"/>
                <a:pathLst>
                  <a:path w="16" h="320">
                    <a:moveTo>
                      <a:pt x="8" y="304"/>
                    </a:moveTo>
                    <a:lnTo>
                      <a:pt x="16" y="312"/>
                    </a:lnTo>
                    <a:lnTo>
                      <a:pt x="16" y="0"/>
                    </a:lnTo>
                    <a:lnTo>
                      <a:pt x="0" y="0"/>
                    </a:lnTo>
                    <a:lnTo>
                      <a:pt x="0" y="312"/>
                    </a:lnTo>
                    <a:lnTo>
                      <a:pt x="8" y="320"/>
                    </a:lnTo>
                    <a:lnTo>
                      <a:pt x="0" y="312"/>
                    </a:lnTo>
                    <a:lnTo>
                      <a:pt x="0" y="320"/>
                    </a:lnTo>
                    <a:lnTo>
                      <a:pt x="8" y="320"/>
                    </a:lnTo>
                    <a:lnTo>
                      <a:pt x="8" y="304"/>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308" name="Freeform 196"/>
              <p:cNvSpPr/>
              <p:nvPr/>
            </p:nvSpPr>
            <p:spPr bwMode="auto">
              <a:xfrm>
                <a:off x="4565" y="3130"/>
                <a:ext cx="184" cy="14"/>
              </a:xfrm>
              <a:custGeom>
                <a:avLst/>
                <a:gdLst/>
                <a:ahLst/>
                <a:cxnLst>
                  <a:cxn ang="0">
                    <a:pos x="171" y="8"/>
                  </a:cxn>
                  <a:cxn ang="0">
                    <a:pos x="179" y="0"/>
                  </a:cxn>
                  <a:cxn ang="0">
                    <a:pos x="0" y="0"/>
                  </a:cxn>
                  <a:cxn ang="0">
                    <a:pos x="0" y="16"/>
                  </a:cxn>
                  <a:cxn ang="0">
                    <a:pos x="179" y="16"/>
                  </a:cxn>
                  <a:cxn ang="0">
                    <a:pos x="187" y="8"/>
                  </a:cxn>
                  <a:cxn ang="0">
                    <a:pos x="179" y="16"/>
                  </a:cxn>
                  <a:cxn ang="0">
                    <a:pos x="187" y="16"/>
                  </a:cxn>
                  <a:cxn ang="0">
                    <a:pos x="187" y="8"/>
                  </a:cxn>
                  <a:cxn ang="0">
                    <a:pos x="171" y="8"/>
                  </a:cxn>
                </a:cxnLst>
                <a:rect l="0" t="0" r="r" b="b"/>
                <a:pathLst>
                  <a:path w="187" h="16">
                    <a:moveTo>
                      <a:pt x="171" y="8"/>
                    </a:moveTo>
                    <a:lnTo>
                      <a:pt x="179" y="0"/>
                    </a:lnTo>
                    <a:lnTo>
                      <a:pt x="0" y="0"/>
                    </a:lnTo>
                    <a:lnTo>
                      <a:pt x="0" y="16"/>
                    </a:lnTo>
                    <a:lnTo>
                      <a:pt x="179" y="16"/>
                    </a:lnTo>
                    <a:lnTo>
                      <a:pt x="187" y="8"/>
                    </a:lnTo>
                    <a:lnTo>
                      <a:pt x="179" y="16"/>
                    </a:lnTo>
                    <a:lnTo>
                      <a:pt x="187" y="16"/>
                    </a:lnTo>
                    <a:lnTo>
                      <a:pt x="187" y="8"/>
                    </a:lnTo>
                    <a:lnTo>
                      <a:pt x="171"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309" name="Freeform 197"/>
              <p:cNvSpPr/>
              <p:nvPr/>
            </p:nvSpPr>
            <p:spPr bwMode="auto">
              <a:xfrm>
                <a:off x="4568" y="2916"/>
                <a:ext cx="174" cy="11"/>
              </a:xfrm>
              <a:custGeom>
                <a:avLst/>
                <a:gdLst/>
                <a:ahLst/>
                <a:cxnLst>
                  <a:cxn ang="0">
                    <a:pos x="176" y="8"/>
                  </a:cxn>
                  <a:cxn ang="0">
                    <a:pos x="176" y="0"/>
                  </a:cxn>
                  <a:cxn ang="0">
                    <a:pos x="0" y="0"/>
                  </a:cxn>
                  <a:cxn ang="0">
                    <a:pos x="0" y="16"/>
                  </a:cxn>
                  <a:cxn ang="0">
                    <a:pos x="176" y="16"/>
                  </a:cxn>
                  <a:cxn ang="0">
                    <a:pos x="176" y="8"/>
                  </a:cxn>
                </a:cxnLst>
                <a:rect l="0" t="0" r="r" b="b"/>
                <a:pathLst>
                  <a:path w="176" h="16">
                    <a:moveTo>
                      <a:pt x="176" y="8"/>
                    </a:moveTo>
                    <a:lnTo>
                      <a:pt x="176" y="0"/>
                    </a:lnTo>
                    <a:lnTo>
                      <a:pt x="0" y="0"/>
                    </a:lnTo>
                    <a:lnTo>
                      <a:pt x="0" y="16"/>
                    </a:lnTo>
                    <a:lnTo>
                      <a:pt x="176" y="16"/>
                    </a:lnTo>
                    <a:lnTo>
                      <a:pt x="176"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310" name="Freeform 198"/>
              <p:cNvSpPr/>
              <p:nvPr/>
            </p:nvSpPr>
            <p:spPr bwMode="auto">
              <a:xfrm>
                <a:off x="4568" y="3026"/>
                <a:ext cx="174" cy="18"/>
              </a:xfrm>
              <a:custGeom>
                <a:avLst/>
                <a:gdLst/>
                <a:ahLst/>
                <a:cxnLst>
                  <a:cxn ang="0">
                    <a:pos x="176" y="8"/>
                  </a:cxn>
                  <a:cxn ang="0">
                    <a:pos x="176" y="0"/>
                  </a:cxn>
                  <a:cxn ang="0">
                    <a:pos x="0" y="0"/>
                  </a:cxn>
                  <a:cxn ang="0">
                    <a:pos x="0" y="16"/>
                  </a:cxn>
                  <a:cxn ang="0">
                    <a:pos x="176" y="16"/>
                  </a:cxn>
                  <a:cxn ang="0">
                    <a:pos x="176" y="8"/>
                  </a:cxn>
                </a:cxnLst>
                <a:rect l="0" t="0" r="r" b="b"/>
                <a:pathLst>
                  <a:path w="176" h="16">
                    <a:moveTo>
                      <a:pt x="176" y="8"/>
                    </a:moveTo>
                    <a:lnTo>
                      <a:pt x="176" y="0"/>
                    </a:lnTo>
                    <a:lnTo>
                      <a:pt x="0" y="0"/>
                    </a:lnTo>
                    <a:lnTo>
                      <a:pt x="0" y="16"/>
                    </a:lnTo>
                    <a:lnTo>
                      <a:pt x="176" y="16"/>
                    </a:lnTo>
                    <a:lnTo>
                      <a:pt x="176"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311" name="Freeform 199"/>
              <p:cNvSpPr/>
              <p:nvPr/>
            </p:nvSpPr>
            <p:spPr bwMode="auto">
              <a:xfrm>
                <a:off x="4644" y="2837"/>
                <a:ext cx="16" cy="300"/>
              </a:xfrm>
              <a:custGeom>
                <a:avLst/>
                <a:gdLst/>
                <a:ahLst/>
                <a:cxnLst>
                  <a:cxn ang="0">
                    <a:pos x="7" y="302"/>
                  </a:cxn>
                  <a:cxn ang="0">
                    <a:pos x="15" y="302"/>
                  </a:cxn>
                  <a:cxn ang="0">
                    <a:pos x="15" y="0"/>
                  </a:cxn>
                  <a:cxn ang="0">
                    <a:pos x="0" y="0"/>
                  </a:cxn>
                  <a:cxn ang="0">
                    <a:pos x="0" y="302"/>
                  </a:cxn>
                  <a:cxn ang="0">
                    <a:pos x="7" y="302"/>
                  </a:cxn>
                </a:cxnLst>
                <a:rect l="0" t="0" r="r" b="b"/>
                <a:pathLst>
                  <a:path w="15" h="302">
                    <a:moveTo>
                      <a:pt x="7" y="302"/>
                    </a:moveTo>
                    <a:lnTo>
                      <a:pt x="15" y="302"/>
                    </a:lnTo>
                    <a:lnTo>
                      <a:pt x="15" y="0"/>
                    </a:lnTo>
                    <a:lnTo>
                      <a:pt x="0" y="0"/>
                    </a:lnTo>
                    <a:lnTo>
                      <a:pt x="0" y="302"/>
                    </a:lnTo>
                    <a:lnTo>
                      <a:pt x="7" y="302"/>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312" name="Freeform 200"/>
              <p:cNvSpPr/>
              <p:nvPr/>
            </p:nvSpPr>
            <p:spPr bwMode="auto">
              <a:xfrm>
                <a:off x="5240" y="2819"/>
                <a:ext cx="16" cy="318"/>
              </a:xfrm>
              <a:custGeom>
                <a:avLst/>
                <a:gdLst/>
                <a:ahLst/>
                <a:cxnLst>
                  <a:cxn ang="0">
                    <a:pos x="8" y="16"/>
                  </a:cxn>
                  <a:cxn ang="0">
                    <a:pos x="0" y="8"/>
                  </a:cxn>
                  <a:cxn ang="0">
                    <a:pos x="0" y="320"/>
                  </a:cxn>
                  <a:cxn ang="0">
                    <a:pos x="16" y="320"/>
                  </a:cxn>
                  <a:cxn ang="0">
                    <a:pos x="16" y="8"/>
                  </a:cxn>
                  <a:cxn ang="0">
                    <a:pos x="8" y="0"/>
                  </a:cxn>
                  <a:cxn ang="0">
                    <a:pos x="16" y="8"/>
                  </a:cxn>
                  <a:cxn ang="0">
                    <a:pos x="16" y="0"/>
                  </a:cxn>
                  <a:cxn ang="0">
                    <a:pos x="8" y="0"/>
                  </a:cxn>
                  <a:cxn ang="0">
                    <a:pos x="8" y="16"/>
                  </a:cxn>
                </a:cxnLst>
                <a:rect l="0" t="0" r="r" b="b"/>
                <a:pathLst>
                  <a:path w="16" h="320">
                    <a:moveTo>
                      <a:pt x="8" y="16"/>
                    </a:moveTo>
                    <a:lnTo>
                      <a:pt x="0" y="8"/>
                    </a:lnTo>
                    <a:lnTo>
                      <a:pt x="0" y="320"/>
                    </a:lnTo>
                    <a:lnTo>
                      <a:pt x="16" y="320"/>
                    </a:lnTo>
                    <a:lnTo>
                      <a:pt x="16" y="8"/>
                    </a:lnTo>
                    <a:lnTo>
                      <a:pt x="8" y="0"/>
                    </a:lnTo>
                    <a:lnTo>
                      <a:pt x="16" y="8"/>
                    </a:lnTo>
                    <a:lnTo>
                      <a:pt x="16" y="0"/>
                    </a:lnTo>
                    <a:lnTo>
                      <a:pt x="8" y="0"/>
                    </a:lnTo>
                    <a:lnTo>
                      <a:pt x="8" y="16"/>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313" name="Freeform 201"/>
              <p:cNvSpPr/>
              <p:nvPr/>
            </p:nvSpPr>
            <p:spPr bwMode="auto">
              <a:xfrm>
                <a:off x="5059" y="2819"/>
                <a:ext cx="187" cy="21"/>
              </a:xfrm>
              <a:custGeom>
                <a:avLst/>
                <a:gdLst/>
                <a:ahLst/>
                <a:cxnLst>
                  <a:cxn ang="0">
                    <a:pos x="16" y="8"/>
                  </a:cxn>
                  <a:cxn ang="0">
                    <a:pos x="8" y="16"/>
                  </a:cxn>
                  <a:cxn ang="0">
                    <a:pos x="187" y="16"/>
                  </a:cxn>
                  <a:cxn ang="0">
                    <a:pos x="187" y="0"/>
                  </a:cxn>
                  <a:cxn ang="0">
                    <a:pos x="8" y="0"/>
                  </a:cxn>
                  <a:cxn ang="0">
                    <a:pos x="0" y="8"/>
                  </a:cxn>
                  <a:cxn ang="0">
                    <a:pos x="8" y="0"/>
                  </a:cxn>
                  <a:cxn ang="0">
                    <a:pos x="0" y="0"/>
                  </a:cxn>
                  <a:cxn ang="0">
                    <a:pos x="0" y="8"/>
                  </a:cxn>
                  <a:cxn ang="0">
                    <a:pos x="16" y="8"/>
                  </a:cxn>
                </a:cxnLst>
                <a:rect l="0" t="0" r="r" b="b"/>
                <a:pathLst>
                  <a:path w="187" h="16">
                    <a:moveTo>
                      <a:pt x="16" y="8"/>
                    </a:moveTo>
                    <a:lnTo>
                      <a:pt x="8" y="16"/>
                    </a:lnTo>
                    <a:lnTo>
                      <a:pt x="187" y="16"/>
                    </a:lnTo>
                    <a:lnTo>
                      <a:pt x="187" y="0"/>
                    </a:lnTo>
                    <a:lnTo>
                      <a:pt x="8" y="0"/>
                    </a:lnTo>
                    <a:lnTo>
                      <a:pt x="0" y="8"/>
                    </a:lnTo>
                    <a:lnTo>
                      <a:pt x="8" y="0"/>
                    </a:lnTo>
                    <a:lnTo>
                      <a:pt x="0" y="0"/>
                    </a:lnTo>
                    <a:lnTo>
                      <a:pt x="0" y="8"/>
                    </a:lnTo>
                    <a:lnTo>
                      <a:pt x="16"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314" name="Freeform 202"/>
              <p:cNvSpPr/>
              <p:nvPr/>
            </p:nvSpPr>
            <p:spPr bwMode="auto">
              <a:xfrm>
                <a:off x="5059" y="2826"/>
                <a:ext cx="16" cy="318"/>
              </a:xfrm>
              <a:custGeom>
                <a:avLst/>
                <a:gdLst/>
                <a:ahLst/>
                <a:cxnLst>
                  <a:cxn ang="0">
                    <a:pos x="8" y="304"/>
                  </a:cxn>
                  <a:cxn ang="0">
                    <a:pos x="16" y="312"/>
                  </a:cxn>
                  <a:cxn ang="0">
                    <a:pos x="16" y="0"/>
                  </a:cxn>
                  <a:cxn ang="0">
                    <a:pos x="0" y="0"/>
                  </a:cxn>
                  <a:cxn ang="0">
                    <a:pos x="0" y="312"/>
                  </a:cxn>
                  <a:cxn ang="0">
                    <a:pos x="8" y="320"/>
                  </a:cxn>
                  <a:cxn ang="0">
                    <a:pos x="0" y="312"/>
                  </a:cxn>
                  <a:cxn ang="0">
                    <a:pos x="0" y="320"/>
                  </a:cxn>
                  <a:cxn ang="0">
                    <a:pos x="8" y="320"/>
                  </a:cxn>
                  <a:cxn ang="0">
                    <a:pos x="8" y="304"/>
                  </a:cxn>
                </a:cxnLst>
                <a:rect l="0" t="0" r="r" b="b"/>
                <a:pathLst>
                  <a:path w="16" h="320">
                    <a:moveTo>
                      <a:pt x="8" y="304"/>
                    </a:moveTo>
                    <a:lnTo>
                      <a:pt x="16" y="312"/>
                    </a:lnTo>
                    <a:lnTo>
                      <a:pt x="16" y="0"/>
                    </a:lnTo>
                    <a:lnTo>
                      <a:pt x="0" y="0"/>
                    </a:lnTo>
                    <a:lnTo>
                      <a:pt x="0" y="312"/>
                    </a:lnTo>
                    <a:lnTo>
                      <a:pt x="8" y="320"/>
                    </a:lnTo>
                    <a:lnTo>
                      <a:pt x="0" y="312"/>
                    </a:lnTo>
                    <a:lnTo>
                      <a:pt x="0" y="320"/>
                    </a:lnTo>
                    <a:lnTo>
                      <a:pt x="8" y="320"/>
                    </a:lnTo>
                    <a:lnTo>
                      <a:pt x="8" y="304"/>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315" name="Freeform 203"/>
              <p:cNvSpPr/>
              <p:nvPr/>
            </p:nvSpPr>
            <p:spPr bwMode="auto">
              <a:xfrm>
                <a:off x="5069" y="3130"/>
                <a:ext cx="187" cy="14"/>
              </a:xfrm>
              <a:custGeom>
                <a:avLst/>
                <a:gdLst/>
                <a:ahLst/>
                <a:cxnLst>
                  <a:cxn ang="0">
                    <a:pos x="171" y="8"/>
                  </a:cxn>
                  <a:cxn ang="0">
                    <a:pos x="179" y="0"/>
                  </a:cxn>
                  <a:cxn ang="0">
                    <a:pos x="0" y="0"/>
                  </a:cxn>
                  <a:cxn ang="0">
                    <a:pos x="0" y="16"/>
                  </a:cxn>
                  <a:cxn ang="0">
                    <a:pos x="179" y="16"/>
                  </a:cxn>
                  <a:cxn ang="0">
                    <a:pos x="187" y="8"/>
                  </a:cxn>
                  <a:cxn ang="0">
                    <a:pos x="179" y="16"/>
                  </a:cxn>
                  <a:cxn ang="0">
                    <a:pos x="187" y="16"/>
                  </a:cxn>
                  <a:cxn ang="0">
                    <a:pos x="187" y="8"/>
                  </a:cxn>
                  <a:cxn ang="0">
                    <a:pos x="171" y="8"/>
                  </a:cxn>
                </a:cxnLst>
                <a:rect l="0" t="0" r="r" b="b"/>
                <a:pathLst>
                  <a:path w="187" h="16">
                    <a:moveTo>
                      <a:pt x="171" y="8"/>
                    </a:moveTo>
                    <a:lnTo>
                      <a:pt x="179" y="0"/>
                    </a:lnTo>
                    <a:lnTo>
                      <a:pt x="0" y="0"/>
                    </a:lnTo>
                    <a:lnTo>
                      <a:pt x="0" y="16"/>
                    </a:lnTo>
                    <a:lnTo>
                      <a:pt x="179" y="16"/>
                    </a:lnTo>
                    <a:lnTo>
                      <a:pt x="187" y="8"/>
                    </a:lnTo>
                    <a:lnTo>
                      <a:pt x="179" y="16"/>
                    </a:lnTo>
                    <a:lnTo>
                      <a:pt x="187" y="16"/>
                    </a:lnTo>
                    <a:lnTo>
                      <a:pt x="187" y="8"/>
                    </a:lnTo>
                    <a:lnTo>
                      <a:pt x="171"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316" name="Freeform 204"/>
              <p:cNvSpPr/>
              <p:nvPr/>
            </p:nvSpPr>
            <p:spPr bwMode="auto">
              <a:xfrm>
                <a:off x="5069" y="2916"/>
                <a:ext cx="174" cy="11"/>
              </a:xfrm>
              <a:custGeom>
                <a:avLst/>
                <a:gdLst/>
                <a:ahLst/>
                <a:cxnLst>
                  <a:cxn ang="0">
                    <a:pos x="175" y="8"/>
                  </a:cxn>
                  <a:cxn ang="0">
                    <a:pos x="175" y="0"/>
                  </a:cxn>
                  <a:cxn ang="0">
                    <a:pos x="0" y="0"/>
                  </a:cxn>
                  <a:cxn ang="0">
                    <a:pos x="0" y="16"/>
                  </a:cxn>
                  <a:cxn ang="0">
                    <a:pos x="175" y="16"/>
                  </a:cxn>
                  <a:cxn ang="0">
                    <a:pos x="175" y="8"/>
                  </a:cxn>
                </a:cxnLst>
                <a:rect l="0" t="0" r="r" b="b"/>
                <a:pathLst>
                  <a:path w="175" h="16">
                    <a:moveTo>
                      <a:pt x="175" y="8"/>
                    </a:moveTo>
                    <a:lnTo>
                      <a:pt x="175" y="0"/>
                    </a:lnTo>
                    <a:lnTo>
                      <a:pt x="0" y="0"/>
                    </a:lnTo>
                    <a:lnTo>
                      <a:pt x="0" y="16"/>
                    </a:lnTo>
                    <a:lnTo>
                      <a:pt x="175" y="16"/>
                    </a:lnTo>
                    <a:lnTo>
                      <a:pt x="175"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317" name="Freeform 205"/>
              <p:cNvSpPr/>
              <p:nvPr/>
            </p:nvSpPr>
            <p:spPr bwMode="auto">
              <a:xfrm>
                <a:off x="5069" y="3026"/>
                <a:ext cx="174" cy="18"/>
              </a:xfrm>
              <a:custGeom>
                <a:avLst/>
                <a:gdLst/>
                <a:ahLst/>
                <a:cxnLst>
                  <a:cxn ang="0">
                    <a:pos x="175" y="8"/>
                  </a:cxn>
                  <a:cxn ang="0">
                    <a:pos x="175" y="0"/>
                  </a:cxn>
                  <a:cxn ang="0">
                    <a:pos x="0" y="0"/>
                  </a:cxn>
                  <a:cxn ang="0">
                    <a:pos x="0" y="16"/>
                  </a:cxn>
                  <a:cxn ang="0">
                    <a:pos x="175" y="16"/>
                  </a:cxn>
                  <a:cxn ang="0">
                    <a:pos x="175" y="8"/>
                  </a:cxn>
                </a:cxnLst>
                <a:rect l="0" t="0" r="r" b="b"/>
                <a:pathLst>
                  <a:path w="175" h="16">
                    <a:moveTo>
                      <a:pt x="175" y="8"/>
                    </a:moveTo>
                    <a:lnTo>
                      <a:pt x="175" y="0"/>
                    </a:lnTo>
                    <a:lnTo>
                      <a:pt x="0" y="0"/>
                    </a:lnTo>
                    <a:lnTo>
                      <a:pt x="0" y="16"/>
                    </a:lnTo>
                    <a:lnTo>
                      <a:pt x="175" y="16"/>
                    </a:lnTo>
                    <a:lnTo>
                      <a:pt x="175"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318" name="Freeform 206"/>
              <p:cNvSpPr/>
              <p:nvPr/>
            </p:nvSpPr>
            <p:spPr bwMode="auto">
              <a:xfrm>
                <a:off x="5148" y="2837"/>
                <a:ext cx="13" cy="300"/>
              </a:xfrm>
              <a:custGeom>
                <a:avLst/>
                <a:gdLst/>
                <a:ahLst/>
                <a:cxnLst>
                  <a:cxn ang="0">
                    <a:pos x="8" y="302"/>
                  </a:cxn>
                  <a:cxn ang="0">
                    <a:pos x="16" y="302"/>
                  </a:cxn>
                  <a:cxn ang="0">
                    <a:pos x="16" y="0"/>
                  </a:cxn>
                  <a:cxn ang="0">
                    <a:pos x="0" y="0"/>
                  </a:cxn>
                  <a:cxn ang="0">
                    <a:pos x="0" y="302"/>
                  </a:cxn>
                  <a:cxn ang="0">
                    <a:pos x="8" y="302"/>
                  </a:cxn>
                </a:cxnLst>
                <a:rect l="0" t="0" r="r" b="b"/>
                <a:pathLst>
                  <a:path w="16" h="302">
                    <a:moveTo>
                      <a:pt x="8" y="302"/>
                    </a:moveTo>
                    <a:lnTo>
                      <a:pt x="16" y="302"/>
                    </a:lnTo>
                    <a:lnTo>
                      <a:pt x="16" y="0"/>
                    </a:lnTo>
                    <a:lnTo>
                      <a:pt x="0" y="0"/>
                    </a:lnTo>
                    <a:lnTo>
                      <a:pt x="0" y="302"/>
                    </a:lnTo>
                    <a:lnTo>
                      <a:pt x="8" y="302"/>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319" name="Freeform 207"/>
              <p:cNvSpPr/>
              <p:nvPr/>
            </p:nvSpPr>
            <p:spPr bwMode="auto">
              <a:xfrm>
                <a:off x="4850" y="2237"/>
                <a:ext cx="101" cy="111"/>
              </a:xfrm>
              <a:custGeom>
                <a:avLst/>
                <a:gdLst/>
                <a:ahLst/>
                <a:cxnLst>
                  <a:cxn ang="0">
                    <a:pos x="59" y="112"/>
                  </a:cxn>
                  <a:cxn ang="0">
                    <a:pos x="76" y="112"/>
                  </a:cxn>
                  <a:cxn ang="0">
                    <a:pos x="89" y="109"/>
                  </a:cxn>
                  <a:cxn ang="0">
                    <a:pos x="99" y="107"/>
                  </a:cxn>
                  <a:cxn ang="0">
                    <a:pos x="102" y="104"/>
                  </a:cxn>
                  <a:cxn ang="0">
                    <a:pos x="103" y="103"/>
                  </a:cxn>
                  <a:cxn ang="0">
                    <a:pos x="103" y="98"/>
                  </a:cxn>
                  <a:cxn ang="0">
                    <a:pos x="100" y="88"/>
                  </a:cxn>
                  <a:cxn ang="0">
                    <a:pos x="97" y="79"/>
                  </a:cxn>
                  <a:cxn ang="0">
                    <a:pos x="95" y="73"/>
                  </a:cxn>
                  <a:cxn ang="0">
                    <a:pos x="95" y="68"/>
                  </a:cxn>
                  <a:cxn ang="0">
                    <a:pos x="94" y="66"/>
                  </a:cxn>
                  <a:cxn ang="0">
                    <a:pos x="92" y="60"/>
                  </a:cxn>
                  <a:cxn ang="0">
                    <a:pos x="91" y="50"/>
                  </a:cxn>
                  <a:cxn ang="0">
                    <a:pos x="91" y="42"/>
                  </a:cxn>
                  <a:cxn ang="0">
                    <a:pos x="91" y="41"/>
                  </a:cxn>
                  <a:cxn ang="0">
                    <a:pos x="89" y="33"/>
                  </a:cxn>
                  <a:cxn ang="0">
                    <a:pos x="89" y="22"/>
                  </a:cxn>
                  <a:cxn ang="0">
                    <a:pos x="87" y="9"/>
                  </a:cxn>
                  <a:cxn ang="0">
                    <a:pos x="75" y="1"/>
                  </a:cxn>
                  <a:cxn ang="0">
                    <a:pos x="59" y="0"/>
                  </a:cxn>
                  <a:cxn ang="0">
                    <a:pos x="45" y="3"/>
                  </a:cxn>
                  <a:cxn ang="0">
                    <a:pos x="38" y="14"/>
                  </a:cxn>
                  <a:cxn ang="0">
                    <a:pos x="34" y="25"/>
                  </a:cxn>
                  <a:cxn ang="0">
                    <a:pos x="30" y="31"/>
                  </a:cxn>
                  <a:cxn ang="0">
                    <a:pos x="30" y="33"/>
                  </a:cxn>
                  <a:cxn ang="0">
                    <a:pos x="27" y="39"/>
                  </a:cxn>
                  <a:cxn ang="0">
                    <a:pos x="23" y="49"/>
                  </a:cxn>
                  <a:cxn ang="0">
                    <a:pos x="19" y="54"/>
                  </a:cxn>
                  <a:cxn ang="0">
                    <a:pos x="19" y="55"/>
                  </a:cxn>
                  <a:cxn ang="0">
                    <a:pos x="16" y="58"/>
                  </a:cxn>
                  <a:cxn ang="0">
                    <a:pos x="11" y="63"/>
                  </a:cxn>
                  <a:cxn ang="0">
                    <a:pos x="5" y="73"/>
                  </a:cxn>
                  <a:cxn ang="0">
                    <a:pos x="0" y="82"/>
                  </a:cxn>
                  <a:cxn ang="0">
                    <a:pos x="0" y="87"/>
                  </a:cxn>
                  <a:cxn ang="0">
                    <a:pos x="0" y="88"/>
                  </a:cxn>
                  <a:cxn ang="0">
                    <a:pos x="7" y="93"/>
                  </a:cxn>
                  <a:cxn ang="0">
                    <a:pos x="29" y="106"/>
                  </a:cxn>
                </a:cxnLst>
                <a:rect l="0" t="0" r="r" b="b"/>
                <a:pathLst>
                  <a:path w="103" h="112">
                    <a:moveTo>
                      <a:pt x="48" y="110"/>
                    </a:moveTo>
                    <a:lnTo>
                      <a:pt x="59" y="112"/>
                    </a:lnTo>
                    <a:lnTo>
                      <a:pt x="68" y="112"/>
                    </a:lnTo>
                    <a:lnTo>
                      <a:pt x="76" y="112"/>
                    </a:lnTo>
                    <a:lnTo>
                      <a:pt x="84" y="110"/>
                    </a:lnTo>
                    <a:lnTo>
                      <a:pt x="89" y="109"/>
                    </a:lnTo>
                    <a:lnTo>
                      <a:pt x="94" y="107"/>
                    </a:lnTo>
                    <a:lnTo>
                      <a:pt x="99" y="107"/>
                    </a:lnTo>
                    <a:lnTo>
                      <a:pt x="100" y="106"/>
                    </a:lnTo>
                    <a:lnTo>
                      <a:pt x="102" y="104"/>
                    </a:lnTo>
                    <a:lnTo>
                      <a:pt x="102" y="103"/>
                    </a:lnTo>
                    <a:lnTo>
                      <a:pt x="103" y="103"/>
                    </a:lnTo>
                    <a:lnTo>
                      <a:pt x="103" y="101"/>
                    </a:lnTo>
                    <a:lnTo>
                      <a:pt x="103" y="98"/>
                    </a:lnTo>
                    <a:lnTo>
                      <a:pt x="103" y="93"/>
                    </a:lnTo>
                    <a:lnTo>
                      <a:pt x="100" y="88"/>
                    </a:lnTo>
                    <a:lnTo>
                      <a:pt x="99" y="82"/>
                    </a:lnTo>
                    <a:lnTo>
                      <a:pt x="97" y="79"/>
                    </a:lnTo>
                    <a:lnTo>
                      <a:pt x="97" y="76"/>
                    </a:lnTo>
                    <a:lnTo>
                      <a:pt x="95" y="73"/>
                    </a:lnTo>
                    <a:lnTo>
                      <a:pt x="95" y="69"/>
                    </a:lnTo>
                    <a:lnTo>
                      <a:pt x="95" y="68"/>
                    </a:lnTo>
                    <a:lnTo>
                      <a:pt x="95" y="68"/>
                    </a:lnTo>
                    <a:lnTo>
                      <a:pt x="94" y="66"/>
                    </a:lnTo>
                    <a:lnTo>
                      <a:pt x="94" y="66"/>
                    </a:lnTo>
                    <a:lnTo>
                      <a:pt x="92" y="60"/>
                    </a:lnTo>
                    <a:lnTo>
                      <a:pt x="92" y="55"/>
                    </a:lnTo>
                    <a:lnTo>
                      <a:pt x="91" y="50"/>
                    </a:lnTo>
                    <a:lnTo>
                      <a:pt x="91" y="44"/>
                    </a:lnTo>
                    <a:lnTo>
                      <a:pt x="91" y="42"/>
                    </a:lnTo>
                    <a:lnTo>
                      <a:pt x="91" y="42"/>
                    </a:lnTo>
                    <a:lnTo>
                      <a:pt x="91" y="41"/>
                    </a:lnTo>
                    <a:lnTo>
                      <a:pt x="91" y="41"/>
                    </a:lnTo>
                    <a:lnTo>
                      <a:pt x="89" y="33"/>
                    </a:lnTo>
                    <a:lnTo>
                      <a:pt x="89" y="27"/>
                    </a:lnTo>
                    <a:lnTo>
                      <a:pt x="89" y="22"/>
                    </a:lnTo>
                    <a:lnTo>
                      <a:pt x="89" y="17"/>
                    </a:lnTo>
                    <a:lnTo>
                      <a:pt x="87" y="9"/>
                    </a:lnTo>
                    <a:lnTo>
                      <a:pt x="83" y="5"/>
                    </a:lnTo>
                    <a:lnTo>
                      <a:pt x="75" y="1"/>
                    </a:lnTo>
                    <a:lnTo>
                      <a:pt x="67" y="0"/>
                    </a:lnTo>
                    <a:lnTo>
                      <a:pt x="59" y="0"/>
                    </a:lnTo>
                    <a:lnTo>
                      <a:pt x="51" y="0"/>
                    </a:lnTo>
                    <a:lnTo>
                      <a:pt x="45" y="3"/>
                    </a:lnTo>
                    <a:lnTo>
                      <a:pt x="40" y="9"/>
                    </a:lnTo>
                    <a:lnTo>
                      <a:pt x="38" y="14"/>
                    </a:lnTo>
                    <a:lnTo>
                      <a:pt x="37" y="19"/>
                    </a:lnTo>
                    <a:lnTo>
                      <a:pt x="34" y="25"/>
                    </a:lnTo>
                    <a:lnTo>
                      <a:pt x="30" y="31"/>
                    </a:lnTo>
                    <a:lnTo>
                      <a:pt x="30" y="31"/>
                    </a:lnTo>
                    <a:lnTo>
                      <a:pt x="30" y="33"/>
                    </a:lnTo>
                    <a:lnTo>
                      <a:pt x="30" y="33"/>
                    </a:lnTo>
                    <a:lnTo>
                      <a:pt x="30" y="35"/>
                    </a:lnTo>
                    <a:lnTo>
                      <a:pt x="27" y="39"/>
                    </a:lnTo>
                    <a:lnTo>
                      <a:pt x="26" y="44"/>
                    </a:lnTo>
                    <a:lnTo>
                      <a:pt x="23" y="49"/>
                    </a:lnTo>
                    <a:lnTo>
                      <a:pt x="19" y="54"/>
                    </a:lnTo>
                    <a:lnTo>
                      <a:pt x="19" y="54"/>
                    </a:lnTo>
                    <a:lnTo>
                      <a:pt x="19" y="54"/>
                    </a:lnTo>
                    <a:lnTo>
                      <a:pt x="19" y="55"/>
                    </a:lnTo>
                    <a:lnTo>
                      <a:pt x="18" y="55"/>
                    </a:lnTo>
                    <a:lnTo>
                      <a:pt x="16" y="58"/>
                    </a:lnTo>
                    <a:lnTo>
                      <a:pt x="15" y="61"/>
                    </a:lnTo>
                    <a:lnTo>
                      <a:pt x="11" y="63"/>
                    </a:lnTo>
                    <a:lnTo>
                      <a:pt x="10" y="66"/>
                    </a:lnTo>
                    <a:lnTo>
                      <a:pt x="5" y="73"/>
                    </a:lnTo>
                    <a:lnTo>
                      <a:pt x="2" y="77"/>
                    </a:lnTo>
                    <a:lnTo>
                      <a:pt x="0" y="82"/>
                    </a:lnTo>
                    <a:lnTo>
                      <a:pt x="0" y="85"/>
                    </a:lnTo>
                    <a:lnTo>
                      <a:pt x="0" y="87"/>
                    </a:lnTo>
                    <a:lnTo>
                      <a:pt x="0" y="87"/>
                    </a:lnTo>
                    <a:lnTo>
                      <a:pt x="0" y="88"/>
                    </a:lnTo>
                    <a:lnTo>
                      <a:pt x="2" y="88"/>
                    </a:lnTo>
                    <a:lnTo>
                      <a:pt x="7" y="93"/>
                    </a:lnTo>
                    <a:lnTo>
                      <a:pt x="15" y="99"/>
                    </a:lnTo>
                    <a:lnTo>
                      <a:pt x="29" y="106"/>
                    </a:lnTo>
                    <a:lnTo>
                      <a:pt x="48" y="110"/>
                    </a:lnTo>
                    <a:close/>
                  </a:path>
                </a:pathLst>
              </a:custGeom>
              <a:solidFill>
                <a:srgbClr val="000000"/>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346320" name="Freeform 208"/>
              <p:cNvSpPr/>
              <p:nvPr/>
            </p:nvSpPr>
            <p:spPr bwMode="auto">
              <a:xfrm>
                <a:off x="4850" y="2316"/>
                <a:ext cx="101" cy="29"/>
              </a:xfrm>
              <a:custGeom>
                <a:avLst/>
                <a:gdLst/>
                <a:ahLst/>
                <a:cxnLst>
                  <a:cxn ang="0">
                    <a:pos x="40" y="3"/>
                  </a:cxn>
                  <a:cxn ang="0">
                    <a:pos x="49" y="5"/>
                  </a:cxn>
                  <a:cxn ang="0">
                    <a:pos x="59" y="6"/>
                  </a:cxn>
                  <a:cxn ang="0">
                    <a:pos x="67" y="8"/>
                  </a:cxn>
                  <a:cxn ang="0">
                    <a:pos x="75" y="11"/>
                  </a:cxn>
                  <a:cxn ang="0">
                    <a:pos x="83" y="14"/>
                  </a:cxn>
                  <a:cxn ang="0">
                    <a:pos x="89" y="17"/>
                  </a:cxn>
                  <a:cxn ang="0">
                    <a:pos x="95" y="22"/>
                  </a:cxn>
                  <a:cxn ang="0">
                    <a:pos x="100" y="27"/>
                  </a:cxn>
                  <a:cxn ang="0">
                    <a:pos x="102" y="25"/>
                  </a:cxn>
                  <a:cxn ang="0">
                    <a:pos x="102" y="24"/>
                  </a:cxn>
                  <a:cxn ang="0">
                    <a:pos x="103" y="24"/>
                  </a:cxn>
                  <a:cxn ang="0">
                    <a:pos x="103" y="22"/>
                  </a:cxn>
                  <a:cxn ang="0">
                    <a:pos x="94" y="14"/>
                  </a:cxn>
                  <a:cxn ang="0">
                    <a:pos x="81" y="9"/>
                  </a:cxn>
                  <a:cxn ang="0">
                    <a:pos x="68" y="5"/>
                  </a:cxn>
                  <a:cxn ang="0">
                    <a:pos x="53" y="1"/>
                  </a:cxn>
                  <a:cxn ang="0">
                    <a:pos x="38" y="0"/>
                  </a:cxn>
                  <a:cxn ang="0">
                    <a:pos x="24" y="0"/>
                  </a:cxn>
                  <a:cxn ang="0">
                    <a:pos x="11" y="1"/>
                  </a:cxn>
                  <a:cxn ang="0">
                    <a:pos x="0" y="6"/>
                  </a:cxn>
                  <a:cxn ang="0">
                    <a:pos x="0" y="8"/>
                  </a:cxn>
                  <a:cxn ang="0">
                    <a:pos x="0" y="8"/>
                  </a:cxn>
                  <a:cxn ang="0">
                    <a:pos x="0" y="9"/>
                  </a:cxn>
                  <a:cxn ang="0">
                    <a:pos x="2" y="9"/>
                  </a:cxn>
                  <a:cxn ang="0">
                    <a:pos x="10" y="6"/>
                  </a:cxn>
                  <a:cxn ang="0">
                    <a:pos x="18" y="5"/>
                  </a:cxn>
                  <a:cxn ang="0">
                    <a:pos x="27" y="3"/>
                  </a:cxn>
                  <a:cxn ang="0">
                    <a:pos x="37" y="3"/>
                  </a:cxn>
                  <a:cxn ang="0">
                    <a:pos x="35" y="5"/>
                  </a:cxn>
                  <a:cxn ang="0">
                    <a:pos x="35" y="6"/>
                  </a:cxn>
                  <a:cxn ang="0">
                    <a:pos x="35" y="8"/>
                  </a:cxn>
                  <a:cxn ang="0">
                    <a:pos x="34" y="9"/>
                  </a:cxn>
                  <a:cxn ang="0">
                    <a:pos x="30" y="9"/>
                  </a:cxn>
                  <a:cxn ang="0">
                    <a:pos x="27" y="11"/>
                  </a:cxn>
                  <a:cxn ang="0">
                    <a:pos x="26" y="14"/>
                  </a:cxn>
                  <a:cxn ang="0">
                    <a:pos x="24" y="16"/>
                  </a:cxn>
                  <a:cxn ang="0">
                    <a:pos x="24" y="17"/>
                  </a:cxn>
                  <a:cxn ang="0">
                    <a:pos x="24" y="20"/>
                  </a:cxn>
                  <a:cxn ang="0">
                    <a:pos x="24" y="24"/>
                  </a:cxn>
                  <a:cxn ang="0">
                    <a:pos x="26" y="27"/>
                  </a:cxn>
                  <a:cxn ang="0">
                    <a:pos x="27" y="27"/>
                  </a:cxn>
                  <a:cxn ang="0">
                    <a:pos x="27" y="27"/>
                  </a:cxn>
                  <a:cxn ang="0">
                    <a:pos x="27" y="27"/>
                  </a:cxn>
                  <a:cxn ang="0">
                    <a:pos x="29" y="27"/>
                  </a:cxn>
                  <a:cxn ang="0">
                    <a:pos x="29" y="28"/>
                  </a:cxn>
                  <a:cxn ang="0">
                    <a:pos x="30" y="28"/>
                  </a:cxn>
                  <a:cxn ang="0">
                    <a:pos x="30" y="28"/>
                  </a:cxn>
                  <a:cxn ang="0">
                    <a:pos x="32" y="28"/>
                  </a:cxn>
                  <a:cxn ang="0">
                    <a:pos x="35" y="28"/>
                  </a:cxn>
                  <a:cxn ang="0">
                    <a:pos x="38" y="25"/>
                  </a:cxn>
                  <a:cxn ang="0">
                    <a:pos x="40" y="24"/>
                  </a:cxn>
                  <a:cxn ang="0">
                    <a:pos x="40" y="22"/>
                  </a:cxn>
                  <a:cxn ang="0">
                    <a:pos x="42" y="19"/>
                  </a:cxn>
                  <a:cxn ang="0">
                    <a:pos x="42" y="16"/>
                  </a:cxn>
                  <a:cxn ang="0">
                    <a:pos x="40" y="12"/>
                  </a:cxn>
                  <a:cxn ang="0">
                    <a:pos x="37" y="11"/>
                  </a:cxn>
                  <a:cxn ang="0">
                    <a:pos x="38" y="9"/>
                  </a:cxn>
                  <a:cxn ang="0">
                    <a:pos x="38" y="6"/>
                  </a:cxn>
                  <a:cxn ang="0">
                    <a:pos x="38" y="5"/>
                  </a:cxn>
                  <a:cxn ang="0">
                    <a:pos x="40" y="3"/>
                  </a:cxn>
                </a:cxnLst>
                <a:rect l="0" t="0" r="r" b="b"/>
                <a:pathLst>
                  <a:path w="103" h="28">
                    <a:moveTo>
                      <a:pt x="40" y="3"/>
                    </a:moveTo>
                    <a:lnTo>
                      <a:pt x="49" y="5"/>
                    </a:lnTo>
                    <a:lnTo>
                      <a:pt x="59" y="6"/>
                    </a:lnTo>
                    <a:lnTo>
                      <a:pt x="67" y="8"/>
                    </a:lnTo>
                    <a:lnTo>
                      <a:pt x="75" y="11"/>
                    </a:lnTo>
                    <a:lnTo>
                      <a:pt x="83" y="14"/>
                    </a:lnTo>
                    <a:lnTo>
                      <a:pt x="89" y="17"/>
                    </a:lnTo>
                    <a:lnTo>
                      <a:pt x="95" y="22"/>
                    </a:lnTo>
                    <a:lnTo>
                      <a:pt x="100" y="27"/>
                    </a:lnTo>
                    <a:lnTo>
                      <a:pt x="102" y="25"/>
                    </a:lnTo>
                    <a:lnTo>
                      <a:pt x="102" y="24"/>
                    </a:lnTo>
                    <a:lnTo>
                      <a:pt x="103" y="24"/>
                    </a:lnTo>
                    <a:lnTo>
                      <a:pt x="103" y="22"/>
                    </a:lnTo>
                    <a:lnTo>
                      <a:pt x="94" y="14"/>
                    </a:lnTo>
                    <a:lnTo>
                      <a:pt x="81" y="9"/>
                    </a:lnTo>
                    <a:lnTo>
                      <a:pt x="68" y="5"/>
                    </a:lnTo>
                    <a:lnTo>
                      <a:pt x="53" y="1"/>
                    </a:lnTo>
                    <a:lnTo>
                      <a:pt x="38" y="0"/>
                    </a:lnTo>
                    <a:lnTo>
                      <a:pt x="24" y="0"/>
                    </a:lnTo>
                    <a:lnTo>
                      <a:pt x="11" y="1"/>
                    </a:lnTo>
                    <a:lnTo>
                      <a:pt x="0" y="6"/>
                    </a:lnTo>
                    <a:lnTo>
                      <a:pt x="0" y="8"/>
                    </a:lnTo>
                    <a:lnTo>
                      <a:pt x="0" y="8"/>
                    </a:lnTo>
                    <a:lnTo>
                      <a:pt x="0" y="9"/>
                    </a:lnTo>
                    <a:lnTo>
                      <a:pt x="2" y="9"/>
                    </a:lnTo>
                    <a:lnTo>
                      <a:pt x="10" y="6"/>
                    </a:lnTo>
                    <a:lnTo>
                      <a:pt x="18" y="5"/>
                    </a:lnTo>
                    <a:lnTo>
                      <a:pt x="27" y="3"/>
                    </a:lnTo>
                    <a:lnTo>
                      <a:pt x="37" y="3"/>
                    </a:lnTo>
                    <a:lnTo>
                      <a:pt x="35" y="5"/>
                    </a:lnTo>
                    <a:lnTo>
                      <a:pt x="35" y="6"/>
                    </a:lnTo>
                    <a:lnTo>
                      <a:pt x="35" y="8"/>
                    </a:lnTo>
                    <a:lnTo>
                      <a:pt x="34" y="9"/>
                    </a:lnTo>
                    <a:lnTo>
                      <a:pt x="30" y="9"/>
                    </a:lnTo>
                    <a:lnTo>
                      <a:pt x="27" y="11"/>
                    </a:lnTo>
                    <a:lnTo>
                      <a:pt x="26" y="14"/>
                    </a:lnTo>
                    <a:lnTo>
                      <a:pt x="24" y="16"/>
                    </a:lnTo>
                    <a:lnTo>
                      <a:pt x="24" y="17"/>
                    </a:lnTo>
                    <a:lnTo>
                      <a:pt x="24" y="20"/>
                    </a:lnTo>
                    <a:lnTo>
                      <a:pt x="24" y="24"/>
                    </a:lnTo>
                    <a:lnTo>
                      <a:pt x="26" y="27"/>
                    </a:lnTo>
                    <a:lnTo>
                      <a:pt x="27" y="27"/>
                    </a:lnTo>
                    <a:lnTo>
                      <a:pt x="27" y="27"/>
                    </a:lnTo>
                    <a:lnTo>
                      <a:pt x="27" y="27"/>
                    </a:lnTo>
                    <a:lnTo>
                      <a:pt x="29" y="27"/>
                    </a:lnTo>
                    <a:lnTo>
                      <a:pt x="29" y="28"/>
                    </a:lnTo>
                    <a:lnTo>
                      <a:pt x="30" y="28"/>
                    </a:lnTo>
                    <a:lnTo>
                      <a:pt x="30" y="28"/>
                    </a:lnTo>
                    <a:lnTo>
                      <a:pt x="32" y="28"/>
                    </a:lnTo>
                    <a:lnTo>
                      <a:pt x="35" y="28"/>
                    </a:lnTo>
                    <a:lnTo>
                      <a:pt x="38" y="25"/>
                    </a:lnTo>
                    <a:lnTo>
                      <a:pt x="40" y="24"/>
                    </a:lnTo>
                    <a:lnTo>
                      <a:pt x="40" y="22"/>
                    </a:lnTo>
                    <a:lnTo>
                      <a:pt x="42" y="19"/>
                    </a:lnTo>
                    <a:lnTo>
                      <a:pt x="42" y="16"/>
                    </a:lnTo>
                    <a:lnTo>
                      <a:pt x="40" y="12"/>
                    </a:lnTo>
                    <a:lnTo>
                      <a:pt x="37" y="11"/>
                    </a:lnTo>
                    <a:lnTo>
                      <a:pt x="38" y="9"/>
                    </a:lnTo>
                    <a:lnTo>
                      <a:pt x="38" y="6"/>
                    </a:lnTo>
                    <a:lnTo>
                      <a:pt x="38" y="5"/>
                    </a:lnTo>
                    <a:lnTo>
                      <a:pt x="40" y="3"/>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321" name="Freeform 209"/>
              <p:cNvSpPr/>
              <p:nvPr/>
            </p:nvSpPr>
            <p:spPr bwMode="auto">
              <a:xfrm>
                <a:off x="4875" y="2341"/>
                <a:ext cx="3" cy="7"/>
              </a:xfrm>
              <a:custGeom>
                <a:avLst/>
                <a:gdLst/>
                <a:ahLst/>
                <a:cxnLst>
                  <a:cxn ang="0">
                    <a:pos x="0" y="0"/>
                  </a:cxn>
                  <a:cxn ang="0">
                    <a:pos x="1" y="0"/>
                  </a:cxn>
                  <a:cxn ang="0">
                    <a:pos x="1" y="0"/>
                  </a:cxn>
                  <a:cxn ang="0">
                    <a:pos x="1" y="0"/>
                  </a:cxn>
                  <a:cxn ang="0">
                    <a:pos x="3" y="0"/>
                  </a:cxn>
                  <a:cxn ang="0">
                    <a:pos x="3" y="1"/>
                  </a:cxn>
                  <a:cxn ang="0">
                    <a:pos x="4" y="1"/>
                  </a:cxn>
                  <a:cxn ang="0">
                    <a:pos x="4" y="1"/>
                  </a:cxn>
                  <a:cxn ang="0">
                    <a:pos x="6" y="1"/>
                  </a:cxn>
                  <a:cxn ang="0">
                    <a:pos x="6" y="3"/>
                  </a:cxn>
                  <a:cxn ang="0">
                    <a:pos x="6" y="3"/>
                  </a:cxn>
                  <a:cxn ang="0">
                    <a:pos x="4" y="4"/>
                  </a:cxn>
                  <a:cxn ang="0">
                    <a:pos x="3" y="6"/>
                  </a:cxn>
                  <a:cxn ang="0">
                    <a:pos x="1" y="6"/>
                  </a:cxn>
                  <a:cxn ang="0">
                    <a:pos x="0" y="6"/>
                  </a:cxn>
                  <a:cxn ang="0">
                    <a:pos x="0" y="4"/>
                  </a:cxn>
                  <a:cxn ang="0">
                    <a:pos x="0" y="4"/>
                  </a:cxn>
                  <a:cxn ang="0">
                    <a:pos x="0" y="3"/>
                  </a:cxn>
                  <a:cxn ang="0">
                    <a:pos x="0" y="1"/>
                  </a:cxn>
                  <a:cxn ang="0">
                    <a:pos x="0" y="0"/>
                  </a:cxn>
                </a:cxnLst>
                <a:rect l="0" t="0" r="r" b="b"/>
                <a:pathLst>
                  <a:path w="6" h="6">
                    <a:moveTo>
                      <a:pt x="0" y="0"/>
                    </a:moveTo>
                    <a:lnTo>
                      <a:pt x="1" y="0"/>
                    </a:lnTo>
                    <a:lnTo>
                      <a:pt x="1" y="0"/>
                    </a:lnTo>
                    <a:lnTo>
                      <a:pt x="1" y="0"/>
                    </a:lnTo>
                    <a:lnTo>
                      <a:pt x="3" y="0"/>
                    </a:lnTo>
                    <a:lnTo>
                      <a:pt x="3" y="1"/>
                    </a:lnTo>
                    <a:lnTo>
                      <a:pt x="4" y="1"/>
                    </a:lnTo>
                    <a:lnTo>
                      <a:pt x="4" y="1"/>
                    </a:lnTo>
                    <a:lnTo>
                      <a:pt x="6" y="1"/>
                    </a:lnTo>
                    <a:lnTo>
                      <a:pt x="6" y="3"/>
                    </a:lnTo>
                    <a:lnTo>
                      <a:pt x="6" y="3"/>
                    </a:lnTo>
                    <a:lnTo>
                      <a:pt x="4" y="4"/>
                    </a:lnTo>
                    <a:lnTo>
                      <a:pt x="3" y="6"/>
                    </a:lnTo>
                    <a:lnTo>
                      <a:pt x="1" y="6"/>
                    </a:lnTo>
                    <a:lnTo>
                      <a:pt x="0" y="6"/>
                    </a:lnTo>
                    <a:lnTo>
                      <a:pt x="0" y="4"/>
                    </a:lnTo>
                    <a:lnTo>
                      <a:pt x="0" y="4"/>
                    </a:lnTo>
                    <a:lnTo>
                      <a:pt x="0" y="3"/>
                    </a:lnTo>
                    <a:lnTo>
                      <a:pt x="0" y="1"/>
                    </a:lnTo>
                    <a:lnTo>
                      <a:pt x="0" y="0"/>
                    </a:lnTo>
                    <a:close/>
                  </a:path>
                </a:pathLst>
              </a:custGeom>
              <a:solidFill>
                <a:srgbClr val="7A1111"/>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346322" name="Freeform 210"/>
              <p:cNvSpPr/>
              <p:nvPr/>
            </p:nvSpPr>
            <p:spPr bwMode="auto">
              <a:xfrm>
                <a:off x="4996" y="2819"/>
                <a:ext cx="19" cy="14"/>
              </a:xfrm>
              <a:custGeom>
                <a:avLst/>
                <a:gdLst/>
                <a:ahLst/>
                <a:cxnLst>
                  <a:cxn ang="0">
                    <a:pos x="0" y="0"/>
                  </a:cxn>
                  <a:cxn ang="0">
                    <a:pos x="0" y="0"/>
                  </a:cxn>
                  <a:cxn ang="0">
                    <a:pos x="0" y="9"/>
                  </a:cxn>
                  <a:cxn ang="0">
                    <a:pos x="0" y="14"/>
                  </a:cxn>
                  <a:cxn ang="0">
                    <a:pos x="0" y="15"/>
                  </a:cxn>
                  <a:cxn ang="0">
                    <a:pos x="8" y="15"/>
                  </a:cxn>
                  <a:cxn ang="0">
                    <a:pos x="8" y="15"/>
                  </a:cxn>
                  <a:cxn ang="0">
                    <a:pos x="16" y="15"/>
                  </a:cxn>
                  <a:cxn ang="0">
                    <a:pos x="16" y="14"/>
                  </a:cxn>
                  <a:cxn ang="0">
                    <a:pos x="16" y="9"/>
                  </a:cxn>
                  <a:cxn ang="0">
                    <a:pos x="16" y="0"/>
                  </a:cxn>
                  <a:cxn ang="0">
                    <a:pos x="16" y="0"/>
                  </a:cxn>
                  <a:cxn ang="0">
                    <a:pos x="0" y="0"/>
                  </a:cxn>
                </a:cxnLst>
                <a:rect l="0" t="0" r="r" b="b"/>
                <a:pathLst>
                  <a:path w="16" h="15">
                    <a:moveTo>
                      <a:pt x="0" y="0"/>
                    </a:moveTo>
                    <a:lnTo>
                      <a:pt x="0" y="0"/>
                    </a:lnTo>
                    <a:lnTo>
                      <a:pt x="0" y="9"/>
                    </a:lnTo>
                    <a:lnTo>
                      <a:pt x="0" y="14"/>
                    </a:lnTo>
                    <a:lnTo>
                      <a:pt x="0" y="15"/>
                    </a:lnTo>
                    <a:lnTo>
                      <a:pt x="8" y="15"/>
                    </a:lnTo>
                    <a:lnTo>
                      <a:pt x="8" y="15"/>
                    </a:lnTo>
                    <a:lnTo>
                      <a:pt x="16" y="15"/>
                    </a:lnTo>
                    <a:lnTo>
                      <a:pt x="16" y="14"/>
                    </a:lnTo>
                    <a:lnTo>
                      <a:pt x="16" y="9"/>
                    </a:lnTo>
                    <a:lnTo>
                      <a:pt x="16" y="0"/>
                    </a:lnTo>
                    <a:lnTo>
                      <a:pt x="16" y="0"/>
                    </a:lnTo>
                    <a:lnTo>
                      <a:pt x="0" y="0"/>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323" name="Freeform 211"/>
              <p:cNvSpPr/>
              <p:nvPr/>
            </p:nvSpPr>
            <p:spPr bwMode="auto">
              <a:xfrm>
                <a:off x="4803" y="2726"/>
                <a:ext cx="212" cy="93"/>
              </a:xfrm>
              <a:custGeom>
                <a:avLst/>
                <a:gdLst/>
                <a:ahLst/>
                <a:cxnLst>
                  <a:cxn ang="0">
                    <a:pos x="16" y="94"/>
                  </a:cxn>
                  <a:cxn ang="0">
                    <a:pos x="16" y="94"/>
                  </a:cxn>
                  <a:cxn ang="0">
                    <a:pos x="23" y="59"/>
                  </a:cxn>
                  <a:cxn ang="0">
                    <a:pos x="43" y="35"/>
                  </a:cxn>
                  <a:cxn ang="0">
                    <a:pos x="72" y="21"/>
                  </a:cxn>
                  <a:cxn ang="0">
                    <a:pos x="107" y="16"/>
                  </a:cxn>
                  <a:cxn ang="0">
                    <a:pos x="140" y="21"/>
                  </a:cxn>
                  <a:cxn ang="0">
                    <a:pos x="168" y="37"/>
                  </a:cxn>
                  <a:cxn ang="0">
                    <a:pos x="189" y="60"/>
                  </a:cxn>
                  <a:cxn ang="0">
                    <a:pos x="195" y="94"/>
                  </a:cxn>
                  <a:cxn ang="0">
                    <a:pos x="211" y="94"/>
                  </a:cxn>
                  <a:cxn ang="0">
                    <a:pos x="202" y="54"/>
                  </a:cxn>
                  <a:cxn ang="0">
                    <a:pos x="178" y="24"/>
                  </a:cxn>
                  <a:cxn ang="0">
                    <a:pos x="143" y="5"/>
                  </a:cxn>
                  <a:cxn ang="0">
                    <a:pos x="107" y="0"/>
                  </a:cxn>
                  <a:cxn ang="0">
                    <a:pos x="69" y="5"/>
                  </a:cxn>
                  <a:cxn ang="0">
                    <a:pos x="34" y="23"/>
                  </a:cxn>
                  <a:cxn ang="0">
                    <a:pos x="10" y="53"/>
                  </a:cxn>
                  <a:cxn ang="0">
                    <a:pos x="0" y="94"/>
                  </a:cxn>
                  <a:cxn ang="0">
                    <a:pos x="0" y="94"/>
                  </a:cxn>
                  <a:cxn ang="0">
                    <a:pos x="16" y="94"/>
                  </a:cxn>
                </a:cxnLst>
                <a:rect l="0" t="0" r="r" b="b"/>
                <a:pathLst>
                  <a:path w="211" h="94">
                    <a:moveTo>
                      <a:pt x="16" y="94"/>
                    </a:moveTo>
                    <a:lnTo>
                      <a:pt x="16" y="94"/>
                    </a:lnTo>
                    <a:lnTo>
                      <a:pt x="23" y="59"/>
                    </a:lnTo>
                    <a:lnTo>
                      <a:pt x="43" y="35"/>
                    </a:lnTo>
                    <a:lnTo>
                      <a:pt x="72" y="21"/>
                    </a:lnTo>
                    <a:lnTo>
                      <a:pt x="107" y="16"/>
                    </a:lnTo>
                    <a:lnTo>
                      <a:pt x="140" y="21"/>
                    </a:lnTo>
                    <a:lnTo>
                      <a:pt x="168" y="37"/>
                    </a:lnTo>
                    <a:lnTo>
                      <a:pt x="189" y="60"/>
                    </a:lnTo>
                    <a:lnTo>
                      <a:pt x="195" y="94"/>
                    </a:lnTo>
                    <a:lnTo>
                      <a:pt x="211" y="94"/>
                    </a:lnTo>
                    <a:lnTo>
                      <a:pt x="202" y="54"/>
                    </a:lnTo>
                    <a:lnTo>
                      <a:pt x="178" y="24"/>
                    </a:lnTo>
                    <a:lnTo>
                      <a:pt x="143" y="5"/>
                    </a:lnTo>
                    <a:lnTo>
                      <a:pt x="107" y="0"/>
                    </a:lnTo>
                    <a:lnTo>
                      <a:pt x="69" y="5"/>
                    </a:lnTo>
                    <a:lnTo>
                      <a:pt x="34" y="23"/>
                    </a:lnTo>
                    <a:lnTo>
                      <a:pt x="10" y="53"/>
                    </a:lnTo>
                    <a:lnTo>
                      <a:pt x="0" y="94"/>
                    </a:lnTo>
                    <a:lnTo>
                      <a:pt x="0" y="94"/>
                    </a:lnTo>
                    <a:lnTo>
                      <a:pt x="16" y="94"/>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324" name="Freeform 212"/>
              <p:cNvSpPr/>
              <p:nvPr/>
            </p:nvSpPr>
            <p:spPr bwMode="auto">
              <a:xfrm>
                <a:off x="4803" y="2819"/>
                <a:ext cx="16" cy="21"/>
              </a:xfrm>
              <a:custGeom>
                <a:avLst/>
                <a:gdLst/>
                <a:ahLst/>
                <a:cxnLst>
                  <a:cxn ang="0">
                    <a:pos x="8" y="8"/>
                  </a:cxn>
                  <a:cxn ang="0">
                    <a:pos x="8" y="15"/>
                  </a:cxn>
                  <a:cxn ang="0">
                    <a:pos x="16" y="15"/>
                  </a:cxn>
                  <a:cxn ang="0">
                    <a:pos x="16" y="14"/>
                  </a:cxn>
                  <a:cxn ang="0">
                    <a:pos x="16" y="9"/>
                  </a:cxn>
                  <a:cxn ang="0">
                    <a:pos x="16" y="0"/>
                  </a:cxn>
                  <a:cxn ang="0">
                    <a:pos x="0" y="0"/>
                  </a:cxn>
                  <a:cxn ang="0">
                    <a:pos x="0" y="9"/>
                  </a:cxn>
                  <a:cxn ang="0">
                    <a:pos x="0" y="14"/>
                  </a:cxn>
                  <a:cxn ang="0">
                    <a:pos x="0" y="15"/>
                  </a:cxn>
                  <a:cxn ang="0">
                    <a:pos x="8" y="15"/>
                  </a:cxn>
                  <a:cxn ang="0">
                    <a:pos x="8" y="23"/>
                  </a:cxn>
                  <a:cxn ang="0">
                    <a:pos x="0" y="15"/>
                  </a:cxn>
                  <a:cxn ang="0">
                    <a:pos x="0" y="23"/>
                  </a:cxn>
                  <a:cxn ang="0">
                    <a:pos x="8" y="23"/>
                  </a:cxn>
                  <a:cxn ang="0">
                    <a:pos x="8" y="8"/>
                  </a:cxn>
                </a:cxnLst>
                <a:rect l="0" t="0" r="r" b="b"/>
                <a:pathLst>
                  <a:path w="16" h="23">
                    <a:moveTo>
                      <a:pt x="8" y="8"/>
                    </a:moveTo>
                    <a:lnTo>
                      <a:pt x="8" y="15"/>
                    </a:lnTo>
                    <a:lnTo>
                      <a:pt x="16" y="15"/>
                    </a:lnTo>
                    <a:lnTo>
                      <a:pt x="16" y="14"/>
                    </a:lnTo>
                    <a:lnTo>
                      <a:pt x="16" y="9"/>
                    </a:lnTo>
                    <a:lnTo>
                      <a:pt x="16" y="0"/>
                    </a:lnTo>
                    <a:lnTo>
                      <a:pt x="0" y="0"/>
                    </a:lnTo>
                    <a:lnTo>
                      <a:pt x="0" y="9"/>
                    </a:lnTo>
                    <a:lnTo>
                      <a:pt x="0" y="14"/>
                    </a:lnTo>
                    <a:lnTo>
                      <a:pt x="0" y="15"/>
                    </a:lnTo>
                    <a:lnTo>
                      <a:pt x="8" y="15"/>
                    </a:lnTo>
                    <a:lnTo>
                      <a:pt x="8" y="23"/>
                    </a:lnTo>
                    <a:lnTo>
                      <a:pt x="0" y="15"/>
                    </a:lnTo>
                    <a:lnTo>
                      <a:pt x="0" y="23"/>
                    </a:lnTo>
                    <a:lnTo>
                      <a:pt x="8" y="23"/>
                    </a:lnTo>
                    <a:lnTo>
                      <a:pt x="8"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325" name="Freeform 213"/>
              <p:cNvSpPr/>
              <p:nvPr/>
            </p:nvSpPr>
            <p:spPr bwMode="auto">
              <a:xfrm>
                <a:off x="4812" y="2826"/>
                <a:ext cx="203" cy="14"/>
              </a:xfrm>
              <a:custGeom>
                <a:avLst/>
                <a:gdLst/>
                <a:ahLst/>
                <a:cxnLst>
                  <a:cxn ang="0">
                    <a:pos x="187" y="7"/>
                  </a:cxn>
                  <a:cxn ang="0">
                    <a:pos x="195" y="0"/>
                  </a:cxn>
                  <a:cxn ang="0">
                    <a:pos x="0" y="0"/>
                  </a:cxn>
                  <a:cxn ang="0">
                    <a:pos x="0" y="15"/>
                  </a:cxn>
                  <a:cxn ang="0">
                    <a:pos x="195" y="15"/>
                  </a:cxn>
                  <a:cxn ang="0">
                    <a:pos x="203" y="7"/>
                  </a:cxn>
                  <a:cxn ang="0">
                    <a:pos x="195" y="15"/>
                  </a:cxn>
                  <a:cxn ang="0">
                    <a:pos x="203" y="15"/>
                  </a:cxn>
                  <a:cxn ang="0">
                    <a:pos x="203" y="7"/>
                  </a:cxn>
                  <a:cxn ang="0">
                    <a:pos x="187" y="7"/>
                  </a:cxn>
                </a:cxnLst>
                <a:rect l="0" t="0" r="r" b="b"/>
                <a:pathLst>
                  <a:path w="203" h="15">
                    <a:moveTo>
                      <a:pt x="187" y="7"/>
                    </a:moveTo>
                    <a:lnTo>
                      <a:pt x="195" y="0"/>
                    </a:lnTo>
                    <a:lnTo>
                      <a:pt x="0" y="0"/>
                    </a:lnTo>
                    <a:lnTo>
                      <a:pt x="0" y="15"/>
                    </a:lnTo>
                    <a:lnTo>
                      <a:pt x="195" y="15"/>
                    </a:lnTo>
                    <a:lnTo>
                      <a:pt x="203" y="7"/>
                    </a:lnTo>
                    <a:lnTo>
                      <a:pt x="195" y="15"/>
                    </a:lnTo>
                    <a:lnTo>
                      <a:pt x="203" y="15"/>
                    </a:lnTo>
                    <a:lnTo>
                      <a:pt x="203" y="7"/>
                    </a:lnTo>
                    <a:lnTo>
                      <a:pt x="187" y="7"/>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326" name="Freeform 214"/>
              <p:cNvSpPr/>
              <p:nvPr/>
            </p:nvSpPr>
            <p:spPr bwMode="auto">
              <a:xfrm>
                <a:off x="4901" y="2734"/>
                <a:ext cx="13" cy="100"/>
              </a:xfrm>
              <a:custGeom>
                <a:avLst/>
                <a:gdLst/>
                <a:ahLst/>
                <a:cxnLst>
                  <a:cxn ang="0">
                    <a:pos x="8" y="101"/>
                  </a:cxn>
                  <a:cxn ang="0">
                    <a:pos x="16" y="101"/>
                  </a:cxn>
                  <a:cxn ang="0">
                    <a:pos x="16" y="0"/>
                  </a:cxn>
                  <a:cxn ang="0">
                    <a:pos x="0" y="0"/>
                  </a:cxn>
                  <a:cxn ang="0">
                    <a:pos x="0" y="101"/>
                  </a:cxn>
                  <a:cxn ang="0">
                    <a:pos x="8" y="101"/>
                  </a:cxn>
                </a:cxnLst>
                <a:rect l="0" t="0" r="r" b="b"/>
                <a:pathLst>
                  <a:path w="16" h="101">
                    <a:moveTo>
                      <a:pt x="8" y="101"/>
                    </a:moveTo>
                    <a:lnTo>
                      <a:pt x="16" y="101"/>
                    </a:lnTo>
                    <a:lnTo>
                      <a:pt x="16" y="0"/>
                    </a:lnTo>
                    <a:lnTo>
                      <a:pt x="0" y="0"/>
                    </a:lnTo>
                    <a:lnTo>
                      <a:pt x="0" y="101"/>
                    </a:lnTo>
                    <a:lnTo>
                      <a:pt x="8" y="101"/>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327" name="Freeform 215"/>
              <p:cNvSpPr/>
              <p:nvPr/>
            </p:nvSpPr>
            <p:spPr bwMode="auto">
              <a:xfrm>
                <a:off x="4904" y="2755"/>
                <a:ext cx="86" cy="86"/>
              </a:xfrm>
              <a:custGeom>
                <a:avLst/>
                <a:gdLst/>
                <a:ahLst/>
                <a:cxnLst>
                  <a:cxn ang="0">
                    <a:pos x="5" y="79"/>
                  </a:cxn>
                  <a:cxn ang="0">
                    <a:pos x="10" y="84"/>
                  </a:cxn>
                  <a:cxn ang="0">
                    <a:pos x="87" y="10"/>
                  </a:cxn>
                  <a:cxn ang="0">
                    <a:pos x="78" y="0"/>
                  </a:cxn>
                  <a:cxn ang="0">
                    <a:pos x="0" y="75"/>
                  </a:cxn>
                  <a:cxn ang="0">
                    <a:pos x="5" y="79"/>
                  </a:cxn>
                </a:cxnLst>
                <a:rect l="0" t="0" r="r" b="b"/>
                <a:pathLst>
                  <a:path w="87" h="84">
                    <a:moveTo>
                      <a:pt x="5" y="79"/>
                    </a:moveTo>
                    <a:lnTo>
                      <a:pt x="10" y="84"/>
                    </a:lnTo>
                    <a:lnTo>
                      <a:pt x="87" y="10"/>
                    </a:lnTo>
                    <a:lnTo>
                      <a:pt x="78" y="0"/>
                    </a:lnTo>
                    <a:lnTo>
                      <a:pt x="0" y="75"/>
                    </a:lnTo>
                    <a:lnTo>
                      <a:pt x="5" y="79"/>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328" name="Freeform 216"/>
              <p:cNvSpPr/>
              <p:nvPr/>
            </p:nvSpPr>
            <p:spPr bwMode="auto">
              <a:xfrm>
                <a:off x="4828" y="2755"/>
                <a:ext cx="86" cy="86"/>
              </a:xfrm>
              <a:custGeom>
                <a:avLst/>
                <a:gdLst/>
                <a:ahLst/>
                <a:cxnLst>
                  <a:cxn ang="0">
                    <a:pos x="78" y="80"/>
                  </a:cxn>
                  <a:cxn ang="0">
                    <a:pos x="83" y="76"/>
                  </a:cxn>
                  <a:cxn ang="0">
                    <a:pos x="10" y="0"/>
                  </a:cxn>
                  <a:cxn ang="0">
                    <a:pos x="0" y="9"/>
                  </a:cxn>
                  <a:cxn ang="0">
                    <a:pos x="73" y="85"/>
                  </a:cxn>
                  <a:cxn ang="0">
                    <a:pos x="78" y="80"/>
                  </a:cxn>
                </a:cxnLst>
                <a:rect l="0" t="0" r="r" b="b"/>
                <a:pathLst>
                  <a:path w="83" h="85">
                    <a:moveTo>
                      <a:pt x="78" y="80"/>
                    </a:moveTo>
                    <a:lnTo>
                      <a:pt x="83" y="76"/>
                    </a:lnTo>
                    <a:lnTo>
                      <a:pt x="10" y="0"/>
                    </a:lnTo>
                    <a:lnTo>
                      <a:pt x="0" y="9"/>
                    </a:lnTo>
                    <a:lnTo>
                      <a:pt x="73" y="85"/>
                    </a:lnTo>
                    <a:lnTo>
                      <a:pt x="78" y="80"/>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grpSp>
        <p:sp>
          <p:nvSpPr>
            <p:cNvPr id="28148" name="Text Box 217"/>
            <p:cNvSpPr txBox="1"/>
            <p:nvPr/>
          </p:nvSpPr>
          <p:spPr>
            <a:xfrm>
              <a:off x="4729" y="650"/>
              <a:ext cx="804" cy="845"/>
            </a:xfrm>
            <a:prstGeom prst="rect">
              <a:avLst/>
            </a:prstGeom>
            <a:noFill/>
            <a:ln w="12700">
              <a:noFill/>
            </a:ln>
          </p:spPr>
          <p:txBody>
            <a:bodyPr wrap="none">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ct val="0"/>
                </a:spcBef>
                <a:spcAft>
                  <a:spcPts val="590"/>
                </a:spcAft>
                <a:buSzPct val="80000"/>
                <a:buNone/>
              </a:pPr>
              <a:endParaRPr lang="zh-CN" altLang="en-US" sz="2800" dirty="0">
                <a:ea typeface="宋体" pitchFamily="2" charset="-122"/>
              </a:endParaRPr>
            </a:p>
          </p:txBody>
        </p:sp>
      </p:grpSp>
      <p:grpSp>
        <p:nvGrpSpPr>
          <p:cNvPr id="16" name="Group 218"/>
          <p:cNvGrpSpPr/>
          <p:nvPr/>
        </p:nvGrpSpPr>
        <p:grpSpPr>
          <a:xfrm>
            <a:off x="4740275" y="4589463"/>
            <a:ext cx="536575" cy="846137"/>
            <a:chOff x="4368" y="0"/>
            <a:chExt cx="1392" cy="1495"/>
          </a:xfrm>
        </p:grpSpPr>
        <p:grpSp>
          <p:nvGrpSpPr>
            <p:cNvPr id="28113" name="Group 219"/>
            <p:cNvGrpSpPr/>
            <p:nvPr/>
          </p:nvGrpSpPr>
          <p:grpSpPr>
            <a:xfrm>
              <a:off x="4368" y="0"/>
              <a:ext cx="1392" cy="1056"/>
              <a:chOff x="4368" y="2016"/>
              <a:chExt cx="1072" cy="1344"/>
            </a:xfrm>
          </p:grpSpPr>
          <p:sp>
            <p:nvSpPr>
              <p:cNvPr id="346332" name="Freeform 220"/>
              <p:cNvSpPr/>
              <p:nvPr/>
            </p:nvSpPr>
            <p:spPr bwMode="auto">
              <a:xfrm>
                <a:off x="4457" y="2462"/>
                <a:ext cx="898" cy="825"/>
              </a:xfrm>
              <a:custGeom>
                <a:avLst/>
                <a:gdLst/>
                <a:ahLst/>
                <a:cxnLst>
                  <a:cxn ang="0">
                    <a:pos x="445" y="0"/>
                  </a:cxn>
                  <a:cxn ang="0">
                    <a:pos x="897" y="293"/>
                  </a:cxn>
                  <a:cxn ang="0">
                    <a:pos x="897" y="829"/>
                  </a:cxn>
                  <a:cxn ang="0">
                    <a:pos x="601" y="829"/>
                  </a:cxn>
                  <a:cxn ang="0">
                    <a:pos x="296" y="829"/>
                  </a:cxn>
                  <a:cxn ang="0">
                    <a:pos x="0" y="829"/>
                  </a:cxn>
                  <a:cxn ang="0">
                    <a:pos x="0" y="293"/>
                  </a:cxn>
                  <a:cxn ang="0">
                    <a:pos x="445" y="0"/>
                  </a:cxn>
                </a:cxnLst>
                <a:rect l="0" t="0" r="r" b="b"/>
                <a:pathLst>
                  <a:path w="897" h="829">
                    <a:moveTo>
                      <a:pt x="445" y="0"/>
                    </a:moveTo>
                    <a:lnTo>
                      <a:pt x="897" y="293"/>
                    </a:lnTo>
                    <a:lnTo>
                      <a:pt x="897" y="829"/>
                    </a:lnTo>
                    <a:lnTo>
                      <a:pt x="601" y="829"/>
                    </a:lnTo>
                    <a:lnTo>
                      <a:pt x="296" y="829"/>
                    </a:lnTo>
                    <a:lnTo>
                      <a:pt x="0" y="829"/>
                    </a:lnTo>
                    <a:lnTo>
                      <a:pt x="0" y="293"/>
                    </a:lnTo>
                    <a:lnTo>
                      <a:pt x="445" y="0"/>
                    </a:lnTo>
                    <a:close/>
                  </a:path>
                </a:pathLst>
              </a:custGeom>
              <a:solidFill>
                <a:srgbClr val="0000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346333" name="Freeform 221"/>
              <p:cNvSpPr/>
              <p:nvPr/>
            </p:nvSpPr>
            <p:spPr bwMode="auto">
              <a:xfrm>
                <a:off x="4368" y="2462"/>
                <a:ext cx="415" cy="289"/>
              </a:xfrm>
              <a:custGeom>
                <a:avLst/>
                <a:gdLst/>
                <a:ahLst/>
                <a:cxnLst>
                  <a:cxn ang="0">
                    <a:pos x="0" y="288"/>
                  </a:cxn>
                  <a:cxn ang="0">
                    <a:pos x="416" y="32"/>
                  </a:cxn>
                  <a:cxn ang="0">
                    <a:pos x="416" y="27"/>
                  </a:cxn>
                  <a:cxn ang="0">
                    <a:pos x="416" y="19"/>
                  </a:cxn>
                  <a:cxn ang="0">
                    <a:pos x="416" y="9"/>
                  </a:cxn>
                  <a:cxn ang="0">
                    <a:pos x="416" y="0"/>
                  </a:cxn>
                  <a:cxn ang="0">
                    <a:pos x="0" y="254"/>
                  </a:cxn>
                  <a:cxn ang="0">
                    <a:pos x="0" y="288"/>
                  </a:cxn>
                </a:cxnLst>
                <a:rect l="0" t="0" r="r" b="b"/>
                <a:pathLst>
                  <a:path w="416" h="288">
                    <a:moveTo>
                      <a:pt x="0" y="288"/>
                    </a:moveTo>
                    <a:lnTo>
                      <a:pt x="416" y="32"/>
                    </a:lnTo>
                    <a:lnTo>
                      <a:pt x="416" y="27"/>
                    </a:lnTo>
                    <a:lnTo>
                      <a:pt x="416" y="19"/>
                    </a:lnTo>
                    <a:lnTo>
                      <a:pt x="416" y="9"/>
                    </a:lnTo>
                    <a:lnTo>
                      <a:pt x="416" y="0"/>
                    </a:lnTo>
                    <a:lnTo>
                      <a:pt x="0" y="254"/>
                    </a:lnTo>
                    <a:lnTo>
                      <a:pt x="0" y="288"/>
                    </a:lnTo>
                    <a:close/>
                  </a:path>
                </a:pathLst>
              </a:custGeom>
              <a:solidFill>
                <a:srgbClr val="000000"/>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346334" name="Rectangle 222"/>
              <p:cNvSpPr>
                <a:spLocks noChangeArrowheads="1"/>
              </p:cNvSpPr>
              <p:nvPr/>
            </p:nvSpPr>
            <p:spPr bwMode="auto">
              <a:xfrm>
                <a:off x="4457" y="3330"/>
                <a:ext cx="898" cy="29"/>
              </a:xfrm>
              <a:prstGeom prst="rect">
                <a:avLst/>
              </a:prstGeom>
              <a:solidFill>
                <a:srgbClr val="000000"/>
              </a:solidFill>
              <a:ln w="9525">
                <a:noFill/>
                <a:miter lim="800000"/>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346335" name="Freeform 223"/>
              <p:cNvSpPr/>
              <p:nvPr/>
            </p:nvSpPr>
            <p:spPr bwMode="auto">
              <a:xfrm>
                <a:off x="4787" y="2170"/>
                <a:ext cx="241" cy="328"/>
              </a:xfrm>
              <a:custGeom>
                <a:avLst/>
                <a:gdLst/>
                <a:ahLst/>
                <a:cxnLst>
                  <a:cxn ang="0">
                    <a:pos x="242" y="327"/>
                  </a:cxn>
                  <a:cxn ang="0">
                    <a:pos x="242" y="0"/>
                  </a:cxn>
                  <a:cxn ang="0">
                    <a:pos x="0" y="0"/>
                  </a:cxn>
                  <a:cxn ang="0">
                    <a:pos x="0" y="321"/>
                  </a:cxn>
                  <a:cxn ang="0">
                    <a:pos x="116" y="240"/>
                  </a:cxn>
                  <a:cxn ang="0">
                    <a:pos x="242" y="327"/>
                  </a:cxn>
                </a:cxnLst>
                <a:rect l="0" t="0" r="r" b="b"/>
                <a:pathLst>
                  <a:path w="242" h="327">
                    <a:moveTo>
                      <a:pt x="242" y="327"/>
                    </a:moveTo>
                    <a:lnTo>
                      <a:pt x="242" y="0"/>
                    </a:lnTo>
                    <a:lnTo>
                      <a:pt x="0" y="0"/>
                    </a:lnTo>
                    <a:lnTo>
                      <a:pt x="0" y="321"/>
                    </a:lnTo>
                    <a:lnTo>
                      <a:pt x="116" y="240"/>
                    </a:lnTo>
                    <a:lnTo>
                      <a:pt x="242" y="327"/>
                    </a:lnTo>
                    <a:close/>
                  </a:path>
                </a:pathLst>
              </a:custGeom>
              <a:solidFill>
                <a:srgbClr val="000000"/>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346336" name="Freeform 224"/>
              <p:cNvSpPr/>
              <p:nvPr/>
            </p:nvSpPr>
            <p:spPr bwMode="auto">
              <a:xfrm>
                <a:off x="4723" y="2016"/>
                <a:ext cx="358" cy="125"/>
              </a:xfrm>
              <a:custGeom>
                <a:avLst/>
                <a:gdLst/>
                <a:ahLst/>
                <a:cxnLst>
                  <a:cxn ang="0">
                    <a:pos x="181" y="0"/>
                  </a:cxn>
                  <a:cxn ang="0">
                    <a:pos x="0" y="126"/>
                  </a:cxn>
                  <a:cxn ang="0">
                    <a:pos x="361" y="126"/>
                  </a:cxn>
                  <a:cxn ang="0">
                    <a:pos x="181" y="0"/>
                  </a:cxn>
                </a:cxnLst>
                <a:rect l="0" t="0" r="r" b="b"/>
                <a:pathLst>
                  <a:path w="361" h="126">
                    <a:moveTo>
                      <a:pt x="181" y="0"/>
                    </a:moveTo>
                    <a:lnTo>
                      <a:pt x="0" y="126"/>
                    </a:lnTo>
                    <a:lnTo>
                      <a:pt x="361" y="126"/>
                    </a:lnTo>
                    <a:lnTo>
                      <a:pt x="181" y="0"/>
                    </a:lnTo>
                    <a:close/>
                  </a:path>
                </a:pathLst>
              </a:custGeom>
              <a:solidFill>
                <a:srgbClr val="000000"/>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346337" name="Freeform 225"/>
              <p:cNvSpPr/>
              <p:nvPr/>
            </p:nvSpPr>
            <p:spPr bwMode="auto">
              <a:xfrm>
                <a:off x="5028" y="2469"/>
                <a:ext cx="412" cy="282"/>
              </a:xfrm>
              <a:custGeom>
                <a:avLst/>
                <a:gdLst/>
                <a:ahLst/>
                <a:cxnLst>
                  <a:cxn ang="0">
                    <a:pos x="413" y="287"/>
                  </a:cxn>
                  <a:cxn ang="0">
                    <a:pos x="0" y="31"/>
                  </a:cxn>
                  <a:cxn ang="0">
                    <a:pos x="0" y="25"/>
                  </a:cxn>
                  <a:cxn ang="0">
                    <a:pos x="0" y="17"/>
                  </a:cxn>
                  <a:cxn ang="0">
                    <a:pos x="0" y="9"/>
                  </a:cxn>
                  <a:cxn ang="0">
                    <a:pos x="0" y="0"/>
                  </a:cxn>
                  <a:cxn ang="0">
                    <a:pos x="413" y="253"/>
                  </a:cxn>
                  <a:cxn ang="0">
                    <a:pos x="413" y="287"/>
                  </a:cxn>
                </a:cxnLst>
                <a:rect l="0" t="0" r="r" b="b"/>
                <a:pathLst>
                  <a:path w="413" h="287">
                    <a:moveTo>
                      <a:pt x="413" y="287"/>
                    </a:moveTo>
                    <a:lnTo>
                      <a:pt x="0" y="31"/>
                    </a:lnTo>
                    <a:lnTo>
                      <a:pt x="0" y="25"/>
                    </a:lnTo>
                    <a:lnTo>
                      <a:pt x="0" y="17"/>
                    </a:lnTo>
                    <a:lnTo>
                      <a:pt x="0" y="9"/>
                    </a:lnTo>
                    <a:lnTo>
                      <a:pt x="0" y="0"/>
                    </a:lnTo>
                    <a:lnTo>
                      <a:pt x="413" y="253"/>
                    </a:lnTo>
                    <a:lnTo>
                      <a:pt x="413" y="287"/>
                    </a:lnTo>
                    <a:close/>
                  </a:path>
                </a:pathLst>
              </a:custGeom>
              <a:solidFill>
                <a:srgbClr val="000000"/>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346338" name="Freeform 226"/>
              <p:cNvSpPr/>
              <p:nvPr/>
            </p:nvSpPr>
            <p:spPr bwMode="auto">
              <a:xfrm>
                <a:off x="4841" y="2209"/>
                <a:ext cx="127" cy="164"/>
              </a:xfrm>
              <a:custGeom>
                <a:avLst/>
                <a:gdLst/>
                <a:ahLst/>
                <a:cxnLst>
                  <a:cxn ang="0">
                    <a:pos x="65" y="0"/>
                  </a:cxn>
                  <a:cxn ang="0">
                    <a:pos x="51" y="1"/>
                  </a:cxn>
                  <a:cxn ang="0">
                    <a:pos x="38" y="6"/>
                  </a:cxn>
                  <a:cxn ang="0">
                    <a:pos x="27" y="13"/>
                  </a:cxn>
                  <a:cxn ang="0">
                    <a:pos x="17" y="20"/>
                  </a:cxn>
                  <a:cxn ang="0">
                    <a:pos x="9" y="32"/>
                  </a:cxn>
                  <a:cxn ang="0">
                    <a:pos x="5" y="44"/>
                  </a:cxn>
                  <a:cxn ang="0">
                    <a:pos x="1" y="58"/>
                  </a:cxn>
                  <a:cxn ang="0">
                    <a:pos x="0" y="74"/>
                  </a:cxn>
                  <a:cxn ang="0">
                    <a:pos x="0" y="103"/>
                  </a:cxn>
                  <a:cxn ang="0">
                    <a:pos x="0" y="126"/>
                  </a:cxn>
                  <a:cxn ang="0">
                    <a:pos x="0" y="145"/>
                  </a:cxn>
                  <a:cxn ang="0">
                    <a:pos x="0" y="164"/>
                  </a:cxn>
                  <a:cxn ang="0">
                    <a:pos x="27" y="164"/>
                  </a:cxn>
                  <a:cxn ang="0">
                    <a:pos x="44" y="164"/>
                  </a:cxn>
                  <a:cxn ang="0">
                    <a:pos x="55" y="164"/>
                  </a:cxn>
                  <a:cxn ang="0">
                    <a:pos x="63" y="164"/>
                  </a:cxn>
                  <a:cxn ang="0">
                    <a:pos x="71" y="164"/>
                  </a:cxn>
                  <a:cxn ang="0">
                    <a:pos x="82" y="164"/>
                  </a:cxn>
                  <a:cxn ang="0">
                    <a:pos x="100" y="164"/>
                  </a:cxn>
                  <a:cxn ang="0">
                    <a:pos x="127" y="164"/>
                  </a:cxn>
                  <a:cxn ang="0">
                    <a:pos x="127" y="139"/>
                  </a:cxn>
                  <a:cxn ang="0">
                    <a:pos x="127" y="114"/>
                  </a:cxn>
                  <a:cxn ang="0">
                    <a:pos x="127" y="90"/>
                  </a:cxn>
                  <a:cxn ang="0">
                    <a:pos x="127" y="71"/>
                  </a:cxn>
                  <a:cxn ang="0">
                    <a:pos x="127" y="62"/>
                  </a:cxn>
                  <a:cxn ang="0">
                    <a:pos x="123" y="51"/>
                  </a:cxn>
                  <a:cxn ang="0">
                    <a:pos x="119" y="38"/>
                  </a:cxn>
                  <a:cxn ang="0">
                    <a:pos x="112" y="27"/>
                  </a:cxn>
                  <a:cxn ang="0">
                    <a:pos x="104" y="16"/>
                  </a:cxn>
                  <a:cxn ang="0">
                    <a:pos x="93" y="8"/>
                  </a:cxn>
                  <a:cxn ang="0">
                    <a:pos x="81" y="1"/>
                  </a:cxn>
                  <a:cxn ang="0">
                    <a:pos x="65" y="0"/>
                  </a:cxn>
                </a:cxnLst>
                <a:rect l="0" t="0" r="r" b="b"/>
                <a:pathLst>
                  <a:path w="127" h="164">
                    <a:moveTo>
                      <a:pt x="65" y="0"/>
                    </a:moveTo>
                    <a:lnTo>
                      <a:pt x="51" y="1"/>
                    </a:lnTo>
                    <a:lnTo>
                      <a:pt x="38" y="6"/>
                    </a:lnTo>
                    <a:lnTo>
                      <a:pt x="27" y="13"/>
                    </a:lnTo>
                    <a:lnTo>
                      <a:pt x="17" y="20"/>
                    </a:lnTo>
                    <a:lnTo>
                      <a:pt x="9" y="32"/>
                    </a:lnTo>
                    <a:lnTo>
                      <a:pt x="5" y="44"/>
                    </a:lnTo>
                    <a:lnTo>
                      <a:pt x="1" y="58"/>
                    </a:lnTo>
                    <a:lnTo>
                      <a:pt x="0" y="74"/>
                    </a:lnTo>
                    <a:lnTo>
                      <a:pt x="0" y="103"/>
                    </a:lnTo>
                    <a:lnTo>
                      <a:pt x="0" y="126"/>
                    </a:lnTo>
                    <a:lnTo>
                      <a:pt x="0" y="145"/>
                    </a:lnTo>
                    <a:lnTo>
                      <a:pt x="0" y="164"/>
                    </a:lnTo>
                    <a:lnTo>
                      <a:pt x="27" y="164"/>
                    </a:lnTo>
                    <a:lnTo>
                      <a:pt x="44" y="164"/>
                    </a:lnTo>
                    <a:lnTo>
                      <a:pt x="55" y="164"/>
                    </a:lnTo>
                    <a:lnTo>
                      <a:pt x="63" y="164"/>
                    </a:lnTo>
                    <a:lnTo>
                      <a:pt x="71" y="164"/>
                    </a:lnTo>
                    <a:lnTo>
                      <a:pt x="82" y="164"/>
                    </a:lnTo>
                    <a:lnTo>
                      <a:pt x="100" y="164"/>
                    </a:lnTo>
                    <a:lnTo>
                      <a:pt x="127" y="164"/>
                    </a:lnTo>
                    <a:lnTo>
                      <a:pt x="127" y="139"/>
                    </a:lnTo>
                    <a:lnTo>
                      <a:pt x="127" y="114"/>
                    </a:lnTo>
                    <a:lnTo>
                      <a:pt x="127" y="90"/>
                    </a:lnTo>
                    <a:lnTo>
                      <a:pt x="127" y="71"/>
                    </a:lnTo>
                    <a:lnTo>
                      <a:pt x="127" y="62"/>
                    </a:lnTo>
                    <a:lnTo>
                      <a:pt x="123" y="51"/>
                    </a:lnTo>
                    <a:lnTo>
                      <a:pt x="119" y="38"/>
                    </a:lnTo>
                    <a:lnTo>
                      <a:pt x="112" y="27"/>
                    </a:lnTo>
                    <a:lnTo>
                      <a:pt x="104" y="16"/>
                    </a:lnTo>
                    <a:lnTo>
                      <a:pt x="93" y="8"/>
                    </a:lnTo>
                    <a:lnTo>
                      <a:pt x="81" y="1"/>
                    </a:lnTo>
                    <a:lnTo>
                      <a:pt x="65" y="0"/>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339" name="Rectangle 227"/>
              <p:cNvSpPr>
                <a:spLocks noChangeArrowheads="1"/>
              </p:cNvSpPr>
              <p:nvPr/>
            </p:nvSpPr>
            <p:spPr bwMode="auto">
              <a:xfrm>
                <a:off x="4803" y="2901"/>
                <a:ext cx="206" cy="386"/>
              </a:xfrm>
              <a:prstGeom prst="rect">
                <a:avLst/>
              </a:prstGeom>
              <a:solidFill>
                <a:srgbClr val="FFFFFF"/>
              </a:solidFill>
              <a:ln w="9525">
                <a:noFill/>
                <a:miter lim="800000"/>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340" name="Freeform 228"/>
              <p:cNvSpPr/>
              <p:nvPr/>
            </p:nvSpPr>
            <p:spPr bwMode="auto">
              <a:xfrm>
                <a:off x="4736" y="2819"/>
                <a:ext cx="13" cy="318"/>
              </a:xfrm>
              <a:custGeom>
                <a:avLst/>
                <a:gdLst/>
                <a:ahLst/>
                <a:cxnLst>
                  <a:cxn ang="0">
                    <a:pos x="8" y="16"/>
                  </a:cxn>
                  <a:cxn ang="0">
                    <a:pos x="0" y="8"/>
                  </a:cxn>
                  <a:cxn ang="0">
                    <a:pos x="0" y="320"/>
                  </a:cxn>
                  <a:cxn ang="0">
                    <a:pos x="16" y="320"/>
                  </a:cxn>
                  <a:cxn ang="0">
                    <a:pos x="16" y="8"/>
                  </a:cxn>
                  <a:cxn ang="0">
                    <a:pos x="8" y="0"/>
                  </a:cxn>
                  <a:cxn ang="0">
                    <a:pos x="16" y="8"/>
                  </a:cxn>
                  <a:cxn ang="0">
                    <a:pos x="16" y="0"/>
                  </a:cxn>
                  <a:cxn ang="0">
                    <a:pos x="8" y="0"/>
                  </a:cxn>
                  <a:cxn ang="0">
                    <a:pos x="8" y="16"/>
                  </a:cxn>
                </a:cxnLst>
                <a:rect l="0" t="0" r="r" b="b"/>
                <a:pathLst>
                  <a:path w="16" h="320">
                    <a:moveTo>
                      <a:pt x="8" y="16"/>
                    </a:moveTo>
                    <a:lnTo>
                      <a:pt x="0" y="8"/>
                    </a:lnTo>
                    <a:lnTo>
                      <a:pt x="0" y="320"/>
                    </a:lnTo>
                    <a:lnTo>
                      <a:pt x="16" y="320"/>
                    </a:lnTo>
                    <a:lnTo>
                      <a:pt x="16" y="8"/>
                    </a:lnTo>
                    <a:lnTo>
                      <a:pt x="8" y="0"/>
                    </a:lnTo>
                    <a:lnTo>
                      <a:pt x="16" y="8"/>
                    </a:lnTo>
                    <a:lnTo>
                      <a:pt x="16" y="0"/>
                    </a:lnTo>
                    <a:lnTo>
                      <a:pt x="8" y="0"/>
                    </a:lnTo>
                    <a:lnTo>
                      <a:pt x="8" y="16"/>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341" name="Freeform 229"/>
              <p:cNvSpPr/>
              <p:nvPr/>
            </p:nvSpPr>
            <p:spPr bwMode="auto">
              <a:xfrm>
                <a:off x="4558" y="2819"/>
                <a:ext cx="184" cy="21"/>
              </a:xfrm>
              <a:custGeom>
                <a:avLst/>
                <a:gdLst/>
                <a:ahLst/>
                <a:cxnLst>
                  <a:cxn ang="0">
                    <a:pos x="16" y="8"/>
                  </a:cxn>
                  <a:cxn ang="0">
                    <a:pos x="8" y="16"/>
                  </a:cxn>
                  <a:cxn ang="0">
                    <a:pos x="187" y="16"/>
                  </a:cxn>
                  <a:cxn ang="0">
                    <a:pos x="187" y="0"/>
                  </a:cxn>
                  <a:cxn ang="0">
                    <a:pos x="8" y="0"/>
                  </a:cxn>
                  <a:cxn ang="0">
                    <a:pos x="0" y="8"/>
                  </a:cxn>
                  <a:cxn ang="0">
                    <a:pos x="8" y="0"/>
                  </a:cxn>
                  <a:cxn ang="0">
                    <a:pos x="0" y="0"/>
                  </a:cxn>
                  <a:cxn ang="0">
                    <a:pos x="0" y="8"/>
                  </a:cxn>
                  <a:cxn ang="0">
                    <a:pos x="16" y="8"/>
                  </a:cxn>
                </a:cxnLst>
                <a:rect l="0" t="0" r="r" b="b"/>
                <a:pathLst>
                  <a:path w="187" h="16">
                    <a:moveTo>
                      <a:pt x="16" y="8"/>
                    </a:moveTo>
                    <a:lnTo>
                      <a:pt x="8" y="16"/>
                    </a:lnTo>
                    <a:lnTo>
                      <a:pt x="187" y="16"/>
                    </a:lnTo>
                    <a:lnTo>
                      <a:pt x="187" y="0"/>
                    </a:lnTo>
                    <a:lnTo>
                      <a:pt x="8" y="0"/>
                    </a:lnTo>
                    <a:lnTo>
                      <a:pt x="0" y="8"/>
                    </a:lnTo>
                    <a:lnTo>
                      <a:pt x="8" y="0"/>
                    </a:lnTo>
                    <a:lnTo>
                      <a:pt x="0" y="0"/>
                    </a:lnTo>
                    <a:lnTo>
                      <a:pt x="0" y="8"/>
                    </a:lnTo>
                    <a:lnTo>
                      <a:pt x="16"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342" name="Freeform 230"/>
              <p:cNvSpPr/>
              <p:nvPr/>
            </p:nvSpPr>
            <p:spPr bwMode="auto">
              <a:xfrm>
                <a:off x="4558" y="2826"/>
                <a:ext cx="13" cy="318"/>
              </a:xfrm>
              <a:custGeom>
                <a:avLst/>
                <a:gdLst/>
                <a:ahLst/>
                <a:cxnLst>
                  <a:cxn ang="0">
                    <a:pos x="8" y="304"/>
                  </a:cxn>
                  <a:cxn ang="0">
                    <a:pos x="16" y="312"/>
                  </a:cxn>
                  <a:cxn ang="0">
                    <a:pos x="16" y="0"/>
                  </a:cxn>
                  <a:cxn ang="0">
                    <a:pos x="0" y="0"/>
                  </a:cxn>
                  <a:cxn ang="0">
                    <a:pos x="0" y="312"/>
                  </a:cxn>
                  <a:cxn ang="0">
                    <a:pos x="8" y="320"/>
                  </a:cxn>
                  <a:cxn ang="0">
                    <a:pos x="0" y="312"/>
                  </a:cxn>
                  <a:cxn ang="0">
                    <a:pos x="0" y="320"/>
                  </a:cxn>
                  <a:cxn ang="0">
                    <a:pos x="8" y="320"/>
                  </a:cxn>
                  <a:cxn ang="0">
                    <a:pos x="8" y="304"/>
                  </a:cxn>
                </a:cxnLst>
                <a:rect l="0" t="0" r="r" b="b"/>
                <a:pathLst>
                  <a:path w="16" h="320">
                    <a:moveTo>
                      <a:pt x="8" y="304"/>
                    </a:moveTo>
                    <a:lnTo>
                      <a:pt x="16" y="312"/>
                    </a:lnTo>
                    <a:lnTo>
                      <a:pt x="16" y="0"/>
                    </a:lnTo>
                    <a:lnTo>
                      <a:pt x="0" y="0"/>
                    </a:lnTo>
                    <a:lnTo>
                      <a:pt x="0" y="312"/>
                    </a:lnTo>
                    <a:lnTo>
                      <a:pt x="8" y="320"/>
                    </a:lnTo>
                    <a:lnTo>
                      <a:pt x="0" y="312"/>
                    </a:lnTo>
                    <a:lnTo>
                      <a:pt x="0" y="320"/>
                    </a:lnTo>
                    <a:lnTo>
                      <a:pt x="8" y="320"/>
                    </a:lnTo>
                    <a:lnTo>
                      <a:pt x="8" y="304"/>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343" name="Freeform 231"/>
              <p:cNvSpPr/>
              <p:nvPr/>
            </p:nvSpPr>
            <p:spPr bwMode="auto">
              <a:xfrm>
                <a:off x="4565" y="3130"/>
                <a:ext cx="184" cy="14"/>
              </a:xfrm>
              <a:custGeom>
                <a:avLst/>
                <a:gdLst/>
                <a:ahLst/>
                <a:cxnLst>
                  <a:cxn ang="0">
                    <a:pos x="171" y="8"/>
                  </a:cxn>
                  <a:cxn ang="0">
                    <a:pos x="179" y="0"/>
                  </a:cxn>
                  <a:cxn ang="0">
                    <a:pos x="0" y="0"/>
                  </a:cxn>
                  <a:cxn ang="0">
                    <a:pos x="0" y="16"/>
                  </a:cxn>
                  <a:cxn ang="0">
                    <a:pos x="179" y="16"/>
                  </a:cxn>
                  <a:cxn ang="0">
                    <a:pos x="187" y="8"/>
                  </a:cxn>
                  <a:cxn ang="0">
                    <a:pos x="179" y="16"/>
                  </a:cxn>
                  <a:cxn ang="0">
                    <a:pos x="187" y="16"/>
                  </a:cxn>
                  <a:cxn ang="0">
                    <a:pos x="187" y="8"/>
                  </a:cxn>
                  <a:cxn ang="0">
                    <a:pos x="171" y="8"/>
                  </a:cxn>
                </a:cxnLst>
                <a:rect l="0" t="0" r="r" b="b"/>
                <a:pathLst>
                  <a:path w="187" h="16">
                    <a:moveTo>
                      <a:pt x="171" y="8"/>
                    </a:moveTo>
                    <a:lnTo>
                      <a:pt x="179" y="0"/>
                    </a:lnTo>
                    <a:lnTo>
                      <a:pt x="0" y="0"/>
                    </a:lnTo>
                    <a:lnTo>
                      <a:pt x="0" y="16"/>
                    </a:lnTo>
                    <a:lnTo>
                      <a:pt x="179" y="16"/>
                    </a:lnTo>
                    <a:lnTo>
                      <a:pt x="187" y="8"/>
                    </a:lnTo>
                    <a:lnTo>
                      <a:pt x="179" y="16"/>
                    </a:lnTo>
                    <a:lnTo>
                      <a:pt x="187" y="16"/>
                    </a:lnTo>
                    <a:lnTo>
                      <a:pt x="187" y="8"/>
                    </a:lnTo>
                    <a:lnTo>
                      <a:pt x="171"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344" name="Freeform 232"/>
              <p:cNvSpPr/>
              <p:nvPr/>
            </p:nvSpPr>
            <p:spPr bwMode="auto">
              <a:xfrm>
                <a:off x="4568" y="2916"/>
                <a:ext cx="174" cy="11"/>
              </a:xfrm>
              <a:custGeom>
                <a:avLst/>
                <a:gdLst/>
                <a:ahLst/>
                <a:cxnLst>
                  <a:cxn ang="0">
                    <a:pos x="176" y="8"/>
                  </a:cxn>
                  <a:cxn ang="0">
                    <a:pos x="176" y="0"/>
                  </a:cxn>
                  <a:cxn ang="0">
                    <a:pos x="0" y="0"/>
                  </a:cxn>
                  <a:cxn ang="0">
                    <a:pos x="0" y="16"/>
                  </a:cxn>
                  <a:cxn ang="0">
                    <a:pos x="176" y="16"/>
                  </a:cxn>
                  <a:cxn ang="0">
                    <a:pos x="176" y="8"/>
                  </a:cxn>
                </a:cxnLst>
                <a:rect l="0" t="0" r="r" b="b"/>
                <a:pathLst>
                  <a:path w="176" h="16">
                    <a:moveTo>
                      <a:pt x="176" y="8"/>
                    </a:moveTo>
                    <a:lnTo>
                      <a:pt x="176" y="0"/>
                    </a:lnTo>
                    <a:lnTo>
                      <a:pt x="0" y="0"/>
                    </a:lnTo>
                    <a:lnTo>
                      <a:pt x="0" y="16"/>
                    </a:lnTo>
                    <a:lnTo>
                      <a:pt x="176" y="16"/>
                    </a:lnTo>
                    <a:lnTo>
                      <a:pt x="176"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345" name="Freeform 233"/>
              <p:cNvSpPr/>
              <p:nvPr/>
            </p:nvSpPr>
            <p:spPr bwMode="auto">
              <a:xfrm>
                <a:off x="4568" y="3026"/>
                <a:ext cx="174" cy="18"/>
              </a:xfrm>
              <a:custGeom>
                <a:avLst/>
                <a:gdLst/>
                <a:ahLst/>
                <a:cxnLst>
                  <a:cxn ang="0">
                    <a:pos x="176" y="8"/>
                  </a:cxn>
                  <a:cxn ang="0">
                    <a:pos x="176" y="0"/>
                  </a:cxn>
                  <a:cxn ang="0">
                    <a:pos x="0" y="0"/>
                  </a:cxn>
                  <a:cxn ang="0">
                    <a:pos x="0" y="16"/>
                  </a:cxn>
                  <a:cxn ang="0">
                    <a:pos x="176" y="16"/>
                  </a:cxn>
                  <a:cxn ang="0">
                    <a:pos x="176" y="8"/>
                  </a:cxn>
                </a:cxnLst>
                <a:rect l="0" t="0" r="r" b="b"/>
                <a:pathLst>
                  <a:path w="176" h="16">
                    <a:moveTo>
                      <a:pt x="176" y="8"/>
                    </a:moveTo>
                    <a:lnTo>
                      <a:pt x="176" y="0"/>
                    </a:lnTo>
                    <a:lnTo>
                      <a:pt x="0" y="0"/>
                    </a:lnTo>
                    <a:lnTo>
                      <a:pt x="0" y="16"/>
                    </a:lnTo>
                    <a:lnTo>
                      <a:pt x="176" y="16"/>
                    </a:lnTo>
                    <a:lnTo>
                      <a:pt x="176"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346" name="Freeform 234"/>
              <p:cNvSpPr/>
              <p:nvPr/>
            </p:nvSpPr>
            <p:spPr bwMode="auto">
              <a:xfrm>
                <a:off x="4644" y="2837"/>
                <a:ext cx="16" cy="300"/>
              </a:xfrm>
              <a:custGeom>
                <a:avLst/>
                <a:gdLst/>
                <a:ahLst/>
                <a:cxnLst>
                  <a:cxn ang="0">
                    <a:pos x="7" y="302"/>
                  </a:cxn>
                  <a:cxn ang="0">
                    <a:pos x="15" y="302"/>
                  </a:cxn>
                  <a:cxn ang="0">
                    <a:pos x="15" y="0"/>
                  </a:cxn>
                  <a:cxn ang="0">
                    <a:pos x="0" y="0"/>
                  </a:cxn>
                  <a:cxn ang="0">
                    <a:pos x="0" y="302"/>
                  </a:cxn>
                  <a:cxn ang="0">
                    <a:pos x="7" y="302"/>
                  </a:cxn>
                </a:cxnLst>
                <a:rect l="0" t="0" r="r" b="b"/>
                <a:pathLst>
                  <a:path w="15" h="302">
                    <a:moveTo>
                      <a:pt x="7" y="302"/>
                    </a:moveTo>
                    <a:lnTo>
                      <a:pt x="15" y="302"/>
                    </a:lnTo>
                    <a:lnTo>
                      <a:pt x="15" y="0"/>
                    </a:lnTo>
                    <a:lnTo>
                      <a:pt x="0" y="0"/>
                    </a:lnTo>
                    <a:lnTo>
                      <a:pt x="0" y="302"/>
                    </a:lnTo>
                    <a:lnTo>
                      <a:pt x="7" y="302"/>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347" name="Freeform 235"/>
              <p:cNvSpPr/>
              <p:nvPr/>
            </p:nvSpPr>
            <p:spPr bwMode="auto">
              <a:xfrm>
                <a:off x="5240" y="2819"/>
                <a:ext cx="16" cy="318"/>
              </a:xfrm>
              <a:custGeom>
                <a:avLst/>
                <a:gdLst/>
                <a:ahLst/>
                <a:cxnLst>
                  <a:cxn ang="0">
                    <a:pos x="8" y="16"/>
                  </a:cxn>
                  <a:cxn ang="0">
                    <a:pos x="0" y="8"/>
                  </a:cxn>
                  <a:cxn ang="0">
                    <a:pos x="0" y="320"/>
                  </a:cxn>
                  <a:cxn ang="0">
                    <a:pos x="16" y="320"/>
                  </a:cxn>
                  <a:cxn ang="0">
                    <a:pos x="16" y="8"/>
                  </a:cxn>
                  <a:cxn ang="0">
                    <a:pos x="8" y="0"/>
                  </a:cxn>
                  <a:cxn ang="0">
                    <a:pos x="16" y="8"/>
                  </a:cxn>
                  <a:cxn ang="0">
                    <a:pos x="16" y="0"/>
                  </a:cxn>
                  <a:cxn ang="0">
                    <a:pos x="8" y="0"/>
                  </a:cxn>
                  <a:cxn ang="0">
                    <a:pos x="8" y="16"/>
                  </a:cxn>
                </a:cxnLst>
                <a:rect l="0" t="0" r="r" b="b"/>
                <a:pathLst>
                  <a:path w="16" h="320">
                    <a:moveTo>
                      <a:pt x="8" y="16"/>
                    </a:moveTo>
                    <a:lnTo>
                      <a:pt x="0" y="8"/>
                    </a:lnTo>
                    <a:lnTo>
                      <a:pt x="0" y="320"/>
                    </a:lnTo>
                    <a:lnTo>
                      <a:pt x="16" y="320"/>
                    </a:lnTo>
                    <a:lnTo>
                      <a:pt x="16" y="8"/>
                    </a:lnTo>
                    <a:lnTo>
                      <a:pt x="8" y="0"/>
                    </a:lnTo>
                    <a:lnTo>
                      <a:pt x="16" y="8"/>
                    </a:lnTo>
                    <a:lnTo>
                      <a:pt x="16" y="0"/>
                    </a:lnTo>
                    <a:lnTo>
                      <a:pt x="8" y="0"/>
                    </a:lnTo>
                    <a:lnTo>
                      <a:pt x="8" y="16"/>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348" name="Freeform 236"/>
              <p:cNvSpPr/>
              <p:nvPr/>
            </p:nvSpPr>
            <p:spPr bwMode="auto">
              <a:xfrm>
                <a:off x="5059" y="2819"/>
                <a:ext cx="187" cy="21"/>
              </a:xfrm>
              <a:custGeom>
                <a:avLst/>
                <a:gdLst/>
                <a:ahLst/>
                <a:cxnLst>
                  <a:cxn ang="0">
                    <a:pos x="16" y="8"/>
                  </a:cxn>
                  <a:cxn ang="0">
                    <a:pos x="8" y="16"/>
                  </a:cxn>
                  <a:cxn ang="0">
                    <a:pos x="187" y="16"/>
                  </a:cxn>
                  <a:cxn ang="0">
                    <a:pos x="187" y="0"/>
                  </a:cxn>
                  <a:cxn ang="0">
                    <a:pos x="8" y="0"/>
                  </a:cxn>
                  <a:cxn ang="0">
                    <a:pos x="0" y="8"/>
                  </a:cxn>
                  <a:cxn ang="0">
                    <a:pos x="8" y="0"/>
                  </a:cxn>
                  <a:cxn ang="0">
                    <a:pos x="0" y="0"/>
                  </a:cxn>
                  <a:cxn ang="0">
                    <a:pos x="0" y="8"/>
                  </a:cxn>
                  <a:cxn ang="0">
                    <a:pos x="16" y="8"/>
                  </a:cxn>
                </a:cxnLst>
                <a:rect l="0" t="0" r="r" b="b"/>
                <a:pathLst>
                  <a:path w="187" h="16">
                    <a:moveTo>
                      <a:pt x="16" y="8"/>
                    </a:moveTo>
                    <a:lnTo>
                      <a:pt x="8" y="16"/>
                    </a:lnTo>
                    <a:lnTo>
                      <a:pt x="187" y="16"/>
                    </a:lnTo>
                    <a:lnTo>
                      <a:pt x="187" y="0"/>
                    </a:lnTo>
                    <a:lnTo>
                      <a:pt x="8" y="0"/>
                    </a:lnTo>
                    <a:lnTo>
                      <a:pt x="0" y="8"/>
                    </a:lnTo>
                    <a:lnTo>
                      <a:pt x="8" y="0"/>
                    </a:lnTo>
                    <a:lnTo>
                      <a:pt x="0" y="0"/>
                    </a:lnTo>
                    <a:lnTo>
                      <a:pt x="0" y="8"/>
                    </a:lnTo>
                    <a:lnTo>
                      <a:pt x="16"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349" name="Freeform 237"/>
              <p:cNvSpPr/>
              <p:nvPr/>
            </p:nvSpPr>
            <p:spPr bwMode="auto">
              <a:xfrm>
                <a:off x="5059" y="2826"/>
                <a:ext cx="16" cy="318"/>
              </a:xfrm>
              <a:custGeom>
                <a:avLst/>
                <a:gdLst/>
                <a:ahLst/>
                <a:cxnLst>
                  <a:cxn ang="0">
                    <a:pos x="8" y="304"/>
                  </a:cxn>
                  <a:cxn ang="0">
                    <a:pos x="16" y="312"/>
                  </a:cxn>
                  <a:cxn ang="0">
                    <a:pos x="16" y="0"/>
                  </a:cxn>
                  <a:cxn ang="0">
                    <a:pos x="0" y="0"/>
                  </a:cxn>
                  <a:cxn ang="0">
                    <a:pos x="0" y="312"/>
                  </a:cxn>
                  <a:cxn ang="0">
                    <a:pos x="8" y="320"/>
                  </a:cxn>
                  <a:cxn ang="0">
                    <a:pos x="0" y="312"/>
                  </a:cxn>
                  <a:cxn ang="0">
                    <a:pos x="0" y="320"/>
                  </a:cxn>
                  <a:cxn ang="0">
                    <a:pos x="8" y="320"/>
                  </a:cxn>
                  <a:cxn ang="0">
                    <a:pos x="8" y="304"/>
                  </a:cxn>
                </a:cxnLst>
                <a:rect l="0" t="0" r="r" b="b"/>
                <a:pathLst>
                  <a:path w="16" h="320">
                    <a:moveTo>
                      <a:pt x="8" y="304"/>
                    </a:moveTo>
                    <a:lnTo>
                      <a:pt x="16" y="312"/>
                    </a:lnTo>
                    <a:lnTo>
                      <a:pt x="16" y="0"/>
                    </a:lnTo>
                    <a:lnTo>
                      <a:pt x="0" y="0"/>
                    </a:lnTo>
                    <a:lnTo>
                      <a:pt x="0" y="312"/>
                    </a:lnTo>
                    <a:lnTo>
                      <a:pt x="8" y="320"/>
                    </a:lnTo>
                    <a:lnTo>
                      <a:pt x="0" y="312"/>
                    </a:lnTo>
                    <a:lnTo>
                      <a:pt x="0" y="320"/>
                    </a:lnTo>
                    <a:lnTo>
                      <a:pt x="8" y="320"/>
                    </a:lnTo>
                    <a:lnTo>
                      <a:pt x="8" y="304"/>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350" name="Freeform 238"/>
              <p:cNvSpPr/>
              <p:nvPr/>
            </p:nvSpPr>
            <p:spPr bwMode="auto">
              <a:xfrm>
                <a:off x="5069" y="3130"/>
                <a:ext cx="187" cy="14"/>
              </a:xfrm>
              <a:custGeom>
                <a:avLst/>
                <a:gdLst/>
                <a:ahLst/>
                <a:cxnLst>
                  <a:cxn ang="0">
                    <a:pos x="171" y="8"/>
                  </a:cxn>
                  <a:cxn ang="0">
                    <a:pos x="179" y="0"/>
                  </a:cxn>
                  <a:cxn ang="0">
                    <a:pos x="0" y="0"/>
                  </a:cxn>
                  <a:cxn ang="0">
                    <a:pos x="0" y="16"/>
                  </a:cxn>
                  <a:cxn ang="0">
                    <a:pos x="179" y="16"/>
                  </a:cxn>
                  <a:cxn ang="0">
                    <a:pos x="187" y="8"/>
                  </a:cxn>
                  <a:cxn ang="0">
                    <a:pos x="179" y="16"/>
                  </a:cxn>
                  <a:cxn ang="0">
                    <a:pos x="187" y="16"/>
                  </a:cxn>
                  <a:cxn ang="0">
                    <a:pos x="187" y="8"/>
                  </a:cxn>
                  <a:cxn ang="0">
                    <a:pos x="171" y="8"/>
                  </a:cxn>
                </a:cxnLst>
                <a:rect l="0" t="0" r="r" b="b"/>
                <a:pathLst>
                  <a:path w="187" h="16">
                    <a:moveTo>
                      <a:pt x="171" y="8"/>
                    </a:moveTo>
                    <a:lnTo>
                      <a:pt x="179" y="0"/>
                    </a:lnTo>
                    <a:lnTo>
                      <a:pt x="0" y="0"/>
                    </a:lnTo>
                    <a:lnTo>
                      <a:pt x="0" y="16"/>
                    </a:lnTo>
                    <a:lnTo>
                      <a:pt x="179" y="16"/>
                    </a:lnTo>
                    <a:lnTo>
                      <a:pt x="187" y="8"/>
                    </a:lnTo>
                    <a:lnTo>
                      <a:pt x="179" y="16"/>
                    </a:lnTo>
                    <a:lnTo>
                      <a:pt x="187" y="16"/>
                    </a:lnTo>
                    <a:lnTo>
                      <a:pt x="187" y="8"/>
                    </a:lnTo>
                    <a:lnTo>
                      <a:pt x="171"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351" name="Freeform 239"/>
              <p:cNvSpPr/>
              <p:nvPr/>
            </p:nvSpPr>
            <p:spPr bwMode="auto">
              <a:xfrm>
                <a:off x="5069" y="2916"/>
                <a:ext cx="174" cy="11"/>
              </a:xfrm>
              <a:custGeom>
                <a:avLst/>
                <a:gdLst/>
                <a:ahLst/>
                <a:cxnLst>
                  <a:cxn ang="0">
                    <a:pos x="175" y="8"/>
                  </a:cxn>
                  <a:cxn ang="0">
                    <a:pos x="175" y="0"/>
                  </a:cxn>
                  <a:cxn ang="0">
                    <a:pos x="0" y="0"/>
                  </a:cxn>
                  <a:cxn ang="0">
                    <a:pos x="0" y="16"/>
                  </a:cxn>
                  <a:cxn ang="0">
                    <a:pos x="175" y="16"/>
                  </a:cxn>
                  <a:cxn ang="0">
                    <a:pos x="175" y="8"/>
                  </a:cxn>
                </a:cxnLst>
                <a:rect l="0" t="0" r="r" b="b"/>
                <a:pathLst>
                  <a:path w="175" h="16">
                    <a:moveTo>
                      <a:pt x="175" y="8"/>
                    </a:moveTo>
                    <a:lnTo>
                      <a:pt x="175" y="0"/>
                    </a:lnTo>
                    <a:lnTo>
                      <a:pt x="0" y="0"/>
                    </a:lnTo>
                    <a:lnTo>
                      <a:pt x="0" y="16"/>
                    </a:lnTo>
                    <a:lnTo>
                      <a:pt x="175" y="16"/>
                    </a:lnTo>
                    <a:lnTo>
                      <a:pt x="175"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352" name="Freeform 240"/>
              <p:cNvSpPr/>
              <p:nvPr/>
            </p:nvSpPr>
            <p:spPr bwMode="auto">
              <a:xfrm>
                <a:off x="5069" y="3026"/>
                <a:ext cx="174" cy="18"/>
              </a:xfrm>
              <a:custGeom>
                <a:avLst/>
                <a:gdLst/>
                <a:ahLst/>
                <a:cxnLst>
                  <a:cxn ang="0">
                    <a:pos x="175" y="8"/>
                  </a:cxn>
                  <a:cxn ang="0">
                    <a:pos x="175" y="0"/>
                  </a:cxn>
                  <a:cxn ang="0">
                    <a:pos x="0" y="0"/>
                  </a:cxn>
                  <a:cxn ang="0">
                    <a:pos x="0" y="16"/>
                  </a:cxn>
                  <a:cxn ang="0">
                    <a:pos x="175" y="16"/>
                  </a:cxn>
                  <a:cxn ang="0">
                    <a:pos x="175" y="8"/>
                  </a:cxn>
                </a:cxnLst>
                <a:rect l="0" t="0" r="r" b="b"/>
                <a:pathLst>
                  <a:path w="175" h="16">
                    <a:moveTo>
                      <a:pt x="175" y="8"/>
                    </a:moveTo>
                    <a:lnTo>
                      <a:pt x="175" y="0"/>
                    </a:lnTo>
                    <a:lnTo>
                      <a:pt x="0" y="0"/>
                    </a:lnTo>
                    <a:lnTo>
                      <a:pt x="0" y="16"/>
                    </a:lnTo>
                    <a:lnTo>
                      <a:pt x="175" y="16"/>
                    </a:lnTo>
                    <a:lnTo>
                      <a:pt x="175"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353" name="Freeform 241"/>
              <p:cNvSpPr/>
              <p:nvPr/>
            </p:nvSpPr>
            <p:spPr bwMode="auto">
              <a:xfrm>
                <a:off x="5148" y="2837"/>
                <a:ext cx="13" cy="300"/>
              </a:xfrm>
              <a:custGeom>
                <a:avLst/>
                <a:gdLst/>
                <a:ahLst/>
                <a:cxnLst>
                  <a:cxn ang="0">
                    <a:pos x="8" y="302"/>
                  </a:cxn>
                  <a:cxn ang="0">
                    <a:pos x="16" y="302"/>
                  </a:cxn>
                  <a:cxn ang="0">
                    <a:pos x="16" y="0"/>
                  </a:cxn>
                  <a:cxn ang="0">
                    <a:pos x="0" y="0"/>
                  </a:cxn>
                  <a:cxn ang="0">
                    <a:pos x="0" y="302"/>
                  </a:cxn>
                  <a:cxn ang="0">
                    <a:pos x="8" y="302"/>
                  </a:cxn>
                </a:cxnLst>
                <a:rect l="0" t="0" r="r" b="b"/>
                <a:pathLst>
                  <a:path w="16" h="302">
                    <a:moveTo>
                      <a:pt x="8" y="302"/>
                    </a:moveTo>
                    <a:lnTo>
                      <a:pt x="16" y="302"/>
                    </a:lnTo>
                    <a:lnTo>
                      <a:pt x="16" y="0"/>
                    </a:lnTo>
                    <a:lnTo>
                      <a:pt x="0" y="0"/>
                    </a:lnTo>
                    <a:lnTo>
                      <a:pt x="0" y="302"/>
                    </a:lnTo>
                    <a:lnTo>
                      <a:pt x="8" y="302"/>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354" name="Freeform 242"/>
              <p:cNvSpPr/>
              <p:nvPr/>
            </p:nvSpPr>
            <p:spPr bwMode="auto">
              <a:xfrm>
                <a:off x="4850" y="2237"/>
                <a:ext cx="101" cy="111"/>
              </a:xfrm>
              <a:custGeom>
                <a:avLst/>
                <a:gdLst/>
                <a:ahLst/>
                <a:cxnLst>
                  <a:cxn ang="0">
                    <a:pos x="59" y="112"/>
                  </a:cxn>
                  <a:cxn ang="0">
                    <a:pos x="76" y="112"/>
                  </a:cxn>
                  <a:cxn ang="0">
                    <a:pos x="89" y="109"/>
                  </a:cxn>
                  <a:cxn ang="0">
                    <a:pos x="99" y="107"/>
                  </a:cxn>
                  <a:cxn ang="0">
                    <a:pos x="102" y="104"/>
                  </a:cxn>
                  <a:cxn ang="0">
                    <a:pos x="103" y="103"/>
                  </a:cxn>
                  <a:cxn ang="0">
                    <a:pos x="103" y="98"/>
                  </a:cxn>
                  <a:cxn ang="0">
                    <a:pos x="100" y="88"/>
                  </a:cxn>
                  <a:cxn ang="0">
                    <a:pos x="97" y="79"/>
                  </a:cxn>
                  <a:cxn ang="0">
                    <a:pos x="95" y="73"/>
                  </a:cxn>
                  <a:cxn ang="0">
                    <a:pos x="95" y="68"/>
                  </a:cxn>
                  <a:cxn ang="0">
                    <a:pos x="94" y="66"/>
                  </a:cxn>
                  <a:cxn ang="0">
                    <a:pos x="92" y="60"/>
                  </a:cxn>
                  <a:cxn ang="0">
                    <a:pos x="91" y="50"/>
                  </a:cxn>
                  <a:cxn ang="0">
                    <a:pos x="91" y="42"/>
                  </a:cxn>
                  <a:cxn ang="0">
                    <a:pos x="91" y="41"/>
                  </a:cxn>
                  <a:cxn ang="0">
                    <a:pos x="89" y="33"/>
                  </a:cxn>
                  <a:cxn ang="0">
                    <a:pos x="89" y="22"/>
                  </a:cxn>
                  <a:cxn ang="0">
                    <a:pos x="87" y="9"/>
                  </a:cxn>
                  <a:cxn ang="0">
                    <a:pos x="75" y="1"/>
                  </a:cxn>
                  <a:cxn ang="0">
                    <a:pos x="59" y="0"/>
                  </a:cxn>
                  <a:cxn ang="0">
                    <a:pos x="45" y="3"/>
                  </a:cxn>
                  <a:cxn ang="0">
                    <a:pos x="38" y="14"/>
                  </a:cxn>
                  <a:cxn ang="0">
                    <a:pos x="34" y="25"/>
                  </a:cxn>
                  <a:cxn ang="0">
                    <a:pos x="30" y="31"/>
                  </a:cxn>
                  <a:cxn ang="0">
                    <a:pos x="30" y="33"/>
                  </a:cxn>
                  <a:cxn ang="0">
                    <a:pos x="27" y="39"/>
                  </a:cxn>
                  <a:cxn ang="0">
                    <a:pos x="23" y="49"/>
                  </a:cxn>
                  <a:cxn ang="0">
                    <a:pos x="19" y="54"/>
                  </a:cxn>
                  <a:cxn ang="0">
                    <a:pos x="19" y="55"/>
                  </a:cxn>
                  <a:cxn ang="0">
                    <a:pos x="16" y="58"/>
                  </a:cxn>
                  <a:cxn ang="0">
                    <a:pos x="11" y="63"/>
                  </a:cxn>
                  <a:cxn ang="0">
                    <a:pos x="5" y="73"/>
                  </a:cxn>
                  <a:cxn ang="0">
                    <a:pos x="0" y="82"/>
                  </a:cxn>
                  <a:cxn ang="0">
                    <a:pos x="0" y="87"/>
                  </a:cxn>
                  <a:cxn ang="0">
                    <a:pos x="0" y="88"/>
                  </a:cxn>
                  <a:cxn ang="0">
                    <a:pos x="7" y="93"/>
                  </a:cxn>
                  <a:cxn ang="0">
                    <a:pos x="29" y="106"/>
                  </a:cxn>
                </a:cxnLst>
                <a:rect l="0" t="0" r="r" b="b"/>
                <a:pathLst>
                  <a:path w="103" h="112">
                    <a:moveTo>
                      <a:pt x="48" y="110"/>
                    </a:moveTo>
                    <a:lnTo>
                      <a:pt x="59" y="112"/>
                    </a:lnTo>
                    <a:lnTo>
                      <a:pt x="68" y="112"/>
                    </a:lnTo>
                    <a:lnTo>
                      <a:pt x="76" y="112"/>
                    </a:lnTo>
                    <a:lnTo>
                      <a:pt x="84" y="110"/>
                    </a:lnTo>
                    <a:lnTo>
                      <a:pt x="89" y="109"/>
                    </a:lnTo>
                    <a:lnTo>
                      <a:pt x="94" y="107"/>
                    </a:lnTo>
                    <a:lnTo>
                      <a:pt x="99" y="107"/>
                    </a:lnTo>
                    <a:lnTo>
                      <a:pt x="100" y="106"/>
                    </a:lnTo>
                    <a:lnTo>
                      <a:pt x="102" y="104"/>
                    </a:lnTo>
                    <a:lnTo>
                      <a:pt x="102" y="103"/>
                    </a:lnTo>
                    <a:lnTo>
                      <a:pt x="103" y="103"/>
                    </a:lnTo>
                    <a:lnTo>
                      <a:pt x="103" y="101"/>
                    </a:lnTo>
                    <a:lnTo>
                      <a:pt x="103" y="98"/>
                    </a:lnTo>
                    <a:lnTo>
                      <a:pt x="103" y="93"/>
                    </a:lnTo>
                    <a:lnTo>
                      <a:pt x="100" y="88"/>
                    </a:lnTo>
                    <a:lnTo>
                      <a:pt x="99" y="82"/>
                    </a:lnTo>
                    <a:lnTo>
                      <a:pt x="97" y="79"/>
                    </a:lnTo>
                    <a:lnTo>
                      <a:pt x="97" y="76"/>
                    </a:lnTo>
                    <a:lnTo>
                      <a:pt x="95" y="73"/>
                    </a:lnTo>
                    <a:lnTo>
                      <a:pt x="95" y="69"/>
                    </a:lnTo>
                    <a:lnTo>
                      <a:pt x="95" y="68"/>
                    </a:lnTo>
                    <a:lnTo>
                      <a:pt x="95" y="68"/>
                    </a:lnTo>
                    <a:lnTo>
                      <a:pt x="94" y="66"/>
                    </a:lnTo>
                    <a:lnTo>
                      <a:pt x="94" y="66"/>
                    </a:lnTo>
                    <a:lnTo>
                      <a:pt x="92" y="60"/>
                    </a:lnTo>
                    <a:lnTo>
                      <a:pt x="92" y="55"/>
                    </a:lnTo>
                    <a:lnTo>
                      <a:pt x="91" y="50"/>
                    </a:lnTo>
                    <a:lnTo>
                      <a:pt x="91" y="44"/>
                    </a:lnTo>
                    <a:lnTo>
                      <a:pt x="91" y="42"/>
                    </a:lnTo>
                    <a:lnTo>
                      <a:pt x="91" y="42"/>
                    </a:lnTo>
                    <a:lnTo>
                      <a:pt x="91" y="41"/>
                    </a:lnTo>
                    <a:lnTo>
                      <a:pt x="91" y="41"/>
                    </a:lnTo>
                    <a:lnTo>
                      <a:pt x="89" y="33"/>
                    </a:lnTo>
                    <a:lnTo>
                      <a:pt x="89" y="27"/>
                    </a:lnTo>
                    <a:lnTo>
                      <a:pt x="89" y="22"/>
                    </a:lnTo>
                    <a:lnTo>
                      <a:pt x="89" y="17"/>
                    </a:lnTo>
                    <a:lnTo>
                      <a:pt x="87" y="9"/>
                    </a:lnTo>
                    <a:lnTo>
                      <a:pt x="83" y="5"/>
                    </a:lnTo>
                    <a:lnTo>
                      <a:pt x="75" y="1"/>
                    </a:lnTo>
                    <a:lnTo>
                      <a:pt x="67" y="0"/>
                    </a:lnTo>
                    <a:lnTo>
                      <a:pt x="59" y="0"/>
                    </a:lnTo>
                    <a:lnTo>
                      <a:pt x="51" y="0"/>
                    </a:lnTo>
                    <a:lnTo>
                      <a:pt x="45" y="3"/>
                    </a:lnTo>
                    <a:lnTo>
                      <a:pt x="40" y="9"/>
                    </a:lnTo>
                    <a:lnTo>
                      <a:pt x="38" y="14"/>
                    </a:lnTo>
                    <a:lnTo>
                      <a:pt x="37" y="19"/>
                    </a:lnTo>
                    <a:lnTo>
                      <a:pt x="34" y="25"/>
                    </a:lnTo>
                    <a:lnTo>
                      <a:pt x="30" y="31"/>
                    </a:lnTo>
                    <a:lnTo>
                      <a:pt x="30" y="31"/>
                    </a:lnTo>
                    <a:lnTo>
                      <a:pt x="30" y="33"/>
                    </a:lnTo>
                    <a:lnTo>
                      <a:pt x="30" y="33"/>
                    </a:lnTo>
                    <a:lnTo>
                      <a:pt x="30" y="35"/>
                    </a:lnTo>
                    <a:lnTo>
                      <a:pt x="27" y="39"/>
                    </a:lnTo>
                    <a:lnTo>
                      <a:pt x="26" y="44"/>
                    </a:lnTo>
                    <a:lnTo>
                      <a:pt x="23" y="49"/>
                    </a:lnTo>
                    <a:lnTo>
                      <a:pt x="19" y="54"/>
                    </a:lnTo>
                    <a:lnTo>
                      <a:pt x="19" y="54"/>
                    </a:lnTo>
                    <a:lnTo>
                      <a:pt x="19" y="54"/>
                    </a:lnTo>
                    <a:lnTo>
                      <a:pt x="19" y="55"/>
                    </a:lnTo>
                    <a:lnTo>
                      <a:pt x="18" y="55"/>
                    </a:lnTo>
                    <a:lnTo>
                      <a:pt x="16" y="58"/>
                    </a:lnTo>
                    <a:lnTo>
                      <a:pt x="15" y="61"/>
                    </a:lnTo>
                    <a:lnTo>
                      <a:pt x="11" y="63"/>
                    </a:lnTo>
                    <a:lnTo>
                      <a:pt x="10" y="66"/>
                    </a:lnTo>
                    <a:lnTo>
                      <a:pt x="5" y="73"/>
                    </a:lnTo>
                    <a:lnTo>
                      <a:pt x="2" y="77"/>
                    </a:lnTo>
                    <a:lnTo>
                      <a:pt x="0" y="82"/>
                    </a:lnTo>
                    <a:lnTo>
                      <a:pt x="0" y="85"/>
                    </a:lnTo>
                    <a:lnTo>
                      <a:pt x="0" y="87"/>
                    </a:lnTo>
                    <a:lnTo>
                      <a:pt x="0" y="87"/>
                    </a:lnTo>
                    <a:lnTo>
                      <a:pt x="0" y="88"/>
                    </a:lnTo>
                    <a:lnTo>
                      <a:pt x="2" y="88"/>
                    </a:lnTo>
                    <a:lnTo>
                      <a:pt x="7" y="93"/>
                    </a:lnTo>
                    <a:lnTo>
                      <a:pt x="15" y="99"/>
                    </a:lnTo>
                    <a:lnTo>
                      <a:pt x="29" y="106"/>
                    </a:lnTo>
                    <a:lnTo>
                      <a:pt x="48" y="110"/>
                    </a:lnTo>
                    <a:close/>
                  </a:path>
                </a:pathLst>
              </a:custGeom>
              <a:solidFill>
                <a:srgbClr val="000000"/>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346355" name="Freeform 243"/>
              <p:cNvSpPr/>
              <p:nvPr/>
            </p:nvSpPr>
            <p:spPr bwMode="auto">
              <a:xfrm>
                <a:off x="4850" y="2316"/>
                <a:ext cx="101" cy="29"/>
              </a:xfrm>
              <a:custGeom>
                <a:avLst/>
                <a:gdLst/>
                <a:ahLst/>
                <a:cxnLst>
                  <a:cxn ang="0">
                    <a:pos x="40" y="3"/>
                  </a:cxn>
                  <a:cxn ang="0">
                    <a:pos x="49" y="5"/>
                  </a:cxn>
                  <a:cxn ang="0">
                    <a:pos x="59" y="6"/>
                  </a:cxn>
                  <a:cxn ang="0">
                    <a:pos x="67" y="8"/>
                  </a:cxn>
                  <a:cxn ang="0">
                    <a:pos x="75" y="11"/>
                  </a:cxn>
                  <a:cxn ang="0">
                    <a:pos x="83" y="14"/>
                  </a:cxn>
                  <a:cxn ang="0">
                    <a:pos x="89" y="17"/>
                  </a:cxn>
                  <a:cxn ang="0">
                    <a:pos x="95" y="22"/>
                  </a:cxn>
                  <a:cxn ang="0">
                    <a:pos x="100" y="27"/>
                  </a:cxn>
                  <a:cxn ang="0">
                    <a:pos x="102" y="25"/>
                  </a:cxn>
                  <a:cxn ang="0">
                    <a:pos x="102" y="24"/>
                  </a:cxn>
                  <a:cxn ang="0">
                    <a:pos x="103" y="24"/>
                  </a:cxn>
                  <a:cxn ang="0">
                    <a:pos x="103" y="22"/>
                  </a:cxn>
                  <a:cxn ang="0">
                    <a:pos x="94" y="14"/>
                  </a:cxn>
                  <a:cxn ang="0">
                    <a:pos x="81" y="9"/>
                  </a:cxn>
                  <a:cxn ang="0">
                    <a:pos x="68" y="5"/>
                  </a:cxn>
                  <a:cxn ang="0">
                    <a:pos x="53" y="1"/>
                  </a:cxn>
                  <a:cxn ang="0">
                    <a:pos x="38" y="0"/>
                  </a:cxn>
                  <a:cxn ang="0">
                    <a:pos x="24" y="0"/>
                  </a:cxn>
                  <a:cxn ang="0">
                    <a:pos x="11" y="1"/>
                  </a:cxn>
                  <a:cxn ang="0">
                    <a:pos x="0" y="6"/>
                  </a:cxn>
                  <a:cxn ang="0">
                    <a:pos x="0" y="8"/>
                  </a:cxn>
                  <a:cxn ang="0">
                    <a:pos x="0" y="8"/>
                  </a:cxn>
                  <a:cxn ang="0">
                    <a:pos x="0" y="9"/>
                  </a:cxn>
                  <a:cxn ang="0">
                    <a:pos x="2" y="9"/>
                  </a:cxn>
                  <a:cxn ang="0">
                    <a:pos x="10" y="6"/>
                  </a:cxn>
                  <a:cxn ang="0">
                    <a:pos x="18" y="5"/>
                  </a:cxn>
                  <a:cxn ang="0">
                    <a:pos x="27" y="3"/>
                  </a:cxn>
                  <a:cxn ang="0">
                    <a:pos x="37" y="3"/>
                  </a:cxn>
                  <a:cxn ang="0">
                    <a:pos x="35" y="5"/>
                  </a:cxn>
                  <a:cxn ang="0">
                    <a:pos x="35" y="6"/>
                  </a:cxn>
                  <a:cxn ang="0">
                    <a:pos x="35" y="8"/>
                  </a:cxn>
                  <a:cxn ang="0">
                    <a:pos x="34" y="9"/>
                  </a:cxn>
                  <a:cxn ang="0">
                    <a:pos x="30" y="9"/>
                  </a:cxn>
                  <a:cxn ang="0">
                    <a:pos x="27" y="11"/>
                  </a:cxn>
                  <a:cxn ang="0">
                    <a:pos x="26" y="14"/>
                  </a:cxn>
                  <a:cxn ang="0">
                    <a:pos x="24" y="16"/>
                  </a:cxn>
                  <a:cxn ang="0">
                    <a:pos x="24" y="17"/>
                  </a:cxn>
                  <a:cxn ang="0">
                    <a:pos x="24" y="20"/>
                  </a:cxn>
                  <a:cxn ang="0">
                    <a:pos x="24" y="24"/>
                  </a:cxn>
                  <a:cxn ang="0">
                    <a:pos x="26" y="27"/>
                  </a:cxn>
                  <a:cxn ang="0">
                    <a:pos x="27" y="27"/>
                  </a:cxn>
                  <a:cxn ang="0">
                    <a:pos x="27" y="27"/>
                  </a:cxn>
                  <a:cxn ang="0">
                    <a:pos x="27" y="27"/>
                  </a:cxn>
                  <a:cxn ang="0">
                    <a:pos x="29" y="27"/>
                  </a:cxn>
                  <a:cxn ang="0">
                    <a:pos x="29" y="28"/>
                  </a:cxn>
                  <a:cxn ang="0">
                    <a:pos x="30" y="28"/>
                  </a:cxn>
                  <a:cxn ang="0">
                    <a:pos x="30" y="28"/>
                  </a:cxn>
                  <a:cxn ang="0">
                    <a:pos x="32" y="28"/>
                  </a:cxn>
                  <a:cxn ang="0">
                    <a:pos x="35" y="28"/>
                  </a:cxn>
                  <a:cxn ang="0">
                    <a:pos x="38" y="25"/>
                  </a:cxn>
                  <a:cxn ang="0">
                    <a:pos x="40" y="24"/>
                  </a:cxn>
                  <a:cxn ang="0">
                    <a:pos x="40" y="22"/>
                  </a:cxn>
                  <a:cxn ang="0">
                    <a:pos x="42" y="19"/>
                  </a:cxn>
                  <a:cxn ang="0">
                    <a:pos x="42" y="16"/>
                  </a:cxn>
                  <a:cxn ang="0">
                    <a:pos x="40" y="12"/>
                  </a:cxn>
                  <a:cxn ang="0">
                    <a:pos x="37" y="11"/>
                  </a:cxn>
                  <a:cxn ang="0">
                    <a:pos x="38" y="9"/>
                  </a:cxn>
                  <a:cxn ang="0">
                    <a:pos x="38" y="6"/>
                  </a:cxn>
                  <a:cxn ang="0">
                    <a:pos x="38" y="5"/>
                  </a:cxn>
                  <a:cxn ang="0">
                    <a:pos x="40" y="3"/>
                  </a:cxn>
                </a:cxnLst>
                <a:rect l="0" t="0" r="r" b="b"/>
                <a:pathLst>
                  <a:path w="103" h="28">
                    <a:moveTo>
                      <a:pt x="40" y="3"/>
                    </a:moveTo>
                    <a:lnTo>
                      <a:pt x="49" y="5"/>
                    </a:lnTo>
                    <a:lnTo>
                      <a:pt x="59" y="6"/>
                    </a:lnTo>
                    <a:lnTo>
                      <a:pt x="67" y="8"/>
                    </a:lnTo>
                    <a:lnTo>
                      <a:pt x="75" y="11"/>
                    </a:lnTo>
                    <a:lnTo>
                      <a:pt x="83" y="14"/>
                    </a:lnTo>
                    <a:lnTo>
                      <a:pt x="89" y="17"/>
                    </a:lnTo>
                    <a:lnTo>
                      <a:pt x="95" y="22"/>
                    </a:lnTo>
                    <a:lnTo>
                      <a:pt x="100" y="27"/>
                    </a:lnTo>
                    <a:lnTo>
                      <a:pt x="102" y="25"/>
                    </a:lnTo>
                    <a:lnTo>
                      <a:pt x="102" y="24"/>
                    </a:lnTo>
                    <a:lnTo>
                      <a:pt x="103" y="24"/>
                    </a:lnTo>
                    <a:lnTo>
                      <a:pt x="103" y="22"/>
                    </a:lnTo>
                    <a:lnTo>
                      <a:pt x="94" y="14"/>
                    </a:lnTo>
                    <a:lnTo>
                      <a:pt x="81" y="9"/>
                    </a:lnTo>
                    <a:lnTo>
                      <a:pt x="68" y="5"/>
                    </a:lnTo>
                    <a:lnTo>
                      <a:pt x="53" y="1"/>
                    </a:lnTo>
                    <a:lnTo>
                      <a:pt x="38" y="0"/>
                    </a:lnTo>
                    <a:lnTo>
                      <a:pt x="24" y="0"/>
                    </a:lnTo>
                    <a:lnTo>
                      <a:pt x="11" y="1"/>
                    </a:lnTo>
                    <a:lnTo>
                      <a:pt x="0" y="6"/>
                    </a:lnTo>
                    <a:lnTo>
                      <a:pt x="0" y="8"/>
                    </a:lnTo>
                    <a:lnTo>
                      <a:pt x="0" y="8"/>
                    </a:lnTo>
                    <a:lnTo>
                      <a:pt x="0" y="9"/>
                    </a:lnTo>
                    <a:lnTo>
                      <a:pt x="2" y="9"/>
                    </a:lnTo>
                    <a:lnTo>
                      <a:pt x="10" y="6"/>
                    </a:lnTo>
                    <a:lnTo>
                      <a:pt x="18" y="5"/>
                    </a:lnTo>
                    <a:lnTo>
                      <a:pt x="27" y="3"/>
                    </a:lnTo>
                    <a:lnTo>
                      <a:pt x="37" y="3"/>
                    </a:lnTo>
                    <a:lnTo>
                      <a:pt x="35" y="5"/>
                    </a:lnTo>
                    <a:lnTo>
                      <a:pt x="35" y="6"/>
                    </a:lnTo>
                    <a:lnTo>
                      <a:pt x="35" y="8"/>
                    </a:lnTo>
                    <a:lnTo>
                      <a:pt x="34" y="9"/>
                    </a:lnTo>
                    <a:lnTo>
                      <a:pt x="30" y="9"/>
                    </a:lnTo>
                    <a:lnTo>
                      <a:pt x="27" y="11"/>
                    </a:lnTo>
                    <a:lnTo>
                      <a:pt x="26" y="14"/>
                    </a:lnTo>
                    <a:lnTo>
                      <a:pt x="24" y="16"/>
                    </a:lnTo>
                    <a:lnTo>
                      <a:pt x="24" y="17"/>
                    </a:lnTo>
                    <a:lnTo>
                      <a:pt x="24" y="20"/>
                    </a:lnTo>
                    <a:lnTo>
                      <a:pt x="24" y="24"/>
                    </a:lnTo>
                    <a:lnTo>
                      <a:pt x="26" y="27"/>
                    </a:lnTo>
                    <a:lnTo>
                      <a:pt x="27" y="27"/>
                    </a:lnTo>
                    <a:lnTo>
                      <a:pt x="27" y="27"/>
                    </a:lnTo>
                    <a:lnTo>
                      <a:pt x="27" y="27"/>
                    </a:lnTo>
                    <a:lnTo>
                      <a:pt x="29" y="27"/>
                    </a:lnTo>
                    <a:lnTo>
                      <a:pt x="29" y="28"/>
                    </a:lnTo>
                    <a:lnTo>
                      <a:pt x="30" y="28"/>
                    </a:lnTo>
                    <a:lnTo>
                      <a:pt x="30" y="28"/>
                    </a:lnTo>
                    <a:lnTo>
                      <a:pt x="32" y="28"/>
                    </a:lnTo>
                    <a:lnTo>
                      <a:pt x="35" y="28"/>
                    </a:lnTo>
                    <a:lnTo>
                      <a:pt x="38" y="25"/>
                    </a:lnTo>
                    <a:lnTo>
                      <a:pt x="40" y="24"/>
                    </a:lnTo>
                    <a:lnTo>
                      <a:pt x="40" y="22"/>
                    </a:lnTo>
                    <a:lnTo>
                      <a:pt x="42" y="19"/>
                    </a:lnTo>
                    <a:lnTo>
                      <a:pt x="42" y="16"/>
                    </a:lnTo>
                    <a:lnTo>
                      <a:pt x="40" y="12"/>
                    </a:lnTo>
                    <a:lnTo>
                      <a:pt x="37" y="11"/>
                    </a:lnTo>
                    <a:lnTo>
                      <a:pt x="38" y="9"/>
                    </a:lnTo>
                    <a:lnTo>
                      <a:pt x="38" y="6"/>
                    </a:lnTo>
                    <a:lnTo>
                      <a:pt x="38" y="5"/>
                    </a:lnTo>
                    <a:lnTo>
                      <a:pt x="40" y="3"/>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356" name="Freeform 244"/>
              <p:cNvSpPr/>
              <p:nvPr/>
            </p:nvSpPr>
            <p:spPr bwMode="auto">
              <a:xfrm>
                <a:off x="4875" y="2341"/>
                <a:ext cx="3" cy="7"/>
              </a:xfrm>
              <a:custGeom>
                <a:avLst/>
                <a:gdLst/>
                <a:ahLst/>
                <a:cxnLst>
                  <a:cxn ang="0">
                    <a:pos x="0" y="0"/>
                  </a:cxn>
                  <a:cxn ang="0">
                    <a:pos x="1" y="0"/>
                  </a:cxn>
                  <a:cxn ang="0">
                    <a:pos x="1" y="0"/>
                  </a:cxn>
                  <a:cxn ang="0">
                    <a:pos x="1" y="0"/>
                  </a:cxn>
                  <a:cxn ang="0">
                    <a:pos x="3" y="0"/>
                  </a:cxn>
                  <a:cxn ang="0">
                    <a:pos x="3" y="1"/>
                  </a:cxn>
                  <a:cxn ang="0">
                    <a:pos x="4" y="1"/>
                  </a:cxn>
                  <a:cxn ang="0">
                    <a:pos x="4" y="1"/>
                  </a:cxn>
                  <a:cxn ang="0">
                    <a:pos x="6" y="1"/>
                  </a:cxn>
                  <a:cxn ang="0">
                    <a:pos x="6" y="3"/>
                  </a:cxn>
                  <a:cxn ang="0">
                    <a:pos x="6" y="3"/>
                  </a:cxn>
                  <a:cxn ang="0">
                    <a:pos x="4" y="4"/>
                  </a:cxn>
                  <a:cxn ang="0">
                    <a:pos x="3" y="6"/>
                  </a:cxn>
                  <a:cxn ang="0">
                    <a:pos x="1" y="6"/>
                  </a:cxn>
                  <a:cxn ang="0">
                    <a:pos x="0" y="6"/>
                  </a:cxn>
                  <a:cxn ang="0">
                    <a:pos x="0" y="4"/>
                  </a:cxn>
                  <a:cxn ang="0">
                    <a:pos x="0" y="4"/>
                  </a:cxn>
                  <a:cxn ang="0">
                    <a:pos x="0" y="3"/>
                  </a:cxn>
                  <a:cxn ang="0">
                    <a:pos x="0" y="1"/>
                  </a:cxn>
                  <a:cxn ang="0">
                    <a:pos x="0" y="0"/>
                  </a:cxn>
                </a:cxnLst>
                <a:rect l="0" t="0" r="r" b="b"/>
                <a:pathLst>
                  <a:path w="6" h="6">
                    <a:moveTo>
                      <a:pt x="0" y="0"/>
                    </a:moveTo>
                    <a:lnTo>
                      <a:pt x="1" y="0"/>
                    </a:lnTo>
                    <a:lnTo>
                      <a:pt x="1" y="0"/>
                    </a:lnTo>
                    <a:lnTo>
                      <a:pt x="1" y="0"/>
                    </a:lnTo>
                    <a:lnTo>
                      <a:pt x="3" y="0"/>
                    </a:lnTo>
                    <a:lnTo>
                      <a:pt x="3" y="1"/>
                    </a:lnTo>
                    <a:lnTo>
                      <a:pt x="4" y="1"/>
                    </a:lnTo>
                    <a:lnTo>
                      <a:pt x="4" y="1"/>
                    </a:lnTo>
                    <a:lnTo>
                      <a:pt x="6" y="1"/>
                    </a:lnTo>
                    <a:lnTo>
                      <a:pt x="6" y="3"/>
                    </a:lnTo>
                    <a:lnTo>
                      <a:pt x="6" y="3"/>
                    </a:lnTo>
                    <a:lnTo>
                      <a:pt x="4" y="4"/>
                    </a:lnTo>
                    <a:lnTo>
                      <a:pt x="3" y="6"/>
                    </a:lnTo>
                    <a:lnTo>
                      <a:pt x="1" y="6"/>
                    </a:lnTo>
                    <a:lnTo>
                      <a:pt x="0" y="6"/>
                    </a:lnTo>
                    <a:lnTo>
                      <a:pt x="0" y="4"/>
                    </a:lnTo>
                    <a:lnTo>
                      <a:pt x="0" y="4"/>
                    </a:lnTo>
                    <a:lnTo>
                      <a:pt x="0" y="3"/>
                    </a:lnTo>
                    <a:lnTo>
                      <a:pt x="0" y="1"/>
                    </a:lnTo>
                    <a:lnTo>
                      <a:pt x="0" y="0"/>
                    </a:lnTo>
                    <a:close/>
                  </a:path>
                </a:pathLst>
              </a:custGeom>
              <a:solidFill>
                <a:srgbClr val="7A1111"/>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346357" name="Freeform 245"/>
              <p:cNvSpPr/>
              <p:nvPr/>
            </p:nvSpPr>
            <p:spPr bwMode="auto">
              <a:xfrm>
                <a:off x="4996" y="2819"/>
                <a:ext cx="19" cy="14"/>
              </a:xfrm>
              <a:custGeom>
                <a:avLst/>
                <a:gdLst/>
                <a:ahLst/>
                <a:cxnLst>
                  <a:cxn ang="0">
                    <a:pos x="0" y="0"/>
                  </a:cxn>
                  <a:cxn ang="0">
                    <a:pos x="0" y="0"/>
                  </a:cxn>
                  <a:cxn ang="0">
                    <a:pos x="0" y="9"/>
                  </a:cxn>
                  <a:cxn ang="0">
                    <a:pos x="0" y="14"/>
                  </a:cxn>
                  <a:cxn ang="0">
                    <a:pos x="0" y="15"/>
                  </a:cxn>
                  <a:cxn ang="0">
                    <a:pos x="8" y="15"/>
                  </a:cxn>
                  <a:cxn ang="0">
                    <a:pos x="8" y="15"/>
                  </a:cxn>
                  <a:cxn ang="0">
                    <a:pos x="16" y="15"/>
                  </a:cxn>
                  <a:cxn ang="0">
                    <a:pos x="16" y="14"/>
                  </a:cxn>
                  <a:cxn ang="0">
                    <a:pos x="16" y="9"/>
                  </a:cxn>
                  <a:cxn ang="0">
                    <a:pos x="16" y="0"/>
                  </a:cxn>
                  <a:cxn ang="0">
                    <a:pos x="16" y="0"/>
                  </a:cxn>
                  <a:cxn ang="0">
                    <a:pos x="0" y="0"/>
                  </a:cxn>
                </a:cxnLst>
                <a:rect l="0" t="0" r="r" b="b"/>
                <a:pathLst>
                  <a:path w="16" h="15">
                    <a:moveTo>
                      <a:pt x="0" y="0"/>
                    </a:moveTo>
                    <a:lnTo>
                      <a:pt x="0" y="0"/>
                    </a:lnTo>
                    <a:lnTo>
                      <a:pt x="0" y="9"/>
                    </a:lnTo>
                    <a:lnTo>
                      <a:pt x="0" y="14"/>
                    </a:lnTo>
                    <a:lnTo>
                      <a:pt x="0" y="15"/>
                    </a:lnTo>
                    <a:lnTo>
                      <a:pt x="8" y="15"/>
                    </a:lnTo>
                    <a:lnTo>
                      <a:pt x="8" y="15"/>
                    </a:lnTo>
                    <a:lnTo>
                      <a:pt x="16" y="15"/>
                    </a:lnTo>
                    <a:lnTo>
                      <a:pt x="16" y="14"/>
                    </a:lnTo>
                    <a:lnTo>
                      <a:pt x="16" y="9"/>
                    </a:lnTo>
                    <a:lnTo>
                      <a:pt x="16" y="0"/>
                    </a:lnTo>
                    <a:lnTo>
                      <a:pt x="16" y="0"/>
                    </a:lnTo>
                    <a:lnTo>
                      <a:pt x="0" y="0"/>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358" name="Freeform 246"/>
              <p:cNvSpPr/>
              <p:nvPr/>
            </p:nvSpPr>
            <p:spPr bwMode="auto">
              <a:xfrm>
                <a:off x="4803" y="2726"/>
                <a:ext cx="212" cy="93"/>
              </a:xfrm>
              <a:custGeom>
                <a:avLst/>
                <a:gdLst/>
                <a:ahLst/>
                <a:cxnLst>
                  <a:cxn ang="0">
                    <a:pos x="16" y="94"/>
                  </a:cxn>
                  <a:cxn ang="0">
                    <a:pos x="16" y="94"/>
                  </a:cxn>
                  <a:cxn ang="0">
                    <a:pos x="23" y="59"/>
                  </a:cxn>
                  <a:cxn ang="0">
                    <a:pos x="43" y="35"/>
                  </a:cxn>
                  <a:cxn ang="0">
                    <a:pos x="72" y="21"/>
                  </a:cxn>
                  <a:cxn ang="0">
                    <a:pos x="107" y="16"/>
                  </a:cxn>
                  <a:cxn ang="0">
                    <a:pos x="140" y="21"/>
                  </a:cxn>
                  <a:cxn ang="0">
                    <a:pos x="168" y="37"/>
                  </a:cxn>
                  <a:cxn ang="0">
                    <a:pos x="189" y="60"/>
                  </a:cxn>
                  <a:cxn ang="0">
                    <a:pos x="195" y="94"/>
                  </a:cxn>
                  <a:cxn ang="0">
                    <a:pos x="211" y="94"/>
                  </a:cxn>
                  <a:cxn ang="0">
                    <a:pos x="202" y="54"/>
                  </a:cxn>
                  <a:cxn ang="0">
                    <a:pos x="178" y="24"/>
                  </a:cxn>
                  <a:cxn ang="0">
                    <a:pos x="143" y="5"/>
                  </a:cxn>
                  <a:cxn ang="0">
                    <a:pos x="107" y="0"/>
                  </a:cxn>
                  <a:cxn ang="0">
                    <a:pos x="69" y="5"/>
                  </a:cxn>
                  <a:cxn ang="0">
                    <a:pos x="34" y="23"/>
                  </a:cxn>
                  <a:cxn ang="0">
                    <a:pos x="10" y="53"/>
                  </a:cxn>
                  <a:cxn ang="0">
                    <a:pos x="0" y="94"/>
                  </a:cxn>
                  <a:cxn ang="0">
                    <a:pos x="0" y="94"/>
                  </a:cxn>
                  <a:cxn ang="0">
                    <a:pos x="16" y="94"/>
                  </a:cxn>
                </a:cxnLst>
                <a:rect l="0" t="0" r="r" b="b"/>
                <a:pathLst>
                  <a:path w="211" h="94">
                    <a:moveTo>
                      <a:pt x="16" y="94"/>
                    </a:moveTo>
                    <a:lnTo>
                      <a:pt x="16" y="94"/>
                    </a:lnTo>
                    <a:lnTo>
                      <a:pt x="23" y="59"/>
                    </a:lnTo>
                    <a:lnTo>
                      <a:pt x="43" y="35"/>
                    </a:lnTo>
                    <a:lnTo>
                      <a:pt x="72" y="21"/>
                    </a:lnTo>
                    <a:lnTo>
                      <a:pt x="107" y="16"/>
                    </a:lnTo>
                    <a:lnTo>
                      <a:pt x="140" y="21"/>
                    </a:lnTo>
                    <a:lnTo>
                      <a:pt x="168" y="37"/>
                    </a:lnTo>
                    <a:lnTo>
                      <a:pt x="189" y="60"/>
                    </a:lnTo>
                    <a:lnTo>
                      <a:pt x="195" y="94"/>
                    </a:lnTo>
                    <a:lnTo>
                      <a:pt x="211" y="94"/>
                    </a:lnTo>
                    <a:lnTo>
                      <a:pt x="202" y="54"/>
                    </a:lnTo>
                    <a:lnTo>
                      <a:pt x="178" y="24"/>
                    </a:lnTo>
                    <a:lnTo>
                      <a:pt x="143" y="5"/>
                    </a:lnTo>
                    <a:lnTo>
                      <a:pt x="107" y="0"/>
                    </a:lnTo>
                    <a:lnTo>
                      <a:pt x="69" y="5"/>
                    </a:lnTo>
                    <a:lnTo>
                      <a:pt x="34" y="23"/>
                    </a:lnTo>
                    <a:lnTo>
                      <a:pt x="10" y="53"/>
                    </a:lnTo>
                    <a:lnTo>
                      <a:pt x="0" y="94"/>
                    </a:lnTo>
                    <a:lnTo>
                      <a:pt x="0" y="94"/>
                    </a:lnTo>
                    <a:lnTo>
                      <a:pt x="16" y="94"/>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359" name="Freeform 247"/>
              <p:cNvSpPr/>
              <p:nvPr/>
            </p:nvSpPr>
            <p:spPr bwMode="auto">
              <a:xfrm>
                <a:off x="4803" y="2819"/>
                <a:ext cx="16" cy="21"/>
              </a:xfrm>
              <a:custGeom>
                <a:avLst/>
                <a:gdLst/>
                <a:ahLst/>
                <a:cxnLst>
                  <a:cxn ang="0">
                    <a:pos x="8" y="8"/>
                  </a:cxn>
                  <a:cxn ang="0">
                    <a:pos x="8" y="15"/>
                  </a:cxn>
                  <a:cxn ang="0">
                    <a:pos x="16" y="15"/>
                  </a:cxn>
                  <a:cxn ang="0">
                    <a:pos x="16" y="14"/>
                  </a:cxn>
                  <a:cxn ang="0">
                    <a:pos x="16" y="9"/>
                  </a:cxn>
                  <a:cxn ang="0">
                    <a:pos x="16" y="0"/>
                  </a:cxn>
                  <a:cxn ang="0">
                    <a:pos x="0" y="0"/>
                  </a:cxn>
                  <a:cxn ang="0">
                    <a:pos x="0" y="9"/>
                  </a:cxn>
                  <a:cxn ang="0">
                    <a:pos x="0" y="14"/>
                  </a:cxn>
                  <a:cxn ang="0">
                    <a:pos x="0" y="15"/>
                  </a:cxn>
                  <a:cxn ang="0">
                    <a:pos x="8" y="15"/>
                  </a:cxn>
                  <a:cxn ang="0">
                    <a:pos x="8" y="23"/>
                  </a:cxn>
                  <a:cxn ang="0">
                    <a:pos x="0" y="15"/>
                  </a:cxn>
                  <a:cxn ang="0">
                    <a:pos x="0" y="23"/>
                  </a:cxn>
                  <a:cxn ang="0">
                    <a:pos x="8" y="23"/>
                  </a:cxn>
                  <a:cxn ang="0">
                    <a:pos x="8" y="8"/>
                  </a:cxn>
                </a:cxnLst>
                <a:rect l="0" t="0" r="r" b="b"/>
                <a:pathLst>
                  <a:path w="16" h="23">
                    <a:moveTo>
                      <a:pt x="8" y="8"/>
                    </a:moveTo>
                    <a:lnTo>
                      <a:pt x="8" y="15"/>
                    </a:lnTo>
                    <a:lnTo>
                      <a:pt x="16" y="15"/>
                    </a:lnTo>
                    <a:lnTo>
                      <a:pt x="16" y="14"/>
                    </a:lnTo>
                    <a:lnTo>
                      <a:pt x="16" y="9"/>
                    </a:lnTo>
                    <a:lnTo>
                      <a:pt x="16" y="0"/>
                    </a:lnTo>
                    <a:lnTo>
                      <a:pt x="0" y="0"/>
                    </a:lnTo>
                    <a:lnTo>
                      <a:pt x="0" y="9"/>
                    </a:lnTo>
                    <a:lnTo>
                      <a:pt x="0" y="14"/>
                    </a:lnTo>
                    <a:lnTo>
                      <a:pt x="0" y="15"/>
                    </a:lnTo>
                    <a:lnTo>
                      <a:pt x="8" y="15"/>
                    </a:lnTo>
                    <a:lnTo>
                      <a:pt x="8" y="23"/>
                    </a:lnTo>
                    <a:lnTo>
                      <a:pt x="0" y="15"/>
                    </a:lnTo>
                    <a:lnTo>
                      <a:pt x="0" y="23"/>
                    </a:lnTo>
                    <a:lnTo>
                      <a:pt x="8" y="23"/>
                    </a:lnTo>
                    <a:lnTo>
                      <a:pt x="8"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360" name="Freeform 248"/>
              <p:cNvSpPr/>
              <p:nvPr/>
            </p:nvSpPr>
            <p:spPr bwMode="auto">
              <a:xfrm>
                <a:off x="4812" y="2826"/>
                <a:ext cx="203" cy="14"/>
              </a:xfrm>
              <a:custGeom>
                <a:avLst/>
                <a:gdLst/>
                <a:ahLst/>
                <a:cxnLst>
                  <a:cxn ang="0">
                    <a:pos x="187" y="7"/>
                  </a:cxn>
                  <a:cxn ang="0">
                    <a:pos x="195" y="0"/>
                  </a:cxn>
                  <a:cxn ang="0">
                    <a:pos x="0" y="0"/>
                  </a:cxn>
                  <a:cxn ang="0">
                    <a:pos x="0" y="15"/>
                  </a:cxn>
                  <a:cxn ang="0">
                    <a:pos x="195" y="15"/>
                  </a:cxn>
                  <a:cxn ang="0">
                    <a:pos x="203" y="7"/>
                  </a:cxn>
                  <a:cxn ang="0">
                    <a:pos x="195" y="15"/>
                  </a:cxn>
                  <a:cxn ang="0">
                    <a:pos x="203" y="15"/>
                  </a:cxn>
                  <a:cxn ang="0">
                    <a:pos x="203" y="7"/>
                  </a:cxn>
                  <a:cxn ang="0">
                    <a:pos x="187" y="7"/>
                  </a:cxn>
                </a:cxnLst>
                <a:rect l="0" t="0" r="r" b="b"/>
                <a:pathLst>
                  <a:path w="203" h="15">
                    <a:moveTo>
                      <a:pt x="187" y="7"/>
                    </a:moveTo>
                    <a:lnTo>
                      <a:pt x="195" y="0"/>
                    </a:lnTo>
                    <a:lnTo>
                      <a:pt x="0" y="0"/>
                    </a:lnTo>
                    <a:lnTo>
                      <a:pt x="0" y="15"/>
                    </a:lnTo>
                    <a:lnTo>
                      <a:pt x="195" y="15"/>
                    </a:lnTo>
                    <a:lnTo>
                      <a:pt x="203" y="7"/>
                    </a:lnTo>
                    <a:lnTo>
                      <a:pt x="195" y="15"/>
                    </a:lnTo>
                    <a:lnTo>
                      <a:pt x="203" y="15"/>
                    </a:lnTo>
                    <a:lnTo>
                      <a:pt x="203" y="7"/>
                    </a:lnTo>
                    <a:lnTo>
                      <a:pt x="187" y="7"/>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361" name="Freeform 249"/>
              <p:cNvSpPr/>
              <p:nvPr/>
            </p:nvSpPr>
            <p:spPr bwMode="auto">
              <a:xfrm>
                <a:off x="4901" y="2734"/>
                <a:ext cx="13" cy="100"/>
              </a:xfrm>
              <a:custGeom>
                <a:avLst/>
                <a:gdLst/>
                <a:ahLst/>
                <a:cxnLst>
                  <a:cxn ang="0">
                    <a:pos x="8" y="101"/>
                  </a:cxn>
                  <a:cxn ang="0">
                    <a:pos x="16" y="101"/>
                  </a:cxn>
                  <a:cxn ang="0">
                    <a:pos x="16" y="0"/>
                  </a:cxn>
                  <a:cxn ang="0">
                    <a:pos x="0" y="0"/>
                  </a:cxn>
                  <a:cxn ang="0">
                    <a:pos x="0" y="101"/>
                  </a:cxn>
                  <a:cxn ang="0">
                    <a:pos x="8" y="101"/>
                  </a:cxn>
                </a:cxnLst>
                <a:rect l="0" t="0" r="r" b="b"/>
                <a:pathLst>
                  <a:path w="16" h="101">
                    <a:moveTo>
                      <a:pt x="8" y="101"/>
                    </a:moveTo>
                    <a:lnTo>
                      <a:pt x="16" y="101"/>
                    </a:lnTo>
                    <a:lnTo>
                      <a:pt x="16" y="0"/>
                    </a:lnTo>
                    <a:lnTo>
                      <a:pt x="0" y="0"/>
                    </a:lnTo>
                    <a:lnTo>
                      <a:pt x="0" y="101"/>
                    </a:lnTo>
                    <a:lnTo>
                      <a:pt x="8" y="101"/>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362" name="Freeform 250"/>
              <p:cNvSpPr/>
              <p:nvPr/>
            </p:nvSpPr>
            <p:spPr bwMode="auto">
              <a:xfrm>
                <a:off x="4904" y="2755"/>
                <a:ext cx="86" cy="86"/>
              </a:xfrm>
              <a:custGeom>
                <a:avLst/>
                <a:gdLst/>
                <a:ahLst/>
                <a:cxnLst>
                  <a:cxn ang="0">
                    <a:pos x="5" y="79"/>
                  </a:cxn>
                  <a:cxn ang="0">
                    <a:pos x="10" y="84"/>
                  </a:cxn>
                  <a:cxn ang="0">
                    <a:pos x="87" y="10"/>
                  </a:cxn>
                  <a:cxn ang="0">
                    <a:pos x="78" y="0"/>
                  </a:cxn>
                  <a:cxn ang="0">
                    <a:pos x="0" y="75"/>
                  </a:cxn>
                  <a:cxn ang="0">
                    <a:pos x="5" y="79"/>
                  </a:cxn>
                </a:cxnLst>
                <a:rect l="0" t="0" r="r" b="b"/>
                <a:pathLst>
                  <a:path w="87" h="84">
                    <a:moveTo>
                      <a:pt x="5" y="79"/>
                    </a:moveTo>
                    <a:lnTo>
                      <a:pt x="10" y="84"/>
                    </a:lnTo>
                    <a:lnTo>
                      <a:pt x="87" y="10"/>
                    </a:lnTo>
                    <a:lnTo>
                      <a:pt x="78" y="0"/>
                    </a:lnTo>
                    <a:lnTo>
                      <a:pt x="0" y="75"/>
                    </a:lnTo>
                    <a:lnTo>
                      <a:pt x="5" y="79"/>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363" name="Freeform 251"/>
              <p:cNvSpPr/>
              <p:nvPr/>
            </p:nvSpPr>
            <p:spPr bwMode="auto">
              <a:xfrm>
                <a:off x="4828" y="2755"/>
                <a:ext cx="86" cy="86"/>
              </a:xfrm>
              <a:custGeom>
                <a:avLst/>
                <a:gdLst/>
                <a:ahLst/>
                <a:cxnLst>
                  <a:cxn ang="0">
                    <a:pos x="78" y="80"/>
                  </a:cxn>
                  <a:cxn ang="0">
                    <a:pos x="83" y="76"/>
                  </a:cxn>
                  <a:cxn ang="0">
                    <a:pos x="10" y="0"/>
                  </a:cxn>
                  <a:cxn ang="0">
                    <a:pos x="0" y="9"/>
                  </a:cxn>
                  <a:cxn ang="0">
                    <a:pos x="73" y="85"/>
                  </a:cxn>
                  <a:cxn ang="0">
                    <a:pos x="78" y="80"/>
                  </a:cxn>
                </a:cxnLst>
                <a:rect l="0" t="0" r="r" b="b"/>
                <a:pathLst>
                  <a:path w="83" h="85">
                    <a:moveTo>
                      <a:pt x="78" y="80"/>
                    </a:moveTo>
                    <a:lnTo>
                      <a:pt x="83" y="76"/>
                    </a:lnTo>
                    <a:lnTo>
                      <a:pt x="10" y="0"/>
                    </a:lnTo>
                    <a:lnTo>
                      <a:pt x="0" y="9"/>
                    </a:lnTo>
                    <a:lnTo>
                      <a:pt x="73" y="85"/>
                    </a:lnTo>
                    <a:lnTo>
                      <a:pt x="78" y="80"/>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grpSp>
        <p:sp>
          <p:nvSpPr>
            <p:cNvPr id="28114" name="Text Box 252"/>
            <p:cNvSpPr txBox="1"/>
            <p:nvPr/>
          </p:nvSpPr>
          <p:spPr>
            <a:xfrm>
              <a:off x="4729" y="650"/>
              <a:ext cx="804" cy="845"/>
            </a:xfrm>
            <a:prstGeom prst="rect">
              <a:avLst/>
            </a:prstGeom>
            <a:noFill/>
            <a:ln w="12700">
              <a:noFill/>
            </a:ln>
          </p:spPr>
          <p:txBody>
            <a:bodyPr wrap="none">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ct val="0"/>
                </a:spcBef>
                <a:spcAft>
                  <a:spcPts val="590"/>
                </a:spcAft>
                <a:buSzPct val="80000"/>
                <a:buNone/>
              </a:pPr>
              <a:endParaRPr lang="zh-CN" altLang="en-US" sz="2800" dirty="0">
                <a:ea typeface="宋体" pitchFamily="2" charset="-122"/>
              </a:endParaRPr>
            </a:p>
          </p:txBody>
        </p:sp>
      </p:grpSp>
      <p:grpSp>
        <p:nvGrpSpPr>
          <p:cNvPr id="18" name="Group 253"/>
          <p:cNvGrpSpPr/>
          <p:nvPr/>
        </p:nvGrpSpPr>
        <p:grpSpPr>
          <a:xfrm>
            <a:off x="6592888" y="1476375"/>
            <a:ext cx="536575" cy="846138"/>
            <a:chOff x="4368" y="0"/>
            <a:chExt cx="1392" cy="1495"/>
          </a:xfrm>
        </p:grpSpPr>
        <p:grpSp>
          <p:nvGrpSpPr>
            <p:cNvPr id="28079" name="Group 254"/>
            <p:cNvGrpSpPr/>
            <p:nvPr/>
          </p:nvGrpSpPr>
          <p:grpSpPr>
            <a:xfrm>
              <a:off x="4368" y="0"/>
              <a:ext cx="1392" cy="1056"/>
              <a:chOff x="4368" y="2016"/>
              <a:chExt cx="1072" cy="1344"/>
            </a:xfrm>
          </p:grpSpPr>
          <p:sp>
            <p:nvSpPr>
              <p:cNvPr id="346367" name="Freeform 255"/>
              <p:cNvSpPr/>
              <p:nvPr/>
            </p:nvSpPr>
            <p:spPr bwMode="auto">
              <a:xfrm>
                <a:off x="4457" y="2462"/>
                <a:ext cx="898" cy="825"/>
              </a:xfrm>
              <a:custGeom>
                <a:avLst/>
                <a:gdLst/>
                <a:ahLst/>
                <a:cxnLst>
                  <a:cxn ang="0">
                    <a:pos x="445" y="0"/>
                  </a:cxn>
                  <a:cxn ang="0">
                    <a:pos x="897" y="293"/>
                  </a:cxn>
                  <a:cxn ang="0">
                    <a:pos x="897" y="829"/>
                  </a:cxn>
                  <a:cxn ang="0">
                    <a:pos x="601" y="829"/>
                  </a:cxn>
                  <a:cxn ang="0">
                    <a:pos x="296" y="829"/>
                  </a:cxn>
                  <a:cxn ang="0">
                    <a:pos x="0" y="829"/>
                  </a:cxn>
                  <a:cxn ang="0">
                    <a:pos x="0" y="293"/>
                  </a:cxn>
                  <a:cxn ang="0">
                    <a:pos x="445" y="0"/>
                  </a:cxn>
                </a:cxnLst>
                <a:rect l="0" t="0" r="r" b="b"/>
                <a:pathLst>
                  <a:path w="897" h="829">
                    <a:moveTo>
                      <a:pt x="445" y="0"/>
                    </a:moveTo>
                    <a:lnTo>
                      <a:pt x="897" y="293"/>
                    </a:lnTo>
                    <a:lnTo>
                      <a:pt x="897" y="829"/>
                    </a:lnTo>
                    <a:lnTo>
                      <a:pt x="601" y="829"/>
                    </a:lnTo>
                    <a:lnTo>
                      <a:pt x="296" y="829"/>
                    </a:lnTo>
                    <a:lnTo>
                      <a:pt x="0" y="829"/>
                    </a:lnTo>
                    <a:lnTo>
                      <a:pt x="0" y="293"/>
                    </a:lnTo>
                    <a:lnTo>
                      <a:pt x="445" y="0"/>
                    </a:lnTo>
                    <a:close/>
                  </a:path>
                </a:pathLst>
              </a:custGeom>
              <a:solidFill>
                <a:srgbClr val="993366"/>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346368" name="Freeform 256"/>
              <p:cNvSpPr/>
              <p:nvPr/>
            </p:nvSpPr>
            <p:spPr bwMode="auto">
              <a:xfrm>
                <a:off x="4368" y="2462"/>
                <a:ext cx="415" cy="289"/>
              </a:xfrm>
              <a:custGeom>
                <a:avLst/>
                <a:gdLst/>
                <a:ahLst/>
                <a:cxnLst>
                  <a:cxn ang="0">
                    <a:pos x="0" y="288"/>
                  </a:cxn>
                  <a:cxn ang="0">
                    <a:pos x="416" y="32"/>
                  </a:cxn>
                  <a:cxn ang="0">
                    <a:pos x="416" y="27"/>
                  </a:cxn>
                  <a:cxn ang="0">
                    <a:pos x="416" y="19"/>
                  </a:cxn>
                  <a:cxn ang="0">
                    <a:pos x="416" y="9"/>
                  </a:cxn>
                  <a:cxn ang="0">
                    <a:pos x="416" y="0"/>
                  </a:cxn>
                  <a:cxn ang="0">
                    <a:pos x="0" y="254"/>
                  </a:cxn>
                  <a:cxn ang="0">
                    <a:pos x="0" y="288"/>
                  </a:cxn>
                </a:cxnLst>
                <a:rect l="0" t="0" r="r" b="b"/>
                <a:pathLst>
                  <a:path w="416" h="288">
                    <a:moveTo>
                      <a:pt x="0" y="288"/>
                    </a:moveTo>
                    <a:lnTo>
                      <a:pt x="416" y="32"/>
                    </a:lnTo>
                    <a:lnTo>
                      <a:pt x="416" y="27"/>
                    </a:lnTo>
                    <a:lnTo>
                      <a:pt x="416" y="19"/>
                    </a:lnTo>
                    <a:lnTo>
                      <a:pt x="416" y="9"/>
                    </a:lnTo>
                    <a:lnTo>
                      <a:pt x="416" y="0"/>
                    </a:lnTo>
                    <a:lnTo>
                      <a:pt x="0" y="254"/>
                    </a:lnTo>
                    <a:lnTo>
                      <a:pt x="0" y="288"/>
                    </a:lnTo>
                    <a:close/>
                  </a:path>
                </a:pathLst>
              </a:custGeom>
              <a:solidFill>
                <a:srgbClr val="000000"/>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346369" name="Rectangle 257"/>
              <p:cNvSpPr>
                <a:spLocks noChangeArrowheads="1"/>
              </p:cNvSpPr>
              <p:nvPr/>
            </p:nvSpPr>
            <p:spPr bwMode="auto">
              <a:xfrm>
                <a:off x="4457" y="3330"/>
                <a:ext cx="898" cy="29"/>
              </a:xfrm>
              <a:prstGeom prst="rect">
                <a:avLst/>
              </a:prstGeom>
              <a:solidFill>
                <a:srgbClr val="000000"/>
              </a:solidFill>
              <a:ln w="9525">
                <a:noFill/>
                <a:miter lim="800000"/>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346370" name="Freeform 258"/>
              <p:cNvSpPr/>
              <p:nvPr/>
            </p:nvSpPr>
            <p:spPr bwMode="auto">
              <a:xfrm>
                <a:off x="4787" y="2170"/>
                <a:ext cx="241" cy="328"/>
              </a:xfrm>
              <a:custGeom>
                <a:avLst/>
                <a:gdLst/>
                <a:ahLst/>
                <a:cxnLst>
                  <a:cxn ang="0">
                    <a:pos x="242" y="327"/>
                  </a:cxn>
                  <a:cxn ang="0">
                    <a:pos x="242" y="0"/>
                  </a:cxn>
                  <a:cxn ang="0">
                    <a:pos x="0" y="0"/>
                  </a:cxn>
                  <a:cxn ang="0">
                    <a:pos x="0" y="321"/>
                  </a:cxn>
                  <a:cxn ang="0">
                    <a:pos x="116" y="240"/>
                  </a:cxn>
                  <a:cxn ang="0">
                    <a:pos x="242" y="327"/>
                  </a:cxn>
                </a:cxnLst>
                <a:rect l="0" t="0" r="r" b="b"/>
                <a:pathLst>
                  <a:path w="242" h="327">
                    <a:moveTo>
                      <a:pt x="242" y="327"/>
                    </a:moveTo>
                    <a:lnTo>
                      <a:pt x="242" y="0"/>
                    </a:lnTo>
                    <a:lnTo>
                      <a:pt x="0" y="0"/>
                    </a:lnTo>
                    <a:lnTo>
                      <a:pt x="0" y="321"/>
                    </a:lnTo>
                    <a:lnTo>
                      <a:pt x="116" y="240"/>
                    </a:lnTo>
                    <a:lnTo>
                      <a:pt x="242" y="327"/>
                    </a:lnTo>
                    <a:close/>
                  </a:path>
                </a:pathLst>
              </a:custGeom>
              <a:solidFill>
                <a:srgbClr val="000000"/>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346371" name="Freeform 259"/>
              <p:cNvSpPr/>
              <p:nvPr/>
            </p:nvSpPr>
            <p:spPr bwMode="auto">
              <a:xfrm>
                <a:off x="4723" y="2016"/>
                <a:ext cx="358" cy="125"/>
              </a:xfrm>
              <a:custGeom>
                <a:avLst/>
                <a:gdLst/>
                <a:ahLst/>
                <a:cxnLst>
                  <a:cxn ang="0">
                    <a:pos x="181" y="0"/>
                  </a:cxn>
                  <a:cxn ang="0">
                    <a:pos x="0" y="126"/>
                  </a:cxn>
                  <a:cxn ang="0">
                    <a:pos x="361" y="126"/>
                  </a:cxn>
                  <a:cxn ang="0">
                    <a:pos x="181" y="0"/>
                  </a:cxn>
                </a:cxnLst>
                <a:rect l="0" t="0" r="r" b="b"/>
                <a:pathLst>
                  <a:path w="361" h="126">
                    <a:moveTo>
                      <a:pt x="181" y="0"/>
                    </a:moveTo>
                    <a:lnTo>
                      <a:pt x="0" y="126"/>
                    </a:lnTo>
                    <a:lnTo>
                      <a:pt x="361" y="126"/>
                    </a:lnTo>
                    <a:lnTo>
                      <a:pt x="181" y="0"/>
                    </a:lnTo>
                    <a:close/>
                  </a:path>
                </a:pathLst>
              </a:custGeom>
              <a:solidFill>
                <a:srgbClr val="000000"/>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346372" name="Freeform 260"/>
              <p:cNvSpPr/>
              <p:nvPr/>
            </p:nvSpPr>
            <p:spPr bwMode="auto">
              <a:xfrm>
                <a:off x="5028" y="2469"/>
                <a:ext cx="412" cy="282"/>
              </a:xfrm>
              <a:custGeom>
                <a:avLst/>
                <a:gdLst/>
                <a:ahLst/>
                <a:cxnLst>
                  <a:cxn ang="0">
                    <a:pos x="413" y="287"/>
                  </a:cxn>
                  <a:cxn ang="0">
                    <a:pos x="0" y="31"/>
                  </a:cxn>
                  <a:cxn ang="0">
                    <a:pos x="0" y="25"/>
                  </a:cxn>
                  <a:cxn ang="0">
                    <a:pos x="0" y="17"/>
                  </a:cxn>
                  <a:cxn ang="0">
                    <a:pos x="0" y="9"/>
                  </a:cxn>
                  <a:cxn ang="0">
                    <a:pos x="0" y="0"/>
                  </a:cxn>
                  <a:cxn ang="0">
                    <a:pos x="413" y="253"/>
                  </a:cxn>
                  <a:cxn ang="0">
                    <a:pos x="413" y="287"/>
                  </a:cxn>
                </a:cxnLst>
                <a:rect l="0" t="0" r="r" b="b"/>
                <a:pathLst>
                  <a:path w="413" h="287">
                    <a:moveTo>
                      <a:pt x="413" y="287"/>
                    </a:moveTo>
                    <a:lnTo>
                      <a:pt x="0" y="31"/>
                    </a:lnTo>
                    <a:lnTo>
                      <a:pt x="0" y="25"/>
                    </a:lnTo>
                    <a:lnTo>
                      <a:pt x="0" y="17"/>
                    </a:lnTo>
                    <a:lnTo>
                      <a:pt x="0" y="9"/>
                    </a:lnTo>
                    <a:lnTo>
                      <a:pt x="0" y="0"/>
                    </a:lnTo>
                    <a:lnTo>
                      <a:pt x="413" y="253"/>
                    </a:lnTo>
                    <a:lnTo>
                      <a:pt x="413" y="287"/>
                    </a:lnTo>
                    <a:close/>
                  </a:path>
                </a:pathLst>
              </a:custGeom>
              <a:solidFill>
                <a:srgbClr val="000000"/>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346373" name="Freeform 261"/>
              <p:cNvSpPr/>
              <p:nvPr/>
            </p:nvSpPr>
            <p:spPr bwMode="auto">
              <a:xfrm>
                <a:off x="4841" y="2209"/>
                <a:ext cx="127" cy="164"/>
              </a:xfrm>
              <a:custGeom>
                <a:avLst/>
                <a:gdLst/>
                <a:ahLst/>
                <a:cxnLst>
                  <a:cxn ang="0">
                    <a:pos x="65" y="0"/>
                  </a:cxn>
                  <a:cxn ang="0">
                    <a:pos x="51" y="1"/>
                  </a:cxn>
                  <a:cxn ang="0">
                    <a:pos x="38" y="6"/>
                  </a:cxn>
                  <a:cxn ang="0">
                    <a:pos x="27" y="13"/>
                  </a:cxn>
                  <a:cxn ang="0">
                    <a:pos x="17" y="20"/>
                  </a:cxn>
                  <a:cxn ang="0">
                    <a:pos x="9" y="32"/>
                  </a:cxn>
                  <a:cxn ang="0">
                    <a:pos x="5" y="44"/>
                  </a:cxn>
                  <a:cxn ang="0">
                    <a:pos x="1" y="58"/>
                  </a:cxn>
                  <a:cxn ang="0">
                    <a:pos x="0" y="74"/>
                  </a:cxn>
                  <a:cxn ang="0">
                    <a:pos x="0" y="103"/>
                  </a:cxn>
                  <a:cxn ang="0">
                    <a:pos x="0" y="126"/>
                  </a:cxn>
                  <a:cxn ang="0">
                    <a:pos x="0" y="145"/>
                  </a:cxn>
                  <a:cxn ang="0">
                    <a:pos x="0" y="164"/>
                  </a:cxn>
                  <a:cxn ang="0">
                    <a:pos x="27" y="164"/>
                  </a:cxn>
                  <a:cxn ang="0">
                    <a:pos x="44" y="164"/>
                  </a:cxn>
                  <a:cxn ang="0">
                    <a:pos x="55" y="164"/>
                  </a:cxn>
                  <a:cxn ang="0">
                    <a:pos x="63" y="164"/>
                  </a:cxn>
                  <a:cxn ang="0">
                    <a:pos x="71" y="164"/>
                  </a:cxn>
                  <a:cxn ang="0">
                    <a:pos x="82" y="164"/>
                  </a:cxn>
                  <a:cxn ang="0">
                    <a:pos x="100" y="164"/>
                  </a:cxn>
                  <a:cxn ang="0">
                    <a:pos x="127" y="164"/>
                  </a:cxn>
                  <a:cxn ang="0">
                    <a:pos x="127" y="139"/>
                  </a:cxn>
                  <a:cxn ang="0">
                    <a:pos x="127" y="114"/>
                  </a:cxn>
                  <a:cxn ang="0">
                    <a:pos x="127" y="90"/>
                  </a:cxn>
                  <a:cxn ang="0">
                    <a:pos x="127" y="71"/>
                  </a:cxn>
                  <a:cxn ang="0">
                    <a:pos x="127" y="62"/>
                  </a:cxn>
                  <a:cxn ang="0">
                    <a:pos x="123" y="51"/>
                  </a:cxn>
                  <a:cxn ang="0">
                    <a:pos x="119" y="38"/>
                  </a:cxn>
                  <a:cxn ang="0">
                    <a:pos x="112" y="27"/>
                  </a:cxn>
                  <a:cxn ang="0">
                    <a:pos x="104" y="16"/>
                  </a:cxn>
                  <a:cxn ang="0">
                    <a:pos x="93" y="8"/>
                  </a:cxn>
                  <a:cxn ang="0">
                    <a:pos x="81" y="1"/>
                  </a:cxn>
                  <a:cxn ang="0">
                    <a:pos x="65" y="0"/>
                  </a:cxn>
                </a:cxnLst>
                <a:rect l="0" t="0" r="r" b="b"/>
                <a:pathLst>
                  <a:path w="127" h="164">
                    <a:moveTo>
                      <a:pt x="65" y="0"/>
                    </a:moveTo>
                    <a:lnTo>
                      <a:pt x="51" y="1"/>
                    </a:lnTo>
                    <a:lnTo>
                      <a:pt x="38" y="6"/>
                    </a:lnTo>
                    <a:lnTo>
                      <a:pt x="27" y="13"/>
                    </a:lnTo>
                    <a:lnTo>
                      <a:pt x="17" y="20"/>
                    </a:lnTo>
                    <a:lnTo>
                      <a:pt x="9" y="32"/>
                    </a:lnTo>
                    <a:lnTo>
                      <a:pt x="5" y="44"/>
                    </a:lnTo>
                    <a:lnTo>
                      <a:pt x="1" y="58"/>
                    </a:lnTo>
                    <a:lnTo>
                      <a:pt x="0" y="74"/>
                    </a:lnTo>
                    <a:lnTo>
                      <a:pt x="0" y="103"/>
                    </a:lnTo>
                    <a:lnTo>
                      <a:pt x="0" y="126"/>
                    </a:lnTo>
                    <a:lnTo>
                      <a:pt x="0" y="145"/>
                    </a:lnTo>
                    <a:lnTo>
                      <a:pt x="0" y="164"/>
                    </a:lnTo>
                    <a:lnTo>
                      <a:pt x="27" y="164"/>
                    </a:lnTo>
                    <a:lnTo>
                      <a:pt x="44" y="164"/>
                    </a:lnTo>
                    <a:lnTo>
                      <a:pt x="55" y="164"/>
                    </a:lnTo>
                    <a:lnTo>
                      <a:pt x="63" y="164"/>
                    </a:lnTo>
                    <a:lnTo>
                      <a:pt x="71" y="164"/>
                    </a:lnTo>
                    <a:lnTo>
                      <a:pt x="82" y="164"/>
                    </a:lnTo>
                    <a:lnTo>
                      <a:pt x="100" y="164"/>
                    </a:lnTo>
                    <a:lnTo>
                      <a:pt x="127" y="164"/>
                    </a:lnTo>
                    <a:lnTo>
                      <a:pt x="127" y="139"/>
                    </a:lnTo>
                    <a:lnTo>
                      <a:pt x="127" y="114"/>
                    </a:lnTo>
                    <a:lnTo>
                      <a:pt x="127" y="90"/>
                    </a:lnTo>
                    <a:lnTo>
                      <a:pt x="127" y="71"/>
                    </a:lnTo>
                    <a:lnTo>
                      <a:pt x="127" y="62"/>
                    </a:lnTo>
                    <a:lnTo>
                      <a:pt x="123" y="51"/>
                    </a:lnTo>
                    <a:lnTo>
                      <a:pt x="119" y="38"/>
                    </a:lnTo>
                    <a:lnTo>
                      <a:pt x="112" y="27"/>
                    </a:lnTo>
                    <a:lnTo>
                      <a:pt x="104" y="16"/>
                    </a:lnTo>
                    <a:lnTo>
                      <a:pt x="93" y="8"/>
                    </a:lnTo>
                    <a:lnTo>
                      <a:pt x="81" y="1"/>
                    </a:lnTo>
                    <a:lnTo>
                      <a:pt x="65" y="0"/>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374" name="Rectangle 262"/>
              <p:cNvSpPr>
                <a:spLocks noChangeArrowheads="1"/>
              </p:cNvSpPr>
              <p:nvPr/>
            </p:nvSpPr>
            <p:spPr bwMode="auto">
              <a:xfrm>
                <a:off x="4803" y="2901"/>
                <a:ext cx="206" cy="386"/>
              </a:xfrm>
              <a:prstGeom prst="rect">
                <a:avLst/>
              </a:prstGeom>
              <a:solidFill>
                <a:srgbClr val="FFFFFF"/>
              </a:solidFill>
              <a:ln w="9525">
                <a:noFill/>
                <a:miter lim="800000"/>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375" name="Freeform 263"/>
              <p:cNvSpPr/>
              <p:nvPr/>
            </p:nvSpPr>
            <p:spPr bwMode="auto">
              <a:xfrm>
                <a:off x="4736" y="2819"/>
                <a:ext cx="13" cy="318"/>
              </a:xfrm>
              <a:custGeom>
                <a:avLst/>
                <a:gdLst/>
                <a:ahLst/>
                <a:cxnLst>
                  <a:cxn ang="0">
                    <a:pos x="8" y="16"/>
                  </a:cxn>
                  <a:cxn ang="0">
                    <a:pos x="0" y="8"/>
                  </a:cxn>
                  <a:cxn ang="0">
                    <a:pos x="0" y="320"/>
                  </a:cxn>
                  <a:cxn ang="0">
                    <a:pos x="16" y="320"/>
                  </a:cxn>
                  <a:cxn ang="0">
                    <a:pos x="16" y="8"/>
                  </a:cxn>
                  <a:cxn ang="0">
                    <a:pos x="8" y="0"/>
                  </a:cxn>
                  <a:cxn ang="0">
                    <a:pos x="16" y="8"/>
                  </a:cxn>
                  <a:cxn ang="0">
                    <a:pos x="16" y="0"/>
                  </a:cxn>
                  <a:cxn ang="0">
                    <a:pos x="8" y="0"/>
                  </a:cxn>
                  <a:cxn ang="0">
                    <a:pos x="8" y="16"/>
                  </a:cxn>
                </a:cxnLst>
                <a:rect l="0" t="0" r="r" b="b"/>
                <a:pathLst>
                  <a:path w="16" h="320">
                    <a:moveTo>
                      <a:pt x="8" y="16"/>
                    </a:moveTo>
                    <a:lnTo>
                      <a:pt x="0" y="8"/>
                    </a:lnTo>
                    <a:lnTo>
                      <a:pt x="0" y="320"/>
                    </a:lnTo>
                    <a:lnTo>
                      <a:pt x="16" y="320"/>
                    </a:lnTo>
                    <a:lnTo>
                      <a:pt x="16" y="8"/>
                    </a:lnTo>
                    <a:lnTo>
                      <a:pt x="8" y="0"/>
                    </a:lnTo>
                    <a:lnTo>
                      <a:pt x="16" y="8"/>
                    </a:lnTo>
                    <a:lnTo>
                      <a:pt x="16" y="0"/>
                    </a:lnTo>
                    <a:lnTo>
                      <a:pt x="8" y="0"/>
                    </a:lnTo>
                    <a:lnTo>
                      <a:pt x="8" y="16"/>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376" name="Freeform 264"/>
              <p:cNvSpPr/>
              <p:nvPr/>
            </p:nvSpPr>
            <p:spPr bwMode="auto">
              <a:xfrm>
                <a:off x="4558" y="2819"/>
                <a:ext cx="184" cy="21"/>
              </a:xfrm>
              <a:custGeom>
                <a:avLst/>
                <a:gdLst/>
                <a:ahLst/>
                <a:cxnLst>
                  <a:cxn ang="0">
                    <a:pos x="16" y="8"/>
                  </a:cxn>
                  <a:cxn ang="0">
                    <a:pos x="8" y="16"/>
                  </a:cxn>
                  <a:cxn ang="0">
                    <a:pos x="187" y="16"/>
                  </a:cxn>
                  <a:cxn ang="0">
                    <a:pos x="187" y="0"/>
                  </a:cxn>
                  <a:cxn ang="0">
                    <a:pos x="8" y="0"/>
                  </a:cxn>
                  <a:cxn ang="0">
                    <a:pos x="0" y="8"/>
                  </a:cxn>
                  <a:cxn ang="0">
                    <a:pos x="8" y="0"/>
                  </a:cxn>
                  <a:cxn ang="0">
                    <a:pos x="0" y="0"/>
                  </a:cxn>
                  <a:cxn ang="0">
                    <a:pos x="0" y="8"/>
                  </a:cxn>
                  <a:cxn ang="0">
                    <a:pos x="16" y="8"/>
                  </a:cxn>
                </a:cxnLst>
                <a:rect l="0" t="0" r="r" b="b"/>
                <a:pathLst>
                  <a:path w="187" h="16">
                    <a:moveTo>
                      <a:pt x="16" y="8"/>
                    </a:moveTo>
                    <a:lnTo>
                      <a:pt x="8" y="16"/>
                    </a:lnTo>
                    <a:lnTo>
                      <a:pt x="187" y="16"/>
                    </a:lnTo>
                    <a:lnTo>
                      <a:pt x="187" y="0"/>
                    </a:lnTo>
                    <a:lnTo>
                      <a:pt x="8" y="0"/>
                    </a:lnTo>
                    <a:lnTo>
                      <a:pt x="0" y="8"/>
                    </a:lnTo>
                    <a:lnTo>
                      <a:pt x="8" y="0"/>
                    </a:lnTo>
                    <a:lnTo>
                      <a:pt x="0" y="0"/>
                    </a:lnTo>
                    <a:lnTo>
                      <a:pt x="0" y="8"/>
                    </a:lnTo>
                    <a:lnTo>
                      <a:pt x="16"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377" name="Freeform 265"/>
              <p:cNvSpPr/>
              <p:nvPr/>
            </p:nvSpPr>
            <p:spPr bwMode="auto">
              <a:xfrm>
                <a:off x="4558" y="2826"/>
                <a:ext cx="13" cy="318"/>
              </a:xfrm>
              <a:custGeom>
                <a:avLst/>
                <a:gdLst/>
                <a:ahLst/>
                <a:cxnLst>
                  <a:cxn ang="0">
                    <a:pos x="8" y="304"/>
                  </a:cxn>
                  <a:cxn ang="0">
                    <a:pos x="16" y="312"/>
                  </a:cxn>
                  <a:cxn ang="0">
                    <a:pos x="16" y="0"/>
                  </a:cxn>
                  <a:cxn ang="0">
                    <a:pos x="0" y="0"/>
                  </a:cxn>
                  <a:cxn ang="0">
                    <a:pos x="0" y="312"/>
                  </a:cxn>
                  <a:cxn ang="0">
                    <a:pos x="8" y="320"/>
                  </a:cxn>
                  <a:cxn ang="0">
                    <a:pos x="0" y="312"/>
                  </a:cxn>
                  <a:cxn ang="0">
                    <a:pos x="0" y="320"/>
                  </a:cxn>
                  <a:cxn ang="0">
                    <a:pos x="8" y="320"/>
                  </a:cxn>
                  <a:cxn ang="0">
                    <a:pos x="8" y="304"/>
                  </a:cxn>
                </a:cxnLst>
                <a:rect l="0" t="0" r="r" b="b"/>
                <a:pathLst>
                  <a:path w="16" h="320">
                    <a:moveTo>
                      <a:pt x="8" y="304"/>
                    </a:moveTo>
                    <a:lnTo>
                      <a:pt x="16" y="312"/>
                    </a:lnTo>
                    <a:lnTo>
                      <a:pt x="16" y="0"/>
                    </a:lnTo>
                    <a:lnTo>
                      <a:pt x="0" y="0"/>
                    </a:lnTo>
                    <a:lnTo>
                      <a:pt x="0" y="312"/>
                    </a:lnTo>
                    <a:lnTo>
                      <a:pt x="8" y="320"/>
                    </a:lnTo>
                    <a:lnTo>
                      <a:pt x="0" y="312"/>
                    </a:lnTo>
                    <a:lnTo>
                      <a:pt x="0" y="320"/>
                    </a:lnTo>
                    <a:lnTo>
                      <a:pt x="8" y="320"/>
                    </a:lnTo>
                    <a:lnTo>
                      <a:pt x="8" y="304"/>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378" name="Freeform 266"/>
              <p:cNvSpPr/>
              <p:nvPr/>
            </p:nvSpPr>
            <p:spPr bwMode="auto">
              <a:xfrm>
                <a:off x="4565" y="3130"/>
                <a:ext cx="184" cy="14"/>
              </a:xfrm>
              <a:custGeom>
                <a:avLst/>
                <a:gdLst/>
                <a:ahLst/>
                <a:cxnLst>
                  <a:cxn ang="0">
                    <a:pos x="171" y="8"/>
                  </a:cxn>
                  <a:cxn ang="0">
                    <a:pos x="179" y="0"/>
                  </a:cxn>
                  <a:cxn ang="0">
                    <a:pos x="0" y="0"/>
                  </a:cxn>
                  <a:cxn ang="0">
                    <a:pos x="0" y="16"/>
                  </a:cxn>
                  <a:cxn ang="0">
                    <a:pos x="179" y="16"/>
                  </a:cxn>
                  <a:cxn ang="0">
                    <a:pos x="187" y="8"/>
                  </a:cxn>
                  <a:cxn ang="0">
                    <a:pos x="179" y="16"/>
                  </a:cxn>
                  <a:cxn ang="0">
                    <a:pos x="187" y="16"/>
                  </a:cxn>
                  <a:cxn ang="0">
                    <a:pos x="187" y="8"/>
                  </a:cxn>
                  <a:cxn ang="0">
                    <a:pos x="171" y="8"/>
                  </a:cxn>
                </a:cxnLst>
                <a:rect l="0" t="0" r="r" b="b"/>
                <a:pathLst>
                  <a:path w="187" h="16">
                    <a:moveTo>
                      <a:pt x="171" y="8"/>
                    </a:moveTo>
                    <a:lnTo>
                      <a:pt x="179" y="0"/>
                    </a:lnTo>
                    <a:lnTo>
                      <a:pt x="0" y="0"/>
                    </a:lnTo>
                    <a:lnTo>
                      <a:pt x="0" y="16"/>
                    </a:lnTo>
                    <a:lnTo>
                      <a:pt x="179" y="16"/>
                    </a:lnTo>
                    <a:lnTo>
                      <a:pt x="187" y="8"/>
                    </a:lnTo>
                    <a:lnTo>
                      <a:pt x="179" y="16"/>
                    </a:lnTo>
                    <a:lnTo>
                      <a:pt x="187" y="16"/>
                    </a:lnTo>
                    <a:lnTo>
                      <a:pt x="187" y="8"/>
                    </a:lnTo>
                    <a:lnTo>
                      <a:pt x="171"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379" name="Freeform 267"/>
              <p:cNvSpPr/>
              <p:nvPr/>
            </p:nvSpPr>
            <p:spPr bwMode="auto">
              <a:xfrm>
                <a:off x="4568" y="2916"/>
                <a:ext cx="174" cy="11"/>
              </a:xfrm>
              <a:custGeom>
                <a:avLst/>
                <a:gdLst/>
                <a:ahLst/>
                <a:cxnLst>
                  <a:cxn ang="0">
                    <a:pos x="176" y="8"/>
                  </a:cxn>
                  <a:cxn ang="0">
                    <a:pos x="176" y="0"/>
                  </a:cxn>
                  <a:cxn ang="0">
                    <a:pos x="0" y="0"/>
                  </a:cxn>
                  <a:cxn ang="0">
                    <a:pos x="0" y="16"/>
                  </a:cxn>
                  <a:cxn ang="0">
                    <a:pos x="176" y="16"/>
                  </a:cxn>
                  <a:cxn ang="0">
                    <a:pos x="176" y="8"/>
                  </a:cxn>
                </a:cxnLst>
                <a:rect l="0" t="0" r="r" b="b"/>
                <a:pathLst>
                  <a:path w="176" h="16">
                    <a:moveTo>
                      <a:pt x="176" y="8"/>
                    </a:moveTo>
                    <a:lnTo>
                      <a:pt x="176" y="0"/>
                    </a:lnTo>
                    <a:lnTo>
                      <a:pt x="0" y="0"/>
                    </a:lnTo>
                    <a:lnTo>
                      <a:pt x="0" y="16"/>
                    </a:lnTo>
                    <a:lnTo>
                      <a:pt x="176" y="16"/>
                    </a:lnTo>
                    <a:lnTo>
                      <a:pt x="176"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380" name="Freeform 268"/>
              <p:cNvSpPr/>
              <p:nvPr/>
            </p:nvSpPr>
            <p:spPr bwMode="auto">
              <a:xfrm>
                <a:off x="4568" y="3026"/>
                <a:ext cx="174" cy="18"/>
              </a:xfrm>
              <a:custGeom>
                <a:avLst/>
                <a:gdLst/>
                <a:ahLst/>
                <a:cxnLst>
                  <a:cxn ang="0">
                    <a:pos x="176" y="8"/>
                  </a:cxn>
                  <a:cxn ang="0">
                    <a:pos x="176" y="0"/>
                  </a:cxn>
                  <a:cxn ang="0">
                    <a:pos x="0" y="0"/>
                  </a:cxn>
                  <a:cxn ang="0">
                    <a:pos x="0" y="16"/>
                  </a:cxn>
                  <a:cxn ang="0">
                    <a:pos x="176" y="16"/>
                  </a:cxn>
                  <a:cxn ang="0">
                    <a:pos x="176" y="8"/>
                  </a:cxn>
                </a:cxnLst>
                <a:rect l="0" t="0" r="r" b="b"/>
                <a:pathLst>
                  <a:path w="176" h="16">
                    <a:moveTo>
                      <a:pt x="176" y="8"/>
                    </a:moveTo>
                    <a:lnTo>
                      <a:pt x="176" y="0"/>
                    </a:lnTo>
                    <a:lnTo>
                      <a:pt x="0" y="0"/>
                    </a:lnTo>
                    <a:lnTo>
                      <a:pt x="0" y="16"/>
                    </a:lnTo>
                    <a:lnTo>
                      <a:pt x="176" y="16"/>
                    </a:lnTo>
                    <a:lnTo>
                      <a:pt x="176"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381" name="Freeform 269"/>
              <p:cNvSpPr/>
              <p:nvPr/>
            </p:nvSpPr>
            <p:spPr bwMode="auto">
              <a:xfrm>
                <a:off x="4644" y="2837"/>
                <a:ext cx="16" cy="300"/>
              </a:xfrm>
              <a:custGeom>
                <a:avLst/>
                <a:gdLst/>
                <a:ahLst/>
                <a:cxnLst>
                  <a:cxn ang="0">
                    <a:pos x="7" y="302"/>
                  </a:cxn>
                  <a:cxn ang="0">
                    <a:pos x="15" y="302"/>
                  </a:cxn>
                  <a:cxn ang="0">
                    <a:pos x="15" y="0"/>
                  </a:cxn>
                  <a:cxn ang="0">
                    <a:pos x="0" y="0"/>
                  </a:cxn>
                  <a:cxn ang="0">
                    <a:pos x="0" y="302"/>
                  </a:cxn>
                  <a:cxn ang="0">
                    <a:pos x="7" y="302"/>
                  </a:cxn>
                </a:cxnLst>
                <a:rect l="0" t="0" r="r" b="b"/>
                <a:pathLst>
                  <a:path w="15" h="302">
                    <a:moveTo>
                      <a:pt x="7" y="302"/>
                    </a:moveTo>
                    <a:lnTo>
                      <a:pt x="15" y="302"/>
                    </a:lnTo>
                    <a:lnTo>
                      <a:pt x="15" y="0"/>
                    </a:lnTo>
                    <a:lnTo>
                      <a:pt x="0" y="0"/>
                    </a:lnTo>
                    <a:lnTo>
                      <a:pt x="0" y="302"/>
                    </a:lnTo>
                    <a:lnTo>
                      <a:pt x="7" y="302"/>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382" name="Freeform 270"/>
              <p:cNvSpPr/>
              <p:nvPr/>
            </p:nvSpPr>
            <p:spPr bwMode="auto">
              <a:xfrm>
                <a:off x="5240" y="2819"/>
                <a:ext cx="16" cy="318"/>
              </a:xfrm>
              <a:custGeom>
                <a:avLst/>
                <a:gdLst/>
                <a:ahLst/>
                <a:cxnLst>
                  <a:cxn ang="0">
                    <a:pos x="8" y="16"/>
                  </a:cxn>
                  <a:cxn ang="0">
                    <a:pos x="0" y="8"/>
                  </a:cxn>
                  <a:cxn ang="0">
                    <a:pos x="0" y="320"/>
                  </a:cxn>
                  <a:cxn ang="0">
                    <a:pos x="16" y="320"/>
                  </a:cxn>
                  <a:cxn ang="0">
                    <a:pos x="16" y="8"/>
                  </a:cxn>
                  <a:cxn ang="0">
                    <a:pos x="8" y="0"/>
                  </a:cxn>
                  <a:cxn ang="0">
                    <a:pos x="16" y="8"/>
                  </a:cxn>
                  <a:cxn ang="0">
                    <a:pos x="16" y="0"/>
                  </a:cxn>
                  <a:cxn ang="0">
                    <a:pos x="8" y="0"/>
                  </a:cxn>
                  <a:cxn ang="0">
                    <a:pos x="8" y="16"/>
                  </a:cxn>
                </a:cxnLst>
                <a:rect l="0" t="0" r="r" b="b"/>
                <a:pathLst>
                  <a:path w="16" h="320">
                    <a:moveTo>
                      <a:pt x="8" y="16"/>
                    </a:moveTo>
                    <a:lnTo>
                      <a:pt x="0" y="8"/>
                    </a:lnTo>
                    <a:lnTo>
                      <a:pt x="0" y="320"/>
                    </a:lnTo>
                    <a:lnTo>
                      <a:pt x="16" y="320"/>
                    </a:lnTo>
                    <a:lnTo>
                      <a:pt x="16" y="8"/>
                    </a:lnTo>
                    <a:lnTo>
                      <a:pt x="8" y="0"/>
                    </a:lnTo>
                    <a:lnTo>
                      <a:pt x="16" y="8"/>
                    </a:lnTo>
                    <a:lnTo>
                      <a:pt x="16" y="0"/>
                    </a:lnTo>
                    <a:lnTo>
                      <a:pt x="8" y="0"/>
                    </a:lnTo>
                    <a:lnTo>
                      <a:pt x="8" y="16"/>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383" name="Freeform 271"/>
              <p:cNvSpPr/>
              <p:nvPr/>
            </p:nvSpPr>
            <p:spPr bwMode="auto">
              <a:xfrm>
                <a:off x="5059" y="2819"/>
                <a:ext cx="187" cy="21"/>
              </a:xfrm>
              <a:custGeom>
                <a:avLst/>
                <a:gdLst/>
                <a:ahLst/>
                <a:cxnLst>
                  <a:cxn ang="0">
                    <a:pos x="16" y="8"/>
                  </a:cxn>
                  <a:cxn ang="0">
                    <a:pos x="8" y="16"/>
                  </a:cxn>
                  <a:cxn ang="0">
                    <a:pos x="187" y="16"/>
                  </a:cxn>
                  <a:cxn ang="0">
                    <a:pos x="187" y="0"/>
                  </a:cxn>
                  <a:cxn ang="0">
                    <a:pos x="8" y="0"/>
                  </a:cxn>
                  <a:cxn ang="0">
                    <a:pos x="0" y="8"/>
                  </a:cxn>
                  <a:cxn ang="0">
                    <a:pos x="8" y="0"/>
                  </a:cxn>
                  <a:cxn ang="0">
                    <a:pos x="0" y="0"/>
                  </a:cxn>
                  <a:cxn ang="0">
                    <a:pos x="0" y="8"/>
                  </a:cxn>
                  <a:cxn ang="0">
                    <a:pos x="16" y="8"/>
                  </a:cxn>
                </a:cxnLst>
                <a:rect l="0" t="0" r="r" b="b"/>
                <a:pathLst>
                  <a:path w="187" h="16">
                    <a:moveTo>
                      <a:pt x="16" y="8"/>
                    </a:moveTo>
                    <a:lnTo>
                      <a:pt x="8" y="16"/>
                    </a:lnTo>
                    <a:lnTo>
                      <a:pt x="187" y="16"/>
                    </a:lnTo>
                    <a:lnTo>
                      <a:pt x="187" y="0"/>
                    </a:lnTo>
                    <a:lnTo>
                      <a:pt x="8" y="0"/>
                    </a:lnTo>
                    <a:lnTo>
                      <a:pt x="0" y="8"/>
                    </a:lnTo>
                    <a:lnTo>
                      <a:pt x="8" y="0"/>
                    </a:lnTo>
                    <a:lnTo>
                      <a:pt x="0" y="0"/>
                    </a:lnTo>
                    <a:lnTo>
                      <a:pt x="0" y="8"/>
                    </a:lnTo>
                    <a:lnTo>
                      <a:pt x="16"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384" name="Freeform 272"/>
              <p:cNvSpPr/>
              <p:nvPr/>
            </p:nvSpPr>
            <p:spPr bwMode="auto">
              <a:xfrm>
                <a:off x="5059" y="2826"/>
                <a:ext cx="16" cy="318"/>
              </a:xfrm>
              <a:custGeom>
                <a:avLst/>
                <a:gdLst/>
                <a:ahLst/>
                <a:cxnLst>
                  <a:cxn ang="0">
                    <a:pos x="8" y="304"/>
                  </a:cxn>
                  <a:cxn ang="0">
                    <a:pos x="16" y="312"/>
                  </a:cxn>
                  <a:cxn ang="0">
                    <a:pos x="16" y="0"/>
                  </a:cxn>
                  <a:cxn ang="0">
                    <a:pos x="0" y="0"/>
                  </a:cxn>
                  <a:cxn ang="0">
                    <a:pos x="0" y="312"/>
                  </a:cxn>
                  <a:cxn ang="0">
                    <a:pos x="8" y="320"/>
                  </a:cxn>
                  <a:cxn ang="0">
                    <a:pos x="0" y="312"/>
                  </a:cxn>
                  <a:cxn ang="0">
                    <a:pos x="0" y="320"/>
                  </a:cxn>
                  <a:cxn ang="0">
                    <a:pos x="8" y="320"/>
                  </a:cxn>
                  <a:cxn ang="0">
                    <a:pos x="8" y="304"/>
                  </a:cxn>
                </a:cxnLst>
                <a:rect l="0" t="0" r="r" b="b"/>
                <a:pathLst>
                  <a:path w="16" h="320">
                    <a:moveTo>
                      <a:pt x="8" y="304"/>
                    </a:moveTo>
                    <a:lnTo>
                      <a:pt x="16" y="312"/>
                    </a:lnTo>
                    <a:lnTo>
                      <a:pt x="16" y="0"/>
                    </a:lnTo>
                    <a:lnTo>
                      <a:pt x="0" y="0"/>
                    </a:lnTo>
                    <a:lnTo>
                      <a:pt x="0" y="312"/>
                    </a:lnTo>
                    <a:lnTo>
                      <a:pt x="8" y="320"/>
                    </a:lnTo>
                    <a:lnTo>
                      <a:pt x="0" y="312"/>
                    </a:lnTo>
                    <a:lnTo>
                      <a:pt x="0" y="320"/>
                    </a:lnTo>
                    <a:lnTo>
                      <a:pt x="8" y="320"/>
                    </a:lnTo>
                    <a:lnTo>
                      <a:pt x="8" y="304"/>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385" name="Freeform 273"/>
              <p:cNvSpPr/>
              <p:nvPr/>
            </p:nvSpPr>
            <p:spPr bwMode="auto">
              <a:xfrm>
                <a:off x="5069" y="3130"/>
                <a:ext cx="187" cy="14"/>
              </a:xfrm>
              <a:custGeom>
                <a:avLst/>
                <a:gdLst/>
                <a:ahLst/>
                <a:cxnLst>
                  <a:cxn ang="0">
                    <a:pos x="171" y="8"/>
                  </a:cxn>
                  <a:cxn ang="0">
                    <a:pos x="179" y="0"/>
                  </a:cxn>
                  <a:cxn ang="0">
                    <a:pos x="0" y="0"/>
                  </a:cxn>
                  <a:cxn ang="0">
                    <a:pos x="0" y="16"/>
                  </a:cxn>
                  <a:cxn ang="0">
                    <a:pos x="179" y="16"/>
                  </a:cxn>
                  <a:cxn ang="0">
                    <a:pos x="187" y="8"/>
                  </a:cxn>
                  <a:cxn ang="0">
                    <a:pos x="179" y="16"/>
                  </a:cxn>
                  <a:cxn ang="0">
                    <a:pos x="187" y="16"/>
                  </a:cxn>
                  <a:cxn ang="0">
                    <a:pos x="187" y="8"/>
                  </a:cxn>
                  <a:cxn ang="0">
                    <a:pos x="171" y="8"/>
                  </a:cxn>
                </a:cxnLst>
                <a:rect l="0" t="0" r="r" b="b"/>
                <a:pathLst>
                  <a:path w="187" h="16">
                    <a:moveTo>
                      <a:pt x="171" y="8"/>
                    </a:moveTo>
                    <a:lnTo>
                      <a:pt x="179" y="0"/>
                    </a:lnTo>
                    <a:lnTo>
                      <a:pt x="0" y="0"/>
                    </a:lnTo>
                    <a:lnTo>
                      <a:pt x="0" y="16"/>
                    </a:lnTo>
                    <a:lnTo>
                      <a:pt x="179" y="16"/>
                    </a:lnTo>
                    <a:lnTo>
                      <a:pt x="187" y="8"/>
                    </a:lnTo>
                    <a:lnTo>
                      <a:pt x="179" y="16"/>
                    </a:lnTo>
                    <a:lnTo>
                      <a:pt x="187" y="16"/>
                    </a:lnTo>
                    <a:lnTo>
                      <a:pt x="187" y="8"/>
                    </a:lnTo>
                    <a:lnTo>
                      <a:pt x="171"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386" name="Freeform 274"/>
              <p:cNvSpPr/>
              <p:nvPr/>
            </p:nvSpPr>
            <p:spPr bwMode="auto">
              <a:xfrm>
                <a:off x="5069" y="2916"/>
                <a:ext cx="174" cy="11"/>
              </a:xfrm>
              <a:custGeom>
                <a:avLst/>
                <a:gdLst/>
                <a:ahLst/>
                <a:cxnLst>
                  <a:cxn ang="0">
                    <a:pos x="175" y="8"/>
                  </a:cxn>
                  <a:cxn ang="0">
                    <a:pos x="175" y="0"/>
                  </a:cxn>
                  <a:cxn ang="0">
                    <a:pos x="0" y="0"/>
                  </a:cxn>
                  <a:cxn ang="0">
                    <a:pos x="0" y="16"/>
                  </a:cxn>
                  <a:cxn ang="0">
                    <a:pos x="175" y="16"/>
                  </a:cxn>
                  <a:cxn ang="0">
                    <a:pos x="175" y="8"/>
                  </a:cxn>
                </a:cxnLst>
                <a:rect l="0" t="0" r="r" b="b"/>
                <a:pathLst>
                  <a:path w="175" h="16">
                    <a:moveTo>
                      <a:pt x="175" y="8"/>
                    </a:moveTo>
                    <a:lnTo>
                      <a:pt x="175" y="0"/>
                    </a:lnTo>
                    <a:lnTo>
                      <a:pt x="0" y="0"/>
                    </a:lnTo>
                    <a:lnTo>
                      <a:pt x="0" y="16"/>
                    </a:lnTo>
                    <a:lnTo>
                      <a:pt x="175" y="16"/>
                    </a:lnTo>
                    <a:lnTo>
                      <a:pt x="175"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387" name="Freeform 275"/>
              <p:cNvSpPr/>
              <p:nvPr/>
            </p:nvSpPr>
            <p:spPr bwMode="auto">
              <a:xfrm>
                <a:off x="5069" y="3026"/>
                <a:ext cx="174" cy="18"/>
              </a:xfrm>
              <a:custGeom>
                <a:avLst/>
                <a:gdLst/>
                <a:ahLst/>
                <a:cxnLst>
                  <a:cxn ang="0">
                    <a:pos x="175" y="8"/>
                  </a:cxn>
                  <a:cxn ang="0">
                    <a:pos x="175" y="0"/>
                  </a:cxn>
                  <a:cxn ang="0">
                    <a:pos x="0" y="0"/>
                  </a:cxn>
                  <a:cxn ang="0">
                    <a:pos x="0" y="16"/>
                  </a:cxn>
                  <a:cxn ang="0">
                    <a:pos x="175" y="16"/>
                  </a:cxn>
                  <a:cxn ang="0">
                    <a:pos x="175" y="8"/>
                  </a:cxn>
                </a:cxnLst>
                <a:rect l="0" t="0" r="r" b="b"/>
                <a:pathLst>
                  <a:path w="175" h="16">
                    <a:moveTo>
                      <a:pt x="175" y="8"/>
                    </a:moveTo>
                    <a:lnTo>
                      <a:pt x="175" y="0"/>
                    </a:lnTo>
                    <a:lnTo>
                      <a:pt x="0" y="0"/>
                    </a:lnTo>
                    <a:lnTo>
                      <a:pt x="0" y="16"/>
                    </a:lnTo>
                    <a:lnTo>
                      <a:pt x="175" y="16"/>
                    </a:lnTo>
                    <a:lnTo>
                      <a:pt x="175"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388" name="Freeform 276"/>
              <p:cNvSpPr/>
              <p:nvPr/>
            </p:nvSpPr>
            <p:spPr bwMode="auto">
              <a:xfrm>
                <a:off x="5148" y="2837"/>
                <a:ext cx="13" cy="300"/>
              </a:xfrm>
              <a:custGeom>
                <a:avLst/>
                <a:gdLst/>
                <a:ahLst/>
                <a:cxnLst>
                  <a:cxn ang="0">
                    <a:pos x="8" y="302"/>
                  </a:cxn>
                  <a:cxn ang="0">
                    <a:pos x="16" y="302"/>
                  </a:cxn>
                  <a:cxn ang="0">
                    <a:pos x="16" y="0"/>
                  </a:cxn>
                  <a:cxn ang="0">
                    <a:pos x="0" y="0"/>
                  </a:cxn>
                  <a:cxn ang="0">
                    <a:pos x="0" y="302"/>
                  </a:cxn>
                  <a:cxn ang="0">
                    <a:pos x="8" y="302"/>
                  </a:cxn>
                </a:cxnLst>
                <a:rect l="0" t="0" r="r" b="b"/>
                <a:pathLst>
                  <a:path w="16" h="302">
                    <a:moveTo>
                      <a:pt x="8" y="302"/>
                    </a:moveTo>
                    <a:lnTo>
                      <a:pt x="16" y="302"/>
                    </a:lnTo>
                    <a:lnTo>
                      <a:pt x="16" y="0"/>
                    </a:lnTo>
                    <a:lnTo>
                      <a:pt x="0" y="0"/>
                    </a:lnTo>
                    <a:lnTo>
                      <a:pt x="0" y="302"/>
                    </a:lnTo>
                    <a:lnTo>
                      <a:pt x="8" y="302"/>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389" name="Freeform 277"/>
              <p:cNvSpPr/>
              <p:nvPr/>
            </p:nvSpPr>
            <p:spPr bwMode="auto">
              <a:xfrm>
                <a:off x="4850" y="2237"/>
                <a:ext cx="101" cy="111"/>
              </a:xfrm>
              <a:custGeom>
                <a:avLst/>
                <a:gdLst/>
                <a:ahLst/>
                <a:cxnLst>
                  <a:cxn ang="0">
                    <a:pos x="59" y="112"/>
                  </a:cxn>
                  <a:cxn ang="0">
                    <a:pos x="76" y="112"/>
                  </a:cxn>
                  <a:cxn ang="0">
                    <a:pos x="89" y="109"/>
                  </a:cxn>
                  <a:cxn ang="0">
                    <a:pos x="99" y="107"/>
                  </a:cxn>
                  <a:cxn ang="0">
                    <a:pos x="102" y="104"/>
                  </a:cxn>
                  <a:cxn ang="0">
                    <a:pos x="103" y="103"/>
                  </a:cxn>
                  <a:cxn ang="0">
                    <a:pos x="103" y="98"/>
                  </a:cxn>
                  <a:cxn ang="0">
                    <a:pos x="100" y="88"/>
                  </a:cxn>
                  <a:cxn ang="0">
                    <a:pos x="97" y="79"/>
                  </a:cxn>
                  <a:cxn ang="0">
                    <a:pos x="95" y="73"/>
                  </a:cxn>
                  <a:cxn ang="0">
                    <a:pos x="95" y="68"/>
                  </a:cxn>
                  <a:cxn ang="0">
                    <a:pos x="94" y="66"/>
                  </a:cxn>
                  <a:cxn ang="0">
                    <a:pos x="92" y="60"/>
                  </a:cxn>
                  <a:cxn ang="0">
                    <a:pos x="91" y="50"/>
                  </a:cxn>
                  <a:cxn ang="0">
                    <a:pos x="91" y="42"/>
                  </a:cxn>
                  <a:cxn ang="0">
                    <a:pos x="91" y="41"/>
                  </a:cxn>
                  <a:cxn ang="0">
                    <a:pos x="89" y="33"/>
                  </a:cxn>
                  <a:cxn ang="0">
                    <a:pos x="89" y="22"/>
                  </a:cxn>
                  <a:cxn ang="0">
                    <a:pos x="87" y="9"/>
                  </a:cxn>
                  <a:cxn ang="0">
                    <a:pos x="75" y="1"/>
                  </a:cxn>
                  <a:cxn ang="0">
                    <a:pos x="59" y="0"/>
                  </a:cxn>
                  <a:cxn ang="0">
                    <a:pos x="45" y="3"/>
                  </a:cxn>
                  <a:cxn ang="0">
                    <a:pos x="38" y="14"/>
                  </a:cxn>
                  <a:cxn ang="0">
                    <a:pos x="34" y="25"/>
                  </a:cxn>
                  <a:cxn ang="0">
                    <a:pos x="30" y="31"/>
                  </a:cxn>
                  <a:cxn ang="0">
                    <a:pos x="30" y="33"/>
                  </a:cxn>
                  <a:cxn ang="0">
                    <a:pos x="27" y="39"/>
                  </a:cxn>
                  <a:cxn ang="0">
                    <a:pos x="23" y="49"/>
                  </a:cxn>
                  <a:cxn ang="0">
                    <a:pos x="19" y="54"/>
                  </a:cxn>
                  <a:cxn ang="0">
                    <a:pos x="19" y="55"/>
                  </a:cxn>
                  <a:cxn ang="0">
                    <a:pos x="16" y="58"/>
                  </a:cxn>
                  <a:cxn ang="0">
                    <a:pos x="11" y="63"/>
                  </a:cxn>
                  <a:cxn ang="0">
                    <a:pos x="5" y="73"/>
                  </a:cxn>
                  <a:cxn ang="0">
                    <a:pos x="0" y="82"/>
                  </a:cxn>
                  <a:cxn ang="0">
                    <a:pos x="0" y="87"/>
                  </a:cxn>
                  <a:cxn ang="0">
                    <a:pos x="0" y="88"/>
                  </a:cxn>
                  <a:cxn ang="0">
                    <a:pos x="7" y="93"/>
                  </a:cxn>
                  <a:cxn ang="0">
                    <a:pos x="29" y="106"/>
                  </a:cxn>
                </a:cxnLst>
                <a:rect l="0" t="0" r="r" b="b"/>
                <a:pathLst>
                  <a:path w="103" h="112">
                    <a:moveTo>
                      <a:pt x="48" y="110"/>
                    </a:moveTo>
                    <a:lnTo>
                      <a:pt x="59" y="112"/>
                    </a:lnTo>
                    <a:lnTo>
                      <a:pt x="68" y="112"/>
                    </a:lnTo>
                    <a:lnTo>
                      <a:pt x="76" y="112"/>
                    </a:lnTo>
                    <a:lnTo>
                      <a:pt x="84" y="110"/>
                    </a:lnTo>
                    <a:lnTo>
                      <a:pt x="89" y="109"/>
                    </a:lnTo>
                    <a:lnTo>
                      <a:pt x="94" y="107"/>
                    </a:lnTo>
                    <a:lnTo>
                      <a:pt x="99" y="107"/>
                    </a:lnTo>
                    <a:lnTo>
                      <a:pt x="100" y="106"/>
                    </a:lnTo>
                    <a:lnTo>
                      <a:pt x="102" y="104"/>
                    </a:lnTo>
                    <a:lnTo>
                      <a:pt x="102" y="103"/>
                    </a:lnTo>
                    <a:lnTo>
                      <a:pt x="103" y="103"/>
                    </a:lnTo>
                    <a:lnTo>
                      <a:pt x="103" y="101"/>
                    </a:lnTo>
                    <a:lnTo>
                      <a:pt x="103" y="98"/>
                    </a:lnTo>
                    <a:lnTo>
                      <a:pt x="103" y="93"/>
                    </a:lnTo>
                    <a:lnTo>
                      <a:pt x="100" y="88"/>
                    </a:lnTo>
                    <a:lnTo>
                      <a:pt x="99" y="82"/>
                    </a:lnTo>
                    <a:lnTo>
                      <a:pt x="97" y="79"/>
                    </a:lnTo>
                    <a:lnTo>
                      <a:pt x="97" y="76"/>
                    </a:lnTo>
                    <a:lnTo>
                      <a:pt x="95" y="73"/>
                    </a:lnTo>
                    <a:lnTo>
                      <a:pt x="95" y="69"/>
                    </a:lnTo>
                    <a:lnTo>
                      <a:pt x="95" y="68"/>
                    </a:lnTo>
                    <a:lnTo>
                      <a:pt x="95" y="68"/>
                    </a:lnTo>
                    <a:lnTo>
                      <a:pt x="94" y="66"/>
                    </a:lnTo>
                    <a:lnTo>
                      <a:pt x="94" y="66"/>
                    </a:lnTo>
                    <a:lnTo>
                      <a:pt x="92" y="60"/>
                    </a:lnTo>
                    <a:lnTo>
                      <a:pt x="92" y="55"/>
                    </a:lnTo>
                    <a:lnTo>
                      <a:pt x="91" y="50"/>
                    </a:lnTo>
                    <a:lnTo>
                      <a:pt x="91" y="44"/>
                    </a:lnTo>
                    <a:lnTo>
                      <a:pt x="91" y="42"/>
                    </a:lnTo>
                    <a:lnTo>
                      <a:pt x="91" y="42"/>
                    </a:lnTo>
                    <a:lnTo>
                      <a:pt x="91" y="41"/>
                    </a:lnTo>
                    <a:lnTo>
                      <a:pt x="91" y="41"/>
                    </a:lnTo>
                    <a:lnTo>
                      <a:pt x="89" y="33"/>
                    </a:lnTo>
                    <a:lnTo>
                      <a:pt x="89" y="27"/>
                    </a:lnTo>
                    <a:lnTo>
                      <a:pt x="89" y="22"/>
                    </a:lnTo>
                    <a:lnTo>
                      <a:pt x="89" y="17"/>
                    </a:lnTo>
                    <a:lnTo>
                      <a:pt x="87" y="9"/>
                    </a:lnTo>
                    <a:lnTo>
                      <a:pt x="83" y="5"/>
                    </a:lnTo>
                    <a:lnTo>
                      <a:pt x="75" y="1"/>
                    </a:lnTo>
                    <a:lnTo>
                      <a:pt x="67" y="0"/>
                    </a:lnTo>
                    <a:lnTo>
                      <a:pt x="59" y="0"/>
                    </a:lnTo>
                    <a:lnTo>
                      <a:pt x="51" y="0"/>
                    </a:lnTo>
                    <a:lnTo>
                      <a:pt x="45" y="3"/>
                    </a:lnTo>
                    <a:lnTo>
                      <a:pt x="40" y="9"/>
                    </a:lnTo>
                    <a:lnTo>
                      <a:pt x="38" y="14"/>
                    </a:lnTo>
                    <a:lnTo>
                      <a:pt x="37" y="19"/>
                    </a:lnTo>
                    <a:lnTo>
                      <a:pt x="34" y="25"/>
                    </a:lnTo>
                    <a:lnTo>
                      <a:pt x="30" y="31"/>
                    </a:lnTo>
                    <a:lnTo>
                      <a:pt x="30" y="31"/>
                    </a:lnTo>
                    <a:lnTo>
                      <a:pt x="30" y="33"/>
                    </a:lnTo>
                    <a:lnTo>
                      <a:pt x="30" y="33"/>
                    </a:lnTo>
                    <a:lnTo>
                      <a:pt x="30" y="35"/>
                    </a:lnTo>
                    <a:lnTo>
                      <a:pt x="27" y="39"/>
                    </a:lnTo>
                    <a:lnTo>
                      <a:pt x="26" y="44"/>
                    </a:lnTo>
                    <a:lnTo>
                      <a:pt x="23" y="49"/>
                    </a:lnTo>
                    <a:lnTo>
                      <a:pt x="19" y="54"/>
                    </a:lnTo>
                    <a:lnTo>
                      <a:pt x="19" y="54"/>
                    </a:lnTo>
                    <a:lnTo>
                      <a:pt x="19" y="54"/>
                    </a:lnTo>
                    <a:lnTo>
                      <a:pt x="19" y="55"/>
                    </a:lnTo>
                    <a:lnTo>
                      <a:pt x="18" y="55"/>
                    </a:lnTo>
                    <a:lnTo>
                      <a:pt x="16" y="58"/>
                    </a:lnTo>
                    <a:lnTo>
                      <a:pt x="15" y="61"/>
                    </a:lnTo>
                    <a:lnTo>
                      <a:pt x="11" y="63"/>
                    </a:lnTo>
                    <a:lnTo>
                      <a:pt x="10" y="66"/>
                    </a:lnTo>
                    <a:lnTo>
                      <a:pt x="5" y="73"/>
                    </a:lnTo>
                    <a:lnTo>
                      <a:pt x="2" y="77"/>
                    </a:lnTo>
                    <a:lnTo>
                      <a:pt x="0" y="82"/>
                    </a:lnTo>
                    <a:lnTo>
                      <a:pt x="0" y="85"/>
                    </a:lnTo>
                    <a:lnTo>
                      <a:pt x="0" y="87"/>
                    </a:lnTo>
                    <a:lnTo>
                      <a:pt x="0" y="87"/>
                    </a:lnTo>
                    <a:lnTo>
                      <a:pt x="0" y="88"/>
                    </a:lnTo>
                    <a:lnTo>
                      <a:pt x="2" y="88"/>
                    </a:lnTo>
                    <a:lnTo>
                      <a:pt x="7" y="93"/>
                    </a:lnTo>
                    <a:lnTo>
                      <a:pt x="15" y="99"/>
                    </a:lnTo>
                    <a:lnTo>
                      <a:pt x="29" y="106"/>
                    </a:lnTo>
                    <a:lnTo>
                      <a:pt x="48" y="110"/>
                    </a:lnTo>
                    <a:close/>
                  </a:path>
                </a:pathLst>
              </a:custGeom>
              <a:solidFill>
                <a:srgbClr val="000000"/>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346390" name="Freeform 278"/>
              <p:cNvSpPr/>
              <p:nvPr/>
            </p:nvSpPr>
            <p:spPr bwMode="auto">
              <a:xfrm>
                <a:off x="4850" y="2316"/>
                <a:ext cx="101" cy="29"/>
              </a:xfrm>
              <a:custGeom>
                <a:avLst/>
                <a:gdLst/>
                <a:ahLst/>
                <a:cxnLst>
                  <a:cxn ang="0">
                    <a:pos x="40" y="3"/>
                  </a:cxn>
                  <a:cxn ang="0">
                    <a:pos x="49" y="5"/>
                  </a:cxn>
                  <a:cxn ang="0">
                    <a:pos x="59" y="6"/>
                  </a:cxn>
                  <a:cxn ang="0">
                    <a:pos x="67" y="8"/>
                  </a:cxn>
                  <a:cxn ang="0">
                    <a:pos x="75" y="11"/>
                  </a:cxn>
                  <a:cxn ang="0">
                    <a:pos x="83" y="14"/>
                  </a:cxn>
                  <a:cxn ang="0">
                    <a:pos x="89" y="17"/>
                  </a:cxn>
                  <a:cxn ang="0">
                    <a:pos x="95" y="22"/>
                  </a:cxn>
                  <a:cxn ang="0">
                    <a:pos x="100" y="27"/>
                  </a:cxn>
                  <a:cxn ang="0">
                    <a:pos x="102" y="25"/>
                  </a:cxn>
                  <a:cxn ang="0">
                    <a:pos x="102" y="24"/>
                  </a:cxn>
                  <a:cxn ang="0">
                    <a:pos x="103" y="24"/>
                  </a:cxn>
                  <a:cxn ang="0">
                    <a:pos x="103" y="22"/>
                  </a:cxn>
                  <a:cxn ang="0">
                    <a:pos x="94" y="14"/>
                  </a:cxn>
                  <a:cxn ang="0">
                    <a:pos x="81" y="9"/>
                  </a:cxn>
                  <a:cxn ang="0">
                    <a:pos x="68" y="5"/>
                  </a:cxn>
                  <a:cxn ang="0">
                    <a:pos x="53" y="1"/>
                  </a:cxn>
                  <a:cxn ang="0">
                    <a:pos x="38" y="0"/>
                  </a:cxn>
                  <a:cxn ang="0">
                    <a:pos x="24" y="0"/>
                  </a:cxn>
                  <a:cxn ang="0">
                    <a:pos x="11" y="1"/>
                  </a:cxn>
                  <a:cxn ang="0">
                    <a:pos x="0" y="6"/>
                  </a:cxn>
                  <a:cxn ang="0">
                    <a:pos x="0" y="8"/>
                  </a:cxn>
                  <a:cxn ang="0">
                    <a:pos x="0" y="8"/>
                  </a:cxn>
                  <a:cxn ang="0">
                    <a:pos x="0" y="9"/>
                  </a:cxn>
                  <a:cxn ang="0">
                    <a:pos x="2" y="9"/>
                  </a:cxn>
                  <a:cxn ang="0">
                    <a:pos x="10" y="6"/>
                  </a:cxn>
                  <a:cxn ang="0">
                    <a:pos x="18" y="5"/>
                  </a:cxn>
                  <a:cxn ang="0">
                    <a:pos x="27" y="3"/>
                  </a:cxn>
                  <a:cxn ang="0">
                    <a:pos x="37" y="3"/>
                  </a:cxn>
                  <a:cxn ang="0">
                    <a:pos x="35" y="5"/>
                  </a:cxn>
                  <a:cxn ang="0">
                    <a:pos x="35" y="6"/>
                  </a:cxn>
                  <a:cxn ang="0">
                    <a:pos x="35" y="8"/>
                  </a:cxn>
                  <a:cxn ang="0">
                    <a:pos x="34" y="9"/>
                  </a:cxn>
                  <a:cxn ang="0">
                    <a:pos x="30" y="9"/>
                  </a:cxn>
                  <a:cxn ang="0">
                    <a:pos x="27" y="11"/>
                  </a:cxn>
                  <a:cxn ang="0">
                    <a:pos x="26" y="14"/>
                  </a:cxn>
                  <a:cxn ang="0">
                    <a:pos x="24" y="16"/>
                  </a:cxn>
                  <a:cxn ang="0">
                    <a:pos x="24" y="17"/>
                  </a:cxn>
                  <a:cxn ang="0">
                    <a:pos x="24" y="20"/>
                  </a:cxn>
                  <a:cxn ang="0">
                    <a:pos x="24" y="24"/>
                  </a:cxn>
                  <a:cxn ang="0">
                    <a:pos x="26" y="27"/>
                  </a:cxn>
                  <a:cxn ang="0">
                    <a:pos x="27" y="27"/>
                  </a:cxn>
                  <a:cxn ang="0">
                    <a:pos x="27" y="27"/>
                  </a:cxn>
                  <a:cxn ang="0">
                    <a:pos x="27" y="27"/>
                  </a:cxn>
                  <a:cxn ang="0">
                    <a:pos x="29" y="27"/>
                  </a:cxn>
                  <a:cxn ang="0">
                    <a:pos x="29" y="28"/>
                  </a:cxn>
                  <a:cxn ang="0">
                    <a:pos x="30" y="28"/>
                  </a:cxn>
                  <a:cxn ang="0">
                    <a:pos x="30" y="28"/>
                  </a:cxn>
                  <a:cxn ang="0">
                    <a:pos x="32" y="28"/>
                  </a:cxn>
                  <a:cxn ang="0">
                    <a:pos x="35" y="28"/>
                  </a:cxn>
                  <a:cxn ang="0">
                    <a:pos x="38" y="25"/>
                  </a:cxn>
                  <a:cxn ang="0">
                    <a:pos x="40" y="24"/>
                  </a:cxn>
                  <a:cxn ang="0">
                    <a:pos x="40" y="22"/>
                  </a:cxn>
                  <a:cxn ang="0">
                    <a:pos x="42" y="19"/>
                  </a:cxn>
                  <a:cxn ang="0">
                    <a:pos x="42" y="16"/>
                  </a:cxn>
                  <a:cxn ang="0">
                    <a:pos x="40" y="12"/>
                  </a:cxn>
                  <a:cxn ang="0">
                    <a:pos x="37" y="11"/>
                  </a:cxn>
                  <a:cxn ang="0">
                    <a:pos x="38" y="9"/>
                  </a:cxn>
                  <a:cxn ang="0">
                    <a:pos x="38" y="6"/>
                  </a:cxn>
                  <a:cxn ang="0">
                    <a:pos x="38" y="5"/>
                  </a:cxn>
                  <a:cxn ang="0">
                    <a:pos x="40" y="3"/>
                  </a:cxn>
                </a:cxnLst>
                <a:rect l="0" t="0" r="r" b="b"/>
                <a:pathLst>
                  <a:path w="103" h="28">
                    <a:moveTo>
                      <a:pt x="40" y="3"/>
                    </a:moveTo>
                    <a:lnTo>
                      <a:pt x="49" y="5"/>
                    </a:lnTo>
                    <a:lnTo>
                      <a:pt x="59" y="6"/>
                    </a:lnTo>
                    <a:lnTo>
                      <a:pt x="67" y="8"/>
                    </a:lnTo>
                    <a:lnTo>
                      <a:pt x="75" y="11"/>
                    </a:lnTo>
                    <a:lnTo>
                      <a:pt x="83" y="14"/>
                    </a:lnTo>
                    <a:lnTo>
                      <a:pt x="89" y="17"/>
                    </a:lnTo>
                    <a:lnTo>
                      <a:pt x="95" y="22"/>
                    </a:lnTo>
                    <a:lnTo>
                      <a:pt x="100" y="27"/>
                    </a:lnTo>
                    <a:lnTo>
                      <a:pt x="102" y="25"/>
                    </a:lnTo>
                    <a:lnTo>
                      <a:pt x="102" y="24"/>
                    </a:lnTo>
                    <a:lnTo>
                      <a:pt x="103" y="24"/>
                    </a:lnTo>
                    <a:lnTo>
                      <a:pt x="103" y="22"/>
                    </a:lnTo>
                    <a:lnTo>
                      <a:pt x="94" y="14"/>
                    </a:lnTo>
                    <a:lnTo>
                      <a:pt x="81" y="9"/>
                    </a:lnTo>
                    <a:lnTo>
                      <a:pt x="68" y="5"/>
                    </a:lnTo>
                    <a:lnTo>
                      <a:pt x="53" y="1"/>
                    </a:lnTo>
                    <a:lnTo>
                      <a:pt x="38" y="0"/>
                    </a:lnTo>
                    <a:lnTo>
                      <a:pt x="24" y="0"/>
                    </a:lnTo>
                    <a:lnTo>
                      <a:pt x="11" y="1"/>
                    </a:lnTo>
                    <a:lnTo>
                      <a:pt x="0" y="6"/>
                    </a:lnTo>
                    <a:lnTo>
                      <a:pt x="0" y="8"/>
                    </a:lnTo>
                    <a:lnTo>
                      <a:pt x="0" y="8"/>
                    </a:lnTo>
                    <a:lnTo>
                      <a:pt x="0" y="9"/>
                    </a:lnTo>
                    <a:lnTo>
                      <a:pt x="2" y="9"/>
                    </a:lnTo>
                    <a:lnTo>
                      <a:pt x="10" y="6"/>
                    </a:lnTo>
                    <a:lnTo>
                      <a:pt x="18" y="5"/>
                    </a:lnTo>
                    <a:lnTo>
                      <a:pt x="27" y="3"/>
                    </a:lnTo>
                    <a:lnTo>
                      <a:pt x="37" y="3"/>
                    </a:lnTo>
                    <a:lnTo>
                      <a:pt x="35" y="5"/>
                    </a:lnTo>
                    <a:lnTo>
                      <a:pt x="35" y="6"/>
                    </a:lnTo>
                    <a:lnTo>
                      <a:pt x="35" y="8"/>
                    </a:lnTo>
                    <a:lnTo>
                      <a:pt x="34" y="9"/>
                    </a:lnTo>
                    <a:lnTo>
                      <a:pt x="30" y="9"/>
                    </a:lnTo>
                    <a:lnTo>
                      <a:pt x="27" y="11"/>
                    </a:lnTo>
                    <a:lnTo>
                      <a:pt x="26" y="14"/>
                    </a:lnTo>
                    <a:lnTo>
                      <a:pt x="24" y="16"/>
                    </a:lnTo>
                    <a:lnTo>
                      <a:pt x="24" y="17"/>
                    </a:lnTo>
                    <a:lnTo>
                      <a:pt x="24" y="20"/>
                    </a:lnTo>
                    <a:lnTo>
                      <a:pt x="24" y="24"/>
                    </a:lnTo>
                    <a:lnTo>
                      <a:pt x="26" y="27"/>
                    </a:lnTo>
                    <a:lnTo>
                      <a:pt x="27" y="27"/>
                    </a:lnTo>
                    <a:lnTo>
                      <a:pt x="27" y="27"/>
                    </a:lnTo>
                    <a:lnTo>
                      <a:pt x="27" y="27"/>
                    </a:lnTo>
                    <a:lnTo>
                      <a:pt x="29" y="27"/>
                    </a:lnTo>
                    <a:lnTo>
                      <a:pt x="29" y="28"/>
                    </a:lnTo>
                    <a:lnTo>
                      <a:pt x="30" y="28"/>
                    </a:lnTo>
                    <a:lnTo>
                      <a:pt x="30" y="28"/>
                    </a:lnTo>
                    <a:lnTo>
                      <a:pt x="32" y="28"/>
                    </a:lnTo>
                    <a:lnTo>
                      <a:pt x="35" y="28"/>
                    </a:lnTo>
                    <a:lnTo>
                      <a:pt x="38" y="25"/>
                    </a:lnTo>
                    <a:lnTo>
                      <a:pt x="40" y="24"/>
                    </a:lnTo>
                    <a:lnTo>
                      <a:pt x="40" y="22"/>
                    </a:lnTo>
                    <a:lnTo>
                      <a:pt x="42" y="19"/>
                    </a:lnTo>
                    <a:lnTo>
                      <a:pt x="42" y="16"/>
                    </a:lnTo>
                    <a:lnTo>
                      <a:pt x="40" y="12"/>
                    </a:lnTo>
                    <a:lnTo>
                      <a:pt x="37" y="11"/>
                    </a:lnTo>
                    <a:lnTo>
                      <a:pt x="38" y="9"/>
                    </a:lnTo>
                    <a:lnTo>
                      <a:pt x="38" y="6"/>
                    </a:lnTo>
                    <a:lnTo>
                      <a:pt x="38" y="5"/>
                    </a:lnTo>
                    <a:lnTo>
                      <a:pt x="40" y="3"/>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391" name="Freeform 279"/>
              <p:cNvSpPr/>
              <p:nvPr/>
            </p:nvSpPr>
            <p:spPr bwMode="auto">
              <a:xfrm>
                <a:off x="4875" y="2341"/>
                <a:ext cx="3" cy="7"/>
              </a:xfrm>
              <a:custGeom>
                <a:avLst/>
                <a:gdLst/>
                <a:ahLst/>
                <a:cxnLst>
                  <a:cxn ang="0">
                    <a:pos x="0" y="0"/>
                  </a:cxn>
                  <a:cxn ang="0">
                    <a:pos x="1" y="0"/>
                  </a:cxn>
                  <a:cxn ang="0">
                    <a:pos x="1" y="0"/>
                  </a:cxn>
                  <a:cxn ang="0">
                    <a:pos x="1" y="0"/>
                  </a:cxn>
                  <a:cxn ang="0">
                    <a:pos x="3" y="0"/>
                  </a:cxn>
                  <a:cxn ang="0">
                    <a:pos x="3" y="1"/>
                  </a:cxn>
                  <a:cxn ang="0">
                    <a:pos x="4" y="1"/>
                  </a:cxn>
                  <a:cxn ang="0">
                    <a:pos x="4" y="1"/>
                  </a:cxn>
                  <a:cxn ang="0">
                    <a:pos x="6" y="1"/>
                  </a:cxn>
                  <a:cxn ang="0">
                    <a:pos x="6" y="3"/>
                  </a:cxn>
                  <a:cxn ang="0">
                    <a:pos x="6" y="3"/>
                  </a:cxn>
                  <a:cxn ang="0">
                    <a:pos x="4" y="4"/>
                  </a:cxn>
                  <a:cxn ang="0">
                    <a:pos x="3" y="6"/>
                  </a:cxn>
                  <a:cxn ang="0">
                    <a:pos x="1" y="6"/>
                  </a:cxn>
                  <a:cxn ang="0">
                    <a:pos x="0" y="6"/>
                  </a:cxn>
                  <a:cxn ang="0">
                    <a:pos x="0" y="4"/>
                  </a:cxn>
                  <a:cxn ang="0">
                    <a:pos x="0" y="4"/>
                  </a:cxn>
                  <a:cxn ang="0">
                    <a:pos x="0" y="3"/>
                  </a:cxn>
                  <a:cxn ang="0">
                    <a:pos x="0" y="1"/>
                  </a:cxn>
                  <a:cxn ang="0">
                    <a:pos x="0" y="0"/>
                  </a:cxn>
                </a:cxnLst>
                <a:rect l="0" t="0" r="r" b="b"/>
                <a:pathLst>
                  <a:path w="6" h="6">
                    <a:moveTo>
                      <a:pt x="0" y="0"/>
                    </a:moveTo>
                    <a:lnTo>
                      <a:pt x="1" y="0"/>
                    </a:lnTo>
                    <a:lnTo>
                      <a:pt x="1" y="0"/>
                    </a:lnTo>
                    <a:lnTo>
                      <a:pt x="1" y="0"/>
                    </a:lnTo>
                    <a:lnTo>
                      <a:pt x="3" y="0"/>
                    </a:lnTo>
                    <a:lnTo>
                      <a:pt x="3" y="1"/>
                    </a:lnTo>
                    <a:lnTo>
                      <a:pt x="4" y="1"/>
                    </a:lnTo>
                    <a:lnTo>
                      <a:pt x="4" y="1"/>
                    </a:lnTo>
                    <a:lnTo>
                      <a:pt x="6" y="1"/>
                    </a:lnTo>
                    <a:lnTo>
                      <a:pt x="6" y="3"/>
                    </a:lnTo>
                    <a:lnTo>
                      <a:pt x="6" y="3"/>
                    </a:lnTo>
                    <a:lnTo>
                      <a:pt x="4" y="4"/>
                    </a:lnTo>
                    <a:lnTo>
                      <a:pt x="3" y="6"/>
                    </a:lnTo>
                    <a:lnTo>
                      <a:pt x="1" y="6"/>
                    </a:lnTo>
                    <a:lnTo>
                      <a:pt x="0" y="6"/>
                    </a:lnTo>
                    <a:lnTo>
                      <a:pt x="0" y="4"/>
                    </a:lnTo>
                    <a:lnTo>
                      <a:pt x="0" y="4"/>
                    </a:lnTo>
                    <a:lnTo>
                      <a:pt x="0" y="3"/>
                    </a:lnTo>
                    <a:lnTo>
                      <a:pt x="0" y="1"/>
                    </a:lnTo>
                    <a:lnTo>
                      <a:pt x="0" y="0"/>
                    </a:lnTo>
                    <a:close/>
                  </a:path>
                </a:pathLst>
              </a:custGeom>
              <a:solidFill>
                <a:srgbClr val="7A1111"/>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346392" name="Freeform 280"/>
              <p:cNvSpPr/>
              <p:nvPr/>
            </p:nvSpPr>
            <p:spPr bwMode="auto">
              <a:xfrm>
                <a:off x="4996" y="2819"/>
                <a:ext cx="19" cy="14"/>
              </a:xfrm>
              <a:custGeom>
                <a:avLst/>
                <a:gdLst/>
                <a:ahLst/>
                <a:cxnLst>
                  <a:cxn ang="0">
                    <a:pos x="0" y="0"/>
                  </a:cxn>
                  <a:cxn ang="0">
                    <a:pos x="0" y="0"/>
                  </a:cxn>
                  <a:cxn ang="0">
                    <a:pos x="0" y="9"/>
                  </a:cxn>
                  <a:cxn ang="0">
                    <a:pos x="0" y="14"/>
                  </a:cxn>
                  <a:cxn ang="0">
                    <a:pos x="0" y="15"/>
                  </a:cxn>
                  <a:cxn ang="0">
                    <a:pos x="8" y="15"/>
                  </a:cxn>
                  <a:cxn ang="0">
                    <a:pos x="8" y="15"/>
                  </a:cxn>
                  <a:cxn ang="0">
                    <a:pos x="16" y="15"/>
                  </a:cxn>
                  <a:cxn ang="0">
                    <a:pos x="16" y="14"/>
                  </a:cxn>
                  <a:cxn ang="0">
                    <a:pos x="16" y="9"/>
                  </a:cxn>
                  <a:cxn ang="0">
                    <a:pos x="16" y="0"/>
                  </a:cxn>
                  <a:cxn ang="0">
                    <a:pos x="16" y="0"/>
                  </a:cxn>
                  <a:cxn ang="0">
                    <a:pos x="0" y="0"/>
                  </a:cxn>
                </a:cxnLst>
                <a:rect l="0" t="0" r="r" b="b"/>
                <a:pathLst>
                  <a:path w="16" h="15">
                    <a:moveTo>
                      <a:pt x="0" y="0"/>
                    </a:moveTo>
                    <a:lnTo>
                      <a:pt x="0" y="0"/>
                    </a:lnTo>
                    <a:lnTo>
                      <a:pt x="0" y="9"/>
                    </a:lnTo>
                    <a:lnTo>
                      <a:pt x="0" y="14"/>
                    </a:lnTo>
                    <a:lnTo>
                      <a:pt x="0" y="15"/>
                    </a:lnTo>
                    <a:lnTo>
                      <a:pt x="8" y="15"/>
                    </a:lnTo>
                    <a:lnTo>
                      <a:pt x="8" y="15"/>
                    </a:lnTo>
                    <a:lnTo>
                      <a:pt x="16" y="15"/>
                    </a:lnTo>
                    <a:lnTo>
                      <a:pt x="16" y="14"/>
                    </a:lnTo>
                    <a:lnTo>
                      <a:pt x="16" y="9"/>
                    </a:lnTo>
                    <a:lnTo>
                      <a:pt x="16" y="0"/>
                    </a:lnTo>
                    <a:lnTo>
                      <a:pt x="16" y="0"/>
                    </a:lnTo>
                    <a:lnTo>
                      <a:pt x="0" y="0"/>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393" name="Freeform 281"/>
              <p:cNvSpPr/>
              <p:nvPr/>
            </p:nvSpPr>
            <p:spPr bwMode="auto">
              <a:xfrm>
                <a:off x="4803" y="2726"/>
                <a:ext cx="212" cy="93"/>
              </a:xfrm>
              <a:custGeom>
                <a:avLst/>
                <a:gdLst/>
                <a:ahLst/>
                <a:cxnLst>
                  <a:cxn ang="0">
                    <a:pos x="16" y="94"/>
                  </a:cxn>
                  <a:cxn ang="0">
                    <a:pos x="16" y="94"/>
                  </a:cxn>
                  <a:cxn ang="0">
                    <a:pos x="23" y="59"/>
                  </a:cxn>
                  <a:cxn ang="0">
                    <a:pos x="43" y="35"/>
                  </a:cxn>
                  <a:cxn ang="0">
                    <a:pos x="72" y="21"/>
                  </a:cxn>
                  <a:cxn ang="0">
                    <a:pos x="107" y="16"/>
                  </a:cxn>
                  <a:cxn ang="0">
                    <a:pos x="140" y="21"/>
                  </a:cxn>
                  <a:cxn ang="0">
                    <a:pos x="168" y="37"/>
                  </a:cxn>
                  <a:cxn ang="0">
                    <a:pos x="189" y="60"/>
                  </a:cxn>
                  <a:cxn ang="0">
                    <a:pos x="195" y="94"/>
                  </a:cxn>
                  <a:cxn ang="0">
                    <a:pos x="211" y="94"/>
                  </a:cxn>
                  <a:cxn ang="0">
                    <a:pos x="202" y="54"/>
                  </a:cxn>
                  <a:cxn ang="0">
                    <a:pos x="178" y="24"/>
                  </a:cxn>
                  <a:cxn ang="0">
                    <a:pos x="143" y="5"/>
                  </a:cxn>
                  <a:cxn ang="0">
                    <a:pos x="107" y="0"/>
                  </a:cxn>
                  <a:cxn ang="0">
                    <a:pos x="69" y="5"/>
                  </a:cxn>
                  <a:cxn ang="0">
                    <a:pos x="34" y="23"/>
                  </a:cxn>
                  <a:cxn ang="0">
                    <a:pos x="10" y="53"/>
                  </a:cxn>
                  <a:cxn ang="0">
                    <a:pos x="0" y="94"/>
                  </a:cxn>
                  <a:cxn ang="0">
                    <a:pos x="0" y="94"/>
                  </a:cxn>
                  <a:cxn ang="0">
                    <a:pos x="16" y="94"/>
                  </a:cxn>
                </a:cxnLst>
                <a:rect l="0" t="0" r="r" b="b"/>
                <a:pathLst>
                  <a:path w="211" h="94">
                    <a:moveTo>
                      <a:pt x="16" y="94"/>
                    </a:moveTo>
                    <a:lnTo>
                      <a:pt x="16" y="94"/>
                    </a:lnTo>
                    <a:lnTo>
                      <a:pt x="23" y="59"/>
                    </a:lnTo>
                    <a:lnTo>
                      <a:pt x="43" y="35"/>
                    </a:lnTo>
                    <a:lnTo>
                      <a:pt x="72" y="21"/>
                    </a:lnTo>
                    <a:lnTo>
                      <a:pt x="107" y="16"/>
                    </a:lnTo>
                    <a:lnTo>
                      <a:pt x="140" y="21"/>
                    </a:lnTo>
                    <a:lnTo>
                      <a:pt x="168" y="37"/>
                    </a:lnTo>
                    <a:lnTo>
                      <a:pt x="189" y="60"/>
                    </a:lnTo>
                    <a:lnTo>
                      <a:pt x="195" y="94"/>
                    </a:lnTo>
                    <a:lnTo>
                      <a:pt x="211" y="94"/>
                    </a:lnTo>
                    <a:lnTo>
                      <a:pt x="202" y="54"/>
                    </a:lnTo>
                    <a:lnTo>
                      <a:pt x="178" y="24"/>
                    </a:lnTo>
                    <a:lnTo>
                      <a:pt x="143" y="5"/>
                    </a:lnTo>
                    <a:lnTo>
                      <a:pt x="107" y="0"/>
                    </a:lnTo>
                    <a:lnTo>
                      <a:pt x="69" y="5"/>
                    </a:lnTo>
                    <a:lnTo>
                      <a:pt x="34" y="23"/>
                    </a:lnTo>
                    <a:lnTo>
                      <a:pt x="10" y="53"/>
                    </a:lnTo>
                    <a:lnTo>
                      <a:pt x="0" y="94"/>
                    </a:lnTo>
                    <a:lnTo>
                      <a:pt x="0" y="94"/>
                    </a:lnTo>
                    <a:lnTo>
                      <a:pt x="16" y="94"/>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394" name="Freeform 282"/>
              <p:cNvSpPr/>
              <p:nvPr/>
            </p:nvSpPr>
            <p:spPr bwMode="auto">
              <a:xfrm>
                <a:off x="4803" y="2819"/>
                <a:ext cx="16" cy="21"/>
              </a:xfrm>
              <a:custGeom>
                <a:avLst/>
                <a:gdLst/>
                <a:ahLst/>
                <a:cxnLst>
                  <a:cxn ang="0">
                    <a:pos x="8" y="8"/>
                  </a:cxn>
                  <a:cxn ang="0">
                    <a:pos x="8" y="15"/>
                  </a:cxn>
                  <a:cxn ang="0">
                    <a:pos x="16" y="15"/>
                  </a:cxn>
                  <a:cxn ang="0">
                    <a:pos x="16" y="14"/>
                  </a:cxn>
                  <a:cxn ang="0">
                    <a:pos x="16" y="9"/>
                  </a:cxn>
                  <a:cxn ang="0">
                    <a:pos x="16" y="0"/>
                  </a:cxn>
                  <a:cxn ang="0">
                    <a:pos x="0" y="0"/>
                  </a:cxn>
                  <a:cxn ang="0">
                    <a:pos x="0" y="9"/>
                  </a:cxn>
                  <a:cxn ang="0">
                    <a:pos x="0" y="14"/>
                  </a:cxn>
                  <a:cxn ang="0">
                    <a:pos x="0" y="15"/>
                  </a:cxn>
                  <a:cxn ang="0">
                    <a:pos x="8" y="15"/>
                  </a:cxn>
                  <a:cxn ang="0">
                    <a:pos x="8" y="23"/>
                  </a:cxn>
                  <a:cxn ang="0">
                    <a:pos x="0" y="15"/>
                  </a:cxn>
                  <a:cxn ang="0">
                    <a:pos x="0" y="23"/>
                  </a:cxn>
                  <a:cxn ang="0">
                    <a:pos x="8" y="23"/>
                  </a:cxn>
                  <a:cxn ang="0">
                    <a:pos x="8" y="8"/>
                  </a:cxn>
                </a:cxnLst>
                <a:rect l="0" t="0" r="r" b="b"/>
                <a:pathLst>
                  <a:path w="16" h="23">
                    <a:moveTo>
                      <a:pt x="8" y="8"/>
                    </a:moveTo>
                    <a:lnTo>
                      <a:pt x="8" y="15"/>
                    </a:lnTo>
                    <a:lnTo>
                      <a:pt x="16" y="15"/>
                    </a:lnTo>
                    <a:lnTo>
                      <a:pt x="16" y="14"/>
                    </a:lnTo>
                    <a:lnTo>
                      <a:pt x="16" y="9"/>
                    </a:lnTo>
                    <a:lnTo>
                      <a:pt x="16" y="0"/>
                    </a:lnTo>
                    <a:lnTo>
                      <a:pt x="0" y="0"/>
                    </a:lnTo>
                    <a:lnTo>
                      <a:pt x="0" y="9"/>
                    </a:lnTo>
                    <a:lnTo>
                      <a:pt x="0" y="14"/>
                    </a:lnTo>
                    <a:lnTo>
                      <a:pt x="0" y="15"/>
                    </a:lnTo>
                    <a:lnTo>
                      <a:pt x="8" y="15"/>
                    </a:lnTo>
                    <a:lnTo>
                      <a:pt x="8" y="23"/>
                    </a:lnTo>
                    <a:lnTo>
                      <a:pt x="0" y="15"/>
                    </a:lnTo>
                    <a:lnTo>
                      <a:pt x="0" y="23"/>
                    </a:lnTo>
                    <a:lnTo>
                      <a:pt x="8" y="23"/>
                    </a:lnTo>
                    <a:lnTo>
                      <a:pt x="8"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395" name="Freeform 283"/>
              <p:cNvSpPr/>
              <p:nvPr/>
            </p:nvSpPr>
            <p:spPr bwMode="auto">
              <a:xfrm>
                <a:off x="4812" y="2826"/>
                <a:ext cx="203" cy="14"/>
              </a:xfrm>
              <a:custGeom>
                <a:avLst/>
                <a:gdLst/>
                <a:ahLst/>
                <a:cxnLst>
                  <a:cxn ang="0">
                    <a:pos x="187" y="7"/>
                  </a:cxn>
                  <a:cxn ang="0">
                    <a:pos x="195" y="0"/>
                  </a:cxn>
                  <a:cxn ang="0">
                    <a:pos x="0" y="0"/>
                  </a:cxn>
                  <a:cxn ang="0">
                    <a:pos x="0" y="15"/>
                  </a:cxn>
                  <a:cxn ang="0">
                    <a:pos x="195" y="15"/>
                  </a:cxn>
                  <a:cxn ang="0">
                    <a:pos x="203" y="7"/>
                  </a:cxn>
                  <a:cxn ang="0">
                    <a:pos x="195" y="15"/>
                  </a:cxn>
                  <a:cxn ang="0">
                    <a:pos x="203" y="15"/>
                  </a:cxn>
                  <a:cxn ang="0">
                    <a:pos x="203" y="7"/>
                  </a:cxn>
                  <a:cxn ang="0">
                    <a:pos x="187" y="7"/>
                  </a:cxn>
                </a:cxnLst>
                <a:rect l="0" t="0" r="r" b="b"/>
                <a:pathLst>
                  <a:path w="203" h="15">
                    <a:moveTo>
                      <a:pt x="187" y="7"/>
                    </a:moveTo>
                    <a:lnTo>
                      <a:pt x="195" y="0"/>
                    </a:lnTo>
                    <a:lnTo>
                      <a:pt x="0" y="0"/>
                    </a:lnTo>
                    <a:lnTo>
                      <a:pt x="0" y="15"/>
                    </a:lnTo>
                    <a:lnTo>
                      <a:pt x="195" y="15"/>
                    </a:lnTo>
                    <a:lnTo>
                      <a:pt x="203" y="7"/>
                    </a:lnTo>
                    <a:lnTo>
                      <a:pt x="195" y="15"/>
                    </a:lnTo>
                    <a:lnTo>
                      <a:pt x="203" y="15"/>
                    </a:lnTo>
                    <a:lnTo>
                      <a:pt x="203" y="7"/>
                    </a:lnTo>
                    <a:lnTo>
                      <a:pt x="187" y="7"/>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396" name="Freeform 284"/>
              <p:cNvSpPr/>
              <p:nvPr/>
            </p:nvSpPr>
            <p:spPr bwMode="auto">
              <a:xfrm>
                <a:off x="4901" y="2734"/>
                <a:ext cx="13" cy="100"/>
              </a:xfrm>
              <a:custGeom>
                <a:avLst/>
                <a:gdLst/>
                <a:ahLst/>
                <a:cxnLst>
                  <a:cxn ang="0">
                    <a:pos x="8" y="101"/>
                  </a:cxn>
                  <a:cxn ang="0">
                    <a:pos x="16" y="101"/>
                  </a:cxn>
                  <a:cxn ang="0">
                    <a:pos x="16" y="0"/>
                  </a:cxn>
                  <a:cxn ang="0">
                    <a:pos x="0" y="0"/>
                  </a:cxn>
                  <a:cxn ang="0">
                    <a:pos x="0" y="101"/>
                  </a:cxn>
                  <a:cxn ang="0">
                    <a:pos x="8" y="101"/>
                  </a:cxn>
                </a:cxnLst>
                <a:rect l="0" t="0" r="r" b="b"/>
                <a:pathLst>
                  <a:path w="16" h="101">
                    <a:moveTo>
                      <a:pt x="8" y="101"/>
                    </a:moveTo>
                    <a:lnTo>
                      <a:pt x="16" y="101"/>
                    </a:lnTo>
                    <a:lnTo>
                      <a:pt x="16" y="0"/>
                    </a:lnTo>
                    <a:lnTo>
                      <a:pt x="0" y="0"/>
                    </a:lnTo>
                    <a:lnTo>
                      <a:pt x="0" y="101"/>
                    </a:lnTo>
                    <a:lnTo>
                      <a:pt x="8" y="101"/>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397" name="Freeform 285"/>
              <p:cNvSpPr/>
              <p:nvPr/>
            </p:nvSpPr>
            <p:spPr bwMode="auto">
              <a:xfrm>
                <a:off x="4904" y="2755"/>
                <a:ext cx="86" cy="86"/>
              </a:xfrm>
              <a:custGeom>
                <a:avLst/>
                <a:gdLst/>
                <a:ahLst/>
                <a:cxnLst>
                  <a:cxn ang="0">
                    <a:pos x="5" y="79"/>
                  </a:cxn>
                  <a:cxn ang="0">
                    <a:pos x="10" y="84"/>
                  </a:cxn>
                  <a:cxn ang="0">
                    <a:pos x="87" y="10"/>
                  </a:cxn>
                  <a:cxn ang="0">
                    <a:pos x="78" y="0"/>
                  </a:cxn>
                  <a:cxn ang="0">
                    <a:pos x="0" y="75"/>
                  </a:cxn>
                  <a:cxn ang="0">
                    <a:pos x="5" y="79"/>
                  </a:cxn>
                </a:cxnLst>
                <a:rect l="0" t="0" r="r" b="b"/>
                <a:pathLst>
                  <a:path w="87" h="84">
                    <a:moveTo>
                      <a:pt x="5" y="79"/>
                    </a:moveTo>
                    <a:lnTo>
                      <a:pt x="10" y="84"/>
                    </a:lnTo>
                    <a:lnTo>
                      <a:pt x="87" y="10"/>
                    </a:lnTo>
                    <a:lnTo>
                      <a:pt x="78" y="0"/>
                    </a:lnTo>
                    <a:lnTo>
                      <a:pt x="0" y="75"/>
                    </a:lnTo>
                    <a:lnTo>
                      <a:pt x="5" y="79"/>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398" name="Freeform 286"/>
              <p:cNvSpPr/>
              <p:nvPr/>
            </p:nvSpPr>
            <p:spPr bwMode="auto">
              <a:xfrm>
                <a:off x="4828" y="2755"/>
                <a:ext cx="86" cy="86"/>
              </a:xfrm>
              <a:custGeom>
                <a:avLst/>
                <a:gdLst/>
                <a:ahLst/>
                <a:cxnLst>
                  <a:cxn ang="0">
                    <a:pos x="78" y="80"/>
                  </a:cxn>
                  <a:cxn ang="0">
                    <a:pos x="83" y="76"/>
                  </a:cxn>
                  <a:cxn ang="0">
                    <a:pos x="10" y="0"/>
                  </a:cxn>
                  <a:cxn ang="0">
                    <a:pos x="0" y="9"/>
                  </a:cxn>
                  <a:cxn ang="0">
                    <a:pos x="73" y="85"/>
                  </a:cxn>
                  <a:cxn ang="0">
                    <a:pos x="78" y="80"/>
                  </a:cxn>
                </a:cxnLst>
                <a:rect l="0" t="0" r="r" b="b"/>
                <a:pathLst>
                  <a:path w="83" h="85">
                    <a:moveTo>
                      <a:pt x="78" y="80"/>
                    </a:moveTo>
                    <a:lnTo>
                      <a:pt x="83" y="76"/>
                    </a:lnTo>
                    <a:lnTo>
                      <a:pt x="10" y="0"/>
                    </a:lnTo>
                    <a:lnTo>
                      <a:pt x="0" y="9"/>
                    </a:lnTo>
                    <a:lnTo>
                      <a:pt x="73" y="85"/>
                    </a:lnTo>
                    <a:lnTo>
                      <a:pt x="78" y="80"/>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grpSp>
        <p:sp>
          <p:nvSpPr>
            <p:cNvPr id="28080" name="Text Box 287"/>
            <p:cNvSpPr txBox="1"/>
            <p:nvPr/>
          </p:nvSpPr>
          <p:spPr>
            <a:xfrm>
              <a:off x="4729" y="650"/>
              <a:ext cx="804" cy="845"/>
            </a:xfrm>
            <a:prstGeom prst="rect">
              <a:avLst/>
            </a:prstGeom>
            <a:noFill/>
            <a:ln w="12700">
              <a:noFill/>
            </a:ln>
          </p:spPr>
          <p:txBody>
            <a:bodyPr wrap="none">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ct val="0"/>
                </a:spcBef>
                <a:spcAft>
                  <a:spcPts val="590"/>
                </a:spcAft>
                <a:buSzPct val="80000"/>
                <a:buNone/>
              </a:pPr>
              <a:endParaRPr lang="zh-CN" altLang="en-US" sz="2800" dirty="0">
                <a:ea typeface="宋体" pitchFamily="2" charset="-122"/>
              </a:endParaRPr>
            </a:p>
          </p:txBody>
        </p:sp>
      </p:grpSp>
      <p:grpSp>
        <p:nvGrpSpPr>
          <p:cNvPr id="20" name="Group 288"/>
          <p:cNvGrpSpPr/>
          <p:nvPr/>
        </p:nvGrpSpPr>
        <p:grpSpPr>
          <a:xfrm>
            <a:off x="6592888" y="2081213"/>
            <a:ext cx="536575" cy="846137"/>
            <a:chOff x="4368" y="0"/>
            <a:chExt cx="1392" cy="1495"/>
          </a:xfrm>
        </p:grpSpPr>
        <p:grpSp>
          <p:nvGrpSpPr>
            <p:cNvPr id="28045" name="Group 289"/>
            <p:cNvGrpSpPr/>
            <p:nvPr/>
          </p:nvGrpSpPr>
          <p:grpSpPr>
            <a:xfrm>
              <a:off x="4368" y="0"/>
              <a:ext cx="1392" cy="1056"/>
              <a:chOff x="4368" y="2016"/>
              <a:chExt cx="1072" cy="1344"/>
            </a:xfrm>
          </p:grpSpPr>
          <p:sp>
            <p:nvSpPr>
              <p:cNvPr id="346402" name="Freeform 290"/>
              <p:cNvSpPr/>
              <p:nvPr/>
            </p:nvSpPr>
            <p:spPr bwMode="auto">
              <a:xfrm>
                <a:off x="4457" y="2462"/>
                <a:ext cx="898" cy="825"/>
              </a:xfrm>
              <a:custGeom>
                <a:avLst/>
                <a:gdLst/>
                <a:ahLst/>
                <a:cxnLst>
                  <a:cxn ang="0">
                    <a:pos x="445" y="0"/>
                  </a:cxn>
                  <a:cxn ang="0">
                    <a:pos x="897" y="293"/>
                  </a:cxn>
                  <a:cxn ang="0">
                    <a:pos x="897" y="829"/>
                  </a:cxn>
                  <a:cxn ang="0">
                    <a:pos x="601" y="829"/>
                  </a:cxn>
                  <a:cxn ang="0">
                    <a:pos x="296" y="829"/>
                  </a:cxn>
                  <a:cxn ang="0">
                    <a:pos x="0" y="829"/>
                  </a:cxn>
                  <a:cxn ang="0">
                    <a:pos x="0" y="293"/>
                  </a:cxn>
                  <a:cxn ang="0">
                    <a:pos x="445" y="0"/>
                  </a:cxn>
                </a:cxnLst>
                <a:rect l="0" t="0" r="r" b="b"/>
                <a:pathLst>
                  <a:path w="897" h="829">
                    <a:moveTo>
                      <a:pt x="445" y="0"/>
                    </a:moveTo>
                    <a:lnTo>
                      <a:pt x="897" y="293"/>
                    </a:lnTo>
                    <a:lnTo>
                      <a:pt x="897" y="829"/>
                    </a:lnTo>
                    <a:lnTo>
                      <a:pt x="601" y="829"/>
                    </a:lnTo>
                    <a:lnTo>
                      <a:pt x="296" y="829"/>
                    </a:lnTo>
                    <a:lnTo>
                      <a:pt x="0" y="829"/>
                    </a:lnTo>
                    <a:lnTo>
                      <a:pt x="0" y="293"/>
                    </a:lnTo>
                    <a:lnTo>
                      <a:pt x="445" y="0"/>
                    </a:lnTo>
                    <a:close/>
                  </a:path>
                </a:pathLst>
              </a:custGeom>
              <a:solidFill>
                <a:srgbClr val="993366"/>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346403" name="Freeform 291"/>
              <p:cNvSpPr/>
              <p:nvPr/>
            </p:nvSpPr>
            <p:spPr bwMode="auto">
              <a:xfrm>
                <a:off x="4368" y="2462"/>
                <a:ext cx="415" cy="289"/>
              </a:xfrm>
              <a:custGeom>
                <a:avLst/>
                <a:gdLst/>
                <a:ahLst/>
                <a:cxnLst>
                  <a:cxn ang="0">
                    <a:pos x="0" y="288"/>
                  </a:cxn>
                  <a:cxn ang="0">
                    <a:pos x="416" y="32"/>
                  </a:cxn>
                  <a:cxn ang="0">
                    <a:pos x="416" y="27"/>
                  </a:cxn>
                  <a:cxn ang="0">
                    <a:pos x="416" y="19"/>
                  </a:cxn>
                  <a:cxn ang="0">
                    <a:pos x="416" y="9"/>
                  </a:cxn>
                  <a:cxn ang="0">
                    <a:pos x="416" y="0"/>
                  </a:cxn>
                  <a:cxn ang="0">
                    <a:pos x="0" y="254"/>
                  </a:cxn>
                  <a:cxn ang="0">
                    <a:pos x="0" y="288"/>
                  </a:cxn>
                </a:cxnLst>
                <a:rect l="0" t="0" r="r" b="b"/>
                <a:pathLst>
                  <a:path w="416" h="288">
                    <a:moveTo>
                      <a:pt x="0" y="288"/>
                    </a:moveTo>
                    <a:lnTo>
                      <a:pt x="416" y="32"/>
                    </a:lnTo>
                    <a:lnTo>
                      <a:pt x="416" y="27"/>
                    </a:lnTo>
                    <a:lnTo>
                      <a:pt x="416" y="19"/>
                    </a:lnTo>
                    <a:lnTo>
                      <a:pt x="416" y="9"/>
                    </a:lnTo>
                    <a:lnTo>
                      <a:pt x="416" y="0"/>
                    </a:lnTo>
                    <a:lnTo>
                      <a:pt x="0" y="254"/>
                    </a:lnTo>
                    <a:lnTo>
                      <a:pt x="0" y="288"/>
                    </a:lnTo>
                    <a:close/>
                  </a:path>
                </a:pathLst>
              </a:custGeom>
              <a:solidFill>
                <a:srgbClr val="000000"/>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346404" name="Rectangle 292"/>
              <p:cNvSpPr>
                <a:spLocks noChangeArrowheads="1"/>
              </p:cNvSpPr>
              <p:nvPr/>
            </p:nvSpPr>
            <p:spPr bwMode="auto">
              <a:xfrm>
                <a:off x="4457" y="3330"/>
                <a:ext cx="898" cy="29"/>
              </a:xfrm>
              <a:prstGeom prst="rect">
                <a:avLst/>
              </a:prstGeom>
              <a:solidFill>
                <a:srgbClr val="000000"/>
              </a:solidFill>
              <a:ln w="9525">
                <a:noFill/>
                <a:miter lim="800000"/>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346405" name="Freeform 293"/>
              <p:cNvSpPr/>
              <p:nvPr/>
            </p:nvSpPr>
            <p:spPr bwMode="auto">
              <a:xfrm>
                <a:off x="4787" y="2170"/>
                <a:ext cx="241" cy="328"/>
              </a:xfrm>
              <a:custGeom>
                <a:avLst/>
                <a:gdLst/>
                <a:ahLst/>
                <a:cxnLst>
                  <a:cxn ang="0">
                    <a:pos x="242" y="327"/>
                  </a:cxn>
                  <a:cxn ang="0">
                    <a:pos x="242" y="0"/>
                  </a:cxn>
                  <a:cxn ang="0">
                    <a:pos x="0" y="0"/>
                  </a:cxn>
                  <a:cxn ang="0">
                    <a:pos x="0" y="321"/>
                  </a:cxn>
                  <a:cxn ang="0">
                    <a:pos x="116" y="240"/>
                  </a:cxn>
                  <a:cxn ang="0">
                    <a:pos x="242" y="327"/>
                  </a:cxn>
                </a:cxnLst>
                <a:rect l="0" t="0" r="r" b="b"/>
                <a:pathLst>
                  <a:path w="242" h="327">
                    <a:moveTo>
                      <a:pt x="242" y="327"/>
                    </a:moveTo>
                    <a:lnTo>
                      <a:pt x="242" y="0"/>
                    </a:lnTo>
                    <a:lnTo>
                      <a:pt x="0" y="0"/>
                    </a:lnTo>
                    <a:lnTo>
                      <a:pt x="0" y="321"/>
                    </a:lnTo>
                    <a:lnTo>
                      <a:pt x="116" y="240"/>
                    </a:lnTo>
                    <a:lnTo>
                      <a:pt x="242" y="327"/>
                    </a:lnTo>
                    <a:close/>
                  </a:path>
                </a:pathLst>
              </a:custGeom>
              <a:solidFill>
                <a:srgbClr val="000000"/>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346406" name="Freeform 294"/>
              <p:cNvSpPr/>
              <p:nvPr/>
            </p:nvSpPr>
            <p:spPr bwMode="auto">
              <a:xfrm>
                <a:off x="4723" y="2016"/>
                <a:ext cx="358" cy="125"/>
              </a:xfrm>
              <a:custGeom>
                <a:avLst/>
                <a:gdLst/>
                <a:ahLst/>
                <a:cxnLst>
                  <a:cxn ang="0">
                    <a:pos x="181" y="0"/>
                  </a:cxn>
                  <a:cxn ang="0">
                    <a:pos x="0" y="126"/>
                  </a:cxn>
                  <a:cxn ang="0">
                    <a:pos x="361" y="126"/>
                  </a:cxn>
                  <a:cxn ang="0">
                    <a:pos x="181" y="0"/>
                  </a:cxn>
                </a:cxnLst>
                <a:rect l="0" t="0" r="r" b="b"/>
                <a:pathLst>
                  <a:path w="361" h="126">
                    <a:moveTo>
                      <a:pt x="181" y="0"/>
                    </a:moveTo>
                    <a:lnTo>
                      <a:pt x="0" y="126"/>
                    </a:lnTo>
                    <a:lnTo>
                      <a:pt x="361" y="126"/>
                    </a:lnTo>
                    <a:lnTo>
                      <a:pt x="181" y="0"/>
                    </a:lnTo>
                    <a:close/>
                  </a:path>
                </a:pathLst>
              </a:custGeom>
              <a:solidFill>
                <a:srgbClr val="000000"/>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346407" name="Freeform 295"/>
              <p:cNvSpPr/>
              <p:nvPr/>
            </p:nvSpPr>
            <p:spPr bwMode="auto">
              <a:xfrm>
                <a:off x="5028" y="2469"/>
                <a:ext cx="412" cy="282"/>
              </a:xfrm>
              <a:custGeom>
                <a:avLst/>
                <a:gdLst/>
                <a:ahLst/>
                <a:cxnLst>
                  <a:cxn ang="0">
                    <a:pos x="413" y="287"/>
                  </a:cxn>
                  <a:cxn ang="0">
                    <a:pos x="0" y="31"/>
                  </a:cxn>
                  <a:cxn ang="0">
                    <a:pos x="0" y="25"/>
                  </a:cxn>
                  <a:cxn ang="0">
                    <a:pos x="0" y="17"/>
                  </a:cxn>
                  <a:cxn ang="0">
                    <a:pos x="0" y="9"/>
                  </a:cxn>
                  <a:cxn ang="0">
                    <a:pos x="0" y="0"/>
                  </a:cxn>
                  <a:cxn ang="0">
                    <a:pos x="413" y="253"/>
                  </a:cxn>
                  <a:cxn ang="0">
                    <a:pos x="413" y="287"/>
                  </a:cxn>
                </a:cxnLst>
                <a:rect l="0" t="0" r="r" b="b"/>
                <a:pathLst>
                  <a:path w="413" h="287">
                    <a:moveTo>
                      <a:pt x="413" y="287"/>
                    </a:moveTo>
                    <a:lnTo>
                      <a:pt x="0" y="31"/>
                    </a:lnTo>
                    <a:lnTo>
                      <a:pt x="0" y="25"/>
                    </a:lnTo>
                    <a:lnTo>
                      <a:pt x="0" y="17"/>
                    </a:lnTo>
                    <a:lnTo>
                      <a:pt x="0" y="9"/>
                    </a:lnTo>
                    <a:lnTo>
                      <a:pt x="0" y="0"/>
                    </a:lnTo>
                    <a:lnTo>
                      <a:pt x="413" y="253"/>
                    </a:lnTo>
                    <a:lnTo>
                      <a:pt x="413" y="287"/>
                    </a:lnTo>
                    <a:close/>
                  </a:path>
                </a:pathLst>
              </a:custGeom>
              <a:solidFill>
                <a:srgbClr val="000000"/>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346408" name="Freeform 296"/>
              <p:cNvSpPr/>
              <p:nvPr/>
            </p:nvSpPr>
            <p:spPr bwMode="auto">
              <a:xfrm>
                <a:off x="4841" y="2209"/>
                <a:ext cx="127" cy="164"/>
              </a:xfrm>
              <a:custGeom>
                <a:avLst/>
                <a:gdLst/>
                <a:ahLst/>
                <a:cxnLst>
                  <a:cxn ang="0">
                    <a:pos x="65" y="0"/>
                  </a:cxn>
                  <a:cxn ang="0">
                    <a:pos x="51" y="1"/>
                  </a:cxn>
                  <a:cxn ang="0">
                    <a:pos x="38" y="6"/>
                  </a:cxn>
                  <a:cxn ang="0">
                    <a:pos x="27" y="13"/>
                  </a:cxn>
                  <a:cxn ang="0">
                    <a:pos x="17" y="20"/>
                  </a:cxn>
                  <a:cxn ang="0">
                    <a:pos x="9" y="32"/>
                  </a:cxn>
                  <a:cxn ang="0">
                    <a:pos x="5" y="44"/>
                  </a:cxn>
                  <a:cxn ang="0">
                    <a:pos x="1" y="58"/>
                  </a:cxn>
                  <a:cxn ang="0">
                    <a:pos x="0" y="74"/>
                  </a:cxn>
                  <a:cxn ang="0">
                    <a:pos x="0" y="103"/>
                  </a:cxn>
                  <a:cxn ang="0">
                    <a:pos x="0" y="126"/>
                  </a:cxn>
                  <a:cxn ang="0">
                    <a:pos x="0" y="145"/>
                  </a:cxn>
                  <a:cxn ang="0">
                    <a:pos x="0" y="164"/>
                  </a:cxn>
                  <a:cxn ang="0">
                    <a:pos x="27" y="164"/>
                  </a:cxn>
                  <a:cxn ang="0">
                    <a:pos x="44" y="164"/>
                  </a:cxn>
                  <a:cxn ang="0">
                    <a:pos x="55" y="164"/>
                  </a:cxn>
                  <a:cxn ang="0">
                    <a:pos x="63" y="164"/>
                  </a:cxn>
                  <a:cxn ang="0">
                    <a:pos x="71" y="164"/>
                  </a:cxn>
                  <a:cxn ang="0">
                    <a:pos x="82" y="164"/>
                  </a:cxn>
                  <a:cxn ang="0">
                    <a:pos x="100" y="164"/>
                  </a:cxn>
                  <a:cxn ang="0">
                    <a:pos x="127" y="164"/>
                  </a:cxn>
                  <a:cxn ang="0">
                    <a:pos x="127" y="139"/>
                  </a:cxn>
                  <a:cxn ang="0">
                    <a:pos x="127" y="114"/>
                  </a:cxn>
                  <a:cxn ang="0">
                    <a:pos x="127" y="90"/>
                  </a:cxn>
                  <a:cxn ang="0">
                    <a:pos x="127" y="71"/>
                  </a:cxn>
                  <a:cxn ang="0">
                    <a:pos x="127" y="62"/>
                  </a:cxn>
                  <a:cxn ang="0">
                    <a:pos x="123" y="51"/>
                  </a:cxn>
                  <a:cxn ang="0">
                    <a:pos x="119" y="38"/>
                  </a:cxn>
                  <a:cxn ang="0">
                    <a:pos x="112" y="27"/>
                  </a:cxn>
                  <a:cxn ang="0">
                    <a:pos x="104" y="16"/>
                  </a:cxn>
                  <a:cxn ang="0">
                    <a:pos x="93" y="8"/>
                  </a:cxn>
                  <a:cxn ang="0">
                    <a:pos x="81" y="1"/>
                  </a:cxn>
                  <a:cxn ang="0">
                    <a:pos x="65" y="0"/>
                  </a:cxn>
                </a:cxnLst>
                <a:rect l="0" t="0" r="r" b="b"/>
                <a:pathLst>
                  <a:path w="127" h="164">
                    <a:moveTo>
                      <a:pt x="65" y="0"/>
                    </a:moveTo>
                    <a:lnTo>
                      <a:pt x="51" y="1"/>
                    </a:lnTo>
                    <a:lnTo>
                      <a:pt x="38" y="6"/>
                    </a:lnTo>
                    <a:lnTo>
                      <a:pt x="27" y="13"/>
                    </a:lnTo>
                    <a:lnTo>
                      <a:pt x="17" y="20"/>
                    </a:lnTo>
                    <a:lnTo>
                      <a:pt x="9" y="32"/>
                    </a:lnTo>
                    <a:lnTo>
                      <a:pt x="5" y="44"/>
                    </a:lnTo>
                    <a:lnTo>
                      <a:pt x="1" y="58"/>
                    </a:lnTo>
                    <a:lnTo>
                      <a:pt x="0" y="74"/>
                    </a:lnTo>
                    <a:lnTo>
                      <a:pt x="0" y="103"/>
                    </a:lnTo>
                    <a:lnTo>
                      <a:pt x="0" y="126"/>
                    </a:lnTo>
                    <a:lnTo>
                      <a:pt x="0" y="145"/>
                    </a:lnTo>
                    <a:lnTo>
                      <a:pt x="0" y="164"/>
                    </a:lnTo>
                    <a:lnTo>
                      <a:pt x="27" y="164"/>
                    </a:lnTo>
                    <a:lnTo>
                      <a:pt x="44" y="164"/>
                    </a:lnTo>
                    <a:lnTo>
                      <a:pt x="55" y="164"/>
                    </a:lnTo>
                    <a:lnTo>
                      <a:pt x="63" y="164"/>
                    </a:lnTo>
                    <a:lnTo>
                      <a:pt x="71" y="164"/>
                    </a:lnTo>
                    <a:lnTo>
                      <a:pt x="82" y="164"/>
                    </a:lnTo>
                    <a:lnTo>
                      <a:pt x="100" y="164"/>
                    </a:lnTo>
                    <a:lnTo>
                      <a:pt x="127" y="164"/>
                    </a:lnTo>
                    <a:lnTo>
                      <a:pt x="127" y="139"/>
                    </a:lnTo>
                    <a:lnTo>
                      <a:pt x="127" y="114"/>
                    </a:lnTo>
                    <a:lnTo>
                      <a:pt x="127" y="90"/>
                    </a:lnTo>
                    <a:lnTo>
                      <a:pt x="127" y="71"/>
                    </a:lnTo>
                    <a:lnTo>
                      <a:pt x="127" y="62"/>
                    </a:lnTo>
                    <a:lnTo>
                      <a:pt x="123" y="51"/>
                    </a:lnTo>
                    <a:lnTo>
                      <a:pt x="119" y="38"/>
                    </a:lnTo>
                    <a:lnTo>
                      <a:pt x="112" y="27"/>
                    </a:lnTo>
                    <a:lnTo>
                      <a:pt x="104" y="16"/>
                    </a:lnTo>
                    <a:lnTo>
                      <a:pt x="93" y="8"/>
                    </a:lnTo>
                    <a:lnTo>
                      <a:pt x="81" y="1"/>
                    </a:lnTo>
                    <a:lnTo>
                      <a:pt x="65" y="0"/>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409" name="Rectangle 297"/>
              <p:cNvSpPr>
                <a:spLocks noChangeArrowheads="1"/>
              </p:cNvSpPr>
              <p:nvPr/>
            </p:nvSpPr>
            <p:spPr bwMode="auto">
              <a:xfrm>
                <a:off x="4803" y="2901"/>
                <a:ext cx="206" cy="386"/>
              </a:xfrm>
              <a:prstGeom prst="rect">
                <a:avLst/>
              </a:prstGeom>
              <a:solidFill>
                <a:srgbClr val="FFFFFF"/>
              </a:solidFill>
              <a:ln w="9525">
                <a:noFill/>
                <a:miter lim="800000"/>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410" name="Freeform 298"/>
              <p:cNvSpPr/>
              <p:nvPr/>
            </p:nvSpPr>
            <p:spPr bwMode="auto">
              <a:xfrm>
                <a:off x="4736" y="2819"/>
                <a:ext cx="13" cy="318"/>
              </a:xfrm>
              <a:custGeom>
                <a:avLst/>
                <a:gdLst/>
                <a:ahLst/>
                <a:cxnLst>
                  <a:cxn ang="0">
                    <a:pos x="8" y="16"/>
                  </a:cxn>
                  <a:cxn ang="0">
                    <a:pos x="0" y="8"/>
                  </a:cxn>
                  <a:cxn ang="0">
                    <a:pos x="0" y="320"/>
                  </a:cxn>
                  <a:cxn ang="0">
                    <a:pos x="16" y="320"/>
                  </a:cxn>
                  <a:cxn ang="0">
                    <a:pos x="16" y="8"/>
                  </a:cxn>
                  <a:cxn ang="0">
                    <a:pos x="8" y="0"/>
                  </a:cxn>
                  <a:cxn ang="0">
                    <a:pos x="16" y="8"/>
                  </a:cxn>
                  <a:cxn ang="0">
                    <a:pos x="16" y="0"/>
                  </a:cxn>
                  <a:cxn ang="0">
                    <a:pos x="8" y="0"/>
                  </a:cxn>
                  <a:cxn ang="0">
                    <a:pos x="8" y="16"/>
                  </a:cxn>
                </a:cxnLst>
                <a:rect l="0" t="0" r="r" b="b"/>
                <a:pathLst>
                  <a:path w="16" h="320">
                    <a:moveTo>
                      <a:pt x="8" y="16"/>
                    </a:moveTo>
                    <a:lnTo>
                      <a:pt x="0" y="8"/>
                    </a:lnTo>
                    <a:lnTo>
                      <a:pt x="0" y="320"/>
                    </a:lnTo>
                    <a:lnTo>
                      <a:pt x="16" y="320"/>
                    </a:lnTo>
                    <a:lnTo>
                      <a:pt x="16" y="8"/>
                    </a:lnTo>
                    <a:lnTo>
                      <a:pt x="8" y="0"/>
                    </a:lnTo>
                    <a:lnTo>
                      <a:pt x="16" y="8"/>
                    </a:lnTo>
                    <a:lnTo>
                      <a:pt x="16" y="0"/>
                    </a:lnTo>
                    <a:lnTo>
                      <a:pt x="8" y="0"/>
                    </a:lnTo>
                    <a:lnTo>
                      <a:pt x="8" y="16"/>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411" name="Freeform 299"/>
              <p:cNvSpPr/>
              <p:nvPr/>
            </p:nvSpPr>
            <p:spPr bwMode="auto">
              <a:xfrm>
                <a:off x="4558" y="2819"/>
                <a:ext cx="184" cy="21"/>
              </a:xfrm>
              <a:custGeom>
                <a:avLst/>
                <a:gdLst/>
                <a:ahLst/>
                <a:cxnLst>
                  <a:cxn ang="0">
                    <a:pos x="16" y="8"/>
                  </a:cxn>
                  <a:cxn ang="0">
                    <a:pos x="8" y="16"/>
                  </a:cxn>
                  <a:cxn ang="0">
                    <a:pos x="187" y="16"/>
                  </a:cxn>
                  <a:cxn ang="0">
                    <a:pos x="187" y="0"/>
                  </a:cxn>
                  <a:cxn ang="0">
                    <a:pos x="8" y="0"/>
                  </a:cxn>
                  <a:cxn ang="0">
                    <a:pos x="0" y="8"/>
                  </a:cxn>
                  <a:cxn ang="0">
                    <a:pos x="8" y="0"/>
                  </a:cxn>
                  <a:cxn ang="0">
                    <a:pos x="0" y="0"/>
                  </a:cxn>
                  <a:cxn ang="0">
                    <a:pos x="0" y="8"/>
                  </a:cxn>
                  <a:cxn ang="0">
                    <a:pos x="16" y="8"/>
                  </a:cxn>
                </a:cxnLst>
                <a:rect l="0" t="0" r="r" b="b"/>
                <a:pathLst>
                  <a:path w="187" h="16">
                    <a:moveTo>
                      <a:pt x="16" y="8"/>
                    </a:moveTo>
                    <a:lnTo>
                      <a:pt x="8" y="16"/>
                    </a:lnTo>
                    <a:lnTo>
                      <a:pt x="187" y="16"/>
                    </a:lnTo>
                    <a:lnTo>
                      <a:pt x="187" y="0"/>
                    </a:lnTo>
                    <a:lnTo>
                      <a:pt x="8" y="0"/>
                    </a:lnTo>
                    <a:lnTo>
                      <a:pt x="0" y="8"/>
                    </a:lnTo>
                    <a:lnTo>
                      <a:pt x="8" y="0"/>
                    </a:lnTo>
                    <a:lnTo>
                      <a:pt x="0" y="0"/>
                    </a:lnTo>
                    <a:lnTo>
                      <a:pt x="0" y="8"/>
                    </a:lnTo>
                    <a:lnTo>
                      <a:pt x="16"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412" name="Freeform 300"/>
              <p:cNvSpPr/>
              <p:nvPr/>
            </p:nvSpPr>
            <p:spPr bwMode="auto">
              <a:xfrm>
                <a:off x="4558" y="2826"/>
                <a:ext cx="13" cy="318"/>
              </a:xfrm>
              <a:custGeom>
                <a:avLst/>
                <a:gdLst/>
                <a:ahLst/>
                <a:cxnLst>
                  <a:cxn ang="0">
                    <a:pos x="8" y="304"/>
                  </a:cxn>
                  <a:cxn ang="0">
                    <a:pos x="16" y="312"/>
                  </a:cxn>
                  <a:cxn ang="0">
                    <a:pos x="16" y="0"/>
                  </a:cxn>
                  <a:cxn ang="0">
                    <a:pos x="0" y="0"/>
                  </a:cxn>
                  <a:cxn ang="0">
                    <a:pos x="0" y="312"/>
                  </a:cxn>
                  <a:cxn ang="0">
                    <a:pos x="8" y="320"/>
                  </a:cxn>
                  <a:cxn ang="0">
                    <a:pos x="0" y="312"/>
                  </a:cxn>
                  <a:cxn ang="0">
                    <a:pos x="0" y="320"/>
                  </a:cxn>
                  <a:cxn ang="0">
                    <a:pos x="8" y="320"/>
                  </a:cxn>
                  <a:cxn ang="0">
                    <a:pos x="8" y="304"/>
                  </a:cxn>
                </a:cxnLst>
                <a:rect l="0" t="0" r="r" b="b"/>
                <a:pathLst>
                  <a:path w="16" h="320">
                    <a:moveTo>
                      <a:pt x="8" y="304"/>
                    </a:moveTo>
                    <a:lnTo>
                      <a:pt x="16" y="312"/>
                    </a:lnTo>
                    <a:lnTo>
                      <a:pt x="16" y="0"/>
                    </a:lnTo>
                    <a:lnTo>
                      <a:pt x="0" y="0"/>
                    </a:lnTo>
                    <a:lnTo>
                      <a:pt x="0" y="312"/>
                    </a:lnTo>
                    <a:lnTo>
                      <a:pt x="8" y="320"/>
                    </a:lnTo>
                    <a:lnTo>
                      <a:pt x="0" y="312"/>
                    </a:lnTo>
                    <a:lnTo>
                      <a:pt x="0" y="320"/>
                    </a:lnTo>
                    <a:lnTo>
                      <a:pt x="8" y="320"/>
                    </a:lnTo>
                    <a:lnTo>
                      <a:pt x="8" y="304"/>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413" name="Freeform 301"/>
              <p:cNvSpPr/>
              <p:nvPr/>
            </p:nvSpPr>
            <p:spPr bwMode="auto">
              <a:xfrm>
                <a:off x="4565" y="3130"/>
                <a:ext cx="184" cy="14"/>
              </a:xfrm>
              <a:custGeom>
                <a:avLst/>
                <a:gdLst/>
                <a:ahLst/>
                <a:cxnLst>
                  <a:cxn ang="0">
                    <a:pos x="171" y="8"/>
                  </a:cxn>
                  <a:cxn ang="0">
                    <a:pos x="179" y="0"/>
                  </a:cxn>
                  <a:cxn ang="0">
                    <a:pos x="0" y="0"/>
                  </a:cxn>
                  <a:cxn ang="0">
                    <a:pos x="0" y="16"/>
                  </a:cxn>
                  <a:cxn ang="0">
                    <a:pos x="179" y="16"/>
                  </a:cxn>
                  <a:cxn ang="0">
                    <a:pos x="187" y="8"/>
                  </a:cxn>
                  <a:cxn ang="0">
                    <a:pos x="179" y="16"/>
                  </a:cxn>
                  <a:cxn ang="0">
                    <a:pos x="187" y="16"/>
                  </a:cxn>
                  <a:cxn ang="0">
                    <a:pos x="187" y="8"/>
                  </a:cxn>
                  <a:cxn ang="0">
                    <a:pos x="171" y="8"/>
                  </a:cxn>
                </a:cxnLst>
                <a:rect l="0" t="0" r="r" b="b"/>
                <a:pathLst>
                  <a:path w="187" h="16">
                    <a:moveTo>
                      <a:pt x="171" y="8"/>
                    </a:moveTo>
                    <a:lnTo>
                      <a:pt x="179" y="0"/>
                    </a:lnTo>
                    <a:lnTo>
                      <a:pt x="0" y="0"/>
                    </a:lnTo>
                    <a:lnTo>
                      <a:pt x="0" y="16"/>
                    </a:lnTo>
                    <a:lnTo>
                      <a:pt x="179" y="16"/>
                    </a:lnTo>
                    <a:lnTo>
                      <a:pt x="187" y="8"/>
                    </a:lnTo>
                    <a:lnTo>
                      <a:pt x="179" y="16"/>
                    </a:lnTo>
                    <a:lnTo>
                      <a:pt x="187" y="16"/>
                    </a:lnTo>
                    <a:lnTo>
                      <a:pt x="187" y="8"/>
                    </a:lnTo>
                    <a:lnTo>
                      <a:pt x="171"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414" name="Freeform 302"/>
              <p:cNvSpPr/>
              <p:nvPr/>
            </p:nvSpPr>
            <p:spPr bwMode="auto">
              <a:xfrm>
                <a:off x="4568" y="2916"/>
                <a:ext cx="174" cy="11"/>
              </a:xfrm>
              <a:custGeom>
                <a:avLst/>
                <a:gdLst/>
                <a:ahLst/>
                <a:cxnLst>
                  <a:cxn ang="0">
                    <a:pos x="176" y="8"/>
                  </a:cxn>
                  <a:cxn ang="0">
                    <a:pos x="176" y="0"/>
                  </a:cxn>
                  <a:cxn ang="0">
                    <a:pos x="0" y="0"/>
                  </a:cxn>
                  <a:cxn ang="0">
                    <a:pos x="0" y="16"/>
                  </a:cxn>
                  <a:cxn ang="0">
                    <a:pos x="176" y="16"/>
                  </a:cxn>
                  <a:cxn ang="0">
                    <a:pos x="176" y="8"/>
                  </a:cxn>
                </a:cxnLst>
                <a:rect l="0" t="0" r="r" b="b"/>
                <a:pathLst>
                  <a:path w="176" h="16">
                    <a:moveTo>
                      <a:pt x="176" y="8"/>
                    </a:moveTo>
                    <a:lnTo>
                      <a:pt x="176" y="0"/>
                    </a:lnTo>
                    <a:lnTo>
                      <a:pt x="0" y="0"/>
                    </a:lnTo>
                    <a:lnTo>
                      <a:pt x="0" y="16"/>
                    </a:lnTo>
                    <a:lnTo>
                      <a:pt x="176" y="16"/>
                    </a:lnTo>
                    <a:lnTo>
                      <a:pt x="176"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415" name="Freeform 303"/>
              <p:cNvSpPr/>
              <p:nvPr/>
            </p:nvSpPr>
            <p:spPr bwMode="auto">
              <a:xfrm>
                <a:off x="4568" y="3026"/>
                <a:ext cx="174" cy="18"/>
              </a:xfrm>
              <a:custGeom>
                <a:avLst/>
                <a:gdLst/>
                <a:ahLst/>
                <a:cxnLst>
                  <a:cxn ang="0">
                    <a:pos x="176" y="8"/>
                  </a:cxn>
                  <a:cxn ang="0">
                    <a:pos x="176" y="0"/>
                  </a:cxn>
                  <a:cxn ang="0">
                    <a:pos x="0" y="0"/>
                  </a:cxn>
                  <a:cxn ang="0">
                    <a:pos x="0" y="16"/>
                  </a:cxn>
                  <a:cxn ang="0">
                    <a:pos x="176" y="16"/>
                  </a:cxn>
                  <a:cxn ang="0">
                    <a:pos x="176" y="8"/>
                  </a:cxn>
                </a:cxnLst>
                <a:rect l="0" t="0" r="r" b="b"/>
                <a:pathLst>
                  <a:path w="176" h="16">
                    <a:moveTo>
                      <a:pt x="176" y="8"/>
                    </a:moveTo>
                    <a:lnTo>
                      <a:pt x="176" y="0"/>
                    </a:lnTo>
                    <a:lnTo>
                      <a:pt x="0" y="0"/>
                    </a:lnTo>
                    <a:lnTo>
                      <a:pt x="0" y="16"/>
                    </a:lnTo>
                    <a:lnTo>
                      <a:pt x="176" y="16"/>
                    </a:lnTo>
                    <a:lnTo>
                      <a:pt x="176"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416" name="Freeform 304"/>
              <p:cNvSpPr/>
              <p:nvPr/>
            </p:nvSpPr>
            <p:spPr bwMode="auto">
              <a:xfrm>
                <a:off x="4644" y="2837"/>
                <a:ext cx="16" cy="300"/>
              </a:xfrm>
              <a:custGeom>
                <a:avLst/>
                <a:gdLst/>
                <a:ahLst/>
                <a:cxnLst>
                  <a:cxn ang="0">
                    <a:pos x="7" y="302"/>
                  </a:cxn>
                  <a:cxn ang="0">
                    <a:pos x="15" y="302"/>
                  </a:cxn>
                  <a:cxn ang="0">
                    <a:pos x="15" y="0"/>
                  </a:cxn>
                  <a:cxn ang="0">
                    <a:pos x="0" y="0"/>
                  </a:cxn>
                  <a:cxn ang="0">
                    <a:pos x="0" y="302"/>
                  </a:cxn>
                  <a:cxn ang="0">
                    <a:pos x="7" y="302"/>
                  </a:cxn>
                </a:cxnLst>
                <a:rect l="0" t="0" r="r" b="b"/>
                <a:pathLst>
                  <a:path w="15" h="302">
                    <a:moveTo>
                      <a:pt x="7" y="302"/>
                    </a:moveTo>
                    <a:lnTo>
                      <a:pt x="15" y="302"/>
                    </a:lnTo>
                    <a:lnTo>
                      <a:pt x="15" y="0"/>
                    </a:lnTo>
                    <a:lnTo>
                      <a:pt x="0" y="0"/>
                    </a:lnTo>
                    <a:lnTo>
                      <a:pt x="0" y="302"/>
                    </a:lnTo>
                    <a:lnTo>
                      <a:pt x="7" y="302"/>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417" name="Freeform 305"/>
              <p:cNvSpPr/>
              <p:nvPr/>
            </p:nvSpPr>
            <p:spPr bwMode="auto">
              <a:xfrm>
                <a:off x="5240" y="2819"/>
                <a:ext cx="16" cy="318"/>
              </a:xfrm>
              <a:custGeom>
                <a:avLst/>
                <a:gdLst/>
                <a:ahLst/>
                <a:cxnLst>
                  <a:cxn ang="0">
                    <a:pos x="8" y="16"/>
                  </a:cxn>
                  <a:cxn ang="0">
                    <a:pos x="0" y="8"/>
                  </a:cxn>
                  <a:cxn ang="0">
                    <a:pos x="0" y="320"/>
                  </a:cxn>
                  <a:cxn ang="0">
                    <a:pos x="16" y="320"/>
                  </a:cxn>
                  <a:cxn ang="0">
                    <a:pos x="16" y="8"/>
                  </a:cxn>
                  <a:cxn ang="0">
                    <a:pos x="8" y="0"/>
                  </a:cxn>
                  <a:cxn ang="0">
                    <a:pos x="16" y="8"/>
                  </a:cxn>
                  <a:cxn ang="0">
                    <a:pos x="16" y="0"/>
                  </a:cxn>
                  <a:cxn ang="0">
                    <a:pos x="8" y="0"/>
                  </a:cxn>
                  <a:cxn ang="0">
                    <a:pos x="8" y="16"/>
                  </a:cxn>
                </a:cxnLst>
                <a:rect l="0" t="0" r="r" b="b"/>
                <a:pathLst>
                  <a:path w="16" h="320">
                    <a:moveTo>
                      <a:pt x="8" y="16"/>
                    </a:moveTo>
                    <a:lnTo>
                      <a:pt x="0" y="8"/>
                    </a:lnTo>
                    <a:lnTo>
                      <a:pt x="0" y="320"/>
                    </a:lnTo>
                    <a:lnTo>
                      <a:pt x="16" y="320"/>
                    </a:lnTo>
                    <a:lnTo>
                      <a:pt x="16" y="8"/>
                    </a:lnTo>
                    <a:lnTo>
                      <a:pt x="8" y="0"/>
                    </a:lnTo>
                    <a:lnTo>
                      <a:pt x="16" y="8"/>
                    </a:lnTo>
                    <a:lnTo>
                      <a:pt x="16" y="0"/>
                    </a:lnTo>
                    <a:lnTo>
                      <a:pt x="8" y="0"/>
                    </a:lnTo>
                    <a:lnTo>
                      <a:pt x="8" y="16"/>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418" name="Freeform 306"/>
              <p:cNvSpPr/>
              <p:nvPr/>
            </p:nvSpPr>
            <p:spPr bwMode="auto">
              <a:xfrm>
                <a:off x="5059" y="2819"/>
                <a:ext cx="187" cy="21"/>
              </a:xfrm>
              <a:custGeom>
                <a:avLst/>
                <a:gdLst/>
                <a:ahLst/>
                <a:cxnLst>
                  <a:cxn ang="0">
                    <a:pos x="16" y="8"/>
                  </a:cxn>
                  <a:cxn ang="0">
                    <a:pos x="8" y="16"/>
                  </a:cxn>
                  <a:cxn ang="0">
                    <a:pos x="187" y="16"/>
                  </a:cxn>
                  <a:cxn ang="0">
                    <a:pos x="187" y="0"/>
                  </a:cxn>
                  <a:cxn ang="0">
                    <a:pos x="8" y="0"/>
                  </a:cxn>
                  <a:cxn ang="0">
                    <a:pos x="0" y="8"/>
                  </a:cxn>
                  <a:cxn ang="0">
                    <a:pos x="8" y="0"/>
                  </a:cxn>
                  <a:cxn ang="0">
                    <a:pos x="0" y="0"/>
                  </a:cxn>
                  <a:cxn ang="0">
                    <a:pos x="0" y="8"/>
                  </a:cxn>
                  <a:cxn ang="0">
                    <a:pos x="16" y="8"/>
                  </a:cxn>
                </a:cxnLst>
                <a:rect l="0" t="0" r="r" b="b"/>
                <a:pathLst>
                  <a:path w="187" h="16">
                    <a:moveTo>
                      <a:pt x="16" y="8"/>
                    </a:moveTo>
                    <a:lnTo>
                      <a:pt x="8" y="16"/>
                    </a:lnTo>
                    <a:lnTo>
                      <a:pt x="187" y="16"/>
                    </a:lnTo>
                    <a:lnTo>
                      <a:pt x="187" y="0"/>
                    </a:lnTo>
                    <a:lnTo>
                      <a:pt x="8" y="0"/>
                    </a:lnTo>
                    <a:lnTo>
                      <a:pt x="0" y="8"/>
                    </a:lnTo>
                    <a:lnTo>
                      <a:pt x="8" y="0"/>
                    </a:lnTo>
                    <a:lnTo>
                      <a:pt x="0" y="0"/>
                    </a:lnTo>
                    <a:lnTo>
                      <a:pt x="0" y="8"/>
                    </a:lnTo>
                    <a:lnTo>
                      <a:pt x="16"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419" name="Freeform 307"/>
              <p:cNvSpPr/>
              <p:nvPr/>
            </p:nvSpPr>
            <p:spPr bwMode="auto">
              <a:xfrm>
                <a:off x="5059" y="2826"/>
                <a:ext cx="16" cy="318"/>
              </a:xfrm>
              <a:custGeom>
                <a:avLst/>
                <a:gdLst/>
                <a:ahLst/>
                <a:cxnLst>
                  <a:cxn ang="0">
                    <a:pos x="8" y="304"/>
                  </a:cxn>
                  <a:cxn ang="0">
                    <a:pos x="16" y="312"/>
                  </a:cxn>
                  <a:cxn ang="0">
                    <a:pos x="16" y="0"/>
                  </a:cxn>
                  <a:cxn ang="0">
                    <a:pos x="0" y="0"/>
                  </a:cxn>
                  <a:cxn ang="0">
                    <a:pos x="0" y="312"/>
                  </a:cxn>
                  <a:cxn ang="0">
                    <a:pos x="8" y="320"/>
                  </a:cxn>
                  <a:cxn ang="0">
                    <a:pos x="0" y="312"/>
                  </a:cxn>
                  <a:cxn ang="0">
                    <a:pos x="0" y="320"/>
                  </a:cxn>
                  <a:cxn ang="0">
                    <a:pos x="8" y="320"/>
                  </a:cxn>
                  <a:cxn ang="0">
                    <a:pos x="8" y="304"/>
                  </a:cxn>
                </a:cxnLst>
                <a:rect l="0" t="0" r="r" b="b"/>
                <a:pathLst>
                  <a:path w="16" h="320">
                    <a:moveTo>
                      <a:pt x="8" y="304"/>
                    </a:moveTo>
                    <a:lnTo>
                      <a:pt x="16" y="312"/>
                    </a:lnTo>
                    <a:lnTo>
                      <a:pt x="16" y="0"/>
                    </a:lnTo>
                    <a:lnTo>
                      <a:pt x="0" y="0"/>
                    </a:lnTo>
                    <a:lnTo>
                      <a:pt x="0" y="312"/>
                    </a:lnTo>
                    <a:lnTo>
                      <a:pt x="8" y="320"/>
                    </a:lnTo>
                    <a:lnTo>
                      <a:pt x="0" y="312"/>
                    </a:lnTo>
                    <a:lnTo>
                      <a:pt x="0" y="320"/>
                    </a:lnTo>
                    <a:lnTo>
                      <a:pt x="8" y="320"/>
                    </a:lnTo>
                    <a:lnTo>
                      <a:pt x="8" y="304"/>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420" name="Freeform 308"/>
              <p:cNvSpPr/>
              <p:nvPr/>
            </p:nvSpPr>
            <p:spPr bwMode="auto">
              <a:xfrm>
                <a:off x="5069" y="3130"/>
                <a:ext cx="187" cy="14"/>
              </a:xfrm>
              <a:custGeom>
                <a:avLst/>
                <a:gdLst/>
                <a:ahLst/>
                <a:cxnLst>
                  <a:cxn ang="0">
                    <a:pos x="171" y="8"/>
                  </a:cxn>
                  <a:cxn ang="0">
                    <a:pos x="179" y="0"/>
                  </a:cxn>
                  <a:cxn ang="0">
                    <a:pos x="0" y="0"/>
                  </a:cxn>
                  <a:cxn ang="0">
                    <a:pos x="0" y="16"/>
                  </a:cxn>
                  <a:cxn ang="0">
                    <a:pos x="179" y="16"/>
                  </a:cxn>
                  <a:cxn ang="0">
                    <a:pos x="187" y="8"/>
                  </a:cxn>
                  <a:cxn ang="0">
                    <a:pos x="179" y="16"/>
                  </a:cxn>
                  <a:cxn ang="0">
                    <a:pos x="187" y="16"/>
                  </a:cxn>
                  <a:cxn ang="0">
                    <a:pos x="187" y="8"/>
                  </a:cxn>
                  <a:cxn ang="0">
                    <a:pos x="171" y="8"/>
                  </a:cxn>
                </a:cxnLst>
                <a:rect l="0" t="0" r="r" b="b"/>
                <a:pathLst>
                  <a:path w="187" h="16">
                    <a:moveTo>
                      <a:pt x="171" y="8"/>
                    </a:moveTo>
                    <a:lnTo>
                      <a:pt x="179" y="0"/>
                    </a:lnTo>
                    <a:lnTo>
                      <a:pt x="0" y="0"/>
                    </a:lnTo>
                    <a:lnTo>
                      <a:pt x="0" y="16"/>
                    </a:lnTo>
                    <a:lnTo>
                      <a:pt x="179" y="16"/>
                    </a:lnTo>
                    <a:lnTo>
                      <a:pt x="187" y="8"/>
                    </a:lnTo>
                    <a:lnTo>
                      <a:pt x="179" y="16"/>
                    </a:lnTo>
                    <a:lnTo>
                      <a:pt x="187" y="16"/>
                    </a:lnTo>
                    <a:lnTo>
                      <a:pt x="187" y="8"/>
                    </a:lnTo>
                    <a:lnTo>
                      <a:pt x="171"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421" name="Freeform 309"/>
              <p:cNvSpPr/>
              <p:nvPr/>
            </p:nvSpPr>
            <p:spPr bwMode="auto">
              <a:xfrm>
                <a:off x="5069" y="2916"/>
                <a:ext cx="174" cy="11"/>
              </a:xfrm>
              <a:custGeom>
                <a:avLst/>
                <a:gdLst/>
                <a:ahLst/>
                <a:cxnLst>
                  <a:cxn ang="0">
                    <a:pos x="175" y="8"/>
                  </a:cxn>
                  <a:cxn ang="0">
                    <a:pos x="175" y="0"/>
                  </a:cxn>
                  <a:cxn ang="0">
                    <a:pos x="0" y="0"/>
                  </a:cxn>
                  <a:cxn ang="0">
                    <a:pos x="0" y="16"/>
                  </a:cxn>
                  <a:cxn ang="0">
                    <a:pos x="175" y="16"/>
                  </a:cxn>
                  <a:cxn ang="0">
                    <a:pos x="175" y="8"/>
                  </a:cxn>
                </a:cxnLst>
                <a:rect l="0" t="0" r="r" b="b"/>
                <a:pathLst>
                  <a:path w="175" h="16">
                    <a:moveTo>
                      <a:pt x="175" y="8"/>
                    </a:moveTo>
                    <a:lnTo>
                      <a:pt x="175" y="0"/>
                    </a:lnTo>
                    <a:lnTo>
                      <a:pt x="0" y="0"/>
                    </a:lnTo>
                    <a:lnTo>
                      <a:pt x="0" y="16"/>
                    </a:lnTo>
                    <a:lnTo>
                      <a:pt x="175" y="16"/>
                    </a:lnTo>
                    <a:lnTo>
                      <a:pt x="175"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422" name="Freeform 310"/>
              <p:cNvSpPr/>
              <p:nvPr/>
            </p:nvSpPr>
            <p:spPr bwMode="auto">
              <a:xfrm>
                <a:off x="5069" y="3026"/>
                <a:ext cx="174" cy="18"/>
              </a:xfrm>
              <a:custGeom>
                <a:avLst/>
                <a:gdLst/>
                <a:ahLst/>
                <a:cxnLst>
                  <a:cxn ang="0">
                    <a:pos x="175" y="8"/>
                  </a:cxn>
                  <a:cxn ang="0">
                    <a:pos x="175" y="0"/>
                  </a:cxn>
                  <a:cxn ang="0">
                    <a:pos x="0" y="0"/>
                  </a:cxn>
                  <a:cxn ang="0">
                    <a:pos x="0" y="16"/>
                  </a:cxn>
                  <a:cxn ang="0">
                    <a:pos x="175" y="16"/>
                  </a:cxn>
                  <a:cxn ang="0">
                    <a:pos x="175" y="8"/>
                  </a:cxn>
                </a:cxnLst>
                <a:rect l="0" t="0" r="r" b="b"/>
                <a:pathLst>
                  <a:path w="175" h="16">
                    <a:moveTo>
                      <a:pt x="175" y="8"/>
                    </a:moveTo>
                    <a:lnTo>
                      <a:pt x="175" y="0"/>
                    </a:lnTo>
                    <a:lnTo>
                      <a:pt x="0" y="0"/>
                    </a:lnTo>
                    <a:lnTo>
                      <a:pt x="0" y="16"/>
                    </a:lnTo>
                    <a:lnTo>
                      <a:pt x="175" y="16"/>
                    </a:lnTo>
                    <a:lnTo>
                      <a:pt x="175"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423" name="Freeform 311"/>
              <p:cNvSpPr/>
              <p:nvPr/>
            </p:nvSpPr>
            <p:spPr bwMode="auto">
              <a:xfrm>
                <a:off x="5148" y="2837"/>
                <a:ext cx="13" cy="300"/>
              </a:xfrm>
              <a:custGeom>
                <a:avLst/>
                <a:gdLst/>
                <a:ahLst/>
                <a:cxnLst>
                  <a:cxn ang="0">
                    <a:pos x="8" y="302"/>
                  </a:cxn>
                  <a:cxn ang="0">
                    <a:pos x="16" y="302"/>
                  </a:cxn>
                  <a:cxn ang="0">
                    <a:pos x="16" y="0"/>
                  </a:cxn>
                  <a:cxn ang="0">
                    <a:pos x="0" y="0"/>
                  </a:cxn>
                  <a:cxn ang="0">
                    <a:pos x="0" y="302"/>
                  </a:cxn>
                  <a:cxn ang="0">
                    <a:pos x="8" y="302"/>
                  </a:cxn>
                </a:cxnLst>
                <a:rect l="0" t="0" r="r" b="b"/>
                <a:pathLst>
                  <a:path w="16" h="302">
                    <a:moveTo>
                      <a:pt x="8" y="302"/>
                    </a:moveTo>
                    <a:lnTo>
                      <a:pt x="16" y="302"/>
                    </a:lnTo>
                    <a:lnTo>
                      <a:pt x="16" y="0"/>
                    </a:lnTo>
                    <a:lnTo>
                      <a:pt x="0" y="0"/>
                    </a:lnTo>
                    <a:lnTo>
                      <a:pt x="0" y="302"/>
                    </a:lnTo>
                    <a:lnTo>
                      <a:pt x="8" y="302"/>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424" name="Freeform 312"/>
              <p:cNvSpPr/>
              <p:nvPr/>
            </p:nvSpPr>
            <p:spPr bwMode="auto">
              <a:xfrm>
                <a:off x="4850" y="2237"/>
                <a:ext cx="101" cy="111"/>
              </a:xfrm>
              <a:custGeom>
                <a:avLst/>
                <a:gdLst/>
                <a:ahLst/>
                <a:cxnLst>
                  <a:cxn ang="0">
                    <a:pos x="59" y="112"/>
                  </a:cxn>
                  <a:cxn ang="0">
                    <a:pos x="76" y="112"/>
                  </a:cxn>
                  <a:cxn ang="0">
                    <a:pos x="89" y="109"/>
                  </a:cxn>
                  <a:cxn ang="0">
                    <a:pos x="99" y="107"/>
                  </a:cxn>
                  <a:cxn ang="0">
                    <a:pos x="102" y="104"/>
                  </a:cxn>
                  <a:cxn ang="0">
                    <a:pos x="103" y="103"/>
                  </a:cxn>
                  <a:cxn ang="0">
                    <a:pos x="103" y="98"/>
                  </a:cxn>
                  <a:cxn ang="0">
                    <a:pos x="100" y="88"/>
                  </a:cxn>
                  <a:cxn ang="0">
                    <a:pos x="97" y="79"/>
                  </a:cxn>
                  <a:cxn ang="0">
                    <a:pos x="95" y="73"/>
                  </a:cxn>
                  <a:cxn ang="0">
                    <a:pos x="95" y="68"/>
                  </a:cxn>
                  <a:cxn ang="0">
                    <a:pos x="94" y="66"/>
                  </a:cxn>
                  <a:cxn ang="0">
                    <a:pos x="92" y="60"/>
                  </a:cxn>
                  <a:cxn ang="0">
                    <a:pos x="91" y="50"/>
                  </a:cxn>
                  <a:cxn ang="0">
                    <a:pos x="91" y="42"/>
                  </a:cxn>
                  <a:cxn ang="0">
                    <a:pos x="91" y="41"/>
                  </a:cxn>
                  <a:cxn ang="0">
                    <a:pos x="89" y="33"/>
                  </a:cxn>
                  <a:cxn ang="0">
                    <a:pos x="89" y="22"/>
                  </a:cxn>
                  <a:cxn ang="0">
                    <a:pos x="87" y="9"/>
                  </a:cxn>
                  <a:cxn ang="0">
                    <a:pos x="75" y="1"/>
                  </a:cxn>
                  <a:cxn ang="0">
                    <a:pos x="59" y="0"/>
                  </a:cxn>
                  <a:cxn ang="0">
                    <a:pos x="45" y="3"/>
                  </a:cxn>
                  <a:cxn ang="0">
                    <a:pos x="38" y="14"/>
                  </a:cxn>
                  <a:cxn ang="0">
                    <a:pos x="34" y="25"/>
                  </a:cxn>
                  <a:cxn ang="0">
                    <a:pos x="30" y="31"/>
                  </a:cxn>
                  <a:cxn ang="0">
                    <a:pos x="30" y="33"/>
                  </a:cxn>
                  <a:cxn ang="0">
                    <a:pos x="27" y="39"/>
                  </a:cxn>
                  <a:cxn ang="0">
                    <a:pos x="23" y="49"/>
                  </a:cxn>
                  <a:cxn ang="0">
                    <a:pos x="19" y="54"/>
                  </a:cxn>
                  <a:cxn ang="0">
                    <a:pos x="19" y="55"/>
                  </a:cxn>
                  <a:cxn ang="0">
                    <a:pos x="16" y="58"/>
                  </a:cxn>
                  <a:cxn ang="0">
                    <a:pos x="11" y="63"/>
                  </a:cxn>
                  <a:cxn ang="0">
                    <a:pos x="5" y="73"/>
                  </a:cxn>
                  <a:cxn ang="0">
                    <a:pos x="0" y="82"/>
                  </a:cxn>
                  <a:cxn ang="0">
                    <a:pos x="0" y="87"/>
                  </a:cxn>
                  <a:cxn ang="0">
                    <a:pos x="0" y="88"/>
                  </a:cxn>
                  <a:cxn ang="0">
                    <a:pos x="7" y="93"/>
                  </a:cxn>
                  <a:cxn ang="0">
                    <a:pos x="29" y="106"/>
                  </a:cxn>
                </a:cxnLst>
                <a:rect l="0" t="0" r="r" b="b"/>
                <a:pathLst>
                  <a:path w="103" h="112">
                    <a:moveTo>
                      <a:pt x="48" y="110"/>
                    </a:moveTo>
                    <a:lnTo>
                      <a:pt x="59" y="112"/>
                    </a:lnTo>
                    <a:lnTo>
                      <a:pt x="68" y="112"/>
                    </a:lnTo>
                    <a:lnTo>
                      <a:pt x="76" y="112"/>
                    </a:lnTo>
                    <a:lnTo>
                      <a:pt x="84" y="110"/>
                    </a:lnTo>
                    <a:lnTo>
                      <a:pt x="89" y="109"/>
                    </a:lnTo>
                    <a:lnTo>
                      <a:pt x="94" y="107"/>
                    </a:lnTo>
                    <a:lnTo>
                      <a:pt x="99" y="107"/>
                    </a:lnTo>
                    <a:lnTo>
                      <a:pt x="100" y="106"/>
                    </a:lnTo>
                    <a:lnTo>
                      <a:pt x="102" y="104"/>
                    </a:lnTo>
                    <a:lnTo>
                      <a:pt x="102" y="103"/>
                    </a:lnTo>
                    <a:lnTo>
                      <a:pt x="103" y="103"/>
                    </a:lnTo>
                    <a:lnTo>
                      <a:pt x="103" y="101"/>
                    </a:lnTo>
                    <a:lnTo>
                      <a:pt x="103" y="98"/>
                    </a:lnTo>
                    <a:lnTo>
                      <a:pt x="103" y="93"/>
                    </a:lnTo>
                    <a:lnTo>
                      <a:pt x="100" y="88"/>
                    </a:lnTo>
                    <a:lnTo>
                      <a:pt x="99" y="82"/>
                    </a:lnTo>
                    <a:lnTo>
                      <a:pt x="97" y="79"/>
                    </a:lnTo>
                    <a:lnTo>
                      <a:pt x="97" y="76"/>
                    </a:lnTo>
                    <a:lnTo>
                      <a:pt x="95" y="73"/>
                    </a:lnTo>
                    <a:lnTo>
                      <a:pt x="95" y="69"/>
                    </a:lnTo>
                    <a:lnTo>
                      <a:pt x="95" y="68"/>
                    </a:lnTo>
                    <a:lnTo>
                      <a:pt x="95" y="68"/>
                    </a:lnTo>
                    <a:lnTo>
                      <a:pt x="94" y="66"/>
                    </a:lnTo>
                    <a:lnTo>
                      <a:pt x="94" y="66"/>
                    </a:lnTo>
                    <a:lnTo>
                      <a:pt x="92" y="60"/>
                    </a:lnTo>
                    <a:lnTo>
                      <a:pt x="92" y="55"/>
                    </a:lnTo>
                    <a:lnTo>
                      <a:pt x="91" y="50"/>
                    </a:lnTo>
                    <a:lnTo>
                      <a:pt x="91" y="44"/>
                    </a:lnTo>
                    <a:lnTo>
                      <a:pt x="91" y="42"/>
                    </a:lnTo>
                    <a:lnTo>
                      <a:pt x="91" y="42"/>
                    </a:lnTo>
                    <a:lnTo>
                      <a:pt x="91" y="41"/>
                    </a:lnTo>
                    <a:lnTo>
                      <a:pt x="91" y="41"/>
                    </a:lnTo>
                    <a:lnTo>
                      <a:pt x="89" y="33"/>
                    </a:lnTo>
                    <a:lnTo>
                      <a:pt x="89" y="27"/>
                    </a:lnTo>
                    <a:lnTo>
                      <a:pt x="89" y="22"/>
                    </a:lnTo>
                    <a:lnTo>
                      <a:pt x="89" y="17"/>
                    </a:lnTo>
                    <a:lnTo>
                      <a:pt x="87" y="9"/>
                    </a:lnTo>
                    <a:lnTo>
                      <a:pt x="83" y="5"/>
                    </a:lnTo>
                    <a:lnTo>
                      <a:pt x="75" y="1"/>
                    </a:lnTo>
                    <a:lnTo>
                      <a:pt x="67" y="0"/>
                    </a:lnTo>
                    <a:lnTo>
                      <a:pt x="59" y="0"/>
                    </a:lnTo>
                    <a:lnTo>
                      <a:pt x="51" y="0"/>
                    </a:lnTo>
                    <a:lnTo>
                      <a:pt x="45" y="3"/>
                    </a:lnTo>
                    <a:lnTo>
                      <a:pt x="40" y="9"/>
                    </a:lnTo>
                    <a:lnTo>
                      <a:pt x="38" y="14"/>
                    </a:lnTo>
                    <a:lnTo>
                      <a:pt x="37" y="19"/>
                    </a:lnTo>
                    <a:lnTo>
                      <a:pt x="34" y="25"/>
                    </a:lnTo>
                    <a:lnTo>
                      <a:pt x="30" y="31"/>
                    </a:lnTo>
                    <a:lnTo>
                      <a:pt x="30" y="31"/>
                    </a:lnTo>
                    <a:lnTo>
                      <a:pt x="30" y="33"/>
                    </a:lnTo>
                    <a:lnTo>
                      <a:pt x="30" y="33"/>
                    </a:lnTo>
                    <a:lnTo>
                      <a:pt x="30" y="35"/>
                    </a:lnTo>
                    <a:lnTo>
                      <a:pt x="27" y="39"/>
                    </a:lnTo>
                    <a:lnTo>
                      <a:pt x="26" y="44"/>
                    </a:lnTo>
                    <a:lnTo>
                      <a:pt x="23" y="49"/>
                    </a:lnTo>
                    <a:lnTo>
                      <a:pt x="19" y="54"/>
                    </a:lnTo>
                    <a:lnTo>
                      <a:pt x="19" y="54"/>
                    </a:lnTo>
                    <a:lnTo>
                      <a:pt x="19" y="54"/>
                    </a:lnTo>
                    <a:lnTo>
                      <a:pt x="19" y="55"/>
                    </a:lnTo>
                    <a:lnTo>
                      <a:pt x="18" y="55"/>
                    </a:lnTo>
                    <a:lnTo>
                      <a:pt x="16" y="58"/>
                    </a:lnTo>
                    <a:lnTo>
                      <a:pt x="15" y="61"/>
                    </a:lnTo>
                    <a:lnTo>
                      <a:pt x="11" y="63"/>
                    </a:lnTo>
                    <a:lnTo>
                      <a:pt x="10" y="66"/>
                    </a:lnTo>
                    <a:lnTo>
                      <a:pt x="5" y="73"/>
                    </a:lnTo>
                    <a:lnTo>
                      <a:pt x="2" y="77"/>
                    </a:lnTo>
                    <a:lnTo>
                      <a:pt x="0" y="82"/>
                    </a:lnTo>
                    <a:lnTo>
                      <a:pt x="0" y="85"/>
                    </a:lnTo>
                    <a:lnTo>
                      <a:pt x="0" y="87"/>
                    </a:lnTo>
                    <a:lnTo>
                      <a:pt x="0" y="87"/>
                    </a:lnTo>
                    <a:lnTo>
                      <a:pt x="0" y="88"/>
                    </a:lnTo>
                    <a:lnTo>
                      <a:pt x="2" y="88"/>
                    </a:lnTo>
                    <a:lnTo>
                      <a:pt x="7" y="93"/>
                    </a:lnTo>
                    <a:lnTo>
                      <a:pt x="15" y="99"/>
                    </a:lnTo>
                    <a:lnTo>
                      <a:pt x="29" y="106"/>
                    </a:lnTo>
                    <a:lnTo>
                      <a:pt x="48" y="110"/>
                    </a:lnTo>
                    <a:close/>
                  </a:path>
                </a:pathLst>
              </a:custGeom>
              <a:solidFill>
                <a:srgbClr val="000000"/>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346425" name="Freeform 313"/>
              <p:cNvSpPr/>
              <p:nvPr/>
            </p:nvSpPr>
            <p:spPr bwMode="auto">
              <a:xfrm>
                <a:off x="4850" y="2316"/>
                <a:ext cx="101" cy="29"/>
              </a:xfrm>
              <a:custGeom>
                <a:avLst/>
                <a:gdLst/>
                <a:ahLst/>
                <a:cxnLst>
                  <a:cxn ang="0">
                    <a:pos x="40" y="3"/>
                  </a:cxn>
                  <a:cxn ang="0">
                    <a:pos x="49" y="5"/>
                  </a:cxn>
                  <a:cxn ang="0">
                    <a:pos x="59" y="6"/>
                  </a:cxn>
                  <a:cxn ang="0">
                    <a:pos x="67" y="8"/>
                  </a:cxn>
                  <a:cxn ang="0">
                    <a:pos x="75" y="11"/>
                  </a:cxn>
                  <a:cxn ang="0">
                    <a:pos x="83" y="14"/>
                  </a:cxn>
                  <a:cxn ang="0">
                    <a:pos x="89" y="17"/>
                  </a:cxn>
                  <a:cxn ang="0">
                    <a:pos x="95" y="22"/>
                  </a:cxn>
                  <a:cxn ang="0">
                    <a:pos x="100" y="27"/>
                  </a:cxn>
                  <a:cxn ang="0">
                    <a:pos x="102" y="25"/>
                  </a:cxn>
                  <a:cxn ang="0">
                    <a:pos x="102" y="24"/>
                  </a:cxn>
                  <a:cxn ang="0">
                    <a:pos x="103" y="24"/>
                  </a:cxn>
                  <a:cxn ang="0">
                    <a:pos x="103" y="22"/>
                  </a:cxn>
                  <a:cxn ang="0">
                    <a:pos x="94" y="14"/>
                  </a:cxn>
                  <a:cxn ang="0">
                    <a:pos x="81" y="9"/>
                  </a:cxn>
                  <a:cxn ang="0">
                    <a:pos x="68" y="5"/>
                  </a:cxn>
                  <a:cxn ang="0">
                    <a:pos x="53" y="1"/>
                  </a:cxn>
                  <a:cxn ang="0">
                    <a:pos x="38" y="0"/>
                  </a:cxn>
                  <a:cxn ang="0">
                    <a:pos x="24" y="0"/>
                  </a:cxn>
                  <a:cxn ang="0">
                    <a:pos x="11" y="1"/>
                  </a:cxn>
                  <a:cxn ang="0">
                    <a:pos x="0" y="6"/>
                  </a:cxn>
                  <a:cxn ang="0">
                    <a:pos x="0" y="8"/>
                  </a:cxn>
                  <a:cxn ang="0">
                    <a:pos x="0" y="8"/>
                  </a:cxn>
                  <a:cxn ang="0">
                    <a:pos x="0" y="9"/>
                  </a:cxn>
                  <a:cxn ang="0">
                    <a:pos x="2" y="9"/>
                  </a:cxn>
                  <a:cxn ang="0">
                    <a:pos x="10" y="6"/>
                  </a:cxn>
                  <a:cxn ang="0">
                    <a:pos x="18" y="5"/>
                  </a:cxn>
                  <a:cxn ang="0">
                    <a:pos x="27" y="3"/>
                  </a:cxn>
                  <a:cxn ang="0">
                    <a:pos x="37" y="3"/>
                  </a:cxn>
                  <a:cxn ang="0">
                    <a:pos x="35" y="5"/>
                  </a:cxn>
                  <a:cxn ang="0">
                    <a:pos x="35" y="6"/>
                  </a:cxn>
                  <a:cxn ang="0">
                    <a:pos x="35" y="8"/>
                  </a:cxn>
                  <a:cxn ang="0">
                    <a:pos x="34" y="9"/>
                  </a:cxn>
                  <a:cxn ang="0">
                    <a:pos x="30" y="9"/>
                  </a:cxn>
                  <a:cxn ang="0">
                    <a:pos x="27" y="11"/>
                  </a:cxn>
                  <a:cxn ang="0">
                    <a:pos x="26" y="14"/>
                  </a:cxn>
                  <a:cxn ang="0">
                    <a:pos x="24" y="16"/>
                  </a:cxn>
                  <a:cxn ang="0">
                    <a:pos x="24" y="17"/>
                  </a:cxn>
                  <a:cxn ang="0">
                    <a:pos x="24" y="20"/>
                  </a:cxn>
                  <a:cxn ang="0">
                    <a:pos x="24" y="24"/>
                  </a:cxn>
                  <a:cxn ang="0">
                    <a:pos x="26" y="27"/>
                  </a:cxn>
                  <a:cxn ang="0">
                    <a:pos x="27" y="27"/>
                  </a:cxn>
                  <a:cxn ang="0">
                    <a:pos x="27" y="27"/>
                  </a:cxn>
                  <a:cxn ang="0">
                    <a:pos x="27" y="27"/>
                  </a:cxn>
                  <a:cxn ang="0">
                    <a:pos x="29" y="27"/>
                  </a:cxn>
                  <a:cxn ang="0">
                    <a:pos x="29" y="28"/>
                  </a:cxn>
                  <a:cxn ang="0">
                    <a:pos x="30" y="28"/>
                  </a:cxn>
                  <a:cxn ang="0">
                    <a:pos x="30" y="28"/>
                  </a:cxn>
                  <a:cxn ang="0">
                    <a:pos x="32" y="28"/>
                  </a:cxn>
                  <a:cxn ang="0">
                    <a:pos x="35" y="28"/>
                  </a:cxn>
                  <a:cxn ang="0">
                    <a:pos x="38" y="25"/>
                  </a:cxn>
                  <a:cxn ang="0">
                    <a:pos x="40" y="24"/>
                  </a:cxn>
                  <a:cxn ang="0">
                    <a:pos x="40" y="22"/>
                  </a:cxn>
                  <a:cxn ang="0">
                    <a:pos x="42" y="19"/>
                  </a:cxn>
                  <a:cxn ang="0">
                    <a:pos x="42" y="16"/>
                  </a:cxn>
                  <a:cxn ang="0">
                    <a:pos x="40" y="12"/>
                  </a:cxn>
                  <a:cxn ang="0">
                    <a:pos x="37" y="11"/>
                  </a:cxn>
                  <a:cxn ang="0">
                    <a:pos x="38" y="9"/>
                  </a:cxn>
                  <a:cxn ang="0">
                    <a:pos x="38" y="6"/>
                  </a:cxn>
                  <a:cxn ang="0">
                    <a:pos x="38" y="5"/>
                  </a:cxn>
                  <a:cxn ang="0">
                    <a:pos x="40" y="3"/>
                  </a:cxn>
                </a:cxnLst>
                <a:rect l="0" t="0" r="r" b="b"/>
                <a:pathLst>
                  <a:path w="103" h="28">
                    <a:moveTo>
                      <a:pt x="40" y="3"/>
                    </a:moveTo>
                    <a:lnTo>
                      <a:pt x="49" y="5"/>
                    </a:lnTo>
                    <a:lnTo>
                      <a:pt x="59" y="6"/>
                    </a:lnTo>
                    <a:lnTo>
                      <a:pt x="67" y="8"/>
                    </a:lnTo>
                    <a:lnTo>
                      <a:pt x="75" y="11"/>
                    </a:lnTo>
                    <a:lnTo>
                      <a:pt x="83" y="14"/>
                    </a:lnTo>
                    <a:lnTo>
                      <a:pt x="89" y="17"/>
                    </a:lnTo>
                    <a:lnTo>
                      <a:pt x="95" y="22"/>
                    </a:lnTo>
                    <a:lnTo>
                      <a:pt x="100" y="27"/>
                    </a:lnTo>
                    <a:lnTo>
                      <a:pt x="102" y="25"/>
                    </a:lnTo>
                    <a:lnTo>
                      <a:pt x="102" y="24"/>
                    </a:lnTo>
                    <a:lnTo>
                      <a:pt x="103" y="24"/>
                    </a:lnTo>
                    <a:lnTo>
                      <a:pt x="103" y="22"/>
                    </a:lnTo>
                    <a:lnTo>
                      <a:pt x="94" y="14"/>
                    </a:lnTo>
                    <a:lnTo>
                      <a:pt x="81" y="9"/>
                    </a:lnTo>
                    <a:lnTo>
                      <a:pt x="68" y="5"/>
                    </a:lnTo>
                    <a:lnTo>
                      <a:pt x="53" y="1"/>
                    </a:lnTo>
                    <a:lnTo>
                      <a:pt x="38" y="0"/>
                    </a:lnTo>
                    <a:lnTo>
                      <a:pt x="24" y="0"/>
                    </a:lnTo>
                    <a:lnTo>
                      <a:pt x="11" y="1"/>
                    </a:lnTo>
                    <a:lnTo>
                      <a:pt x="0" y="6"/>
                    </a:lnTo>
                    <a:lnTo>
                      <a:pt x="0" y="8"/>
                    </a:lnTo>
                    <a:lnTo>
                      <a:pt x="0" y="8"/>
                    </a:lnTo>
                    <a:lnTo>
                      <a:pt x="0" y="9"/>
                    </a:lnTo>
                    <a:lnTo>
                      <a:pt x="2" y="9"/>
                    </a:lnTo>
                    <a:lnTo>
                      <a:pt x="10" y="6"/>
                    </a:lnTo>
                    <a:lnTo>
                      <a:pt x="18" y="5"/>
                    </a:lnTo>
                    <a:lnTo>
                      <a:pt x="27" y="3"/>
                    </a:lnTo>
                    <a:lnTo>
                      <a:pt x="37" y="3"/>
                    </a:lnTo>
                    <a:lnTo>
                      <a:pt x="35" y="5"/>
                    </a:lnTo>
                    <a:lnTo>
                      <a:pt x="35" y="6"/>
                    </a:lnTo>
                    <a:lnTo>
                      <a:pt x="35" y="8"/>
                    </a:lnTo>
                    <a:lnTo>
                      <a:pt x="34" y="9"/>
                    </a:lnTo>
                    <a:lnTo>
                      <a:pt x="30" y="9"/>
                    </a:lnTo>
                    <a:lnTo>
                      <a:pt x="27" y="11"/>
                    </a:lnTo>
                    <a:lnTo>
                      <a:pt x="26" y="14"/>
                    </a:lnTo>
                    <a:lnTo>
                      <a:pt x="24" y="16"/>
                    </a:lnTo>
                    <a:lnTo>
                      <a:pt x="24" y="17"/>
                    </a:lnTo>
                    <a:lnTo>
                      <a:pt x="24" y="20"/>
                    </a:lnTo>
                    <a:lnTo>
                      <a:pt x="24" y="24"/>
                    </a:lnTo>
                    <a:lnTo>
                      <a:pt x="26" y="27"/>
                    </a:lnTo>
                    <a:lnTo>
                      <a:pt x="27" y="27"/>
                    </a:lnTo>
                    <a:lnTo>
                      <a:pt x="27" y="27"/>
                    </a:lnTo>
                    <a:lnTo>
                      <a:pt x="27" y="27"/>
                    </a:lnTo>
                    <a:lnTo>
                      <a:pt x="29" y="27"/>
                    </a:lnTo>
                    <a:lnTo>
                      <a:pt x="29" y="28"/>
                    </a:lnTo>
                    <a:lnTo>
                      <a:pt x="30" y="28"/>
                    </a:lnTo>
                    <a:lnTo>
                      <a:pt x="30" y="28"/>
                    </a:lnTo>
                    <a:lnTo>
                      <a:pt x="32" y="28"/>
                    </a:lnTo>
                    <a:lnTo>
                      <a:pt x="35" y="28"/>
                    </a:lnTo>
                    <a:lnTo>
                      <a:pt x="38" y="25"/>
                    </a:lnTo>
                    <a:lnTo>
                      <a:pt x="40" y="24"/>
                    </a:lnTo>
                    <a:lnTo>
                      <a:pt x="40" y="22"/>
                    </a:lnTo>
                    <a:lnTo>
                      <a:pt x="42" y="19"/>
                    </a:lnTo>
                    <a:lnTo>
                      <a:pt x="42" y="16"/>
                    </a:lnTo>
                    <a:lnTo>
                      <a:pt x="40" y="12"/>
                    </a:lnTo>
                    <a:lnTo>
                      <a:pt x="37" y="11"/>
                    </a:lnTo>
                    <a:lnTo>
                      <a:pt x="38" y="9"/>
                    </a:lnTo>
                    <a:lnTo>
                      <a:pt x="38" y="6"/>
                    </a:lnTo>
                    <a:lnTo>
                      <a:pt x="38" y="5"/>
                    </a:lnTo>
                    <a:lnTo>
                      <a:pt x="40" y="3"/>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426" name="Freeform 314"/>
              <p:cNvSpPr/>
              <p:nvPr/>
            </p:nvSpPr>
            <p:spPr bwMode="auto">
              <a:xfrm>
                <a:off x="4875" y="2341"/>
                <a:ext cx="3" cy="7"/>
              </a:xfrm>
              <a:custGeom>
                <a:avLst/>
                <a:gdLst/>
                <a:ahLst/>
                <a:cxnLst>
                  <a:cxn ang="0">
                    <a:pos x="0" y="0"/>
                  </a:cxn>
                  <a:cxn ang="0">
                    <a:pos x="1" y="0"/>
                  </a:cxn>
                  <a:cxn ang="0">
                    <a:pos x="1" y="0"/>
                  </a:cxn>
                  <a:cxn ang="0">
                    <a:pos x="1" y="0"/>
                  </a:cxn>
                  <a:cxn ang="0">
                    <a:pos x="3" y="0"/>
                  </a:cxn>
                  <a:cxn ang="0">
                    <a:pos x="3" y="1"/>
                  </a:cxn>
                  <a:cxn ang="0">
                    <a:pos x="4" y="1"/>
                  </a:cxn>
                  <a:cxn ang="0">
                    <a:pos x="4" y="1"/>
                  </a:cxn>
                  <a:cxn ang="0">
                    <a:pos x="6" y="1"/>
                  </a:cxn>
                  <a:cxn ang="0">
                    <a:pos x="6" y="3"/>
                  </a:cxn>
                  <a:cxn ang="0">
                    <a:pos x="6" y="3"/>
                  </a:cxn>
                  <a:cxn ang="0">
                    <a:pos x="4" y="4"/>
                  </a:cxn>
                  <a:cxn ang="0">
                    <a:pos x="3" y="6"/>
                  </a:cxn>
                  <a:cxn ang="0">
                    <a:pos x="1" y="6"/>
                  </a:cxn>
                  <a:cxn ang="0">
                    <a:pos x="0" y="6"/>
                  </a:cxn>
                  <a:cxn ang="0">
                    <a:pos x="0" y="4"/>
                  </a:cxn>
                  <a:cxn ang="0">
                    <a:pos x="0" y="4"/>
                  </a:cxn>
                  <a:cxn ang="0">
                    <a:pos x="0" y="3"/>
                  </a:cxn>
                  <a:cxn ang="0">
                    <a:pos x="0" y="1"/>
                  </a:cxn>
                  <a:cxn ang="0">
                    <a:pos x="0" y="0"/>
                  </a:cxn>
                </a:cxnLst>
                <a:rect l="0" t="0" r="r" b="b"/>
                <a:pathLst>
                  <a:path w="6" h="6">
                    <a:moveTo>
                      <a:pt x="0" y="0"/>
                    </a:moveTo>
                    <a:lnTo>
                      <a:pt x="1" y="0"/>
                    </a:lnTo>
                    <a:lnTo>
                      <a:pt x="1" y="0"/>
                    </a:lnTo>
                    <a:lnTo>
                      <a:pt x="1" y="0"/>
                    </a:lnTo>
                    <a:lnTo>
                      <a:pt x="3" y="0"/>
                    </a:lnTo>
                    <a:lnTo>
                      <a:pt x="3" y="1"/>
                    </a:lnTo>
                    <a:lnTo>
                      <a:pt x="4" y="1"/>
                    </a:lnTo>
                    <a:lnTo>
                      <a:pt x="4" y="1"/>
                    </a:lnTo>
                    <a:lnTo>
                      <a:pt x="6" y="1"/>
                    </a:lnTo>
                    <a:lnTo>
                      <a:pt x="6" y="3"/>
                    </a:lnTo>
                    <a:lnTo>
                      <a:pt x="6" y="3"/>
                    </a:lnTo>
                    <a:lnTo>
                      <a:pt x="4" y="4"/>
                    </a:lnTo>
                    <a:lnTo>
                      <a:pt x="3" y="6"/>
                    </a:lnTo>
                    <a:lnTo>
                      <a:pt x="1" y="6"/>
                    </a:lnTo>
                    <a:lnTo>
                      <a:pt x="0" y="6"/>
                    </a:lnTo>
                    <a:lnTo>
                      <a:pt x="0" y="4"/>
                    </a:lnTo>
                    <a:lnTo>
                      <a:pt x="0" y="4"/>
                    </a:lnTo>
                    <a:lnTo>
                      <a:pt x="0" y="3"/>
                    </a:lnTo>
                    <a:lnTo>
                      <a:pt x="0" y="1"/>
                    </a:lnTo>
                    <a:lnTo>
                      <a:pt x="0" y="0"/>
                    </a:lnTo>
                    <a:close/>
                  </a:path>
                </a:pathLst>
              </a:custGeom>
              <a:solidFill>
                <a:srgbClr val="7A1111"/>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346427" name="Freeform 315"/>
              <p:cNvSpPr/>
              <p:nvPr/>
            </p:nvSpPr>
            <p:spPr bwMode="auto">
              <a:xfrm>
                <a:off x="4996" y="2819"/>
                <a:ext cx="19" cy="14"/>
              </a:xfrm>
              <a:custGeom>
                <a:avLst/>
                <a:gdLst/>
                <a:ahLst/>
                <a:cxnLst>
                  <a:cxn ang="0">
                    <a:pos x="0" y="0"/>
                  </a:cxn>
                  <a:cxn ang="0">
                    <a:pos x="0" y="0"/>
                  </a:cxn>
                  <a:cxn ang="0">
                    <a:pos x="0" y="9"/>
                  </a:cxn>
                  <a:cxn ang="0">
                    <a:pos x="0" y="14"/>
                  </a:cxn>
                  <a:cxn ang="0">
                    <a:pos x="0" y="15"/>
                  </a:cxn>
                  <a:cxn ang="0">
                    <a:pos x="8" y="15"/>
                  </a:cxn>
                  <a:cxn ang="0">
                    <a:pos x="8" y="15"/>
                  </a:cxn>
                  <a:cxn ang="0">
                    <a:pos x="16" y="15"/>
                  </a:cxn>
                  <a:cxn ang="0">
                    <a:pos x="16" y="14"/>
                  </a:cxn>
                  <a:cxn ang="0">
                    <a:pos x="16" y="9"/>
                  </a:cxn>
                  <a:cxn ang="0">
                    <a:pos x="16" y="0"/>
                  </a:cxn>
                  <a:cxn ang="0">
                    <a:pos x="16" y="0"/>
                  </a:cxn>
                  <a:cxn ang="0">
                    <a:pos x="0" y="0"/>
                  </a:cxn>
                </a:cxnLst>
                <a:rect l="0" t="0" r="r" b="b"/>
                <a:pathLst>
                  <a:path w="16" h="15">
                    <a:moveTo>
                      <a:pt x="0" y="0"/>
                    </a:moveTo>
                    <a:lnTo>
                      <a:pt x="0" y="0"/>
                    </a:lnTo>
                    <a:lnTo>
                      <a:pt x="0" y="9"/>
                    </a:lnTo>
                    <a:lnTo>
                      <a:pt x="0" y="14"/>
                    </a:lnTo>
                    <a:lnTo>
                      <a:pt x="0" y="15"/>
                    </a:lnTo>
                    <a:lnTo>
                      <a:pt x="8" y="15"/>
                    </a:lnTo>
                    <a:lnTo>
                      <a:pt x="8" y="15"/>
                    </a:lnTo>
                    <a:lnTo>
                      <a:pt x="16" y="15"/>
                    </a:lnTo>
                    <a:lnTo>
                      <a:pt x="16" y="14"/>
                    </a:lnTo>
                    <a:lnTo>
                      <a:pt x="16" y="9"/>
                    </a:lnTo>
                    <a:lnTo>
                      <a:pt x="16" y="0"/>
                    </a:lnTo>
                    <a:lnTo>
                      <a:pt x="16" y="0"/>
                    </a:lnTo>
                    <a:lnTo>
                      <a:pt x="0" y="0"/>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428" name="Freeform 316"/>
              <p:cNvSpPr/>
              <p:nvPr/>
            </p:nvSpPr>
            <p:spPr bwMode="auto">
              <a:xfrm>
                <a:off x="4803" y="2726"/>
                <a:ext cx="212" cy="93"/>
              </a:xfrm>
              <a:custGeom>
                <a:avLst/>
                <a:gdLst/>
                <a:ahLst/>
                <a:cxnLst>
                  <a:cxn ang="0">
                    <a:pos x="16" y="94"/>
                  </a:cxn>
                  <a:cxn ang="0">
                    <a:pos x="16" y="94"/>
                  </a:cxn>
                  <a:cxn ang="0">
                    <a:pos x="23" y="59"/>
                  </a:cxn>
                  <a:cxn ang="0">
                    <a:pos x="43" y="35"/>
                  </a:cxn>
                  <a:cxn ang="0">
                    <a:pos x="72" y="21"/>
                  </a:cxn>
                  <a:cxn ang="0">
                    <a:pos x="107" y="16"/>
                  </a:cxn>
                  <a:cxn ang="0">
                    <a:pos x="140" y="21"/>
                  </a:cxn>
                  <a:cxn ang="0">
                    <a:pos x="168" y="37"/>
                  </a:cxn>
                  <a:cxn ang="0">
                    <a:pos x="189" y="60"/>
                  </a:cxn>
                  <a:cxn ang="0">
                    <a:pos x="195" y="94"/>
                  </a:cxn>
                  <a:cxn ang="0">
                    <a:pos x="211" y="94"/>
                  </a:cxn>
                  <a:cxn ang="0">
                    <a:pos x="202" y="54"/>
                  </a:cxn>
                  <a:cxn ang="0">
                    <a:pos x="178" y="24"/>
                  </a:cxn>
                  <a:cxn ang="0">
                    <a:pos x="143" y="5"/>
                  </a:cxn>
                  <a:cxn ang="0">
                    <a:pos x="107" y="0"/>
                  </a:cxn>
                  <a:cxn ang="0">
                    <a:pos x="69" y="5"/>
                  </a:cxn>
                  <a:cxn ang="0">
                    <a:pos x="34" y="23"/>
                  </a:cxn>
                  <a:cxn ang="0">
                    <a:pos x="10" y="53"/>
                  </a:cxn>
                  <a:cxn ang="0">
                    <a:pos x="0" y="94"/>
                  </a:cxn>
                  <a:cxn ang="0">
                    <a:pos x="0" y="94"/>
                  </a:cxn>
                  <a:cxn ang="0">
                    <a:pos x="16" y="94"/>
                  </a:cxn>
                </a:cxnLst>
                <a:rect l="0" t="0" r="r" b="b"/>
                <a:pathLst>
                  <a:path w="211" h="94">
                    <a:moveTo>
                      <a:pt x="16" y="94"/>
                    </a:moveTo>
                    <a:lnTo>
                      <a:pt x="16" y="94"/>
                    </a:lnTo>
                    <a:lnTo>
                      <a:pt x="23" y="59"/>
                    </a:lnTo>
                    <a:lnTo>
                      <a:pt x="43" y="35"/>
                    </a:lnTo>
                    <a:lnTo>
                      <a:pt x="72" y="21"/>
                    </a:lnTo>
                    <a:lnTo>
                      <a:pt x="107" y="16"/>
                    </a:lnTo>
                    <a:lnTo>
                      <a:pt x="140" y="21"/>
                    </a:lnTo>
                    <a:lnTo>
                      <a:pt x="168" y="37"/>
                    </a:lnTo>
                    <a:lnTo>
                      <a:pt x="189" y="60"/>
                    </a:lnTo>
                    <a:lnTo>
                      <a:pt x="195" y="94"/>
                    </a:lnTo>
                    <a:lnTo>
                      <a:pt x="211" y="94"/>
                    </a:lnTo>
                    <a:lnTo>
                      <a:pt x="202" y="54"/>
                    </a:lnTo>
                    <a:lnTo>
                      <a:pt x="178" y="24"/>
                    </a:lnTo>
                    <a:lnTo>
                      <a:pt x="143" y="5"/>
                    </a:lnTo>
                    <a:lnTo>
                      <a:pt x="107" y="0"/>
                    </a:lnTo>
                    <a:lnTo>
                      <a:pt x="69" y="5"/>
                    </a:lnTo>
                    <a:lnTo>
                      <a:pt x="34" y="23"/>
                    </a:lnTo>
                    <a:lnTo>
                      <a:pt x="10" y="53"/>
                    </a:lnTo>
                    <a:lnTo>
                      <a:pt x="0" y="94"/>
                    </a:lnTo>
                    <a:lnTo>
                      <a:pt x="0" y="94"/>
                    </a:lnTo>
                    <a:lnTo>
                      <a:pt x="16" y="94"/>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429" name="Freeform 317"/>
              <p:cNvSpPr/>
              <p:nvPr/>
            </p:nvSpPr>
            <p:spPr bwMode="auto">
              <a:xfrm>
                <a:off x="4803" y="2819"/>
                <a:ext cx="16" cy="21"/>
              </a:xfrm>
              <a:custGeom>
                <a:avLst/>
                <a:gdLst/>
                <a:ahLst/>
                <a:cxnLst>
                  <a:cxn ang="0">
                    <a:pos x="8" y="8"/>
                  </a:cxn>
                  <a:cxn ang="0">
                    <a:pos x="8" y="15"/>
                  </a:cxn>
                  <a:cxn ang="0">
                    <a:pos x="16" y="15"/>
                  </a:cxn>
                  <a:cxn ang="0">
                    <a:pos x="16" y="14"/>
                  </a:cxn>
                  <a:cxn ang="0">
                    <a:pos x="16" y="9"/>
                  </a:cxn>
                  <a:cxn ang="0">
                    <a:pos x="16" y="0"/>
                  </a:cxn>
                  <a:cxn ang="0">
                    <a:pos x="0" y="0"/>
                  </a:cxn>
                  <a:cxn ang="0">
                    <a:pos x="0" y="9"/>
                  </a:cxn>
                  <a:cxn ang="0">
                    <a:pos x="0" y="14"/>
                  </a:cxn>
                  <a:cxn ang="0">
                    <a:pos x="0" y="15"/>
                  </a:cxn>
                  <a:cxn ang="0">
                    <a:pos x="8" y="15"/>
                  </a:cxn>
                  <a:cxn ang="0">
                    <a:pos x="8" y="23"/>
                  </a:cxn>
                  <a:cxn ang="0">
                    <a:pos x="0" y="15"/>
                  </a:cxn>
                  <a:cxn ang="0">
                    <a:pos x="0" y="23"/>
                  </a:cxn>
                  <a:cxn ang="0">
                    <a:pos x="8" y="23"/>
                  </a:cxn>
                  <a:cxn ang="0">
                    <a:pos x="8" y="8"/>
                  </a:cxn>
                </a:cxnLst>
                <a:rect l="0" t="0" r="r" b="b"/>
                <a:pathLst>
                  <a:path w="16" h="23">
                    <a:moveTo>
                      <a:pt x="8" y="8"/>
                    </a:moveTo>
                    <a:lnTo>
                      <a:pt x="8" y="15"/>
                    </a:lnTo>
                    <a:lnTo>
                      <a:pt x="16" y="15"/>
                    </a:lnTo>
                    <a:lnTo>
                      <a:pt x="16" y="14"/>
                    </a:lnTo>
                    <a:lnTo>
                      <a:pt x="16" y="9"/>
                    </a:lnTo>
                    <a:lnTo>
                      <a:pt x="16" y="0"/>
                    </a:lnTo>
                    <a:lnTo>
                      <a:pt x="0" y="0"/>
                    </a:lnTo>
                    <a:lnTo>
                      <a:pt x="0" y="9"/>
                    </a:lnTo>
                    <a:lnTo>
                      <a:pt x="0" y="14"/>
                    </a:lnTo>
                    <a:lnTo>
                      <a:pt x="0" y="15"/>
                    </a:lnTo>
                    <a:lnTo>
                      <a:pt x="8" y="15"/>
                    </a:lnTo>
                    <a:lnTo>
                      <a:pt x="8" y="23"/>
                    </a:lnTo>
                    <a:lnTo>
                      <a:pt x="0" y="15"/>
                    </a:lnTo>
                    <a:lnTo>
                      <a:pt x="0" y="23"/>
                    </a:lnTo>
                    <a:lnTo>
                      <a:pt x="8" y="23"/>
                    </a:lnTo>
                    <a:lnTo>
                      <a:pt x="8"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430" name="Freeform 318"/>
              <p:cNvSpPr/>
              <p:nvPr/>
            </p:nvSpPr>
            <p:spPr bwMode="auto">
              <a:xfrm>
                <a:off x="4812" y="2826"/>
                <a:ext cx="203" cy="14"/>
              </a:xfrm>
              <a:custGeom>
                <a:avLst/>
                <a:gdLst/>
                <a:ahLst/>
                <a:cxnLst>
                  <a:cxn ang="0">
                    <a:pos x="187" y="7"/>
                  </a:cxn>
                  <a:cxn ang="0">
                    <a:pos x="195" y="0"/>
                  </a:cxn>
                  <a:cxn ang="0">
                    <a:pos x="0" y="0"/>
                  </a:cxn>
                  <a:cxn ang="0">
                    <a:pos x="0" y="15"/>
                  </a:cxn>
                  <a:cxn ang="0">
                    <a:pos x="195" y="15"/>
                  </a:cxn>
                  <a:cxn ang="0">
                    <a:pos x="203" y="7"/>
                  </a:cxn>
                  <a:cxn ang="0">
                    <a:pos x="195" y="15"/>
                  </a:cxn>
                  <a:cxn ang="0">
                    <a:pos x="203" y="15"/>
                  </a:cxn>
                  <a:cxn ang="0">
                    <a:pos x="203" y="7"/>
                  </a:cxn>
                  <a:cxn ang="0">
                    <a:pos x="187" y="7"/>
                  </a:cxn>
                </a:cxnLst>
                <a:rect l="0" t="0" r="r" b="b"/>
                <a:pathLst>
                  <a:path w="203" h="15">
                    <a:moveTo>
                      <a:pt x="187" y="7"/>
                    </a:moveTo>
                    <a:lnTo>
                      <a:pt x="195" y="0"/>
                    </a:lnTo>
                    <a:lnTo>
                      <a:pt x="0" y="0"/>
                    </a:lnTo>
                    <a:lnTo>
                      <a:pt x="0" y="15"/>
                    </a:lnTo>
                    <a:lnTo>
                      <a:pt x="195" y="15"/>
                    </a:lnTo>
                    <a:lnTo>
                      <a:pt x="203" y="7"/>
                    </a:lnTo>
                    <a:lnTo>
                      <a:pt x="195" y="15"/>
                    </a:lnTo>
                    <a:lnTo>
                      <a:pt x="203" y="15"/>
                    </a:lnTo>
                    <a:lnTo>
                      <a:pt x="203" y="7"/>
                    </a:lnTo>
                    <a:lnTo>
                      <a:pt x="187" y="7"/>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431" name="Freeform 319"/>
              <p:cNvSpPr/>
              <p:nvPr/>
            </p:nvSpPr>
            <p:spPr bwMode="auto">
              <a:xfrm>
                <a:off x="4901" y="2734"/>
                <a:ext cx="13" cy="100"/>
              </a:xfrm>
              <a:custGeom>
                <a:avLst/>
                <a:gdLst/>
                <a:ahLst/>
                <a:cxnLst>
                  <a:cxn ang="0">
                    <a:pos x="8" y="101"/>
                  </a:cxn>
                  <a:cxn ang="0">
                    <a:pos x="16" y="101"/>
                  </a:cxn>
                  <a:cxn ang="0">
                    <a:pos x="16" y="0"/>
                  </a:cxn>
                  <a:cxn ang="0">
                    <a:pos x="0" y="0"/>
                  </a:cxn>
                  <a:cxn ang="0">
                    <a:pos x="0" y="101"/>
                  </a:cxn>
                  <a:cxn ang="0">
                    <a:pos x="8" y="101"/>
                  </a:cxn>
                </a:cxnLst>
                <a:rect l="0" t="0" r="r" b="b"/>
                <a:pathLst>
                  <a:path w="16" h="101">
                    <a:moveTo>
                      <a:pt x="8" y="101"/>
                    </a:moveTo>
                    <a:lnTo>
                      <a:pt x="16" y="101"/>
                    </a:lnTo>
                    <a:lnTo>
                      <a:pt x="16" y="0"/>
                    </a:lnTo>
                    <a:lnTo>
                      <a:pt x="0" y="0"/>
                    </a:lnTo>
                    <a:lnTo>
                      <a:pt x="0" y="101"/>
                    </a:lnTo>
                    <a:lnTo>
                      <a:pt x="8" y="101"/>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432" name="Freeform 320"/>
              <p:cNvSpPr/>
              <p:nvPr/>
            </p:nvSpPr>
            <p:spPr bwMode="auto">
              <a:xfrm>
                <a:off x="4904" y="2755"/>
                <a:ext cx="86" cy="86"/>
              </a:xfrm>
              <a:custGeom>
                <a:avLst/>
                <a:gdLst/>
                <a:ahLst/>
                <a:cxnLst>
                  <a:cxn ang="0">
                    <a:pos x="5" y="79"/>
                  </a:cxn>
                  <a:cxn ang="0">
                    <a:pos x="10" y="84"/>
                  </a:cxn>
                  <a:cxn ang="0">
                    <a:pos x="87" y="10"/>
                  </a:cxn>
                  <a:cxn ang="0">
                    <a:pos x="78" y="0"/>
                  </a:cxn>
                  <a:cxn ang="0">
                    <a:pos x="0" y="75"/>
                  </a:cxn>
                  <a:cxn ang="0">
                    <a:pos x="5" y="79"/>
                  </a:cxn>
                </a:cxnLst>
                <a:rect l="0" t="0" r="r" b="b"/>
                <a:pathLst>
                  <a:path w="87" h="84">
                    <a:moveTo>
                      <a:pt x="5" y="79"/>
                    </a:moveTo>
                    <a:lnTo>
                      <a:pt x="10" y="84"/>
                    </a:lnTo>
                    <a:lnTo>
                      <a:pt x="87" y="10"/>
                    </a:lnTo>
                    <a:lnTo>
                      <a:pt x="78" y="0"/>
                    </a:lnTo>
                    <a:lnTo>
                      <a:pt x="0" y="75"/>
                    </a:lnTo>
                    <a:lnTo>
                      <a:pt x="5" y="79"/>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433" name="Freeform 321"/>
              <p:cNvSpPr/>
              <p:nvPr/>
            </p:nvSpPr>
            <p:spPr bwMode="auto">
              <a:xfrm>
                <a:off x="4828" y="2755"/>
                <a:ext cx="86" cy="86"/>
              </a:xfrm>
              <a:custGeom>
                <a:avLst/>
                <a:gdLst/>
                <a:ahLst/>
                <a:cxnLst>
                  <a:cxn ang="0">
                    <a:pos x="78" y="80"/>
                  </a:cxn>
                  <a:cxn ang="0">
                    <a:pos x="83" y="76"/>
                  </a:cxn>
                  <a:cxn ang="0">
                    <a:pos x="10" y="0"/>
                  </a:cxn>
                  <a:cxn ang="0">
                    <a:pos x="0" y="9"/>
                  </a:cxn>
                  <a:cxn ang="0">
                    <a:pos x="73" y="85"/>
                  </a:cxn>
                  <a:cxn ang="0">
                    <a:pos x="78" y="80"/>
                  </a:cxn>
                </a:cxnLst>
                <a:rect l="0" t="0" r="r" b="b"/>
                <a:pathLst>
                  <a:path w="83" h="85">
                    <a:moveTo>
                      <a:pt x="78" y="80"/>
                    </a:moveTo>
                    <a:lnTo>
                      <a:pt x="83" y="76"/>
                    </a:lnTo>
                    <a:lnTo>
                      <a:pt x="10" y="0"/>
                    </a:lnTo>
                    <a:lnTo>
                      <a:pt x="0" y="9"/>
                    </a:lnTo>
                    <a:lnTo>
                      <a:pt x="73" y="85"/>
                    </a:lnTo>
                    <a:lnTo>
                      <a:pt x="78" y="80"/>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grpSp>
        <p:sp>
          <p:nvSpPr>
            <p:cNvPr id="28046" name="Text Box 322"/>
            <p:cNvSpPr txBox="1"/>
            <p:nvPr/>
          </p:nvSpPr>
          <p:spPr>
            <a:xfrm>
              <a:off x="4729" y="650"/>
              <a:ext cx="804" cy="845"/>
            </a:xfrm>
            <a:prstGeom prst="rect">
              <a:avLst/>
            </a:prstGeom>
            <a:noFill/>
            <a:ln w="12700">
              <a:noFill/>
            </a:ln>
          </p:spPr>
          <p:txBody>
            <a:bodyPr wrap="none">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ct val="0"/>
                </a:spcBef>
                <a:spcAft>
                  <a:spcPts val="590"/>
                </a:spcAft>
                <a:buSzPct val="80000"/>
                <a:buNone/>
              </a:pPr>
              <a:endParaRPr lang="zh-CN" altLang="en-US" sz="2800" dirty="0">
                <a:ea typeface="宋体" pitchFamily="2" charset="-122"/>
              </a:endParaRPr>
            </a:p>
          </p:txBody>
        </p:sp>
      </p:grpSp>
      <p:grpSp>
        <p:nvGrpSpPr>
          <p:cNvPr id="22" name="Group 323"/>
          <p:cNvGrpSpPr/>
          <p:nvPr/>
        </p:nvGrpSpPr>
        <p:grpSpPr>
          <a:xfrm>
            <a:off x="6592888" y="2671763"/>
            <a:ext cx="536575" cy="846137"/>
            <a:chOff x="4368" y="0"/>
            <a:chExt cx="1392" cy="1495"/>
          </a:xfrm>
        </p:grpSpPr>
        <p:grpSp>
          <p:nvGrpSpPr>
            <p:cNvPr id="28011" name="Group 324"/>
            <p:cNvGrpSpPr/>
            <p:nvPr/>
          </p:nvGrpSpPr>
          <p:grpSpPr>
            <a:xfrm>
              <a:off x="4368" y="0"/>
              <a:ext cx="1392" cy="1056"/>
              <a:chOff x="4368" y="2016"/>
              <a:chExt cx="1072" cy="1344"/>
            </a:xfrm>
          </p:grpSpPr>
          <p:sp>
            <p:nvSpPr>
              <p:cNvPr id="346437" name="Freeform 325"/>
              <p:cNvSpPr/>
              <p:nvPr/>
            </p:nvSpPr>
            <p:spPr bwMode="auto">
              <a:xfrm>
                <a:off x="4457" y="2462"/>
                <a:ext cx="898" cy="825"/>
              </a:xfrm>
              <a:custGeom>
                <a:avLst/>
                <a:gdLst/>
                <a:ahLst/>
                <a:cxnLst>
                  <a:cxn ang="0">
                    <a:pos x="445" y="0"/>
                  </a:cxn>
                  <a:cxn ang="0">
                    <a:pos x="897" y="293"/>
                  </a:cxn>
                  <a:cxn ang="0">
                    <a:pos x="897" y="829"/>
                  </a:cxn>
                  <a:cxn ang="0">
                    <a:pos x="601" y="829"/>
                  </a:cxn>
                  <a:cxn ang="0">
                    <a:pos x="296" y="829"/>
                  </a:cxn>
                  <a:cxn ang="0">
                    <a:pos x="0" y="829"/>
                  </a:cxn>
                  <a:cxn ang="0">
                    <a:pos x="0" y="293"/>
                  </a:cxn>
                  <a:cxn ang="0">
                    <a:pos x="445" y="0"/>
                  </a:cxn>
                </a:cxnLst>
                <a:rect l="0" t="0" r="r" b="b"/>
                <a:pathLst>
                  <a:path w="897" h="829">
                    <a:moveTo>
                      <a:pt x="445" y="0"/>
                    </a:moveTo>
                    <a:lnTo>
                      <a:pt x="897" y="293"/>
                    </a:lnTo>
                    <a:lnTo>
                      <a:pt x="897" y="829"/>
                    </a:lnTo>
                    <a:lnTo>
                      <a:pt x="601" y="829"/>
                    </a:lnTo>
                    <a:lnTo>
                      <a:pt x="296" y="829"/>
                    </a:lnTo>
                    <a:lnTo>
                      <a:pt x="0" y="829"/>
                    </a:lnTo>
                    <a:lnTo>
                      <a:pt x="0" y="293"/>
                    </a:lnTo>
                    <a:lnTo>
                      <a:pt x="445" y="0"/>
                    </a:lnTo>
                    <a:close/>
                  </a:path>
                </a:pathLst>
              </a:custGeom>
              <a:solidFill>
                <a:srgbClr val="993366"/>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346438" name="Freeform 326"/>
              <p:cNvSpPr/>
              <p:nvPr/>
            </p:nvSpPr>
            <p:spPr bwMode="auto">
              <a:xfrm>
                <a:off x="4368" y="2462"/>
                <a:ext cx="415" cy="289"/>
              </a:xfrm>
              <a:custGeom>
                <a:avLst/>
                <a:gdLst/>
                <a:ahLst/>
                <a:cxnLst>
                  <a:cxn ang="0">
                    <a:pos x="0" y="288"/>
                  </a:cxn>
                  <a:cxn ang="0">
                    <a:pos x="416" y="32"/>
                  </a:cxn>
                  <a:cxn ang="0">
                    <a:pos x="416" y="27"/>
                  </a:cxn>
                  <a:cxn ang="0">
                    <a:pos x="416" y="19"/>
                  </a:cxn>
                  <a:cxn ang="0">
                    <a:pos x="416" y="9"/>
                  </a:cxn>
                  <a:cxn ang="0">
                    <a:pos x="416" y="0"/>
                  </a:cxn>
                  <a:cxn ang="0">
                    <a:pos x="0" y="254"/>
                  </a:cxn>
                  <a:cxn ang="0">
                    <a:pos x="0" y="288"/>
                  </a:cxn>
                </a:cxnLst>
                <a:rect l="0" t="0" r="r" b="b"/>
                <a:pathLst>
                  <a:path w="416" h="288">
                    <a:moveTo>
                      <a:pt x="0" y="288"/>
                    </a:moveTo>
                    <a:lnTo>
                      <a:pt x="416" y="32"/>
                    </a:lnTo>
                    <a:lnTo>
                      <a:pt x="416" y="27"/>
                    </a:lnTo>
                    <a:lnTo>
                      <a:pt x="416" y="19"/>
                    </a:lnTo>
                    <a:lnTo>
                      <a:pt x="416" y="9"/>
                    </a:lnTo>
                    <a:lnTo>
                      <a:pt x="416" y="0"/>
                    </a:lnTo>
                    <a:lnTo>
                      <a:pt x="0" y="254"/>
                    </a:lnTo>
                    <a:lnTo>
                      <a:pt x="0" y="288"/>
                    </a:lnTo>
                    <a:close/>
                  </a:path>
                </a:pathLst>
              </a:custGeom>
              <a:solidFill>
                <a:srgbClr val="000000"/>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346439" name="Rectangle 327"/>
              <p:cNvSpPr>
                <a:spLocks noChangeArrowheads="1"/>
              </p:cNvSpPr>
              <p:nvPr/>
            </p:nvSpPr>
            <p:spPr bwMode="auto">
              <a:xfrm>
                <a:off x="4457" y="3330"/>
                <a:ext cx="898" cy="29"/>
              </a:xfrm>
              <a:prstGeom prst="rect">
                <a:avLst/>
              </a:prstGeom>
              <a:solidFill>
                <a:srgbClr val="000000"/>
              </a:solidFill>
              <a:ln w="9525">
                <a:noFill/>
                <a:miter lim="800000"/>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346440" name="Freeform 328"/>
              <p:cNvSpPr/>
              <p:nvPr/>
            </p:nvSpPr>
            <p:spPr bwMode="auto">
              <a:xfrm>
                <a:off x="4787" y="2170"/>
                <a:ext cx="241" cy="328"/>
              </a:xfrm>
              <a:custGeom>
                <a:avLst/>
                <a:gdLst/>
                <a:ahLst/>
                <a:cxnLst>
                  <a:cxn ang="0">
                    <a:pos x="242" y="327"/>
                  </a:cxn>
                  <a:cxn ang="0">
                    <a:pos x="242" y="0"/>
                  </a:cxn>
                  <a:cxn ang="0">
                    <a:pos x="0" y="0"/>
                  </a:cxn>
                  <a:cxn ang="0">
                    <a:pos x="0" y="321"/>
                  </a:cxn>
                  <a:cxn ang="0">
                    <a:pos x="116" y="240"/>
                  </a:cxn>
                  <a:cxn ang="0">
                    <a:pos x="242" y="327"/>
                  </a:cxn>
                </a:cxnLst>
                <a:rect l="0" t="0" r="r" b="b"/>
                <a:pathLst>
                  <a:path w="242" h="327">
                    <a:moveTo>
                      <a:pt x="242" y="327"/>
                    </a:moveTo>
                    <a:lnTo>
                      <a:pt x="242" y="0"/>
                    </a:lnTo>
                    <a:lnTo>
                      <a:pt x="0" y="0"/>
                    </a:lnTo>
                    <a:lnTo>
                      <a:pt x="0" y="321"/>
                    </a:lnTo>
                    <a:lnTo>
                      <a:pt x="116" y="240"/>
                    </a:lnTo>
                    <a:lnTo>
                      <a:pt x="242" y="327"/>
                    </a:lnTo>
                    <a:close/>
                  </a:path>
                </a:pathLst>
              </a:custGeom>
              <a:solidFill>
                <a:srgbClr val="000000"/>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346441" name="Freeform 329"/>
              <p:cNvSpPr/>
              <p:nvPr/>
            </p:nvSpPr>
            <p:spPr bwMode="auto">
              <a:xfrm>
                <a:off x="4723" y="2016"/>
                <a:ext cx="358" cy="125"/>
              </a:xfrm>
              <a:custGeom>
                <a:avLst/>
                <a:gdLst/>
                <a:ahLst/>
                <a:cxnLst>
                  <a:cxn ang="0">
                    <a:pos x="181" y="0"/>
                  </a:cxn>
                  <a:cxn ang="0">
                    <a:pos x="0" y="126"/>
                  </a:cxn>
                  <a:cxn ang="0">
                    <a:pos x="361" y="126"/>
                  </a:cxn>
                  <a:cxn ang="0">
                    <a:pos x="181" y="0"/>
                  </a:cxn>
                </a:cxnLst>
                <a:rect l="0" t="0" r="r" b="b"/>
                <a:pathLst>
                  <a:path w="361" h="126">
                    <a:moveTo>
                      <a:pt x="181" y="0"/>
                    </a:moveTo>
                    <a:lnTo>
                      <a:pt x="0" y="126"/>
                    </a:lnTo>
                    <a:lnTo>
                      <a:pt x="361" y="126"/>
                    </a:lnTo>
                    <a:lnTo>
                      <a:pt x="181" y="0"/>
                    </a:lnTo>
                    <a:close/>
                  </a:path>
                </a:pathLst>
              </a:custGeom>
              <a:solidFill>
                <a:srgbClr val="000000"/>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346442" name="Freeform 330"/>
              <p:cNvSpPr/>
              <p:nvPr/>
            </p:nvSpPr>
            <p:spPr bwMode="auto">
              <a:xfrm>
                <a:off x="5028" y="2469"/>
                <a:ext cx="412" cy="282"/>
              </a:xfrm>
              <a:custGeom>
                <a:avLst/>
                <a:gdLst/>
                <a:ahLst/>
                <a:cxnLst>
                  <a:cxn ang="0">
                    <a:pos x="413" y="287"/>
                  </a:cxn>
                  <a:cxn ang="0">
                    <a:pos x="0" y="31"/>
                  </a:cxn>
                  <a:cxn ang="0">
                    <a:pos x="0" y="25"/>
                  </a:cxn>
                  <a:cxn ang="0">
                    <a:pos x="0" y="17"/>
                  </a:cxn>
                  <a:cxn ang="0">
                    <a:pos x="0" y="9"/>
                  </a:cxn>
                  <a:cxn ang="0">
                    <a:pos x="0" y="0"/>
                  </a:cxn>
                  <a:cxn ang="0">
                    <a:pos x="413" y="253"/>
                  </a:cxn>
                  <a:cxn ang="0">
                    <a:pos x="413" y="287"/>
                  </a:cxn>
                </a:cxnLst>
                <a:rect l="0" t="0" r="r" b="b"/>
                <a:pathLst>
                  <a:path w="413" h="287">
                    <a:moveTo>
                      <a:pt x="413" y="287"/>
                    </a:moveTo>
                    <a:lnTo>
                      <a:pt x="0" y="31"/>
                    </a:lnTo>
                    <a:lnTo>
                      <a:pt x="0" y="25"/>
                    </a:lnTo>
                    <a:lnTo>
                      <a:pt x="0" y="17"/>
                    </a:lnTo>
                    <a:lnTo>
                      <a:pt x="0" y="9"/>
                    </a:lnTo>
                    <a:lnTo>
                      <a:pt x="0" y="0"/>
                    </a:lnTo>
                    <a:lnTo>
                      <a:pt x="413" y="253"/>
                    </a:lnTo>
                    <a:lnTo>
                      <a:pt x="413" y="287"/>
                    </a:lnTo>
                    <a:close/>
                  </a:path>
                </a:pathLst>
              </a:custGeom>
              <a:solidFill>
                <a:srgbClr val="000000"/>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346443" name="Freeform 331"/>
              <p:cNvSpPr/>
              <p:nvPr/>
            </p:nvSpPr>
            <p:spPr bwMode="auto">
              <a:xfrm>
                <a:off x="4841" y="2209"/>
                <a:ext cx="127" cy="164"/>
              </a:xfrm>
              <a:custGeom>
                <a:avLst/>
                <a:gdLst/>
                <a:ahLst/>
                <a:cxnLst>
                  <a:cxn ang="0">
                    <a:pos x="65" y="0"/>
                  </a:cxn>
                  <a:cxn ang="0">
                    <a:pos x="51" y="1"/>
                  </a:cxn>
                  <a:cxn ang="0">
                    <a:pos x="38" y="6"/>
                  </a:cxn>
                  <a:cxn ang="0">
                    <a:pos x="27" y="13"/>
                  </a:cxn>
                  <a:cxn ang="0">
                    <a:pos x="17" y="20"/>
                  </a:cxn>
                  <a:cxn ang="0">
                    <a:pos x="9" y="32"/>
                  </a:cxn>
                  <a:cxn ang="0">
                    <a:pos x="5" y="44"/>
                  </a:cxn>
                  <a:cxn ang="0">
                    <a:pos x="1" y="58"/>
                  </a:cxn>
                  <a:cxn ang="0">
                    <a:pos x="0" y="74"/>
                  </a:cxn>
                  <a:cxn ang="0">
                    <a:pos x="0" y="103"/>
                  </a:cxn>
                  <a:cxn ang="0">
                    <a:pos x="0" y="126"/>
                  </a:cxn>
                  <a:cxn ang="0">
                    <a:pos x="0" y="145"/>
                  </a:cxn>
                  <a:cxn ang="0">
                    <a:pos x="0" y="164"/>
                  </a:cxn>
                  <a:cxn ang="0">
                    <a:pos x="27" y="164"/>
                  </a:cxn>
                  <a:cxn ang="0">
                    <a:pos x="44" y="164"/>
                  </a:cxn>
                  <a:cxn ang="0">
                    <a:pos x="55" y="164"/>
                  </a:cxn>
                  <a:cxn ang="0">
                    <a:pos x="63" y="164"/>
                  </a:cxn>
                  <a:cxn ang="0">
                    <a:pos x="71" y="164"/>
                  </a:cxn>
                  <a:cxn ang="0">
                    <a:pos x="82" y="164"/>
                  </a:cxn>
                  <a:cxn ang="0">
                    <a:pos x="100" y="164"/>
                  </a:cxn>
                  <a:cxn ang="0">
                    <a:pos x="127" y="164"/>
                  </a:cxn>
                  <a:cxn ang="0">
                    <a:pos x="127" y="139"/>
                  </a:cxn>
                  <a:cxn ang="0">
                    <a:pos x="127" y="114"/>
                  </a:cxn>
                  <a:cxn ang="0">
                    <a:pos x="127" y="90"/>
                  </a:cxn>
                  <a:cxn ang="0">
                    <a:pos x="127" y="71"/>
                  </a:cxn>
                  <a:cxn ang="0">
                    <a:pos x="127" y="62"/>
                  </a:cxn>
                  <a:cxn ang="0">
                    <a:pos x="123" y="51"/>
                  </a:cxn>
                  <a:cxn ang="0">
                    <a:pos x="119" y="38"/>
                  </a:cxn>
                  <a:cxn ang="0">
                    <a:pos x="112" y="27"/>
                  </a:cxn>
                  <a:cxn ang="0">
                    <a:pos x="104" y="16"/>
                  </a:cxn>
                  <a:cxn ang="0">
                    <a:pos x="93" y="8"/>
                  </a:cxn>
                  <a:cxn ang="0">
                    <a:pos x="81" y="1"/>
                  </a:cxn>
                  <a:cxn ang="0">
                    <a:pos x="65" y="0"/>
                  </a:cxn>
                </a:cxnLst>
                <a:rect l="0" t="0" r="r" b="b"/>
                <a:pathLst>
                  <a:path w="127" h="164">
                    <a:moveTo>
                      <a:pt x="65" y="0"/>
                    </a:moveTo>
                    <a:lnTo>
                      <a:pt x="51" y="1"/>
                    </a:lnTo>
                    <a:lnTo>
                      <a:pt x="38" y="6"/>
                    </a:lnTo>
                    <a:lnTo>
                      <a:pt x="27" y="13"/>
                    </a:lnTo>
                    <a:lnTo>
                      <a:pt x="17" y="20"/>
                    </a:lnTo>
                    <a:lnTo>
                      <a:pt x="9" y="32"/>
                    </a:lnTo>
                    <a:lnTo>
                      <a:pt x="5" y="44"/>
                    </a:lnTo>
                    <a:lnTo>
                      <a:pt x="1" y="58"/>
                    </a:lnTo>
                    <a:lnTo>
                      <a:pt x="0" y="74"/>
                    </a:lnTo>
                    <a:lnTo>
                      <a:pt x="0" y="103"/>
                    </a:lnTo>
                    <a:lnTo>
                      <a:pt x="0" y="126"/>
                    </a:lnTo>
                    <a:lnTo>
                      <a:pt x="0" y="145"/>
                    </a:lnTo>
                    <a:lnTo>
                      <a:pt x="0" y="164"/>
                    </a:lnTo>
                    <a:lnTo>
                      <a:pt x="27" y="164"/>
                    </a:lnTo>
                    <a:lnTo>
                      <a:pt x="44" y="164"/>
                    </a:lnTo>
                    <a:lnTo>
                      <a:pt x="55" y="164"/>
                    </a:lnTo>
                    <a:lnTo>
                      <a:pt x="63" y="164"/>
                    </a:lnTo>
                    <a:lnTo>
                      <a:pt x="71" y="164"/>
                    </a:lnTo>
                    <a:lnTo>
                      <a:pt x="82" y="164"/>
                    </a:lnTo>
                    <a:lnTo>
                      <a:pt x="100" y="164"/>
                    </a:lnTo>
                    <a:lnTo>
                      <a:pt x="127" y="164"/>
                    </a:lnTo>
                    <a:lnTo>
                      <a:pt x="127" y="139"/>
                    </a:lnTo>
                    <a:lnTo>
                      <a:pt x="127" y="114"/>
                    </a:lnTo>
                    <a:lnTo>
                      <a:pt x="127" y="90"/>
                    </a:lnTo>
                    <a:lnTo>
                      <a:pt x="127" y="71"/>
                    </a:lnTo>
                    <a:lnTo>
                      <a:pt x="127" y="62"/>
                    </a:lnTo>
                    <a:lnTo>
                      <a:pt x="123" y="51"/>
                    </a:lnTo>
                    <a:lnTo>
                      <a:pt x="119" y="38"/>
                    </a:lnTo>
                    <a:lnTo>
                      <a:pt x="112" y="27"/>
                    </a:lnTo>
                    <a:lnTo>
                      <a:pt x="104" y="16"/>
                    </a:lnTo>
                    <a:lnTo>
                      <a:pt x="93" y="8"/>
                    </a:lnTo>
                    <a:lnTo>
                      <a:pt x="81" y="1"/>
                    </a:lnTo>
                    <a:lnTo>
                      <a:pt x="65" y="0"/>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444" name="Rectangle 332"/>
              <p:cNvSpPr>
                <a:spLocks noChangeArrowheads="1"/>
              </p:cNvSpPr>
              <p:nvPr/>
            </p:nvSpPr>
            <p:spPr bwMode="auto">
              <a:xfrm>
                <a:off x="4803" y="2901"/>
                <a:ext cx="206" cy="386"/>
              </a:xfrm>
              <a:prstGeom prst="rect">
                <a:avLst/>
              </a:prstGeom>
              <a:solidFill>
                <a:srgbClr val="FFFFFF"/>
              </a:solidFill>
              <a:ln w="9525">
                <a:noFill/>
                <a:miter lim="800000"/>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445" name="Freeform 333"/>
              <p:cNvSpPr/>
              <p:nvPr/>
            </p:nvSpPr>
            <p:spPr bwMode="auto">
              <a:xfrm>
                <a:off x="4736" y="2819"/>
                <a:ext cx="13" cy="318"/>
              </a:xfrm>
              <a:custGeom>
                <a:avLst/>
                <a:gdLst/>
                <a:ahLst/>
                <a:cxnLst>
                  <a:cxn ang="0">
                    <a:pos x="8" y="16"/>
                  </a:cxn>
                  <a:cxn ang="0">
                    <a:pos x="0" y="8"/>
                  </a:cxn>
                  <a:cxn ang="0">
                    <a:pos x="0" y="320"/>
                  </a:cxn>
                  <a:cxn ang="0">
                    <a:pos x="16" y="320"/>
                  </a:cxn>
                  <a:cxn ang="0">
                    <a:pos x="16" y="8"/>
                  </a:cxn>
                  <a:cxn ang="0">
                    <a:pos x="8" y="0"/>
                  </a:cxn>
                  <a:cxn ang="0">
                    <a:pos x="16" y="8"/>
                  </a:cxn>
                  <a:cxn ang="0">
                    <a:pos x="16" y="0"/>
                  </a:cxn>
                  <a:cxn ang="0">
                    <a:pos x="8" y="0"/>
                  </a:cxn>
                  <a:cxn ang="0">
                    <a:pos x="8" y="16"/>
                  </a:cxn>
                </a:cxnLst>
                <a:rect l="0" t="0" r="r" b="b"/>
                <a:pathLst>
                  <a:path w="16" h="320">
                    <a:moveTo>
                      <a:pt x="8" y="16"/>
                    </a:moveTo>
                    <a:lnTo>
                      <a:pt x="0" y="8"/>
                    </a:lnTo>
                    <a:lnTo>
                      <a:pt x="0" y="320"/>
                    </a:lnTo>
                    <a:lnTo>
                      <a:pt x="16" y="320"/>
                    </a:lnTo>
                    <a:lnTo>
                      <a:pt x="16" y="8"/>
                    </a:lnTo>
                    <a:lnTo>
                      <a:pt x="8" y="0"/>
                    </a:lnTo>
                    <a:lnTo>
                      <a:pt x="16" y="8"/>
                    </a:lnTo>
                    <a:lnTo>
                      <a:pt x="16" y="0"/>
                    </a:lnTo>
                    <a:lnTo>
                      <a:pt x="8" y="0"/>
                    </a:lnTo>
                    <a:lnTo>
                      <a:pt x="8" y="16"/>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446" name="Freeform 334"/>
              <p:cNvSpPr/>
              <p:nvPr/>
            </p:nvSpPr>
            <p:spPr bwMode="auto">
              <a:xfrm>
                <a:off x="4558" y="2819"/>
                <a:ext cx="184" cy="21"/>
              </a:xfrm>
              <a:custGeom>
                <a:avLst/>
                <a:gdLst/>
                <a:ahLst/>
                <a:cxnLst>
                  <a:cxn ang="0">
                    <a:pos x="16" y="8"/>
                  </a:cxn>
                  <a:cxn ang="0">
                    <a:pos x="8" y="16"/>
                  </a:cxn>
                  <a:cxn ang="0">
                    <a:pos x="187" y="16"/>
                  </a:cxn>
                  <a:cxn ang="0">
                    <a:pos x="187" y="0"/>
                  </a:cxn>
                  <a:cxn ang="0">
                    <a:pos x="8" y="0"/>
                  </a:cxn>
                  <a:cxn ang="0">
                    <a:pos x="0" y="8"/>
                  </a:cxn>
                  <a:cxn ang="0">
                    <a:pos x="8" y="0"/>
                  </a:cxn>
                  <a:cxn ang="0">
                    <a:pos x="0" y="0"/>
                  </a:cxn>
                  <a:cxn ang="0">
                    <a:pos x="0" y="8"/>
                  </a:cxn>
                  <a:cxn ang="0">
                    <a:pos x="16" y="8"/>
                  </a:cxn>
                </a:cxnLst>
                <a:rect l="0" t="0" r="r" b="b"/>
                <a:pathLst>
                  <a:path w="187" h="16">
                    <a:moveTo>
                      <a:pt x="16" y="8"/>
                    </a:moveTo>
                    <a:lnTo>
                      <a:pt x="8" y="16"/>
                    </a:lnTo>
                    <a:lnTo>
                      <a:pt x="187" y="16"/>
                    </a:lnTo>
                    <a:lnTo>
                      <a:pt x="187" y="0"/>
                    </a:lnTo>
                    <a:lnTo>
                      <a:pt x="8" y="0"/>
                    </a:lnTo>
                    <a:lnTo>
                      <a:pt x="0" y="8"/>
                    </a:lnTo>
                    <a:lnTo>
                      <a:pt x="8" y="0"/>
                    </a:lnTo>
                    <a:lnTo>
                      <a:pt x="0" y="0"/>
                    </a:lnTo>
                    <a:lnTo>
                      <a:pt x="0" y="8"/>
                    </a:lnTo>
                    <a:lnTo>
                      <a:pt x="16"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447" name="Freeform 335"/>
              <p:cNvSpPr/>
              <p:nvPr/>
            </p:nvSpPr>
            <p:spPr bwMode="auto">
              <a:xfrm>
                <a:off x="4558" y="2826"/>
                <a:ext cx="13" cy="318"/>
              </a:xfrm>
              <a:custGeom>
                <a:avLst/>
                <a:gdLst/>
                <a:ahLst/>
                <a:cxnLst>
                  <a:cxn ang="0">
                    <a:pos x="8" y="304"/>
                  </a:cxn>
                  <a:cxn ang="0">
                    <a:pos x="16" y="312"/>
                  </a:cxn>
                  <a:cxn ang="0">
                    <a:pos x="16" y="0"/>
                  </a:cxn>
                  <a:cxn ang="0">
                    <a:pos x="0" y="0"/>
                  </a:cxn>
                  <a:cxn ang="0">
                    <a:pos x="0" y="312"/>
                  </a:cxn>
                  <a:cxn ang="0">
                    <a:pos x="8" y="320"/>
                  </a:cxn>
                  <a:cxn ang="0">
                    <a:pos x="0" y="312"/>
                  </a:cxn>
                  <a:cxn ang="0">
                    <a:pos x="0" y="320"/>
                  </a:cxn>
                  <a:cxn ang="0">
                    <a:pos x="8" y="320"/>
                  </a:cxn>
                  <a:cxn ang="0">
                    <a:pos x="8" y="304"/>
                  </a:cxn>
                </a:cxnLst>
                <a:rect l="0" t="0" r="r" b="b"/>
                <a:pathLst>
                  <a:path w="16" h="320">
                    <a:moveTo>
                      <a:pt x="8" y="304"/>
                    </a:moveTo>
                    <a:lnTo>
                      <a:pt x="16" y="312"/>
                    </a:lnTo>
                    <a:lnTo>
                      <a:pt x="16" y="0"/>
                    </a:lnTo>
                    <a:lnTo>
                      <a:pt x="0" y="0"/>
                    </a:lnTo>
                    <a:lnTo>
                      <a:pt x="0" y="312"/>
                    </a:lnTo>
                    <a:lnTo>
                      <a:pt x="8" y="320"/>
                    </a:lnTo>
                    <a:lnTo>
                      <a:pt x="0" y="312"/>
                    </a:lnTo>
                    <a:lnTo>
                      <a:pt x="0" y="320"/>
                    </a:lnTo>
                    <a:lnTo>
                      <a:pt x="8" y="320"/>
                    </a:lnTo>
                    <a:lnTo>
                      <a:pt x="8" y="304"/>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448" name="Freeform 336"/>
              <p:cNvSpPr/>
              <p:nvPr/>
            </p:nvSpPr>
            <p:spPr bwMode="auto">
              <a:xfrm>
                <a:off x="4565" y="3130"/>
                <a:ext cx="184" cy="14"/>
              </a:xfrm>
              <a:custGeom>
                <a:avLst/>
                <a:gdLst/>
                <a:ahLst/>
                <a:cxnLst>
                  <a:cxn ang="0">
                    <a:pos x="171" y="8"/>
                  </a:cxn>
                  <a:cxn ang="0">
                    <a:pos x="179" y="0"/>
                  </a:cxn>
                  <a:cxn ang="0">
                    <a:pos x="0" y="0"/>
                  </a:cxn>
                  <a:cxn ang="0">
                    <a:pos x="0" y="16"/>
                  </a:cxn>
                  <a:cxn ang="0">
                    <a:pos x="179" y="16"/>
                  </a:cxn>
                  <a:cxn ang="0">
                    <a:pos x="187" y="8"/>
                  </a:cxn>
                  <a:cxn ang="0">
                    <a:pos x="179" y="16"/>
                  </a:cxn>
                  <a:cxn ang="0">
                    <a:pos x="187" y="16"/>
                  </a:cxn>
                  <a:cxn ang="0">
                    <a:pos x="187" y="8"/>
                  </a:cxn>
                  <a:cxn ang="0">
                    <a:pos x="171" y="8"/>
                  </a:cxn>
                </a:cxnLst>
                <a:rect l="0" t="0" r="r" b="b"/>
                <a:pathLst>
                  <a:path w="187" h="16">
                    <a:moveTo>
                      <a:pt x="171" y="8"/>
                    </a:moveTo>
                    <a:lnTo>
                      <a:pt x="179" y="0"/>
                    </a:lnTo>
                    <a:lnTo>
                      <a:pt x="0" y="0"/>
                    </a:lnTo>
                    <a:lnTo>
                      <a:pt x="0" y="16"/>
                    </a:lnTo>
                    <a:lnTo>
                      <a:pt x="179" y="16"/>
                    </a:lnTo>
                    <a:lnTo>
                      <a:pt x="187" y="8"/>
                    </a:lnTo>
                    <a:lnTo>
                      <a:pt x="179" y="16"/>
                    </a:lnTo>
                    <a:lnTo>
                      <a:pt x="187" y="16"/>
                    </a:lnTo>
                    <a:lnTo>
                      <a:pt x="187" y="8"/>
                    </a:lnTo>
                    <a:lnTo>
                      <a:pt x="171"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449" name="Freeform 337"/>
              <p:cNvSpPr/>
              <p:nvPr/>
            </p:nvSpPr>
            <p:spPr bwMode="auto">
              <a:xfrm>
                <a:off x="4568" y="2916"/>
                <a:ext cx="174" cy="11"/>
              </a:xfrm>
              <a:custGeom>
                <a:avLst/>
                <a:gdLst/>
                <a:ahLst/>
                <a:cxnLst>
                  <a:cxn ang="0">
                    <a:pos x="176" y="8"/>
                  </a:cxn>
                  <a:cxn ang="0">
                    <a:pos x="176" y="0"/>
                  </a:cxn>
                  <a:cxn ang="0">
                    <a:pos x="0" y="0"/>
                  </a:cxn>
                  <a:cxn ang="0">
                    <a:pos x="0" y="16"/>
                  </a:cxn>
                  <a:cxn ang="0">
                    <a:pos x="176" y="16"/>
                  </a:cxn>
                  <a:cxn ang="0">
                    <a:pos x="176" y="8"/>
                  </a:cxn>
                </a:cxnLst>
                <a:rect l="0" t="0" r="r" b="b"/>
                <a:pathLst>
                  <a:path w="176" h="16">
                    <a:moveTo>
                      <a:pt x="176" y="8"/>
                    </a:moveTo>
                    <a:lnTo>
                      <a:pt x="176" y="0"/>
                    </a:lnTo>
                    <a:lnTo>
                      <a:pt x="0" y="0"/>
                    </a:lnTo>
                    <a:lnTo>
                      <a:pt x="0" y="16"/>
                    </a:lnTo>
                    <a:lnTo>
                      <a:pt x="176" y="16"/>
                    </a:lnTo>
                    <a:lnTo>
                      <a:pt x="176"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450" name="Freeform 338"/>
              <p:cNvSpPr/>
              <p:nvPr/>
            </p:nvSpPr>
            <p:spPr bwMode="auto">
              <a:xfrm>
                <a:off x="4568" y="3026"/>
                <a:ext cx="174" cy="18"/>
              </a:xfrm>
              <a:custGeom>
                <a:avLst/>
                <a:gdLst/>
                <a:ahLst/>
                <a:cxnLst>
                  <a:cxn ang="0">
                    <a:pos x="176" y="8"/>
                  </a:cxn>
                  <a:cxn ang="0">
                    <a:pos x="176" y="0"/>
                  </a:cxn>
                  <a:cxn ang="0">
                    <a:pos x="0" y="0"/>
                  </a:cxn>
                  <a:cxn ang="0">
                    <a:pos x="0" y="16"/>
                  </a:cxn>
                  <a:cxn ang="0">
                    <a:pos x="176" y="16"/>
                  </a:cxn>
                  <a:cxn ang="0">
                    <a:pos x="176" y="8"/>
                  </a:cxn>
                </a:cxnLst>
                <a:rect l="0" t="0" r="r" b="b"/>
                <a:pathLst>
                  <a:path w="176" h="16">
                    <a:moveTo>
                      <a:pt x="176" y="8"/>
                    </a:moveTo>
                    <a:lnTo>
                      <a:pt x="176" y="0"/>
                    </a:lnTo>
                    <a:lnTo>
                      <a:pt x="0" y="0"/>
                    </a:lnTo>
                    <a:lnTo>
                      <a:pt x="0" y="16"/>
                    </a:lnTo>
                    <a:lnTo>
                      <a:pt x="176" y="16"/>
                    </a:lnTo>
                    <a:lnTo>
                      <a:pt x="176"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451" name="Freeform 339"/>
              <p:cNvSpPr/>
              <p:nvPr/>
            </p:nvSpPr>
            <p:spPr bwMode="auto">
              <a:xfrm>
                <a:off x="4644" y="2837"/>
                <a:ext cx="16" cy="300"/>
              </a:xfrm>
              <a:custGeom>
                <a:avLst/>
                <a:gdLst/>
                <a:ahLst/>
                <a:cxnLst>
                  <a:cxn ang="0">
                    <a:pos x="7" y="302"/>
                  </a:cxn>
                  <a:cxn ang="0">
                    <a:pos x="15" y="302"/>
                  </a:cxn>
                  <a:cxn ang="0">
                    <a:pos x="15" y="0"/>
                  </a:cxn>
                  <a:cxn ang="0">
                    <a:pos x="0" y="0"/>
                  </a:cxn>
                  <a:cxn ang="0">
                    <a:pos x="0" y="302"/>
                  </a:cxn>
                  <a:cxn ang="0">
                    <a:pos x="7" y="302"/>
                  </a:cxn>
                </a:cxnLst>
                <a:rect l="0" t="0" r="r" b="b"/>
                <a:pathLst>
                  <a:path w="15" h="302">
                    <a:moveTo>
                      <a:pt x="7" y="302"/>
                    </a:moveTo>
                    <a:lnTo>
                      <a:pt x="15" y="302"/>
                    </a:lnTo>
                    <a:lnTo>
                      <a:pt x="15" y="0"/>
                    </a:lnTo>
                    <a:lnTo>
                      <a:pt x="0" y="0"/>
                    </a:lnTo>
                    <a:lnTo>
                      <a:pt x="0" y="302"/>
                    </a:lnTo>
                    <a:lnTo>
                      <a:pt x="7" y="302"/>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452" name="Freeform 340"/>
              <p:cNvSpPr/>
              <p:nvPr/>
            </p:nvSpPr>
            <p:spPr bwMode="auto">
              <a:xfrm>
                <a:off x="5240" y="2819"/>
                <a:ext cx="16" cy="318"/>
              </a:xfrm>
              <a:custGeom>
                <a:avLst/>
                <a:gdLst/>
                <a:ahLst/>
                <a:cxnLst>
                  <a:cxn ang="0">
                    <a:pos x="8" y="16"/>
                  </a:cxn>
                  <a:cxn ang="0">
                    <a:pos x="0" y="8"/>
                  </a:cxn>
                  <a:cxn ang="0">
                    <a:pos x="0" y="320"/>
                  </a:cxn>
                  <a:cxn ang="0">
                    <a:pos x="16" y="320"/>
                  </a:cxn>
                  <a:cxn ang="0">
                    <a:pos x="16" y="8"/>
                  </a:cxn>
                  <a:cxn ang="0">
                    <a:pos x="8" y="0"/>
                  </a:cxn>
                  <a:cxn ang="0">
                    <a:pos x="16" y="8"/>
                  </a:cxn>
                  <a:cxn ang="0">
                    <a:pos x="16" y="0"/>
                  </a:cxn>
                  <a:cxn ang="0">
                    <a:pos x="8" y="0"/>
                  </a:cxn>
                  <a:cxn ang="0">
                    <a:pos x="8" y="16"/>
                  </a:cxn>
                </a:cxnLst>
                <a:rect l="0" t="0" r="r" b="b"/>
                <a:pathLst>
                  <a:path w="16" h="320">
                    <a:moveTo>
                      <a:pt x="8" y="16"/>
                    </a:moveTo>
                    <a:lnTo>
                      <a:pt x="0" y="8"/>
                    </a:lnTo>
                    <a:lnTo>
                      <a:pt x="0" y="320"/>
                    </a:lnTo>
                    <a:lnTo>
                      <a:pt x="16" y="320"/>
                    </a:lnTo>
                    <a:lnTo>
                      <a:pt x="16" y="8"/>
                    </a:lnTo>
                    <a:lnTo>
                      <a:pt x="8" y="0"/>
                    </a:lnTo>
                    <a:lnTo>
                      <a:pt x="16" y="8"/>
                    </a:lnTo>
                    <a:lnTo>
                      <a:pt x="16" y="0"/>
                    </a:lnTo>
                    <a:lnTo>
                      <a:pt x="8" y="0"/>
                    </a:lnTo>
                    <a:lnTo>
                      <a:pt x="8" y="16"/>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453" name="Freeform 341"/>
              <p:cNvSpPr/>
              <p:nvPr/>
            </p:nvSpPr>
            <p:spPr bwMode="auto">
              <a:xfrm>
                <a:off x="5059" y="2819"/>
                <a:ext cx="187" cy="21"/>
              </a:xfrm>
              <a:custGeom>
                <a:avLst/>
                <a:gdLst/>
                <a:ahLst/>
                <a:cxnLst>
                  <a:cxn ang="0">
                    <a:pos x="16" y="8"/>
                  </a:cxn>
                  <a:cxn ang="0">
                    <a:pos x="8" y="16"/>
                  </a:cxn>
                  <a:cxn ang="0">
                    <a:pos x="187" y="16"/>
                  </a:cxn>
                  <a:cxn ang="0">
                    <a:pos x="187" y="0"/>
                  </a:cxn>
                  <a:cxn ang="0">
                    <a:pos x="8" y="0"/>
                  </a:cxn>
                  <a:cxn ang="0">
                    <a:pos x="0" y="8"/>
                  </a:cxn>
                  <a:cxn ang="0">
                    <a:pos x="8" y="0"/>
                  </a:cxn>
                  <a:cxn ang="0">
                    <a:pos x="0" y="0"/>
                  </a:cxn>
                  <a:cxn ang="0">
                    <a:pos x="0" y="8"/>
                  </a:cxn>
                  <a:cxn ang="0">
                    <a:pos x="16" y="8"/>
                  </a:cxn>
                </a:cxnLst>
                <a:rect l="0" t="0" r="r" b="b"/>
                <a:pathLst>
                  <a:path w="187" h="16">
                    <a:moveTo>
                      <a:pt x="16" y="8"/>
                    </a:moveTo>
                    <a:lnTo>
                      <a:pt x="8" y="16"/>
                    </a:lnTo>
                    <a:lnTo>
                      <a:pt x="187" y="16"/>
                    </a:lnTo>
                    <a:lnTo>
                      <a:pt x="187" y="0"/>
                    </a:lnTo>
                    <a:lnTo>
                      <a:pt x="8" y="0"/>
                    </a:lnTo>
                    <a:lnTo>
                      <a:pt x="0" y="8"/>
                    </a:lnTo>
                    <a:lnTo>
                      <a:pt x="8" y="0"/>
                    </a:lnTo>
                    <a:lnTo>
                      <a:pt x="0" y="0"/>
                    </a:lnTo>
                    <a:lnTo>
                      <a:pt x="0" y="8"/>
                    </a:lnTo>
                    <a:lnTo>
                      <a:pt x="16"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454" name="Freeform 342"/>
              <p:cNvSpPr/>
              <p:nvPr/>
            </p:nvSpPr>
            <p:spPr bwMode="auto">
              <a:xfrm>
                <a:off x="5059" y="2826"/>
                <a:ext cx="16" cy="318"/>
              </a:xfrm>
              <a:custGeom>
                <a:avLst/>
                <a:gdLst/>
                <a:ahLst/>
                <a:cxnLst>
                  <a:cxn ang="0">
                    <a:pos x="8" y="304"/>
                  </a:cxn>
                  <a:cxn ang="0">
                    <a:pos x="16" y="312"/>
                  </a:cxn>
                  <a:cxn ang="0">
                    <a:pos x="16" y="0"/>
                  </a:cxn>
                  <a:cxn ang="0">
                    <a:pos x="0" y="0"/>
                  </a:cxn>
                  <a:cxn ang="0">
                    <a:pos x="0" y="312"/>
                  </a:cxn>
                  <a:cxn ang="0">
                    <a:pos x="8" y="320"/>
                  </a:cxn>
                  <a:cxn ang="0">
                    <a:pos x="0" y="312"/>
                  </a:cxn>
                  <a:cxn ang="0">
                    <a:pos x="0" y="320"/>
                  </a:cxn>
                  <a:cxn ang="0">
                    <a:pos x="8" y="320"/>
                  </a:cxn>
                  <a:cxn ang="0">
                    <a:pos x="8" y="304"/>
                  </a:cxn>
                </a:cxnLst>
                <a:rect l="0" t="0" r="r" b="b"/>
                <a:pathLst>
                  <a:path w="16" h="320">
                    <a:moveTo>
                      <a:pt x="8" y="304"/>
                    </a:moveTo>
                    <a:lnTo>
                      <a:pt x="16" y="312"/>
                    </a:lnTo>
                    <a:lnTo>
                      <a:pt x="16" y="0"/>
                    </a:lnTo>
                    <a:lnTo>
                      <a:pt x="0" y="0"/>
                    </a:lnTo>
                    <a:lnTo>
                      <a:pt x="0" y="312"/>
                    </a:lnTo>
                    <a:lnTo>
                      <a:pt x="8" y="320"/>
                    </a:lnTo>
                    <a:lnTo>
                      <a:pt x="0" y="312"/>
                    </a:lnTo>
                    <a:lnTo>
                      <a:pt x="0" y="320"/>
                    </a:lnTo>
                    <a:lnTo>
                      <a:pt x="8" y="320"/>
                    </a:lnTo>
                    <a:lnTo>
                      <a:pt x="8" y="304"/>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455" name="Freeform 343"/>
              <p:cNvSpPr/>
              <p:nvPr/>
            </p:nvSpPr>
            <p:spPr bwMode="auto">
              <a:xfrm>
                <a:off x="5069" y="3130"/>
                <a:ext cx="187" cy="14"/>
              </a:xfrm>
              <a:custGeom>
                <a:avLst/>
                <a:gdLst/>
                <a:ahLst/>
                <a:cxnLst>
                  <a:cxn ang="0">
                    <a:pos x="171" y="8"/>
                  </a:cxn>
                  <a:cxn ang="0">
                    <a:pos x="179" y="0"/>
                  </a:cxn>
                  <a:cxn ang="0">
                    <a:pos x="0" y="0"/>
                  </a:cxn>
                  <a:cxn ang="0">
                    <a:pos x="0" y="16"/>
                  </a:cxn>
                  <a:cxn ang="0">
                    <a:pos x="179" y="16"/>
                  </a:cxn>
                  <a:cxn ang="0">
                    <a:pos x="187" y="8"/>
                  </a:cxn>
                  <a:cxn ang="0">
                    <a:pos x="179" y="16"/>
                  </a:cxn>
                  <a:cxn ang="0">
                    <a:pos x="187" y="16"/>
                  </a:cxn>
                  <a:cxn ang="0">
                    <a:pos x="187" y="8"/>
                  </a:cxn>
                  <a:cxn ang="0">
                    <a:pos x="171" y="8"/>
                  </a:cxn>
                </a:cxnLst>
                <a:rect l="0" t="0" r="r" b="b"/>
                <a:pathLst>
                  <a:path w="187" h="16">
                    <a:moveTo>
                      <a:pt x="171" y="8"/>
                    </a:moveTo>
                    <a:lnTo>
                      <a:pt x="179" y="0"/>
                    </a:lnTo>
                    <a:lnTo>
                      <a:pt x="0" y="0"/>
                    </a:lnTo>
                    <a:lnTo>
                      <a:pt x="0" y="16"/>
                    </a:lnTo>
                    <a:lnTo>
                      <a:pt x="179" y="16"/>
                    </a:lnTo>
                    <a:lnTo>
                      <a:pt x="187" y="8"/>
                    </a:lnTo>
                    <a:lnTo>
                      <a:pt x="179" y="16"/>
                    </a:lnTo>
                    <a:lnTo>
                      <a:pt x="187" y="16"/>
                    </a:lnTo>
                    <a:lnTo>
                      <a:pt x="187" y="8"/>
                    </a:lnTo>
                    <a:lnTo>
                      <a:pt x="171"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456" name="Freeform 344"/>
              <p:cNvSpPr/>
              <p:nvPr/>
            </p:nvSpPr>
            <p:spPr bwMode="auto">
              <a:xfrm>
                <a:off x="5069" y="2916"/>
                <a:ext cx="174" cy="11"/>
              </a:xfrm>
              <a:custGeom>
                <a:avLst/>
                <a:gdLst/>
                <a:ahLst/>
                <a:cxnLst>
                  <a:cxn ang="0">
                    <a:pos x="175" y="8"/>
                  </a:cxn>
                  <a:cxn ang="0">
                    <a:pos x="175" y="0"/>
                  </a:cxn>
                  <a:cxn ang="0">
                    <a:pos x="0" y="0"/>
                  </a:cxn>
                  <a:cxn ang="0">
                    <a:pos x="0" y="16"/>
                  </a:cxn>
                  <a:cxn ang="0">
                    <a:pos x="175" y="16"/>
                  </a:cxn>
                  <a:cxn ang="0">
                    <a:pos x="175" y="8"/>
                  </a:cxn>
                </a:cxnLst>
                <a:rect l="0" t="0" r="r" b="b"/>
                <a:pathLst>
                  <a:path w="175" h="16">
                    <a:moveTo>
                      <a:pt x="175" y="8"/>
                    </a:moveTo>
                    <a:lnTo>
                      <a:pt x="175" y="0"/>
                    </a:lnTo>
                    <a:lnTo>
                      <a:pt x="0" y="0"/>
                    </a:lnTo>
                    <a:lnTo>
                      <a:pt x="0" y="16"/>
                    </a:lnTo>
                    <a:lnTo>
                      <a:pt x="175" y="16"/>
                    </a:lnTo>
                    <a:lnTo>
                      <a:pt x="175"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457" name="Freeform 345"/>
              <p:cNvSpPr/>
              <p:nvPr/>
            </p:nvSpPr>
            <p:spPr bwMode="auto">
              <a:xfrm>
                <a:off x="5069" y="3026"/>
                <a:ext cx="174" cy="18"/>
              </a:xfrm>
              <a:custGeom>
                <a:avLst/>
                <a:gdLst/>
                <a:ahLst/>
                <a:cxnLst>
                  <a:cxn ang="0">
                    <a:pos x="175" y="8"/>
                  </a:cxn>
                  <a:cxn ang="0">
                    <a:pos x="175" y="0"/>
                  </a:cxn>
                  <a:cxn ang="0">
                    <a:pos x="0" y="0"/>
                  </a:cxn>
                  <a:cxn ang="0">
                    <a:pos x="0" y="16"/>
                  </a:cxn>
                  <a:cxn ang="0">
                    <a:pos x="175" y="16"/>
                  </a:cxn>
                  <a:cxn ang="0">
                    <a:pos x="175" y="8"/>
                  </a:cxn>
                </a:cxnLst>
                <a:rect l="0" t="0" r="r" b="b"/>
                <a:pathLst>
                  <a:path w="175" h="16">
                    <a:moveTo>
                      <a:pt x="175" y="8"/>
                    </a:moveTo>
                    <a:lnTo>
                      <a:pt x="175" y="0"/>
                    </a:lnTo>
                    <a:lnTo>
                      <a:pt x="0" y="0"/>
                    </a:lnTo>
                    <a:lnTo>
                      <a:pt x="0" y="16"/>
                    </a:lnTo>
                    <a:lnTo>
                      <a:pt x="175" y="16"/>
                    </a:lnTo>
                    <a:lnTo>
                      <a:pt x="175"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458" name="Freeform 346"/>
              <p:cNvSpPr/>
              <p:nvPr/>
            </p:nvSpPr>
            <p:spPr bwMode="auto">
              <a:xfrm>
                <a:off x="5148" y="2837"/>
                <a:ext cx="13" cy="300"/>
              </a:xfrm>
              <a:custGeom>
                <a:avLst/>
                <a:gdLst/>
                <a:ahLst/>
                <a:cxnLst>
                  <a:cxn ang="0">
                    <a:pos x="8" y="302"/>
                  </a:cxn>
                  <a:cxn ang="0">
                    <a:pos x="16" y="302"/>
                  </a:cxn>
                  <a:cxn ang="0">
                    <a:pos x="16" y="0"/>
                  </a:cxn>
                  <a:cxn ang="0">
                    <a:pos x="0" y="0"/>
                  </a:cxn>
                  <a:cxn ang="0">
                    <a:pos x="0" y="302"/>
                  </a:cxn>
                  <a:cxn ang="0">
                    <a:pos x="8" y="302"/>
                  </a:cxn>
                </a:cxnLst>
                <a:rect l="0" t="0" r="r" b="b"/>
                <a:pathLst>
                  <a:path w="16" h="302">
                    <a:moveTo>
                      <a:pt x="8" y="302"/>
                    </a:moveTo>
                    <a:lnTo>
                      <a:pt x="16" y="302"/>
                    </a:lnTo>
                    <a:lnTo>
                      <a:pt x="16" y="0"/>
                    </a:lnTo>
                    <a:lnTo>
                      <a:pt x="0" y="0"/>
                    </a:lnTo>
                    <a:lnTo>
                      <a:pt x="0" y="302"/>
                    </a:lnTo>
                    <a:lnTo>
                      <a:pt x="8" y="302"/>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459" name="Freeform 347"/>
              <p:cNvSpPr/>
              <p:nvPr/>
            </p:nvSpPr>
            <p:spPr bwMode="auto">
              <a:xfrm>
                <a:off x="4850" y="2237"/>
                <a:ext cx="101" cy="111"/>
              </a:xfrm>
              <a:custGeom>
                <a:avLst/>
                <a:gdLst/>
                <a:ahLst/>
                <a:cxnLst>
                  <a:cxn ang="0">
                    <a:pos x="59" y="112"/>
                  </a:cxn>
                  <a:cxn ang="0">
                    <a:pos x="76" y="112"/>
                  </a:cxn>
                  <a:cxn ang="0">
                    <a:pos x="89" y="109"/>
                  </a:cxn>
                  <a:cxn ang="0">
                    <a:pos x="99" y="107"/>
                  </a:cxn>
                  <a:cxn ang="0">
                    <a:pos x="102" y="104"/>
                  </a:cxn>
                  <a:cxn ang="0">
                    <a:pos x="103" y="103"/>
                  </a:cxn>
                  <a:cxn ang="0">
                    <a:pos x="103" y="98"/>
                  </a:cxn>
                  <a:cxn ang="0">
                    <a:pos x="100" y="88"/>
                  </a:cxn>
                  <a:cxn ang="0">
                    <a:pos x="97" y="79"/>
                  </a:cxn>
                  <a:cxn ang="0">
                    <a:pos x="95" y="73"/>
                  </a:cxn>
                  <a:cxn ang="0">
                    <a:pos x="95" y="68"/>
                  </a:cxn>
                  <a:cxn ang="0">
                    <a:pos x="94" y="66"/>
                  </a:cxn>
                  <a:cxn ang="0">
                    <a:pos x="92" y="60"/>
                  </a:cxn>
                  <a:cxn ang="0">
                    <a:pos x="91" y="50"/>
                  </a:cxn>
                  <a:cxn ang="0">
                    <a:pos x="91" y="42"/>
                  </a:cxn>
                  <a:cxn ang="0">
                    <a:pos x="91" y="41"/>
                  </a:cxn>
                  <a:cxn ang="0">
                    <a:pos x="89" y="33"/>
                  </a:cxn>
                  <a:cxn ang="0">
                    <a:pos x="89" y="22"/>
                  </a:cxn>
                  <a:cxn ang="0">
                    <a:pos x="87" y="9"/>
                  </a:cxn>
                  <a:cxn ang="0">
                    <a:pos x="75" y="1"/>
                  </a:cxn>
                  <a:cxn ang="0">
                    <a:pos x="59" y="0"/>
                  </a:cxn>
                  <a:cxn ang="0">
                    <a:pos x="45" y="3"/>
                  </a:cxn>
                  <a:cxn ang="0">
                    <a:pos x="38" y="14"/>
                  </a:cxn>
                  <a:cxn ang="0">
                    <a:pos x="34" y="25"/>
                  </a:cxn>
                  <a:cxn ang="0">
                    <a:pos x="30" y="31"/>
                  </a:cxn>
                  <a:cxn ang="0">
                    <a:pos x="30" y="33"/>
                  </a:cxn>
                  <a:cxn ang="0">
                    <a:pos x="27" y="39"/>
                  </a:cxn>
                  <a:cxn ang="0">
                    <a:pos x="23" y="49"/>
                  </a:cxn>
                  <a:cxn ang="0">
                    <a:pos x="19" y="54"/>
                  </a:cxn>
                  <a:cxn ang="0">
                    <a:pos x="19" y="55"/>
                  </a:cxn>
                  <a:cxn ang="0">
                    <a:pos x="16" y="58"/>
                  </a:cxn>
                  <a:cxn ang="0">
                    <a:pos x="11" y="63"/>
                  </a:cxn>
                  <a:cxn ang="0">
                    <a:pos x="5" y="73"/>
                  </a:cxn>
                  <a:cxn ang="0">
                    <a:pos x="0" y="82"/>
                  </a:cxn>
                  <a:cxn ang="0">
                    <a:pos x="0" y="87"/>
                  </a:cxn>
                  <a:cxn ang="0">
                    <a:pos x="0" y="88"/>
                  </a:cxn>
                  <a:cxn ang="0">
                    <a:pos x="7" y="93"/>
                  </a:cxn>
                  <a:cxn ang="0">
                    <a:pos x="29" y="106"/>
                  </a:cxn>
                </a:cxnLst>
                <a:rect l="0" t="0" r="r" b="b"/>
                <a:pathLst>
                  <a:path w="103" h="112">
                    <a:moveTo>
                      <a:pt x="48" y="110"/>
                    </a:moveTo>
                    <a:lnTo>
                      <a:pt x="59" y="112"/>
                    </a:lnTo>
                    <a:lnTo>
                      <a:pt x="68" y="112"/>
                    </a:lnTo>
                    <a:lnTo>
                      <a:pt x="76" y="112"/>
                    </a:lnTo>
                    <a:lnTo>
                      <a:pt x="84" y="110"/>
                    </a:lnTo>
                    <a:lnTo>
                      <a:pt x="89" y="109"/>
                    </a:lnTo>
                    <a:lnTo>
                      <a:pt x="94" y="107"/>
                    </a:lnTo>
                    <a:lnTo>
                      <a:pt x="99" y="107"/>
                    </a:lnTo>
                    <a:lnTo>
                      <a:pt x="100" y="106"/>
                    </a:lnTo>
                    <a:lnTo>
                      <a:pt x="102" y="104"/>
                    </a:lnTo>
                    <a:lnTo>
                      <a:pt x="102" y="103"/>
                    </a:lnTo>
                    <a:lnTo>
                      <a:pt x="103" y="103"/>
                    </a:lnTo>
                    <a:lnTo>
                      <a:pt x="103" y="101"/>
                    </a:lnTo>
                    <a:lnTo>
                      <a:pt x="103" y="98"/>
                    </a:lnTo>
                    <a:lnTo>
                      <a:pt x="103" y="93"/>
                    </a:lnTo>
                    <a:lnTo>
                      <a:pt x="100" y="88"/>
                    </a:lnTo>
                    <a:lnTo>
                      <a:pt x="99" y="82"/>
                    </a:lnTo>
                    <a:lnTo>
                      <a:pt x="97" y="79"/>
                    </a:lnTo>
                    <a:lnTo>
                      <a:pt x="97" y="76"/>
                    </a:lnTo>
                    <a:lnTo>
                      <a:pt x="95" y="73"/>
                    </a:lnTo>
                    <a:lnTo>
                      <a:pt x="95" y="69"/>
                    </a:lnTo>
                    <a:lnTo>
                      <a:pt x="95" y="68"/>
                    </a:lnTo>
                    <a:lnTo>
                      <a:pt x="95" y="68"/>
                    </a:lnTo>
                    <a:lnTo>
                      <a:pt x="94" y="66"/>
                    </a:lnTo>
                    <a:lnTo>
                      <a:pt x="94" y="66"/>
                    </a:lnTo>
                    <a:lnTo>
                      <a:pt x="92" y="60"/>
                    </a:lnTo>
                    <a:lnTo>
                      <a:pt x="92" y="55"/>
                    </a:lnTo>
                    <a:lnTo>
                      <a:pt x="91" y="50"/>
                    </a:lnTo>
                    <a:lnTo>
                      <a:pt x="91" y="44"/>
                    </a:lnTo>
                    <a:lnTo>
                      <a:pt x="91" y="42"/>
                    </a:lnTo>
                    <a:lnTo>
                      <a:pt x="91" y="42"/>
                    </a:lnTo>
                    <a:lnTo>
                      <a:pt x="91" y="41"/>
                    </a:lnTo>
                    <a:lnTo>
                      <a:pt x="91" y="41"/>
                    </a:lnTo>
                    <a:lnTo>
                      <a:pt x="89" y="33"/>
                    </a:lnTo>
                    <a:lnTo>
                      <a:pt x="89" y="27"/>
                    </a:lnTo>
                    <a:lnTo>
                      <a:pt x="89" y="22"/>
                    </a:lnTo>
                    <a:lnTo>
                      <a:pt x="89" y="17"/>
                    </a:lnTo>
                    <a:lnTo>
                      <a:pt x="87" y="9"/>
                    </a:lnTo>
                    <a:lnTo>
                      <a:pt x="83" y="5"/>
                    </a:lnTo>
                    <a:lnTo>
                      <a:pt x="75" y="1"/>
                    </a:lnTo>
                    <a:lnTo>
                      <a:pt x="67" y="0"/>
                    </a:lnTo>
                    <a:lnTo>
                      <a:pt x="59" y="0"/>
                    </a:lnTo>
                    <a:lnTo>
                      <a:pt x="51" y="0"/>
                    </a:lnTo>
                    <a:lnTo>
                      <a:pt x="45" y="3"/>
                    </a:lnTo>
                    <a:lnTo>
                      <a:pt x="40" y="9"/>
                    </a:lnTo>
                    <a:lnTo>
                      <a:pt x="38" y="14"/>
                    </a:lnTo>
                    <a:lnTo>
                      <a:pt x="37" y="19"/>
                    </a:lnTo>
                    <a:lnTo>
                      <a:pt x="34" y="25"/>
                    </a:lnTo>
                    <a:lnTo>
                      <a:pt x="30" y="31"/>
                    </a:lnTo>
                    <a:lnTo>
                      <a:pt x="30" y="31"/>
                    </a:lnTo>
                    <a:lnTo>
                      <a:pt x="30" y="33"/>
                    </a:lnTo>
                    <a:lnTo>
                      <a:pt x="30" y="33"/>
                    </a:lnTo>
                    <a:lnTo>
                      <a:pt x="30" y="35"/>
                    </a:lnTo>
                    <a:lnTo>
                      <a:pt x="27" y="39"/>
                    </a:lnTo>
                    <a:lnTo>
                      <a:pt x="26" y="44"/>
                    </a:lnTo>
                    <a:lnTo>
                      <a:pt x="23" y="49"/>
                    </a:lnTo>
                    <a:lnTo>
                      <a:pt x="19" y="54"/>
                    </a:lnTo>
                    <a:lnTo>
                      <a:pt x="19" y="54"/>
                    </a:lnTo>
                    <a:lnTo>
                      <a:pt x="19" y="54"/>
                    </a:lnTo>
                    <a:lnTo>
                      <a:pt x="19" y="55"/>
                    </a:lnTo>
                    <a:lnTo>
                      <a:pt x="18" y="55"/>
                    </a:lnTo>
                    <a:lnTo>
                      <a:pt x="16" y="58"/>
                    </a:lnTo>
                    <a:lnTo>
                      <a:pt x="15" y="61"/>
                    </a:lnTo>
                    <a:lnTo>
                      <a:pt x="11" y="63"/>
                    </a:lnTo>
                    <a:lnTo>
                      <a:pt x="10" y="66"/>
                    </a:lnTo>
                    <a:lnTo>
                      <a:pt x="5" y="73"/>
                    </a:lnTo>
                    <a:lnTo>
                      <a:pt x="2" y="77"/>
                    </a:lnTo>
                    <a:lnTo>
                      <a:pt x="0" y="82"/>
                    </a:lnTo>
                    <a:lnTo>
                      <a:pt x="0" y="85"/>
                    </a:lnTo>
                    <a:lnTo>
                      <a:pt x="0" y="87"/>
                    </a:lnTo>
                    <a:lnTo>
                      <a:pt x="0" y="87"/>
                    </a:lnTo>
                    <a:lnTo>
                      <a:pt x="0" y="88"/>
                    </a:lnTo>
                    <a:lnTo>
                      <a:pt x="2" y="88"/>
                    </a:lnTo>
                    <a:lnTo>
                      <a:pt x="7" y="93"/>
                    </a:lnTo>
                    <a:lnTo>
                      <a:pt x="15" y="99"/>
                    </a:lnTo>
                    <a:lnTo>
                      <a:pt x="29" y="106"/>
                    </a:lnTo>
                    <a:lnTo>
                      <a:pt x="48" y="110"/>
                    </a:lnTo>
                    <a:close/>
                  </a:path>
                </a:pathLst>
              </a:custGeom>
              <a:solidFill>
                <a:srgbClr val="000000"/>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346460" name="Freeform 348"/>
              <p:cNvSpPr/>
              <p:nvPr/>
            </p:nvSpPr>
            <p:spPr bwMode="auto">
              <a:xfrm>
                <a:off x="4850" y="2316"/>
                <a:ext cx="101" cy="29"/>
              </a:xfrm>
              <a:custGeom>
                <a:avLst/>
                <a:gdLst/>
                <a:ahLst/>
                <a:cxnLst>
                  <a:cxn ang="0">
                    <a:pos x="40" y="3"/>
                  </a:cxn>
                  <a:cxn ang="0">
                    <a:pos x="49" y="5"/>
                  </a:cxn>
                  <a:cxn ang="0">
                    <a:pos x="59" y="6"/>
                  </a:cxn>
                  <a:cxn ang="0">
                    <a:pos x="67" y="8"/>
                  </a:cxn>
                  <a:cxn ang="0">
                    <a:pos x="75" y="11"/>
                  </a:cxn>
                  <a:cxn ang="0">
                    <a:pos x="83" y="14"/>
                  </a:cxn>
                  <a:cxn ang="0">
                    <a:pos x="89" y="17"/>
                  </a:cxn>
                  <a:cxn ang="0">
                    <a:pos x="95" y="22"/>
                  </a:cxn>
                  <a:cxn ang="0">
                    <a:pos x="100" y="27"/>
                  </a:cxn>
                  <a:cxn ang="0">
                    <a:pos x="102" y="25"/>
                  </a:cxn>
                  <a:cxn ang="0">
                    <a:pos x="102" y="24"/>
                  </a:cxn>
                  <a:cxn ang="0">
                    <a:pos x="103" y="24"/>
                  </a:cxn>
                  <a:cxn ang="0">
                    <a:pos x="103" y="22"/>
                  </a:cxn>
                  <a:cxn ang="0">
                    <a:pos x="94" y="14"/>
                  </a:cxn>
                  <a:cxn ang="0">
                    <a:pos x="81" y="9"/>
                  </a:cxn>
                  <a:cxn ang="0">
                    <a:pos x="68" y="5"/>
                  </a:cxn>
                  <a:cxn ang="0">
                    <a:pos x="53" y="1"/>
                  </a:cxn>
                  <a:cxn ang="0">
                    <a:pos x="38" y="0"/>
                  </a:cxn>
                  <a:cxn ang="0">
                    <a:pos x="24" y="0"/>
                  </a:cxn>
                  <a:cxn ang="0">
                    <a:pos x="11" y="1"/>
                  </a:cxn>
                  <a:cxn ang="0">
                    <a:pos x="0" y="6"/>
                  </a:cxn>
                  <a:cxn ang="0">
                    <a:pos x="0" y="8"/>
                  </a:cxn>
                  <a:cxn ang="0">
                    <a:pos x="0" y="8"/>
                  </a:cxn>
                  <a:cxn ang="0">
                    <a:pos x="0" y="9"/>
                  </a:cxn>
                  <a:cxn ang="0">
                    <a:pos x="2" y="9"/>
                  </a:cxn>
                  <a:cxn ang="0">
                    <a:pos x="10" y="6"/>
                  </a:cxn>
                  <a:cxn ang="0">
                    <a:pos x="18" y="5"/>
                  </a:cxn>
                  <a:cxn ang="0">
                    <a:pos x="27" y="3"/>
                  </a:cxn>
                  <a:cxn ang="0">
                    <a:pos x="37" y="3"/>
                  </a:cxn>
                  <a:cxn ang="0">
                    <a:pos x="35" y="5"/>
                  </a:cxn>
                  <a:cxn ang="0">
                    <a:pos x="35" y="6"/>
                  </a:cxn>
                  <a:cxn ang="0">
                    <a:pos x="35" y="8"/>
                  </a:cxn>
                  <a:cxn ang="0">
                    <a:pos x="34" y="9"/>
                  </a:cxn>
                  <a:cxn ang="0">
                    <a:pos x="30" y="9"/>
                  </a:cxn>
                  <a:cxn ang="0">
                    <a:pos x="27" y="11"/>
                  </a:cxn>
                  <a:cxn ang="0">
                    <a:pos x="26" y="14"/>
                  </a:cxn>
                  <a:cxn ang="0">
                    <a:pos x="24" y="16"/>
                  </a:cxn>
                  <a:cxn ang="0">
                    <a:pos x="24" y="17"/>
                  </a:cxn>
                  <a:cxn ang="0">
                    <a:pos x="24" y="20"/>
                  </a:cxn>
                  <a:cxn ang="0">
                    <a:pos x="24" y="24"/>
                  </a:cxn>
                  <a:cxn ang="0">
                    <a:pos x="26" y="27"/>
                  </a:cxn>
                  <a:cxn ang="0">
                    <a:pos x="27" y="27"/>
                  </a:cxn>
                  <a:cxn ang="0">
                    <a:pos x="27" y="27"/>
                  </a:cxn>
                  <a:cxn ang="0">
                    <a:pos x="27" y="27"/>
                  </a:cxn>
                  <a:cxn ang="0">
                    <a:pos x="29" y="27"/>
                  </a:cxn>
                  <a:cxn ang="0">
                    <a:pos x="29" y="28"/>
                  </a:cxn>
                  <a:cxn ang="0">
                    <a:pos x="30" y="28"/>
                  </a:cxn>
                  <a:cxn ang="0">
                    <a:pos x="30" y="28"/>
                  </a:cxn>
                  <a:cxn ang="0">
                    <a:pos x="32" y="28"/>
                  </a:cxn>
                  <a:cxn ang="0">
                    <a:pos x="35" y="28"/>
                  </a:cxn>
                  <a:cxn ang="0">
                    <a:pos x="38" y="25"/>
                  </a:cxn>
                  <a:cxn ang="0">
                    <a:pos x="40" y="24"/>
                  </a:cxn>
                  <a:cxn ang="0">
                    <a:pos x="40" y="22"/>
                  </a:cxn>
                  <a:cxn ang="0">
                    <a:pos x="42" y="19"/>
                  </a:cxn>
                  <a:cxn ang="0">
                    <a:pos x="42" y="16"/>
                  </a:cxn>
                  <a:cxn ang="0">
                    <a:pos x="40" y="12"/>
                  </a:cxn>
                  <a:cxn ang="0">
                    <a:pos x="37" y="11"/>
                  </a:cxn>
                  <a:cxn ang="0">
                    <a:pos x="38" y="9"/>
                  </a:cxn>
                  <a:cxn ang="0">
                    <a:pos x="38" y="6"/>
                  </a:cxn>
                  <a:cxn ang="0">
                    <a:pos x="38" y="5"/>
                  </a:cxn>
                  <a:cxn ang="0">
                    <a:pos x="40" y="3"/>
                  </a:cxn>
                </a:cxnLst>
                <a:rect l="0" t="0" r="r" b="b"/>
                <a:pathLst>
                  <a:path w="103" h="28">
                    <a:moveTo>
                      <a:pt x="40" y="3"/>
                    </a:moveTo>
                    <a:lnTo>
                      <a:pt x="49" y="5"/>
                    </a:lnTo>
                    <a:lnTo>
                      <a:pt x="59" y="6"/>
                    </a:lnTo>
                    <a:lnTo>
                      <a:pt x="67" y="8"/>
                    </a:lnTo>
                    <a:lnTo>
                      <a:pt x="75" y="11"/>
                    </a:lnTo>
                    <a:lnTo>
                      <a:pt x="83" y="14"/>
                    </a:lnTo>
                    <a:lnTo>
                      <a:pt x="89" y="17"/>
                    </a:lnTo>
                    <a:lnTo>
                      <a:pt x="95" y="22"/>
                    </a:lnTo>
                    <a:lnTo>
                      <a:pt x="100" y="27"/>
                    </a:lnTo>
                    <a:lnTo>
                      <a:pt x="102" y="25"/>
                    </a:lnTo>
                    <a:lnTo>
                      <a:pt x="102" y="24"/>
                    </a:lnTo>
                    <a:lnTo>
                      <a:pt x="103" y="24"/>
                    </a:lnTo>
                    <a:lnTo>
                      <a:pt x="103" y="22"/>
                    </a:lnTo>
                    <a:lnTo>
                      <a:pt x="94" y="14"/>
                    </a:lnTo>
                    <a:lnTo>
                      <a:pt x="81" y="9"/>
                    </a:lnTo>
                    <a:lnTo>
                      <a:pt x="68" y="5"/>
                    </a:lnTo>
                    <a:lnTo>
                      <a:pt x="53" y="1"/>
                    </a:lnTo>
                    <a:lnTo>
                      <a:pt x="38" y="0"/>
                    </a:lnTo>
                    <a:lnTo>
                      <a:pt x="24" y="0"/>
                    </a:lnTo>
                    <a:lnTo>
                      <a:pt x="11" y="1"/>
                    </a:lnTo>
                    <a:lnTo>
                      <a:pt x="0" y="6"/>
                    </a:lnTo>
                    <a:lnTo>
                      <a:pt x="0" y="8"/>
                    </a:lnTo>
                    <a:lnTo>
                      <a:pt x="0" y="8"/>
                    </a:lnTo>
                    <a:lnTo>
                      <a:pt x="0" y="9"/>
                    </a:lnTo>
                    <a:lnTo>
                      <a:pt x="2" y="9"/>
                    </a:lnTo>
                    <a:lnTo>
                      <a:pt x="10" y="6"/>
                    </a:lnTo>
                    <a:lnTo>
                      <a:pt x="18" y="5"/>
                    </a:lnTo>
                    <a:lnTo>
                      <a:pt x="27" y="3"/>
                    </a:lnTo>
                    <a:lnTo>
                      <a:pt x="37" y="3"/>
                    </a:lnTo>
                    <a:lnTo>
                      <a:pt x="35" y="5"/>
                    </a:lnTo>
                    <a:lnTo>
                      <a:pt x="35" y="6"/>
                    </a:lnTo>
                    <a:lnTo>
                      <a:pt x="35" y="8"/>
                    </a:lnTo>
                    <a:lnTo>
                      <a:pt x="34" y="9"/>
                    </a:lnTo>
                    <a:lnTo>
                      <a:pt x="30" y="9"/>
                    </a:lnTo>
                    <a:lnTo>
                      <a:pt x="27" y="11"/>
                    </a:lnTo>
                    <a:lnTo>
                      <a:pt x="26" y="14"/>
                    </a:lnTo>
                    <a:lnTo>
                      <a:pt x="24" y="16"/>
                    </a:lnTo>
                    <a:lnTo>
                      <a:pt x="24" y="17"/>
                    </a:lnTo>
                    <a:lnTo>
                      <a:pt x="24" y="20"/>
                    </a:lnTo>
                    <a:lnTo>
                      <a:pt x="24" y="24"/>
                    </a:lnTo>
                    <a:lnTo>
                      <a:pt x="26" y="27"/>
                    </a:lnTo>
                    <a:lnTo>
                      <a:pt x="27" y="27"/>
                    </a:lnTo>
                    <a:lnTo>
                      <a:pt x="27" y="27"/>
                    </a:lnTo>
                    <a:lnTo>
                      <a:pt x="27" y="27"/>
                    </a:lnTo>
                    <a:lnTo>
                      <a:pt x="29" y="27"/>
                    </a:lnTo>
                    <a:lnTo>
                      <a:pt x="29" y="28"/>
                    </a:lnTo>
                    <a:lnTo>
                      <a:pt x="30" y="28"/>
                    </a:lnTo>
                    <a:lnTo>
                      <a:pt x="30" y="28"/>
                    </a:lnTo>
                    <a:lnTo>
                      <a:pt x="32" y="28"/>
                    </a:lnTo>
                    <a:lnTo>
                      <a:pt x="35" y="28"/>
                    </a:lnTo>
                    <a:lnTo>
                      <a:pt x="38" y="25"/>
                    </a:lnTo>
                    <a:lnTo>
                      <a:pt x="40" y="24"/>
                    </a:lnTo>
                    <a:lnTo>
                      <a:pt x="40" y="22"/>
                    </a:lnTo>
                    <a:lnTo>
                      <a:pt x="42" y="19"/>
                    </a:lnTo>
                    <a:lnTo>
                      <a:pt x="42" y="16"/>
                    </a:lnTo>
                    <a:lnTo>
                      <a:pt x="40" y="12"/>
                    </a:lnTo>
                    <a:lnTo>
                      <a:pt x="37" y="11"/>
                    </a:lnTo>
                    <a:lnTo>
                      <a:pt x="38" y="9"/>
                    </a:lnTo>
                    <a:lnTo>
                      <a:pt x="38" y="6"/>
                    </a:lnTo>
                    <a:lnTo>
                      <a:pt x="38" y="5"/>
                    </a:lnTo>
                    <a:lnTo>
                      <a:pt x="40" y="3"/>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461" name="Freeform 349"/>
              <p:cNvSpPr/>
              <p:nvPr/>
            </p:nvSpPr>
            <p:spPr bwMode="auto">
              <a:xfrm>
                <a:off x="4875" y="2341"/>
                <a:ext cx="3" cy="7"/>
              </a:xfrm>
              <a:custGeom>
                <a:avLst/>
                <a:gdLst/>
                <a:ahLst/>
                <a:cxnLst>
                  <a:cxn ang="0">
                    <a:pos x="0" y="0"/>
                  </a:cxn>
                  <a:cxn ang="0">
                    <a:pos x="1" y="0"/>
                  </a:cxn>
                  <a:cxn ang="0">
                    <a:pos x="1" y="0"/>
                  </a:cxn>
                  <a:cxn ang="0">
                    <a:pos x="1" y="0"/>
                  </a:cxn>
                  <a:cxn ang="0">
                    <a:pos x="3" y="0"/>
                  </a:cxn>
                  <a:cxn ang="0">
                    <a:pos x="3" y="1"/>
                  </a:cxn>
                  <a:cxn ang="0">
                    <a:pos x="4" y="1"/>
                  </a:cxn>
                  <a:cxn ang="0">
                    <a:pos x="4" y="1"/>
                  </a:cxn>
                  <a:cxn ang="0">
                    <a:pos x="6" y="1"/>
                  </a:cxn>
                  <a:cxn ang="0">
                    <a:pos x="6" y="3"/>
                  </a:cxn>
                  <a:cxn ang="0">
                    <a:pos x="6" y="3"/>
                  </a:cxn>
                  <a:cxn ang="0">
                    <a:pos x="4" y="4"/>
                  </a:cxn>
                  <a:cxn ang="0">
                    <a:pos x="3" y="6"/>
                  </a:cxn>
                  <a:cxn ang="0">
                    <a:pos x="1" y="6"/>
                  </a:cxn>
                  <a:cxn ang="0">
                    <a:pos x="0" y="6"/>
                  </a:cxn>
                  <a:cxn ang="0">
                    <a:pos x="0" y="4"/>
                  </a:cxn>
                  <a:cxn ang="0">
                    <a:pos x="0" y="4"/>
                  </a:cxn>
                  <a:cxn ang="0">
                    <a:pos x="0" y="3"/>
                  </a:cxn>
                  <a:cxn ang="0">
                    <a:pos x="0" y="1"/>
                  </a:cxn>
                  <a:cxn ang="0">
                    <a:pos x="0" y="0"/>
                  </a:cxn>
                </a:cxnLst>
                <a:rect l="0" t="0" r="r" b="b"/>
                <a:pathLst>
                  <a:path w="6" h="6">
                    <a:moveTo>
                      <a:pt x="0" y="0"/>
                    </a:moveTo>
                    <a:lnTo>
                      <a:pt x="1" y="0"/>
                    </a:lnTo>
                    <a:lnTo>
                      <a:pt x="1" y="0"/>
                    </a:lnTo>
                    <a:lnTo>
                      <a:pt x="1" y="0"/>
                    </a:lnTo>
                    <a:lnTo>
                      <a:pt x="3" y="0"/>
                    </a:lnTo>
                    <a:lnTo>
                      <a:pt x="3" y="1"/>
                    </a:lnTo>
                    <a:lnTo>
                      <a:pt x="4" y="1"/>
                    </a:lnTo>
                    <a:lnTo>
                      <a:pt x="4" y="1"/>
                    </a:lnTo>
                    <a:lnTo>
                      <a:pt x="6" y="1"/>
                    </a:lnTo>
                    <a:lnTo>
                      <a:pt x="6" y="3"/>
                    </a:lnTo>
                    <a:lnTo>
                      <a:pt x="6" y="3"/>
                    </a:lnTo>
                    <a:lnTo>
                      <a:pt x="4" y="4"/>
                    </a:lnTo>
                    <a:lnTo>
                      <a:pt x="3" y="6"/>
                    </a:lnTo>
                    <a:lnTo>
                      <a:pt x="1" y="6"/>
                    </a:lnTo>
                    <a:lnTo>
                      <a:pt x="0" y="6"/>
                    </a:lnTo>
                    <a:lnTo>
                      <a:pt x="0" y="4"/>
                    </a:lnTo>
                    <a:lnTo>
                      <a:pt x="0" y="4"/>
                    </a:lnTo>
                    <a:lnTo>
                      <a:pt x="0" y="3"/>
                    </a:lnTo>
                    <a:lnTo>
                      <a:pt x="0" y="1"/>
                    </a:lnTo>
                    <a:lnTo>
                      <a:pt x="0" y="0"/>
                    </a:lnTo>
                    <a:close/>
                  </a:path>
                </a:pathLst>
              </a:custGeom>
              <a:solidFill>
                <a:srgbClr val="7A1111"/>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346462" name="Freeform 350"/>
              <p:cNvSpPr/>
              <p:nvPr/>
            </p:nvSpPr>
            <p:spPr bwMode="auto">
              <a:xfrm>
                <a:off x="4996" y="2819"/>
                <a:ext cx="19" cy="14"/>
              </a:xfrm>
              <a:custGeom>
                <a:avLst/>
                <a:gdLst/>
                <a:ahLst/>
                <a:cxnLst>
                  <a:cxn ang="0">
                    <a:pos x="0" y="0"/>
                  </a:cxn>
                  <a:cxn ang="0">
                    <a:pos x="0" y="0"/>
                  </a:cxn>
                  <a:cxn ang="0">
                    <a:pos x="0" y="9"/>
                  </a:cxn>
                  <a:cxn ang="0">
                    <a:pos x="0" y="14"/>
                  </a:cxn>
                  <a:cxn ang="0">
                    <a:pos x="0" y="15"/>
                  </a:cxn>
                  <a:cxn ang="0">
                    <a:pos x="8" y="15"/>
                  </a:cxn>
                  <a:cxn ang="0">
                    <a:pos x="8" y="15"/>
                  </a:cxn>
                  <a:cxn ang="0">
                    <a:pos x="16" y="15"/>
                  </a:cxn>
                  <a:cxn ang="0">
                    <a:pos x="16" y="14"/>
                  </a:cxn>
                  <a:cxn ang="0">
                    <a:pos x="16" y="9"/>
                  </a:cxn>
                  <a:cxn ang="0">
                    <a:pos x="16" y="0"/>
                  </a:cxn>
                  <a:cxn ang="0">
                    <a:pos x="16" y="0"/>
                  </a:cxn>
                  <a:cxn ang="0">
                    <a:pos x="0" y="0"/>
                  </a:cxn>
                </a:cxnLst>
                <a:rect l="0" t="0" r="r" b="b"/>
                <a:pathLst>
                  <a:path w="16" h="15">
                    <a:moveTo>
                      <a:pt x="0" y="0"/>
                    </a:moveTo>
                    <a:lnTo>
                      <a:pt x="0" y="0"/>
                    </a:lnTo>
                    <a:lnTo>
                      <a:pt x="0" y="9"/>
                    </a:lnTo>
                    <a:lnTo>
                      <a:pt x="0" y="14"/>
                    </a:lnTo>
                    <a:lnTo>
                      <a:pt x="0" y="15"/>
                    </a:lnTo>
                    <a:lnTo>
                      <a:pt x="8" y="15"/>
                    </a:lnTo>
                    <a:lnTo>
                      <a:pt x="8" y="15"/>
                    </a:lnTo>
                    <a:lnTo>
                      <a:pt x="16" y="15"/>
                    </a:lnTo>
                    <a:lnTo>
                      <a:pt x="16" y="14"/>
                    </a:lnTo>
                    <a:lnTo>
                      <a:pt x="16" y="9"/>
                    </a:lnTo>
                    <a:lnTo>
                      <a:pt x="16" y="0"/>
                    </a:lnTo>
                    <a:lnTo>
                      <a:pt x="16" y="0"/>
                    </a:lnTo>
                    <a:lnTo>
                      <a:pt x="0" y="0"/>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463" name="Freeform 351"/>
              <p:cNvSpPr/>
              <p:nvPr/>
            </p:nvSpPr>
            <p:spPr bwMode="auto">
              <a:xfrm>
                <a:off x="4803" y="2726"/>
                <a:ext cx="212" cy="93"/>
              </a:xfrm>
              <a:custGeom>
                <a:avLst/>
                <a:gdLst/>
                <a:ahLst/>
                <a:cxnLst>
                  <a:cxn ang="0">
                    <a:pos x="16" y="94"/>
                  </a:cxn>
                  <a:cxn ang="0">
                    <a:pos x="16" y="94"/>
                  </a:cxn>
                  <a:cxn ang="0">
                    <a:pos x="23" y="59"/>
                  </a:cxn>
                  <a:cxn ang="0">
                    <a:pos x="43" y="35"/>
                  </a:cxn>
                  <a:cxn ang="0">
                    <a:pos x="72" y="21"/>
                  </a:cxn>
                  <a:cxn ang="0">
                    <a:pos x="107" y="16"/>
                  </a:cxn>
                  <a:cxn ang="0">
                    <a:pos x="140" y="21"/>
                  </a:cxn>
                  <a:cxn ang="0">
                    <a:pos x="168" y="37"/>
                  </a:cxn>
                  <a:cxn ang="0">
                    <a:pos x="189" y="60"/>
                  </a:cxn>
                  <a:cxn ang="0">
                    <a:pos x="195" y="94"/>
                  </a:cxn>
                  <a:cxn ang="0">
                    <a:pos x="211" y="94"/>
                  </a:cxn>
                  <a:cxn ang="0">
                    <a:pos x="202" y="54"/>
                  </a:cxn>
                  <a:cxn ang="0">
                    <a:pos x="178" y="24"/>
                  </a:cxn>
                  <a:cxn ang="0">
                    <a:pos x="143" y="5"/>
                  </a:cxn>
                  <a:cxn ang="0">
                    <a:pos x="107" y="0"/>
                  </a:cxn>
                  <a:cxn ang="0">
                    <a:pos x="69" y="5"/>
                  </a:cxn>
                  <a:cxn ang="0">
                    <a:pos x="34" y="23"/>
                  </a:cxn>
                  <a:cxn ang="0">
                    <a:pos x="10" y="53"/>
                  </a:cxn>
                  <a:cxn ang="0">
                    <a:pos x="0" y="94"/>
                  </a:cxn>
                  <a:cxn ang="0">
                    <a:pos x="0" y="94"/>
                  </a:cxn>
                  <a:cxn ang="0">
                    <a:pos x="16" y="94"/>
                  </a:cxn>
                </a:cxnLst>
                <a:rect l="0" t="0" r="r" b="b"/>
                <a:pathLst>
                  <a:path w="211" h="94">
                    <a:moveTo>
                      <a:pt x="16" y="94"/>
                    </a:moveTo>
                    <a:lnTo>
                      <a:pt x="16" y="94"/>
                    </a:lnTo>
                    <a:lnTo>
                      <a:pt x="23" y="59"/>
                    </a:lnTo>
                    <a:lnTo>
                      <a:pt x="43" y="35"/>
                    </a:lnTo>
                    <a:lnTo>
                      <a:pt x="72" y="21"/>
                    </a:lnTo>
                    <a:lnTo>
                      <a:pt x="107" y="16"/>
                    </a:lnTo>
                    <a:lnTo>
                      <a:pt x="140" y="21"/>
                    </a:lnTo>
                    <a:lnTo>
                      <a:pt x="168" y="37"/>
                    </a:lnTo>
                    <a:lnTo>
                      <a:pt x="189" y="60"/>
                    </a:lnTo>
                    <a:lnTo>
                      <a:pt x="195" y="94"/>
                    </a:lnTo>
                    <a:lnTo>
                      <a:pt x="211" y="94"/>
                    </a:lnTo>
                    <a:lnTo>
                      <a:pt x="202" y="54"/>
                    </a:lnTo>
                    <a:lnTo>
                      <a:pt x="178" y="24"/>
                    </a:lnTo>
                    <a:lnTo>
                      <a:pt x="143" y="5"/>
                    </a:lnTo>
                    <a:lnTo>
                      <a:pt x="107" y="0"/>
                    </a:lnTo>
                    <a:lnTo>
                      <a:pt x="69" y="5"/>
                    </a:lnTo>
                    <a:lnTo>
                      <a:pt x="34" y="23"/>
                    </a:lnTo>
                    <a:lnTo>
                      <a:pt x="10" y="53"/>
                    </a:lnTo>
                    <a:lnTo>
                      <a:pt x="0" y="94"/>
                    </a:lnTo>
                    <a:lnTo>
                      <a:pt x="0" y="94"/>
                    </a:lnTo>
                    <a:lnTo>
                      <a:pt x="16" y="94"/>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464" name="Freeform 352"/>
              <p:cNvSpPr/>
              <p:nvPr/>
            </p:nvSpPr>
            <p:spPr bwMode="auto">
              <a:xfrm>
                <a:off x="4803" y="2819"/>
                <a:ext cx="16" cy="21"/>
              </a:xfrm>
              <a:custGeom>
                <a:avLst/>
                <a:gdLst/>
                <a:ahLst/>
                <a:cxnLst>
                  <a:cxn ang="0">
                    <a:pos x="8" y="8"/>
                  </a:cxn>
                  <a:cxn ang="0">
                    <a:pos x="8" y="15"/>
                  </a:cxn>
                  <a:cxn ang="0">
                    <a:pos x="16" y="15"/>
                  </a:cxn>
                  <a:cxn ang="0">
                    <a:pos x="16" y="14"/>
                  </a:cxn>
                  <a:cxn ang="0">
                    <a:pos x="16" y="9"/>
                  </a:cxn>
                  <a:cxn ang="0">
                    <a:pos x="16" y="0"/>
                  </a:cxn>
                  <a:cxn ang="0">
                    <a:pos x="0" y="0"/>
                  </a:cxn>
                  <a:cxn ang="0">
                    <a:pos x="0" y="9"/>
                  </a:cxn>
                  <a:cxn ang="0">
                    <a:pos x="0" y="14"/>
                  </a:cxn>
                  <a:cxn ang="0">
                    <a:pos x="0" y="15"/>
                  </a:cxn>
                  <a:cxn ang="0">
                    <a:pos x="8" y="15"/>
                  </a:cxn>
                  <a:cxn ang="0">
                    <a:pos x="8" y="23"/>
                  </a:cxn>
                  <a:cxn ang="0">
                    <a:pos x="0" y="15"/>
                  </a:cxn>
                  <a:cxn ang="0">
                    <a:pos x="0" y="23"/>
                  </a:cxn>
                  <a:cxn ang="0">
                    <a:pos x="8" y="23"/>
                  </a:cxn>
                  <a:cxn ang="0">
                    <a:pos x="8" y="8"/>
                  </a:cxn>
                </a:cxnLst>
                <a:rect l="0" t="0" r="r" b="b"/>
                <a:pathLst>
                  <a:path w="16" h="23">
                    <a:moveTo>
                      <a:pt x="8" y="8"/>
                    </a:moveTo>
                    <a:lnTo>
                      <a:pt x="8" y="15"/>
                    </a:lnTo>
                    <a:lnTo>
                      <a:pt x="16" y="15"/>
                    </a:lnTo>
                    <a:lnTo>
                      <a:pt x="16" y="14"/>
                    </a:lnTo>
                    <a:lnTo>
                      <a:pt x="16" y="9"/>
                    </a:lnTo>
                    <a:lnTo>
                      <a:pt x="16" y="0"/>
                    </a:lnTo>
                    <a:lnTo>
                      <a:pt x="0" y="0"/>
                    </a:lnTo>
                    <a:lnTo>
                      <a:pt x="0" y="9"/>
                    </a:lnTo>
                    <a:lnTo>
                      <a:pt x="0" y="14"/>
                    </a:lnTo>
                    <a:lnTo>
                      <a:pt x="0" y="15"/>
                    </a:lnTo>
                    <a:lnTo>
                      <a:pt x="8" y="15"/>
                    </a:lnTo>
                    <a:lnTo>
                      <a:pt x="8" y="23"/>
                    </a:lnTo>
                    <a:lnTo>
                      <a:pt x="0" y="15"/>
                    </a:lnTo>
                    <a:lnTo>
                      <a:pt x="0" y="23"/>
                    </a:lnTo>
                    <a:lnTo>
                      <a:pt x="8" y="23"/>
                    </a:lnTo>
                    <a:lnTo>
                      <a:pt x="8"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465" name="Freeform 353"/>
              <p:cNvSpPr/>
              <p:nvPr/>
            </p:nvSpPr>
            <p:spPr bwMode="auto">
              <a:xfrm>
                <a:off x="4812" y="2826"/>
                <a:ext cx="203" cy="14"/>
              </a:xfrm>
              <a:custGeom>
                <a:avLst/>
                <a:gdLst/>
                <a:ahLst/>
                <a:cxnLst>
                  <a:cxn ang="0">
                    <a:pos x="187" y="7"/>
                  </a:cxn>
                  <a:cxn ang="0">
                    <a:pos x="195" y="0"/>
                  </a:cxn>
                  <a:cxn ang="0">
                    <a:pos x="0" y="0"/>
                  </a:cxn>
                  <a:cxn ang="0">
                    <a:pos x="0" y="15"/>
                  </a:cxn>
                  <a:cxn ang="0">
                    <a:pos x="195" y="15"/>
                  </a:cxn>
                  <a:cxn ang="0">
                    <a:pos x="203" y="7"/>
                  </a:cxn>
                  <a:cxn ang="0">
                    <a:pos x="195" y="15"/>
                  </a:cxn>
                  <a:cxn ang="0">
                    <a:pos x="203" y="15"/>
                  </a:cxn>
                  <a:cxn ang="0">
                    <a:pos x="203" y="7"/>
                  </a:cxn>
                  <a:cxn ang="0">
                    <a:pos x="187" y="7"/>
                  </a:cxn>
                </a:cxnLst>
                <a:rect l="0" t="0" r="r" b="b"/>
                <a:pathLst>
                  <a:path w="203" h="15">
                    <a:moveTo>
                      <a:pt x="187" y="7"/>
                    </a:moveTo>
                    <a:lnTo>
                      <a:pt x="195" y="0"/>
                    </a:lnTo>
                    <a:lnTo>
                      <a:pt x="0" y="0"/>
                    </a:lnTo>
                    <a:lnTo>
                      <a:pt x="0" y="15"/>
                    </a:lnTo>
                    <a:lnTo>
                      <a:pt x="195" y="15"/>
                    </a:lnTo>
                    <a:lnTo>
                      <a:pt x="203" y="7"/>
                    </a:lnTo>
                    <a:lnTo>
                      <a:pt x="195" y="15"/>
                    </a:lnTo>
                    <a:lnTo>
                      <a:pt x="203" y="15"/>
                    </a:lnTo>
                    <a:lnTo>
                      <a:pt x="203" y="7"/>
                    </a:lnTo>
                    <a:lnTo>
                      <a:pt x="187" y="7"/>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466" name="Freeform 354"/>
              <p:cNvSpPr/>
              <p:nvPr/>
            </p:nvSpPr>
            <p:spPr bwMode="auto">
              <a:xfrm>
                <a:off x="4901" y="2734"/>
                <a:ext cx="13" cy="100"/>
              </a:xfrm>
              <a:custGeom>
                <a:avLst/>
                <a:gdLst/>
                <a:ahLst/>
                <a:cxnLst>
                  <a:cxn ang="0">
                    <a:pos x="8" y="101"/>
                  </a:cxn>
                  <a:cxn ang="0">
                    <a:pos x="16" y="101"/>
                  </a:cxn>
                  <a:cxn ang="0">
                    <a:pos x="16" y="0"/>
                  </a:cxn>
                  <a:cxn ang="0">
                    <a:pos x="0" y="0"/>
                  </a:cxn>
                  <a:cxn ang="0">
                    <a:pos x="0" y="101"/>
                  </a:cxn>
                  <a:cxn ang="0">
                    <a:pos x="8" y="101"/>
                  </a:cxn>
                </a:cxnLst>
                <a:rect l="0" t="0" r="r" b="b"/>
                <a:pathLst>
                  <a:path w="16" h="101">
                    <a:moveTo>
                      <a:pt x="8" y="101"/>
                    </a:moveTo>
                    <a:lnTo>
                      <a:pt x="16" y="101"/>
                    </a:lnTo>
                    <a:lnTo>
                      <a:pt x="16" y="0"/>
                    </a:lnTo>
                    <a:lnTo>
                      <a:pt x="0" y="0"/>
                    </a:lnTo>
                    <a:lnTo>
                      <a:pt x="0" y="101"/>
                    </a:lnTo>
                    <a:lnTo>
                      <a:pt x="8" y="101"/>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467" name="Freeform 355"/>
              <p:cNvSpPr/>
              <p:nvPr/>
            </p:nvSpPr>
            <p:spPr bwMode="auto">
              <a:xfrm>
                <a:off x="4904" y="2755"/>
                <a:ext cx="86" cy="86"/>
              </a:xfrm>
              <a:custGeom>
                <a:avLst/>
                <a:gdLst/>
                <a:ahLst/>
                <a:cxnLst>
                  <a:cxn ang="0">
                    <a:pos x="5" y="79"/>
                  </a:cxn>
                  <a:cxn ang="0">
                    <a:pos x="10" y="84"/>
                  </a:cxn>
                  <a:cxn ang="0">
                    <a:pos x="87" y="10"/>
                  </a:cxn>
                  <a:cxn ang="0">
                    <a:pos x="78" y="0"/>
                  </a:cxn>
                  <a:cxn ang="0">
                    <a:pos x="0" y="75"/>
                  </a:cxn>
                  <a:cxn ang="0">
                    <a:pos x="5" y="79"/>
                  </a:cxn>
                </a:cxnLst>
                <a:rect l="0" t="0" r="r" b="b"/>
                <a:pathLst>
                  <a:path w="87" h="84">
                    <a:moveTo>
                      <a:pt x="5" y="79"/>
                    </a:moveTo>
                    <a:lnTo>
                      <a:pt x="10" y="84"/>
                    </a:lnTo>
                    <a:lnTo>
                      <a:pt x="87" y="10"/>
                    </a:lnTo>
                    <a:lnTo>
                      <a:pt x="78" y="0"/>
                    </a:lnTo>
                    <a:lnTo>
                      <a:pt x="0" y="75"/>
                    </a:lnTo>
                    <a:lnTo>
                      <a:pt x="5" y="79"/>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468" name="Freeform 356"/>
              <p:cNvSpPr/>
              <p:nvPr/>
            </p:nvSpPr>
            <p:spPr bwMode="auto">
              <a:xfrm>
                <a:off x="4828" y="2755"/>
                <a:ext cx="86" cy="86"/>
              </a:xfrm>
              <a:custGeom>
                <a:avLst/>
                <a:gdLst/>
                <a:ahLst/>
                <a:cxnLst>
                  <a:cxn ang="0">
                    <a:pos x="78" y="80"/>
                  </a:cxn>
                  <a:cxn ang="0">
                    <a:pos x="83" y="76"/>
                  </a:cxn>
                  <a:cxn ang="0">
                    <a:pos x="10" y="0"/>
                  </a:cxn>
                  <a:cxn ang="0">
                    <a:pos x="0" y="9"/>
                  </a:cxn>
                  <a:cxn ang="0">
                    <a:pos x="73" y="85"/>
                  </a:cxn>
                  <a:cxn ang="0">
                    <a:pos x="78" y="80"/>
                  </a:cxn>
                </a:cxnLst>
                <a:rect l="0" t="0" r="r" b="b"/>
                <a:pathLst>
                  <a:path w="83" h="85">
                    <a:moveTo>
                      <a:pt x="78" y="80"/>
                    </a:moveTo>
                    <a:lnTo>
                      <a:pt x="83" y="76"/>
                    </a:lnTo>
                    <a:lnTo>
                      <a:pt x="10" y="0"/>
                    </a:lnTo>
                    <a:lnTo>
                      <a:pt x="0" y="9"/>
                    </a:lnTo>
                    <a:lnTo>
                      <a:pt x="73" y="85"/>
                    </a:lnTo>
                    <a:lnTo>
                      <a:pt x="78" y="80"/>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grpSp>
        <p:sp>
          <p:nvSpPr>
            <p:cNvPr id="28012" name="Text Box 357"/>
            <p:cNvSpPr txBox="1"/>
            <p:nvPr/>
          </p:nvSpPr>
          <p:spPr>
            <a:xfrm>
              <a:off x="4729" y="650"/>
              <a:ext cx="804" cy="845"/>
            </a:xfrm>
            <a:prstGeom prst="rect">
              <a:avLst/>
            </a:prstGeom>
            <a:noFill/>
            <a:ln w="12700">
              <a:noFill/>
            </a:ln>
          </p:spPr>
          <p:txBody>
            <a:bodyPr wrap="none">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ct val="0"/>
                </a:spcBef>
                <a:spcAft>
                  <a:spcPts val="590"/>
                </a:spcAft>
                <a:buSzPct val="80000"/>
                <a:buNone/>
              </a:pPr>
              <a:endParaRPr lang="zh-CN" altLang="en-US" sz="2800" dirty="0">
                <a:ea typeface="宋体" pitchFamily="2" charset="-122"/>
              </a:endParaRPr>
            </a:p>
          </p:txBody>
        </p:sp>
      </p:grpSp>
      <p:grpSp>
        <p:nvGrpSpPr>
          <p:cNvPr id="24" name="Group 358"/>
          <p:cNvGrpSpPr/>
          <p:nvPr/>
        </p:nvGrpSpPr>
        <p:grpSpPr>
          <a:xfrm>
            <a:off x="6592888" y="3305175"/>
            <a:ext cx="536575" cy="846138"/>
            <a:chOff x="4368" y="0"/>
            <a:chExt cx="1392" cy="1495"/>
          </a:xfrm>
        </p:grpSpPr>
        <p:grpSp>
          <p:nvGrpSpPr>
            <p:cNvPr id="27977" name="Group 359"/>
            <p:cNvGrpSpPr/>
            <p:nvPr/>
          </p:nvGrpSpPr>
          <p:grpSpPr>
            <a:xfrm>
              <a:off x="4368" y="0"/>
              <a:ext cx="1392" cy="1056"/>
              <a:chOff x="4368" y="2016"/>
              <a:chExt cx="1072" cy="1344"/>
            </a:xfrm>
          </p:grpSpPr>
          <p:sp>
            <p:nvSpPr>
              <p:cNvPr id="346472" name="Freeform 360"/>
              <p:cNvSpPr/>
              <p:nvPr/>
            </p:nvSpPr>
            <p:spPr bwMode="auto">
              <a:xfrm>
                <a:off x="4457" y="2462"/>
                <a:ext cx="898" cy="825"/>
              </a:xfrm>
              <a:custGeom>
                <a:avLst/>
                <a:gdLst/>
                <a:ahLst/>
                <a:cxnLst>
                  <a:cxn ang="0">
                    <a:pos x="445" y="0"/>
                  </a:cxn>
                  <a:cxn ang="0">
                    <a:pos x="897" y="293"/>
                  </a:cxn>
                  <a:cxn ang="0">
                    <a:pos x="897" y="829"/>
                  </a:cxn>
                  <a:cxn ang="0">
                    <a:pos x="601" y="829"/>
                  </a:cxn>
                  <a:cxn ang="0">
                    <a:pos x="296" y="829"/>
                  </a:cxn>
                  <a:cxn ang="0">
                    <a:pos x="0" y="829"/>
                  </a:cxn>
                  <a:cxn ang="0">
                    <a:pos x="0" y="293"/>
                  </a:cxn>
                  <a:cxn ang="0">
                    <a:pos x="445" y="0"/>
                  </a:cxn>
                </a:cxnLst>
                <a:rect l="0" t="0" r="r" b="b"/>
                <a:pathLst>
                  <a:path w="897" h="829">
                    <a:moveTo>
                      <a:pt x="445" y="0"/>
                    </a:moveTo>
                    <a:lnTo>
                      <a:pt x="897" y="293"/>
                    </a:lnTo>
                    <a:lnTo>
                      <a:pt x="897" y="829"/>
                    </a:lnTo>
                    <a:lnTo>
                      <a:pt x="601" y="829"/>
                    </a:lnTo>
                    <a:lnTo>
                      <a:pt x="296" y="829"/>
                    </a:lnTo>
                    <a:lnTo>
                      <a:pt x="0" y="829"/>
                    </a:lnTo>
                    <a:lnTo>
                      <a:pt x="0" y="293"/>
                    </a:lnTo>
                    <a:lnTo>
                      <a:pt x="445" y="0"/>
                    </a:lnTo>
                    <a:close/>
                  </a:path>
                </a:pathLst>
              </a:custGeom>
              <a:solidFill>
                <a:srgbClr val="0000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346473" name="Freeform 361"/>
              <p:cNvSpPr/>
              <p:nvPr/>
            </p:nvSpPr>
            <p:spPr bwMode="auto">
              <a:xfrm>
                <a:off x="4368" y="2462"/>
                <a:ext cx="415" cy="289"/>
              </a:xfrm>
              <a:custGeom>
                <a:avLst/>
                <a:gdLst/>
                <a:ahLst/>
                <a:cxnLst>
                  <a:cxn ang="0">
                    <a:pos x="0" y="288"/>
                  </a:cxn>
                  <a:cxn ang="0">
                    <a:pos x="416" y="32"/>
                  </a:cxn>
                  <a:cxn ang="0">
                    <a:pos x="416" y="27"/>
                  </a:cxn>
                  <a:cxn ang="0">
                    <a:pos x="416" y="19"/>
                  </a:cxn>
                  <a:cxn ang="0">
                    <a:pos x="416" y="9"/>
                  </a:cxn>
                  <a:cxn ang="0">
                    <a:pos x="416" y="0"/>
                  </a:cxn>
                  <a:cxn ang="0">
                    <a:pos x="0" y="254"/>
                  </a:cxn>
                  <a:cxn ang="0">
                    <a:pos x="0" y="288"/>
                  </a:cxn>
                </a:cxnLst>
                <a:rect l="0" t="0" r="r" b="b"/>
                <a:pathLst>
                  <a:path w="416" h="288">
                    <a:moveTo>
                      <a:pt x="0" y="288"/>
                    </a:moveTo>
                    <a:lnTo>
                      <a:pt x="416" y="32"/>
                    </a:lnTo>
                    <a:lnTo>
                      <a:pt x="416" y="27"/>
                    </a:lnTo>
                    <a:lnTo>
                      <a:pt x="416" y="19"/>
                    </a:lnTo>
                    <a:lnTo>
                      <a:pt x="416" y="9"/>
                    </a:lnTo>
                    <a:lnTo>
                      <a:pt x="416" y="0"/>
                    </a:lnTo>
                    <a:lnTo>
                      <a:pt x="0" y="254"/>
                    </a:lnTo>
                    <a:lnTo>
                      <a:pt x="0" y="288"/>
                    </a:lnTo>
                    <a:close/>
                  </a:path>
                </a:pathLst>
              </a:custGeom>
              <a:solidFill>
                <a:srgbClr val="000000"/>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346474" name="Rectangle 362"/>
              <p:cNvSpPr>
                <a:spLocks noChangeArrowheads="1"/>
              </p:cNvSpPr>
              <p:nvPr/>
            </p:nvSpPr>
            <p:spPr bwMode="auto">
              <a:xfrm>
                <a:off x="4457" y="3330"/>
                <a:ext cx="898" cy="29"/>
              </a:xfrm>
              <a:prstGeom prst="rect">
                <a:avLst/>
              </a:prstGeom>
              <a:solidFill>
                <a:srgbClr val="000000"/>
              </a:solidFill>
              <a:ln w="9525">
                <a:noFill/>
                <a:miter lim="800000"/>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346475" name="Freeform 363"/>
              <p:cNvSpPr/>
              <p:nvPr/>
            </p:nvSpPr>
            <p:spPr bwMode="auto">
              <a:xfrm>
                <a:off x="4787" y="2170"/>
                <a:ext cx="241" cy="328"/>
              </a:xfrm>
              <a:custGeom>
                <a:avLst/>
                <a:gdLst/>
                <a:ahLst/>
                <a:cxnLst>
                  <a:cxn ang="0">
                    <a:pos x="242" y="327"/>
                  </a:cxn>
                  <a:cxn ang="0">
                    <a:pos x="242" y="0"/>
                  </a:cxn>
                  <a:cxn ang="0">
                    <a:pos x="0" y="0"/>
                  </a:cxn>
                  <a:cxn ang="0">
                    <a:pos x="0" y="321"/>
                  </a:cxn>
                  <a:cxn ang="0">
                    <a:pos x="116" y="240"/>
                  </a:cxn>
                  <a:cxn ang="0">
                    <a:pos x="242" y="327"/>
                  </a:cxn>
                </a:cxnLst>
                <a:rect l="0" t="0" r="r" b="b"/>
                <a:pathLst>
                  <a:path w="242" h="327">
                    <a:moveTo>
                      <a:pt x="242" y="327"/>
                    </a:moveTo>
                    <a:lnTo>
                      <a:pt x="242" y="0"/>
                    </a:lnTo>
                    <a:lnTo>
                      <a:pt x="0" y="0"/>
                    </a:lnTo>
                    <a:lnTo>
                      <a:pt x="0" y="321"/>
                    </a:lnTo>
                    <a:lnTo>
                      <a:pt x="116" y="240"/>
                    </a:lnTo>
                    <a:lnTo>
                      <a:pt x="242" y="327"/>
                    </a:lnTo>
                    <a:close/>
                  </a:path>
                </a:pathLst>
              </a:custGeom>
              <a:solidFill>
                <a:srgbClr val="000000"/>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346476" name="Freeform 364"/>
              <p:cNvSpPr/>
              <p:nvPr/>
            </p:nvSpPr>
            <p:spPr bwMode="auto">
              <a:xfrm>
                <a:off x="4723" y="2016"/>
                <a:ext cx="358" cy="125"/>
              </a:xfrm>
              <a:custGeom>
                <a:avLst/>
                <a:gdLst/>
                <a:ahLst/>
                <a:cxnLst>
                  <a:cxn ang="0">
                    <a:pos x="181" y="0"/>
                  </a:cxn>
                  <a:cxn ang="0">
                    <a:pos x="0" y="126"/>
                  </a:cxn>
                  <a:cxn ang="0">
                    <a:pos x="361" y="126"/>
                  </a:cxn>
                  <a:cxn ang="0">
                    <a:pos x="181" y="0"/>
                  </a:cxn>
                </a:cxnLst>
                <a:rect l="0" t="0" r="r" b="b"/>
                <a:pathLst>
                  <a:path w="361" h="126">
                    <a:moveTo>
                      <a:pt x="181" y="0"/>
                    </a:moveTo>
                    <a:lnTo>
                      <a:pt x="0" y="126"/>
                    </a:lnTo>
                    <a:lnTo>
                      <a:pt x="361" y="126"/>
                    </a:lnTo>
                    <a:lnTo>
                      <a:pt x="181" y="0"/>
                    </a:lnTo>
                    <a:close/>
                  </a:path>
                </a:pathLst>
              </a:custGeom>
              <a:solidFill>
                <a:srgbClr val="000000"/>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346477" name="Freeform 365"/>
              <p:cNvSpPr/>
              <p:nvPr/>
            </p:nvSpPr>
            <p:spPr bwMode="auto">
              <a:xfrm>
                <a:off x="5028" y="2469"/>
                <a:ext cx="412" cy="282"/>
              </a:xfrm>
              <a:custGeom>
                <a:avLst/>
                <a:gdLst/>
                <a:ahLst/>
                <a:cxnLst>
                  <a:cxn ang="0">
                    <a:pos x="413" y="287"/>
                  </a:cxn>
                  <a:cxn ang="0">
                    <a:pos x="0" y="31"/>
                  </a:cxn>
                  <a:cxn ang="0">
                    <a:pos x="0" y="25"/>
                  </a:cxn>
                  <a:cxn ang="0">
                    <a:pos x="0" y="17"/>
                  </a:cxn>
                  <a:cxn ang="0">
                    <a:pos x="0" y="9"/>
                  </a:cxn>
                  <a:cxn ang="0">
                    <a:pos x="0" y="0"/>
                  </a:cxn>
                  <a:cxn ang="0">
                    <a:pos x="413" y="253"/>
                  </a:cxn>
                  <a:cxn ang="0">
                    <a:pos x="413" y="287"/>
                  </a:cxn>
                </a:cxnLst>
                <a:rect l="0" t="0" r="r" b="b"/>
                <a:pathLst>
                  <a:path w="413" h="287">
                    <a:moveTo>
                      <a:pt x="413" y="287"/>
                    </a:moveTo>
                    <a:lnTo>
                      <a:pt x="0" y="31"/>
                    </a:lnTo>
                    <a:lnTo>
                      <a:pt x="0" y="25"/>
                    </a:lnTo>
                    <a:lnTo>
                      <a:pt x="0" y="17"/>
                    </a:lnTo>
                    <a:lnTo>
                      <a:pt x="0" y="9"/>
                    </a:lnTo>
                    <a:lnTo>
                      <a:pt x="0" y="0"/>
                    </a:lnTo>
                    <a:lnTo>
                      <a:pt x="413" y="253"/>
                    </a:lnTo>
                    <a:lnTo>
                      <a:pt x="413" y="287"/>
                    </a:lnTo>
                    <a:close/>
                  </a:path>
                </a:pathLst>
              </a:custGeom>
              <a:solidFill>
                <a:srgbClr val="000000"/>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346478" name="Freeform 366"/>
              <p:cNvSpPr/>
              <p:nvPr/>
            </p:nvSpPr>
            <p:spPr bwMode="auto">
              <a:xfrm>
                <a:off x="4841" y="2209"/>
                <a:ext cx="127" cy="164"/>
              </a:xfrm>
              <a:custGeom>
                <a:avLst/>
                <a:gdLst/>
                <a:ahLst/>
                <a:cxnLst>
                  <a:cxn ang="0">
                    <a:pos x="65" y="0"/>
                  </a:cxn>
                  <a:cxn ang="0">
                    <a:pos x="51" y="1"/>
                  </a:cxn>
                  <a:cxn ang="0">
                    <a:pos x="38" y="6"/>
                  </a:cxn>
                  <a:cxn ang="0">
                    <a:pos x="27" y="13"/>
                  </a:cxn>
                  <a:cxn ang="0">
                    <a:pos x="17" y="20"/>
                  </a:cxn>
                  <a:cxn ang="0">
                    <a:pos x="9" y="32"/>
                  </a:cxn>
                  <a:cxn ang="0">
                    <a:pos x="5" y="44"/>
                  </a:cxn>
                  <a:cxn ang="0">
                    <a:pos x="1" y="58"/>
                  </a:cxn>
                  <a:cxn ang="0">
                    <a:pos x="0" y="74"/>
                  </a:cxn>
                  <a:cxn ang="0">
                    <a:pos x="0" y="103"/>
                  </a:cxn>
                  <a:cxn ang="0">
                    <a:pos x="0" y="126"/>
                  </a:cxn>
                  <a:cxn ang="0">
                    <a:pos x="0" y="145"/>
                  </a:cxn>
                  <a:cxn ang="0">
                    <a:pos x="0" y="164"/>
                  </a:cxn>
                  <a:cxn ang="0">
                    <a:pos x="27" y="164"/>
                  </a:cxn>
                  <a:cxn ang="0">
                    <a:pos x="44" y="164"/>
                  </a:cxn>
                  <a:cxn ang="0">
                    <a:pos x="55" y="164"/>
                  </a:cxn>
                  <a:cxn ang="0">
                    <a:pos x="63" y="164"/>
                  </a:cxn>
                  <a:cxn ang="0">
                    <a:pos x="71" y="164"/>
                  </a:cxn>
                  <a:cxn ang="0">
                    <a:pos x="82" y="164"/>
                  </a:cxn>
                  <a:cxn ang="0">
                    <a:pos x="100" y="164"/>
                  </a:cxn>
                  <a:cxn ang="0">
                    <a:pos x="127" y="164"/>
                  </a:cxn>
                  <a:cxn ang="0">
                    <a:pos x="127" y="139"/>
                  </a:cxn>
                  <a:cxn ang="0">
                    <a:pos x="127" y="114"/>
                  </a:cxn>
                  <a:cxn ang="0">
                    <a:pos x="127" y="90"/>
                  </a:cxn>
                  <a:cxn ang="0">
                    <a:pos x="127" y="71"/>
                  </a:cxn>
                  <a:cxn ang="0">
                    <a:pos x="127" y="62"/>
                  </a:cxn>
                  <a:cxn ang="0">
                    <a:pos x="123" y="51"/>
                  </a:cxn>
                  <a:cxn ang="0">
                    <a:pos x="119" y="38"/>
                  </a:cxn>
                  <a:cxn ang="0">
                    <a:pos x="112" y="27"/>
                  </a:cxn>
                  <a:cxn ang="0">
                    <a:pos x="104" y="16"/>
                  </a:cxn>
                  <a:cxn ang="0">
                    <a:pos x="93" y="8"/>
                  </a:cxn>
                  <a:cxn ang="0">
                    <a:pos x="81" y="1"/>
                  </a:cxn>
                  <a:cxn ang="0">
                    <a:pos x="65" y="0"/>
                  </a:cxn>
                </a:cxnLst>
                <a:rect l="0" t="0" r="r" b="b"/>
                <a:pathLst>
                  <a:path w="127" h="164">
                    <a:moveTo>
                      <a:pt x="65" y="0"/>
                    </a:moveTo>
                    <a:lnTo>
                      <a:pt x="51" y="1"/>
                    </a:lnTo>
                    <a:lnTo>
                      <a:pt x="38" y="6"/>
                    </a:lnTo>
                    <a:lnTo>
                      <a:pt x="27" y="13"/>
                    </a:lnTo>
                    <a:lnTo>
                      <a:pt x="17" y="20"/>
                    </a:lnTo>
                    <a:lnTo>
                      <a:pt x="9" y="32"/>
                    </a:lnTo>
                    <a:lnTo>
                      <a:pt x="5" y="44"/>
                    </a:lnTo>
                    <a:lnTo>
                      <a:pt x="1" y="58"/>
                    </a:lnTo>
                    <a:lnTo>
                      <a:pt x="0" y="74"/>
                    </a:lnTo>
                    <a:lnTo>
                      <a:pt x="0" y="103"/>
                    </a:lnTo>
                    <a:lnTo>
                      <a:pt x="0" y="126"/>
                    </a:lnTo>
                    <a:lnTo>
                      <a:pt x="0" y="145"/>
                    </a:lnTo>
                    <a:lnTo>
                      <a:pt x="0" y="164"/>
                    </a:lnTo>
                    <a:lnTo>
                      <a:pt x="27" y="164"/>
                    </a:lnTo>
                    <a:lnTo>
                      <a:pt x="44" y="164"/>
                    </a:lnTo>
                    <a:lnTo>
                      <a:pt x="55" y="164"/>
                    </a:lnTo>
                    <a:lnTo>
                      <a:pt x="63" y="164"/>
                    </a:lnTo>
                    <a:lnTo>
                      <a:pt x="71" y="164"/>
                    </a:lnTo>
                    <a:lnTo>
                      <a:pt x="82" y="164"/>
                    </a:lnTo>
                    <a:lnTo>
                      <a:pt x="100" y="164"/>
                    </a:lnTo>
                    <a:lnTo>
                      <a:pt x="127" y="164"/>
                    </a:lnTo>
                    <a:lnTo>
                      <a:pt x="127" y="139"/>
                    </a:lnTo>
                    <a:lnTo>
                      <a:pt x="127" y="114"/>
                    </a:lnTo>
                    <a:lnTo>
                      <a:pt x="127" y="90"/>
                    </a:lnTo>
                    <a:lnTo>
                      <a:pt x="127" y="71"/>
                    </a:lnTo>
                    <a:lnTo>
                      <a:pt x="127" y="62"/>
                    </a:lnTo>
                    <a:lnTo>
                      <a:pt x="123" y="51"/>
                    </a:lnTo>
                    <a:lnTo>
                      <a:pt x="119" y="38"/>
                    </a:lnTo>
                    <a:lnTo>
                      <a:pt x="112" y="27"/>
                    </a:lnTo>
                    <a:lnTo>
                      <a:pt x="104" y="16"/>
                    </a:lnTo>
                    <a:lnTo>
                      <a:pt x="93" y="8"/>
                    </a:lnTo>
                    <a:lnTo>
                      <a:pt x="81" y="1"/>
                    </a:lnTo>
                    <a:lnTo>
                      <a:pt x="65" y="0"/>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479" name="Rectangle 367"/>
              <p:cNvSpPr>
                <a:spLocks noChangeArrowheads="1"/>
              </p:cNvSpPr>
              <p:nvPr/>
            </p:nvSpPr>
            <p:spPr bwMode="auto">
              <a:xfrm>
                <a:off x="4803" y="2901"/>
                <a:ext cx="206" cy="386"/>
              </a:xfrm>
              <a:prstGeom prst="rect">
                <a:avLst/>
              </a:prstGeom>
              <a:solidFill>
                <a:srgbClr val="FFFFFF"/>
              </a:solidFill>
              <a:ln w="9525">
                <a:noFill/>
                <a:miter lim="800000"/>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480" name="Freeform 368"/>
              <p:cNvSpPr/>
              <p:nvPr/>
            </p:nvSpPr>
            <p:spPr bwMode="auto">
              <a:xfrm>
                <a:off x="4736" y="2819"/>
                <a:ext cx="13" cy="318"/>
              </a:xfrm>
              <a:custGeom>
                <a:avLst/>
                <a:gdLst/>
                <a:ahLst/>
                <a:cxnLst>
                  <a:cxn ang="0">
                    <a:pos x="8" y="16"/>
                  </a:cxn>
                  <a:cxn ang="0">
                    <a:pos x="0" y="8"/>
                  </a:cxn>
                  <a:cxn ang="0">
                    <a:pos x="0" y="320"/>
                  </a:cxn>
                  <a:cxn ang="0">
                    <a:pos x="16" y="320"/>
                  </a:cxn>
                  <a:cxn ang="0">
                    <a:pos x="16" y="8"/>
                  </a:cxn>
                  <a:cxn ang="0">
                    <a:pos x="8" y="0"/>
                  </a:cxn>
                  <a:cxn ang="0">
                    <a:pos x="16" y="8"/>
                  </a:cxn>
                  <a:cxn ang="0">
                    <a:pos x="16" y="0"/>
                  </a:cxn>
                  <a:cxn ang="0">
                    <a:pos x="8" y="0"/>
                  </a:cxn>
                  <a:cxn ang="0">
                    <a:pos x="8" y="16"/>
                  </a:cxn>
                </a:cxnLst>
                <a:rect l="0" t="0" r="r" b="b"/>
                <a:pathLst>
                  <a:path w="16" h="320">
                    <a:moveTo>
                      <a:pt x="8" y="16"/>
                    </a:moveTo>
                    <a:lnTo>
                      <a:pt x="0" y="8"/>
                    </a:lnTo>
                    <a:lnTo>
                      <a:pt x="0" y="320"/>
                    </a:lnTo>
                    <a:lnTo>
                      <a:pt x="16" y="320"/>
                    </a:lnTo>
                    <a:lnTo>
                      <a:pt x="16" y="8"/>
                    </a:lnTo>
                    <a:lnTo>
                      <a:pt x="8" y="0"/>
                    </a:lnTo>
                    <a:lnTo>
                      <a:pt x="16" y="8"/>
                    </a:lnTo>
                    <a:lnTo>
                      <a:pt x="16" y="0"/>
                    </a:lnTo>
                    <a:lnTo>
                      <a:pt x="8" y="0"/>
                    </a:lnTo>
                    <a:lnTo>
                      <a:pt x="8" y="16"/>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481" name="Freeform 369"/>
              <p:cNvSpPr/>
              <p:nvPr/>
            </p:nvSpPr>
            <p:spPr bwMode="auto">
              <a:xfrm>
                <a:off x="4558" y="2819"/>
                <a:ext cx="184" cy="21"/>
              </a:xfrm>
              <a:custGeom>
                <a:avLst/>
                <a:gdLst/>
                <a:ahLst/>
                <a:cxnLst>
                  <a:cxn ang="0">
                    <a:pos x="16" y="8"/>
                  </a:cxn>
                  <a:cxn ang="0">
                    <a:pos x="8" y="16"/>
                  </a:cxn>
                  <a:cxn ang="0">
                    <a:pos x="187" y="16"/>
                  </a:cxn>
                  <a:cxn ang="0">
                    <a:pos x="187" y="0"/>
                  </a:cxn>
                  <a:cxn ang="0">
                    <a:pos x="8" y="0"/>
                  </a:cxn>
                  <a:cxn ang="0">
                    <a:pos x="0" y="8"/>
                  </a:cxn>
                  <a:cxn ang="0">
                    <a:pos x="8" y="0"/>
                  </a:cxn>
                  <a:cxn ang="0">
                    <a:pos x="0" y="0"/>
                  </a:cxn>
                  <a:cxn ang="0">
                    <a:pos x="0" y="8"/>
                  </a:cxn>
                  <a:cxn ang="0">
                    <a:pos x="16" y="8"/>
                  </a:cxn>
                </a:cxnLst>
                <a:rect l="0" t="0" r="r" b="b"/>
                <a:pathLst>
                  <a:path w="187" h="16">
                    <a:moveTo>
                      <a:pt x="16" y="8"/>
                    </a:moveTo>
                    <a:lnTo>
                      <a:pt x="8" y="16"/>
                    </a:lnTo>
                    <a:lnTo>
                      <a:pt x="187" y="16"/>
                    </a:lnTo>
                    <a:lnTo>
                      <a:pt x="187" y="0"/>
                    </a:lnTo>
                    <a:lnTo>
                      <a:pt x="8" y="0"/>
                    </a:lnTo>
                    <a:lnTo>
                      <a:pt x="0" y="8"/>
                    </a:lnTo>
                    <a:lnTo>
                      <a:pt x="8" y="0"/>
                    </a:lnTo>
                    <a:lnTo>
                      <a:pt x="0" y="0"/>
                    </a:lnTo>
                    <a:lnTo>
                      <a:pt x="0" y="8"/>
                    </a:lnTo>
                    <a:lnTo>
                      <a:pt x="16"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482" name="Freeform 370"/>
              <p:cNvSpPr/>
              <p:nvPr/>
            </p:nvSpPr>
            <p:spPr bwMode="auto">
              <a:xfrm>
                <a:off x="4558" y="2826"/>
                <a:ext cx="13" cy="318"/>
              </a:xfrm>
              <a:custGeom>
                <a:avLst/>
                <a:gdLst/>
                <a:ahLst/>
                <a:cxnLst>
                  <a:cxn ang="0">
                    <a:pos x="8" y="304"/>
                  </a:cxn>
                  <a:cxn ang="0">
                    <a:pos x="16" y="312"/>
                  </a:cxn>
                  <a:cxn ang="0">
                    <a:pos x="16" y="0"/>
                  </a:cxn>
                  <a:cxn ang="0">
                    <a:pos x="0" y="0"/>
                  </a:cxn>
                  <a:cxn ang="0">
                    <a:pos x="0" y="312"/>
                  </a:cxn>
                  <a:cxn ang="0">
                    <a:pos x="8" y="320"/>
                  </a:cxn>
                  <a:cxn ang="0">
                    <a:pos x="0" y="312"/>
                  </a:cxn>
                  <a:cxn ang="0">
                    <a:pos x="0" y="320"/>
                  </a:cxn>
                  <a:cxn ang="0">
                    <a:pos x="8" y="320"/>
                  </a:cxn>
                  <a:cxn ang="0">
                    <a:pos x="8" y="304"/>
                  </a:cxn>
                </a:cxnLst>
                <a:rect l="0" t="0" r="r" b="b"/>
                <a:pathLst>
                  <a:path w="16" h="320">
                    <a:moveTo>
                      <a:pt x="8" y="304"/>
                    </a:moveTo>
                    <a:lnTo>
                      <a:pt x="16" y="312"/>
                    </a:lnTo>
                    <a:lnTo>
                      <a:pt x="16" y="0"/>
                    </a:lnTo>
                    <a:lnTo>
                      <a:pt x="0" y="0"/>
                    </a:lnTo>
                    <a:lnTo>
                      <a:pt x="0" y="312"/>
                    </a:lnTo>
                    <a:lnTo>
                      <a:pt x="8" y="320"/>
                    </a:lnTo>
                    <a:lnTo>
                      <a:pt x="0" y="312"/>
                    </a:lnTo>
                    <a:lnTo>
                      <a:pt x="0" y="320"/>
                    </a:lnTo>
                    <a:lnTo>
                      <a:pt x="8" y="320"/>
                    </a:lnTo>
                    <a:lnTo>
                      <a:pt x="8" y="304"/>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483" name="Freeform 371"/>
              <p:cNvSpPr/>
              <p:nvPr/>
            </p:nvSpPr>
            <p:spPr bwMode="auto">
              <a:xfrm>
                <a:off x="4565" y="3130"/>
                <a:ext cx="184" cy="14"/>
              </a:xfrm>
              <a:custGeom>
                <a:avLst/>
                <a:gdLst/>
                <a:ahLst/>
                <a:cxnLst>
                  <a:cxn ang="0">
                    <a:pos x="171" y="8"/>
                  </a:cxn>
                  <a:cxn ang="0">
                    <a:pos x="179" y="0"/>
                  </a:cxn>
                  <a:cxn ang="0">
                    <a:pos x="0" y="0"/>
                  </a:cxn>
                  <a:cxn ang="0">
                    <a:pos x="0" y="16"/>
                  </a:cxn>
                  <a:cxn ang="0">
                    <a:pos x="179" y="16"/>
                  </a:cxn>
                  <a:cxn ang="0">
                    <a:pos x="187" y="8"/>
                  </a:cxn>
                  <a:cxn ang="0">
                    <a:pos x="179" y="16"/>
                  </a:cxn>
                  <a:cxn ang="0">
                    <a:pos x="187" y="16"/>
                  </a:cxn>
                  <a:cxn ang="0">
                    <a:pos x="187" y="8"/>
                  </a:cxn>
                  <a:cxn ang="0">
                    <a:pos x="171" y="8"/>
                  </a:cxn>
                </a:cxnLst>
                <a:rect l="0" t="0" r="r" b="b"/>
                <a:pathLst>
                  <a:path w="187" h="16">
                    <a:moveTo>
                      <a:pt x="171" y="8"/>
                    </a:moveTo>
                    <a:lnTo>
                      <a:pt x="179" y="0"/>
                    </a:lnTo>
                    <a:lnTo>
                      <a:pt x="0" y="0"/>
                    </a:lnTo>
                    <a:lnTo>
                      <a:pt x="0" y="16"/>
                    </a:lnTo>
                    <a:lnTo>
                      <a:pt x="179" y="16"/>
                    </a:lnTo>
                    <a:lnTo>
                      <a:pt x="187" y="8"/>
                    </a:lnTo>
                    <a:lnTo>
                      <a:pt x="179" y="16"/>
                    </a:lnTo>
                    <a:lnTo>
                      <a:pt x="187" y="16"/>
                    </a:lnTo>
                    <a:lnTo>
                      <a:pt x="187" y="8"/>
                    </a:lnTo>
                    <a:lnTo>
                      <a:pt x="171"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484" name="Freeform 372"/>
              <p:cNvSpPr/>
              <p:nvPr/>
            </p:nvSpPr>
            <p:spPr bwMode="auto">
              <a:xfrm>
                <a:off x="4568" y="2916"/>
                <a:ext cx="174" cy="11"/>
              </a:xfrm>
              <a:custGeom>
                <a:avLst/>
                <a:gdLst/>
                <a:ahLst/>
                <a:cxnLst>
                  <a:cxn ang="0">
                    <a:pos x="176" y="8"/>
                  </a:cxn>
                  <a:cxn ang="0">
                    <a:pos x="176" y="0"/>
                  </a:cxn>
                  <a:cxn ang="0">
                    <a:pos x="0" y="0"/>
                  </a:cxn>
                  <a:cxn ang="0">
                    <a:pos x="0" y="16"/>
                  </a:cxn>
                  <a:cxn ang="0">
                    <a:pos x="176" y="16"/>
                  </a:cxn>
                  <a:cxn ang="0">
                    <a:pos x="176" y="8"/>
                  </a:cxn>
                </a:cxnLst>
                <a:rect l="0" t="0" r="r" b="b"/>
                <a:pathLst>
                  <a:path w="176" h="16">
                    <a:moveTo>
                      <a:pt x="176" y="8"/>
                    </a:moveTo>
                    <a:lnTo>
                      <a:pt x="176" y="0"/>
                    </a:lnTo>
                    <a:lnTo>
                      <a:pt x="0" y="0"/>
                    </a:lnTo>
                    <a:lnTo>
                      <a:pt x="0" y="16"/>
                    </a:lnTo>
                    <a:lnTo>
                      <a:pt x="176" y="16"/>
                    </a:lnTo>
                    <a:lnTo>
                      <a:pt x="176"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485" name="Freeform 373"/>
              <p:cNvSpPr/>
              <p:nvPr/>
            </p:nvSpPr>
            <p:spPr bwMode="auto">
              <a:xfrm>
                <a:off x="4568" y="3026"/>
                <a:ext cx="174" cy="18"/>
              </a:xfrm>
              <a:custGeom>
                <a:avLst/>
                <a:gdLst/>
                <a:ahLst/>
                <a:cxnLst>
                  <a:cxn ang="0">
                    <a:pos x="176" y="8"/>
                  </a:cxn>
                  <a:cxn ang="0">
                    <a:pos x="176" y="0"/>
                  </a:cxn>
                  <a:cxn ang="0">
                    <a:pos x="0" y="0"/>
                  </a:cxn>
                  <a:cxn ang="0">
                    <a:pos x="0" y="16"/>
                  </a:cxn>
                  <a:cxn ang="0">
                    <a:pos x="176" y="16"/>
                  </a:cxn>
                  <a:cxn ang="0">
                    <a:pos x="176" y="8"/>
                  </a:cxn>
                </a:cxnLst>
                <a:rect l="0" t="0" r="r" b="b"/>
                <a:pathLst>
                  <a:path w="176" h="16">
                    <a:moveTo>
                      <a:pt x="176" y="8"/>
                    </a:moveTo>
                    <a:lnTo>
                      <a:pt x="176" y="0"/>
                    </a:lnTo>
                    <a:lnTo>
                      <a:pt x="0" y="0"/>
                    </a:lnTo>
                    <a:lnTo>
                      <a:pt x="0" y="16"/>
                    </a:lnTo>
                    <a:lnTo>
                      <a:pt x="176" y="16"/>
                    </a:lnTo>
                    <a:lnTo>
                      <a:pt x="176"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486" name="Freeform 374"/>
              <p:cNvSpPr/>
              <p:nvPr/>
            </p:nvSpPr>
            <p:spPr bwMode="auto">
              <a:xfrm>
                <a:off x="4644" y="2837"/>
                <a:ext cx="16" cy="300"/>
              </a:xfrm>
              <a:custGeom>
                <a:avLst/>
                <a:gdLst/>
                <a:ahLst/>
                <a:cxnLst>
                  <a:cxn ang="0">
                    <a:pos x="7" y="302"/>
                  </a:cxn>
                  <a:cxn ang="0">
                    <a:pos x="15" y="302"/>
                  </a:cxn>
                  <a:cxn ang="0">
                    <a:pos x="15" y="0"/>
                  </a:cxn>
                  <a:cxn ang="0">
                    <a:pos x="0" y="0"/>
                  </a:cxn>
                  <a:cxn ang="0">
                    <a:pos x="0" y="302"/>
                  </a:cxn>
                  <a:cxn ang="0">
                    <a:pos x="7" y="302"/>
                  </a:cxn>
                </a:cxnLst>
                <a:rect l="0" t="0" r="r" b="b"/>
                <a:pathLst>
                  <a:path w="15" h="302">
                    <a:moveTo>
                      <a:pt x="7" y="302"/>
                    </a:moveTo>
                    <a:lnTo>
                      <a:pt x="15" y="302"/>
                    </a:lnTo>
                    <a:lnTo>
                      <a:pt x="15" y="0"/>
                    </a:lnTo>
                    <a:lnTo>
                      <a:pt x="0" y="0"/>
                    </a:lnTo>
                    <a:lnTo>
                      <a:pt x="0" y="302"/>
                    </a:lnTo>
                    <a:lnTo>
                      <a:pt x="7" y="302"/>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487" name="Freeform 375"/>
              <p:cNvSpPr/>
              <p:nvPr/>
            </p:nvSpPr>
            <p:spPr bwMode="auto">
              <a:xfrm>
                <a:off x="5240" y="2819"/>
                <a:ext cx="16" cy="318"/>
              </a:xfrm>
              <a:custGeom>
                <a:avLst/>
                <a:gdLst/>
                <a:ahLst/>
                <a:cxnLst>
                  <a:cxn ang="0">
                    <a:pos x="8" y="16"/>
                  </a:cxn>
                  <a:cxn ang="0">
                    <a:pos x="0" y="8"/>
                  </a:cxn>
                  <a:cxn ang="0">
                    <a:pos x="0" y="320"/>
                  </a:cxn>
                  <a:cxn ang="0">
                    <a:pos x="16" y="320"/>
                  </a:cxn>
                  <a:cxn ang="0">
                    <a:pos x="16" y="8"/>
                  </a:cxn>
                  <a:cxn ang="0">
                    <a:pos x="8" y="0"/>
                  </a:cxn>
                  <a:cxn ang="0">
                    <a:pos x="16" y="8"/>
                  </a:cxn>
                  <a:cxn ang="0">
                    <a:pos x="16" y="0"/>
                  </a:cxn>
                  <a:cxn ang="0">
                    <a:pos x="8" y="0"/>
                  </a:cxn>
                  <a:cxn ang="0">
                    <a:pos x="8" y="16"/>
                  </a:cxn>
                </a:cxnLst>
                <a:rect l="0" t="0" r="r" b="b"/>
                <a:pathLst>
                  <a:path w="16" h="320">
                    <a:moveTo>
                      <a:pt x="8" y="16"/>
                    </a:moveTo>
                    <a:lnTo>
                      <a:pt x="0" y="8"/>
                    </a:lnTo>
                    <a:lnTo>
                      <a:pt x="0" y="320"/>
                    </a:lnTo>
                    <a:lnTo>
                      <a:pt x="16" y="320"/>
                    </a:lnTo>
                    <a:lnTo>
                      <a:pt x="16" y="8"/>
                    </a:lnTo>
                    <a:lnTo>
                      <a:pt x="8" y="0"/>
                    </a:lnTo>
                    <a:lnTo>
                      <a:pt x="16" y="8"/>
                    </a:lnTo>
                    <a:lnTo>
                      <a:pt x="16" y="0"/>
                    </a:lnTo>
                    <a:lnTo>
                      <a:pt x="8" y="0"/>
                    </a:lnTo>
                    <a:lnTo>
                      <a:pt x="8" y="16"/>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488" name="Freeform 376"/>
              <p:cNvSpPr/>
              <p:nvPr/>
            </p:nvSpPr>
            <p:spPr bwMode="auto">
              <a:xfrm>
                <a:off x="5059" y="2819"/>
                <a:ext cx="187" cy="21"/>
              </a:xfrm>
              <a:custGeom>
                <a:avLst/>
                <a:gdLst/>
                <a:ahLst/>
                <a:cxnLst>
                  <a:cxn ang="0">
                    <a:pos x="16" y="8"/>
                  </a:cxn>
                  <a:cxn ang="0">
                    <a:pos x="8" y="16"/>
                  </a:cxn>
                  <a:cxn ang="0">
                    <a:pos x="187" y="16"/>
                  </a:cxn>
                  <a:cxn ang="0">
                    <a:pos x="187" y="0"/>
                  </a:cxn>
                  <a:cxn ang="0">
                    <a:pos x="8" y="0"/>
                  </a:cxn>
                  <a:cxn ang="0">
                    <a:pos x="0" y="8"/>
                  </a:cxn>
                  <a:cxn ang="0">
                    <a:pos x="8" y="0"/>
                  </a:cxn>
                  <a:cxn ang="0">
                    <a:pos x="0" y="0"/>
                  </a:cxn>
                  <a:cxn ang="0">
                    <a:pos x="0" y="8"/>
                  </a:cxn>
                  <a:cxn ang="0">
                    <a:pos x="16" y="8"/>
                  </a:cxn>
                </a:cxnLst>
                <a:rect l="0" t="0" r="r" b="b"/>
                <a:pathLst>
                  <a:path w="187" h="16">
                    <a:moveTo>
                      <a:pt x="16" y="8"/>
                    </a:moveTo>
                    <a:lnTo>
                      <a:pt x="8" y="16"/>
                    </a:lnTo>
                    <a:lnTo>
                      <a:pt x="187" y="16"/>
                    </a:lnTo>
                    <a:lnTo>
                      <a:pt x="187" y="0"/>
                    </a:lnTo>
                    <a:lnTo>
                      <a:pt x="8" y="0"/>
                    </a:lnTo>
                    <a:lnTo>
                      <a:pt x="0" y="8"/>
                    </a:lnTo>
                    <a:lnTo>
                      <a:pt x="8" y="0"/>
                    </a:lnTo>
                    <a:lnTo>
                      <a:pt x="0" y="0"/>
                    </a:lnTo>
                    <a:lnTo>
                      <a:pt x="0" y="8"/>
                    </a:lnTo>
                    <a:lnTo>
                      <a:pt x="16"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489" name="Freeform 377"/>
              <p:cNvSpPr/>
              <p:nvPr/>
            </p:nvSpPr>
            <p:spPr bwMode="auto">
              <a:xfrm>
                <a:off x="5059" y="2826"/>
                <a:ext cx="16" cy="318"/>
              </a:xfrm>
              <a:custGeom>
                <a:avLst/>
                <a:gdLst/>
                <a:ahLst/>
                <a:cxnLst>
                  <a:cxn ang="0">
                    <a:pos x="8" y="304"/>
                  </a:cxn>
                  <a:cxn ang="0">
                    <a:pos x="16" y="312"/>
                  </a:cxn>
                  <a:cxn ang="0">
                    <a:pos x="16" y="0"/>
                  </a:cxn>
                  <a:cxn ang="0">
                    <a:pos x="0" y="0"/>
                  </a:cxn>
                  <a:cxn ang="0">
                    <a:pos x="0" y="312"/>
                  </a:cxn>
                  <a:cxn ang="0">
                    <a:pos x="8" y="320"/>
                  </a:cxn>
                  <a:cxn ang="0">
                    <a:pos x="0" y="312"/>
                  </a:cxn>
                  <a:cxn ang="0">
                    <a:pos x="0" y="320"/>
                  </a:cxn>
                  <a:cxn ang="0">
                    <a:pos x="8" y="320"/>
                  </a:cxn>
                  <a:cxn ang="0">
                    <a:pos x="8" y="304"/>
                  </a:cxn>
                </a:cxnLst>
                <a:rect l="0" t="0" r="r" b="b"/>
                <a:pathLst>
                  <a:path w="16" h="320">
                    <a:moveTo>
                      <a:pt x="8" y="304"/>
                    </a:moveTo>
                    <a:lnTo>
                      <a:pt x="16" y="312"/>
                    </a:lnTo>
                    <a:lnTo>
                      <a:pt x="16" y="0"/>
                    </a:lnTo>
                    <a:lnTo>
                      <a:pt x="0" y="0"/>
                    </a:lnTo>
                    <a:lnTo>
                      <a:pt x="0" y="312"/>
                    </a:lnTo>
                    <a:lnTo>
                      <a:pt x="8" y="320"/>
                    </a:lnTo>
                    <a:lnTo>
                      <a:pt x="0" y="312"/>
                    </a:lnTo>
                    <a:lnTo>
                      <a:pt x="0" y="320"/>
                    </a:lnTo>
                    <a:lnTo>
                      <a:pt x="8" y="320"/>
                    </a:lnTo>
                    <a:lnTo>
                      <a:pt x="8" y="304"/>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490" name="Freeform 378"/>
              <p:cNvSpPr/>
              <p:nvPr/>
            </p:nvSpPr>
            <p:spPr bwMode="auto">
              <a:xfrm>
                <a:off x="5069" y="3130"/>
                <a:ext cx="187" cy="14"/>
              </a:xfrm>
              <a:custGeom>
                <a:avLst/>
                <a:gdLst/>
                <a:ahLst/>
                <a:cxnLst>
                  <a:cxn ang="0">
                    <a:pos x="171" y="8"/>
                  </a:cxn>
                  <a:cxn ang="0">
                    <a:pos x="179" y="0"/>
                  </a:cxn>
                  <a:cxn ang="0">
                    <a:pos x="0" y="0"/>
                  </a:cxn>
                  <a:cxn ang="0">
                    <a:pos x="0" y="16"/>
                  </a:cxn>
                  <a:cxn ang="0">
                    <a:pos x="179" y="16"/>
                  </a:cxn>
                  <a:cxn ang="0">
                    <a:pos x="187" y="8"/>
                  </a:cxn>
                  <a:cxn ang="0">
                    <a:pos x="179" y="16"/>
                  </a:cxn>
                  <a:cxn ang="0">
                    <a:pos x="187" y="16"/>
                  </a:cxn>
                  <a:cxn ang="0">
                    <a:pos x="187" y="8"/>
                  </a:cxn>
                  <a:cxn ang="0">
                    <a:pos x="171" y="8"/>
                  </a:cxn>
                </a:cxnLst>
                <a:rect l="0" t="0" r="r" b="b"/>
                <a:pathLst>
                  <a:path w="187" h="16">
                    <a:moveTo>
                      <a:pt x="171" y="8"/>
                    </a:moveTo>
                    <a:lnTo>
                      <a:pt x="179" y="0"/>
                    </a:lnTo>
                    <a:lnTo>
                      <a:pt x="0" y="0"/>
                    </a:lnTo>
                    <a:lnTo>
                      <a:pt x="0" y="16"/>
                    </a:lnTo>
                    <a:lnTo>
                      <a:pt x="179" y="16"/>
                    </a:lnTo>
                    <a:lnTo>
                      <a:pt x="187" y="8"/>
                    </a:lnTo>
                    <a:lnTo>
                      <a:pt x="179" y="16"/>
                    </a:lnTo>
                    <a:lnTo>
                      <a:pt x="187" y="16"/>
                    </a:lnTo>
                    <a:lnTo>
                      <a:pt x="187" y="8"/>
                    </a:lnTo>
                    <a:lnTo>
                      <a:pt x="171"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491" name="Freeform 379"/>
              <p:cNvSpPr/>
              <p:nvPr/>
            </p:nvSpPr>
            <p:spPr bwMode="auto">
              <a:xfrm>
                <a:off x="5069" y="2916"/>
                <a:ext cx="174" cy="11"/>
              </a:xfrm>
              <a:custGeom>
                <a:avLst/>
                <a:gdLst/>
                <a:ahLst/>
                <a:cxnLst>
                  <a:cxn ang="0">
                    <a:pos x="175" y="8"/>
                  </a:cxn>
                  <a:cxn ang="0">
                    <a:pos x="175" y="0"/>
                  </a:cxn>
                  <a:cxn ang="0">
                    <a:pos x="0" y="0"/>
                  </a:cxn>
                  <a:cxn ang="0">
                    <a:pos x="0" y="16"/>
                  </a:cxn>
                  <a:cxn ang="0">
                    <a:pos x="175" y="16"/>
                  </a:cxn>
                  <a:cxn ang="0">
                    <a:pos x="175" y="8"/>
                  </a:cxn>
                </a:cxnLst>
                <a:rect l="0" t="0" r="r" b="b"/>
                <a:pathLst>
                  <a:path w="175" h="16">
                    <a:moveTo>
                      <a:pt x="175" y="8"/>
                    </a:moveTo>
                    <a:lnTo>
                      <a:pt x="175" y="0"/>
                    </a:lnTo>
                    <a:lnTo>
                      <a:pt x="0" y="0"/>
                    </a:lnTo>
                    <a:lnTo>
                      <a:pt x="0" y="16"/>
                    </a:lnTo>
                    <a:lnTo>
                      <a:pt x="175" y="16"/>
                    </a:lnTo>
                    <a:lnTo>
                      <a:pt x="175"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492" name="Freeform 380"/>
              <p:cNvSpPr/>
              <p:nvPr/>
            </p:nvSpPr>
            <p:spPr bwMode="auto">
              <a:xfrm>
                <a:off x="5069" y="3026"/>
                <a:ext cx="174" cy="18"/>
              </a:xfrm>
              <a:custGeom>
                <a:avLst/>
                <a:gdLst/>
                <a:ahLst/>
                <a:cxnLst>
                  <a:cxn ang="0">
                    <a:pos x="175" y="8"/>
                  </a:cxn>
                  <a:cxn ang="0">
                    <a:pos x="175" y="0"/>
                  </a:cxn>
                  <a:cxn ang="0">
                    <a:pos x="0" y="0"/>
                  </a:cxn>
                  <a:cxn ang="0">
                    <a:pos x="0" y="16"/>
                  </a:cxn>
                  <a:cxn ang="0">
                    <a:pos x="175" y="16"/>
                  </a:cxn>
                  <a:cxn ang="0">
                    <a:pos x="175" y="8"/>
                  </a:cxn>
                </a:cxnLst>
                <a:rect l="0" t="0" r="r" b="b"/>
                <a:pathLst>
                  <a:path w="175" h="16">
                    <a:moveTo>
                      <a:pt x="175" y="8"/>
                    </a:moveTo>
                    <a:lnTo>
                      <a:pt x="175" y="0"/>
                    </a:lnTo>
                    <a:lnTo>
                      <a:pt x="0" y="0"/>
                    </a:lnTo>
                    <a:lnTo>
                      <a:pt x="0" y="16"/>
                    </a:lnTo>
                    <a:lnTo>
                      <a:pt x="175" y="16"/>
                    </a:lnTo>
                    <a:lnTo>
                      <a:pt x="175"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493" name="Freeform 381"/>
              <p:cNvSpPr/>
              <p:nvPr/>
            </p:nvSpPr>
            <p:spPr bwMode="auto">
              <a:xfrm>
                <a:off x="5148" y="2837"/>
                <a:ext cx="13" cy="300"/>
              </a:xfrm>
              <a:custGeom>
                <a:avLst/>
                <a:gdLst/>
                <a:ahLst/>
                <a:cxnLst>
                  <a:cxn ang="0">
                    <a:pos x="8" y="302"/>
                  </a:cxn>
                  <a:cxn ang="0">
                    <a:pos x="16" y="302"/>
                  </a:cxn>
                  <a:cxn ang="0">
                    <a:pos x="16" y="0"/>
                  </a:cxn>
                  <a:cxn ang="0">
                    <a:pos x="0" y="0"/>
                  </a:cxn>
                  <a:cxn ang="0">
                    <a:pos x="0" y="302"/>
                  </a:cxn>
                  <a:cxn ang="0">
                    <a:pos x="8" y="302"/>
                  </a:cxn>
                </a:cxnLst>
                <a:rect l="0" t="0" r="r" b="b"/>
                <a:pathLst>
                  <a:path w="16" h="302">
                    <a:moveTo>
                      <a:pt x="8" y="302"/>
                    </a:moveTo>
                    <a:lnTo>
                      <a:pt x="16" y="302"/>
                    </a:lnTo>
                    <a:lnTo>
                      <a:pt x="16" y="0"/>
                    </a:lnTo>
                    <a:lnTo>
                      <a:pt x="0" y="0"/>
                    </a:lnTo>
                    <a:lnTo>
                      <a:pt x="0" y="302"/>
                    </a:lnTo>
                    <a:lnTo>
                      <a:pt x="8" y="302"/>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494" name="Freeform 382"/>
              <p:cNvSpPr/>
              <p:nvPr/>
            </p:nvSpPr>
            <p:spPr bwMode="auto">
              <a:xfrm>
                <a:off x="4850" y="2237"/>
                <a:ext cx="101" cy="111"/>
              </a:xfrm>
              <a:custGeom>
                <a:avLst/>
                <a:gdLst/>
                <a:ahLst/>
                <a:cxnLst>
                  <a:cxn ang="0">
                    <a:pos x="59" y="112"/>
                  </a:cxn>
                  <a:cxn ang="0">
                    <a:pos x="76" y="112"/>
                  </a:cxn>
                  <a:cxn ang="0">
                    <a:pos x="89" y="109"/>
                  </a:cxn>
                  <a:cxn ang="0">
                    <a:pos x="99" y="107"/>
                  </a:cxn>
                  <a:cxn ang="0">
                    <a:pos x="102" y="104"/>
                  </a:cxn>
                  <a:cxn ang="0">
                    <a:pos x="103" y="103"/>
                  </a:cxn>
                  <a:cxn ang="0">
                    <a:pos x="103" y="98"/>
                  </a:cxn>
                  <a:cxn ang="0">
                    <a:pos x="100" y="88"/>
                  </a:cxn>
                  <a:cxn ang="0">
                    <a:pos x="97" y="79"/>
                  </a:cxn>
                  <a:cxn ang="0">
                    <a:pos x="95" y="73"/>
                  </a:cxn>
                  <a:cxn ang="0">
                    <a:pos x="95" y="68"/>
                  </a:cxn>
                  <a:cxn ang="0">
                    <a:pos x="94" y="66"/>
                  </a:cxn>
                  <a:cxn ang="0">
                    <a:pos x="92" y="60"/>
                  </a:cxn>
                  <a:cxn ang="0">
                    <a:pos x="91" y="50"/>
                  </a:cxn>
                  <a:cxn ang="0">
                    <a:pos x="91" y="42"/>
                  </a:cxn>
                  <a:cxn ang="0">
                    <a:pos x="91" y="41"/>
                  </a:cxn>
                  <a:cxn ang="0">
                    <a:pos x="89" y="33"/>
                  </a:cxn>
                  <a:cxn ang="0">
                    <a:pos x="89" y="22"/>
                  </a:cxn>
                  <a:cxn ang="0">
                    <a:pos x="87" y="9"/>
                  </a:cxn>
                  <a:cxn ang="0">
                    <a:pos x="75" y="1"/>
                  </a:cxn>
                  <a:cxn ang="0">
                    <a:pos x="59" y="0"/>
                  </a:cxn>
                  <a:cxn ang="0">
                    <a:pos x="45" y="3"/>
                  </a:cxn>
                  <a:cxn ang="0">
                    <a:pos x="38" y="14"/>
                  </a:cxn>
                  <a:cxn ang="0">
                    <a:pos x="34" y="25"/>
                  </a:cxn>
                  <a:cxn ang="0">
                    <a:pos x="30" y="31"/>
                  </a:cxn>
                  <a:cxn ang="0">
                    <a:pos x="30" y="33"/>
                  </a:cxn>
                  <a:cxn ang="0">
                    <a:pos x="27" y="39"/>
                  </a:cxn>
                  <a:cxn ang="0">
                    <a:pos x="23" y="49"/>
                  </a:cxn>
                  <a:cxn ang="0">
                    <a:pos x="19" y="54"/>
                  </a:cxn>
                  <a:cxn ang="0">
                    <a:pos x="19" y="55"/>
                  </a:cxn>
                  <a:cxn ang="0">
                    <a:pos x="16" y="58"/>
                  </a:cxn>
                  <a:cxn ang="0">
                    <a:pos x="11" y="63"/>
                  </a:cxn>
                  <a:cxn ang="0">
                    <a:pos x="5" y="73"/>
                  </a:cxn>
                  <a:cxn ang="0">
                    <a:pos x="0" y="82"/>
                  </a:cxn>
                  <a:cxn ang="0">
                    <a:pos x="0" y="87"/>
                  </a:cxn>
                  <a:cxn ang="0">
                    <a:pos x="0" y="88"/>
                  </a:cxn>
                  <a:cxn ang="0">
                    <a:pos x="7" y="93"/>
                  </a:cxn>
                  <a:cxn ang="0">
                    <a:pos x="29" y="106"/>
                  </a:cxn>
                </a:cxnLst>
                <a:rect l="0" t="0" r="r" b="b"/>
                <a:pathLst>
                  <a:path w="103" h="112">
                    <a:moveTo>
                      <a:pt x="48" y="110"/>
                    </a:moveTo>
                    <a:lnTo>
                      <a:pt x="59" y="112"/>
                    </a:lnTo>
                    <a:lnTo>
                      <a:pt x="68" y="112"/>
                    </a:lnTo>
                    <a:lnTo>
                      <a:pt x="76" y="112"/>
                    </a:lnTo>
                    <a:lnTo>
                      <a:pt x="84" y="110"/>
                    </a:lnTo>
                    <a:lnTo>
                      <a:pt x="89" y="109"/>
                    </a:lnTo>
                    <a:lnTo>
                      <a:pt x="94" y="107"/>
                    </a:lnTo>
                    <a:lnTo>
                      <a:pt x="99" y="107"/>
                    </a:lnTo>
                    <a:lnTo>
                      <a:pt x="100" y="106"/>
                    </a:lnTo>
                    <a:lnTo>
                      <a:pt x="102" y="104"/>
                    </a:lnTo>
                    <a:lnTo>
                      <a:pt x="102" y="103"/>
                    </a:lnTo>
                    <a:lnTo>
                      <a:pt x="103" y="103"/>
                    </a:lnTo>
                    <a:lnTo>
                      <a:pt x="103" y="101"/>
                    </a:lnTo>
                    <a:lnTo>
                      <a:pt x="103" y="98"/>
                    </a:lnTo>
                    <a:lnTo>
                      <a:pt x="103" y="93"/>
                    </a:lnTo>
                    <a:lnTo>
                      <a:pt x="100" y="88"/>
                    </a:lnTo>
                    <a:lnTo>
                      <a:pt x="99" y="82"/>
                    </a:lnTo>
                    <a:lnTo>
                      <a:pt x="97" y="79"/>
                    </a:lnTo>
                    <a:lnTo>
                      <a:pt x="97" y="76"/>
                    </a:lnTo>
                    <a:lnTo>
                      <a:pt x="95" y="73"/>
                    </a:lnTo>
                    <a:lnTo>
                      <a:pt x="95" y="69"/>
                    </a:lnTo>
                    <a:lnTo>
                      <a:pt x="95" y="68"/>
                    </a:lnTo>
                    <a:lnTo>
                      <a:pt x="95" y="68"/>
                    </a:lnTo>
                    <a:lnTo>
                      <a:pt x="94" y="66"/>
                    </a:lnTo>
                    <a:lnTo>
                      <a:pt x="94" y="66"/>
                    </a:lnTo>
                    <a:lnTo>
                      <a:pt x="92" y="60"/>
                    </a:lnTo>
                    <a:lnTo>
                      <a:pt x="92" y="55"/>
                    </a:lnTo>
                    <a:lnTo>
                      <a:pt x="91" y="50"/>
                    </a:lnTo>
                    <a:lnTo>
                      <a:pt x="91" y="44"/>
                    </a:lnTo>
                    <a:lnTo>
                      <a:pt x="91" y="42"/>
                    </a:lnTo>
                    <a:lnTo>
                      <a:pt x="91" y="42"/>
                    </a:lnTo>
                    <a:lnTo>
                      <a:pt x="91" y="41"/>
                    </a:lnTo>
                    <a:lnTo>
                      <a:pt x="91" y="41"/>
                    </a:lnTo>
                    <a:lnTo>
                      <a:pt x="89" y="33"/>
                    </a:lnTo>
                    <a:lnTo>
                      <a:pt x="89" y="27"/>
                    </a:lnTo>
                    <a:lnTo>
                      <a:pt x="89" y="22"/>
                    </a:lnTo>
                    <a:lnTo>
                      <a:pt x="89" y="17"/>
                    </a:lnTo>
                    <a:lnTo>
                      <a:pt x="87" y="9"/>
                    </a:lnTo>
                    <a:lnTo>
                      <a:pt x="83" y="5"/>
                    </a:lnTo>
                    <a:lnTo>
                      <a:pt x="75" y="1"/>
                    </a:lnTo>
                    <a:lnTo>
                      <a:pt x="67" y="0"/>
                    </a:lnTo>
                    <a:lnTo>
                      <a:pt x="59" y="0"/>
                    </a:lnTo>
                    <a:lnTo>
                      <a:pt x="51" y="0"/>
                    </a:lnTo>
                    <a:lnTo>
                      <a:pt x="45" y="3"/>
                    </a:lnTo>
                    <a:lnTo>
                      <a:pt x="40" y="9"/>
                    </a:lnTo>
                    <a:lnTo>
                      <a:pt x="38" y="14"/>
                    </a:lnTo>
                    <a:lnTo>
                      <a:pt x="37" y="19"/>
                    </a:lnTo>
                    <a:lnTo>
                      <a:pt x="34" y="25"/>
                    </a:lnTo>
                    <a:lnTo>
                      <a:pt x="30" y="31"/>
                    </a:lnTo>
                    <a:lnTo>
                      <a:pt x="30" y="31"/>
                    </a:lnTo>
                    <a:lnTo>
                      <a:pt x="30" y="33"/>
                    </a:lnTo>
                    <a:lnTo>
                      <a:pt x="30" y="33"/>
                    </a:lnTo>
                    <a:lnTo>
                      <a:pt x="30" y="35"/>
                    </a:lnTo>
                    <a:lnTo>
                      <a:pt x="27" y="39"/>
                    </a:lnTo>
                    <a:lnTo>
                      <a:pt x="26" y="44"/>
                    </a:lnTo>
                    <a:lnTo>
                      <a:pt x="23" y="49"/>
                    </a:lnTo>
                    <a:lnTo>
                      <a:pt x="19" y="54"/>
                    </a:lnTo>
                    <a:lnTo>
                      <a:pt x="19" y="54"/>
                    </a:lnTo>
                    <a:lnTo>
                      <a:pt x="19" y="54"/>
                    </a:lnTo>
                    <a:lnTo>
                      <a:pt x="19" y="55"/>
                    </a:lnTo>
                    <a:lnTo>
                      <a:pt x="18" y="55"/>
                    </a:lnTo>
                    <a:lnTo>
                      <a:pt x="16" y="58"/>
                    </a:lnTo>
                    <a:lnTo>
                      <a:pt x="15" y="61"/>
                    </a:lnTo>
                    <a:lnTo>
                      <a:pt x="11" y="63"/>
                    </a:lnTo>
                    <a:lnTo>
                      <a:pt x="10" y="66"/>
                    </a:lnTo>
                    <a:lnTo>
                      <a:pt x="5" y="73"/>
                    </a:lnTo>
                    <a:lnTo>
                      <a:pt x="2" y="77"/>
                    </a:lnTo>
                    <a:lnTo>
                      <a:pt x="0" y="82"/>
                    </a:lnTo>
                    <a:lnTo>
                      <a:pt x="0" y="85"/>
                    </a:lnTo>
                    <a:lnTo>
                      <a:pt x="0" y="87"/>
                    </a:lnTo>
                    <a:lnTo>
                      <a:pt x="0" y="87"/>
                    </a:lnTo>
                    <a:lnTo>
                      <a:pt x="0" y="88"/>
                    </a:lnTo>
                    <a:lnTo>
                      <a:pt x="2" y="88"/>
                    </a:lnTo>
                    <a:lnTo>
                      <a:pt x="7" y="93"/>
                    </a:lnTo>
                    <a:lnTo>
                      <a:pt x="15" y="99"/>
                    </a:lnTo>
                    <a:lnTo>
                      <a:pt x="29" y="106"/>
                    </a:lnTo>
                    <a:lnTo>
                      <a:pt x="48" y="110"/>
                    </a:lnTo>
                    <a:close/>
                  </a:path>
                </a:pathLst>
              </a:custGeom>
              <a:solidFill>
                <a:srgbClr val="000000"/>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346495" name="Freeform 383"/>
              <p:cNvSpPr/>
              <p:nvPr/>
            </p:nvSpPr>
            <p:spPr bwMode="auto">
              <a:xfrm>
                <a:off x="4850" y="2316"/>
                <a:ext cx="101" cy="29"/>
              </a:xfrm>
              <a:custGeom>
                <a:avLst/>
                <a:gdLst/>
                <a:ahLst/>
                <a:cxnLst>
                  <a:cxn ang="0">
                    <a:pos x="40" y="3"/>
                  </a:cxn>
                  <a:cxn ang="0">
                    <a:pos x="49" y="5"/>
                  </a:cxn>
                  <a:cxn ang="0">
                    <a:pos x="59" y="6"/>
                  </a:cxn>
                  <a:cxn ang="0">
                    <a:pos x="67" y="8"/>
                  </a:cxn>
                  <a:cxn ang="0">
                    <a:pos x="75" y="11"/>
                  </a:cxn>
                  <a:cxn ang="0">
                    <a:pos x="83" y="14"/>
                  </a:cxn>
                  <a:cxn ang="0">
                    <a:pos x="89" y="17"/>
                  </a:cxn>
                  <a:cxn ang="0">
                    <a:pos x="95" y="22"/>
                  </a:cxn>
                  <a:cxn ang="0">
                    <a:pos x="100" y="27"/>
                  </a:cxn>
                  <a:cxn ang="0">
                    <a:pos x="102" y="25"/>
                  </a:cxn>
                  <a:cxn ang="0">
                    <a:pos x="102" y="24"/>
                  </a:cxn>
                  <a:cxn ang="0">
                    <a:pos x="103" y="24"/>
                  </a:cxn>
                  <a:cxn ang="0">
                    <a:pos x="103" y="22"/>
                  </a:cxn>
                  <a:cxn ang="0">
                    <a:pos x="94" y="14"/>
                  </a:cxn>
                  <a:cxn ang="0">
                    <a:pos x="81" y="9"/>
                  </a:cxn>
                  <a:cxn ang="0">
                    <a:pos x="68" y="5"/>
                  </a:cxn>
                  <a:cxn ang="0">
                    <a:pos x="53" y="1"/>
                  </a:cxn>
                  <a:cxn ang="0">
                    <a:pos x="38" y="0"/>
                  </a:cxn>
                  <a:cxn ang="0">
                    <a:pos x="24" y="0"/>
                  </a:cxn>
                  <a:cxn ang="0">
                    <a:pos x="11" y="1"/>
                  </a:cxn>
                  <a:cxn ang="0">
                    <a:pos x="0" y="6"/>
                  </a:cxn>
                  <a:cxn ang="0">
                    <a:pos x="0" y="8"/>
                  </a:cxn>
                  <a:cxn ang="0">
                    <a:pos x="0" y="8"/>
                  </a:cxn>
                  <a:cxn ang="0">
                    <a:pos x="0" y="9"/>
                  </a:cxn>
                  <a:cxn ang="0">
                    <a:pos x="2" y="9"/>
                  </a:cxn>
                  <a:cxn ang="0">
                    <a:pos x="10" y="6"/>
                  </a:cxn>
                  <a:cxn ang="0">
                    <a:pos x="18" y="5"/>
                  </a:cxn>
                  <a:cxn ang="0">
                    <a:pos x="27" y="3"/>
                  </a:cxn>
                  <a:cxn ang="0">
                    <a:pos x="37" y="3"/>
                  </a:cxn>
                  <a:cxn ang="0">
                    <a:pos x="35" y="5"/>
                  </a:cxn>
                  <a:cxn ang="0">
                    <a:pos x="35" y="6"/>
                  </a:cxn>
                  <a:cxn ang="0">
                    <a:pos x="35" y="8"/>
                  </a:cxn>
                  <a:cxn ang="0">
                    <a:pos x="34" y="9"/>
                  </a:cxn>
                  <a:cxn ang="0">
                    <a:pos x="30" y="9"/>
                  </a:cxn>
                  <a:cxn ang="0">
                    <a:pos x="27" y="11"/>
                  </a:cxn>
                  <a:cxn ang="0">
                    <a:pos x="26" y="14"/>
                  </a:cxn>
                  <a:cxn ang="0">
                    <a:pos x="24" y="16"/>
                  </a:cxn>
                  <a:cxn ang="0">
                    <a:pos x="24" y="17"/>
                  </a:cxn>
                  <a:cxn ang="0">
                    <a:pos x="24" y="20"/>
                  </a:cxn>
                  <a:cxn ang="0">
                    <a:pos x="24" y="24"/>
                  </a:cxn>
                  <a:cxn ang="0">
                    <a:pos x="26" y="27"/>
                  </a:cxn>
                  <a:cxn ang="0">
                    <a:pos x="27" y="27"/>
                  </a:cxn>
                  <a:cxn ang="0">
                    <a:pos x="27" y="27"/>
                  </a:cxn>
                  <a:cxn ang="0">
                    <a:pos x="27" y="27"/>
                  </a:cxn>
                  <a:cxn ang="0">
                    <a:pos x="29" y="27"/>
                  </a:cxn>
                  <a:cxn ang="0">
                    <a:pos x="29" y="28"/>
                  </a:cxn>
                  <a:cxn ang="0">
                    <a:pos x="30" y="28"/>
                  </a:cxn>
                  <a:cxn ang="0">
                    <a:pos x="30" y="28"/>
                  </a:cxn>
                  <a:cxn ang="0">
                    <a:pos x="32" y="28"/>
                  </a:cxn>
                  <a:cxn ang="0">
                    <a:pos x="35" y="28"/>
                  </a:cxn>
                  <a:cxn ang="0">
                    <a:pos x="38" y="25"/>
                  </a:cxn>
                  <a:cxn ang="0">
                    <a:pos x="40" y="24"/>
                  </a:cxn>
                  <a:cxn ang="0">
                    <a:pos x="40" y="22"/>
                  </a:cxn>
                  <a:cxn ang="0">
                    <a:pos x="42" y="19"/>
                  </a:cxn>
                  <a:cxn ang="0">
                    <a:pos x="42" y="16"/>
                  </a:cxn>
                  <a:cxn ang="0">
                    <a:pos x="40" y="12"/>
                  </a:cxn>
                  <a:cxn ang="0">
                    <a:pos x="37" y="11"/>
                  </a:cxn>
                  <a:cxn ang="0">
                    <a:pos x="38" y="9"/>
                  </a:cxn>
                  <a:cxn ang="0">
                    <a:pos x="38" y="6"/>
                  </a:cxn>
                  <a:cxn ang="0">
                    <a:pos x="38" y="5"/>
                  </a:cxn>
                  <a:cxn ang="0">
                    <a:pos x="40" y="3"/>
                  </a:cxn>
                </a:cxnLst>
                <a:rect l="0" t="0" r="r" b="b"/>
                <a:pathLst>
                  <a:path w="103" h="28">
                    <a:moveTo>
                      <a:pt x="40" y="3"/>
                    </a:moveTo>
                    <a:lnTo>
                      <a:pt x="49" y="5"/>
                    </a:lnTo>
                    <a:lnTo>
                      <a:pt x="59" y="6"/>
                    </a:lnTo>
                    <a:lnTo>
                      <a:pt x="67" y="8"/>
                    </a:lnTo>
                    <a:lnTo>
                      <a:pt x="75" y="11"/>
                    </a:lnTo>
                    <a:lnTo>
                      <a:pt x="83" y="14"/>
                    </a:lnTo>
                    <a:lnTo>
                      <a:pt x="89" y="17"/>
                    </a:lnTo>
                    <a:lnTo>
                      <a:pt x="95" y="22"/>
                    </a:lnTo>
                    <a:lnTo>
                      <a:pt x="100" y="27"/>
                    </a:lnTo>
                    <a:lnTo>
                      <a:pt x="102" y="25"/>
                    </a:lnTo>
                    <a:lnTo>
                      <a:pt x="102" y="24"/>
                    </a:lnTo>
                    <a:lnTo>
                      <a:pt x="103" y="24"/>
                    </a:lnTo>
                    <a:lnTo>
                      <a:pt x="103" y="22"/>
                    </a:lnTo>
                    <a:lnTo>
                      <a:pt x="94" y="14"/>
                    </a:lnTo>
                    <a:lnTo>
                      <a:pt x="81" y="9"/>
                    </a:lnTo>
                    <a:lnTo>
                      <a:pt x="68" y="5"/>
                    </a:lnTo>
                    <a:lnTo>
                      <a:pt x="53" y="1"/>
                    </a:lnTo>
                    <a:lnTo>
                      <a:pt x="38" y="0"/>
                    </a:lnTo>
                    <a:lnTo>
                      <a:pt x="24" y="0"/>
                    </a:lnTo>
                    <a:lnTo>
                      <a:pt x="11" y="1"/>
                    </a:lnTo>
                    <a:lnTo>
                      <a:pt x="0" y="6"/>
                    </a:lnTo>
                    <a:lnTo>
                      <a:pt x="0" y="8"/>
                    </a:lnTo>
                    <a:lnTo>
                      <a:pt x="0" y="8"/>
                    </a:lnTo>
                    <a:lnTo>
                      <a:pt x="0" y="9"/>
                    </a:lnTo>
                    <a:lnTo>
                      <a:pt x="2" y="9"/>
                    </a:lnTo>
                    <a:lnTo>
                      <a:pt x="10" y="6"/>
                    </a:lnTo>
                    <a:lnTo>
                      <a:pt x="18" y="5"/>
                    </a:lnTo>
                    <a:lnTo>
                      <a:pt x="27" y="3"/>
                    </a:lnTo>
                    <a:lnTo>
                      <a:pt x="37" y="3"/>
                    </a:lnTo>
                    <a:lnTo>
                      <a:pt x="35" y="5"/>
                    </a:lnTo>
                    <a:lnTo>
                      <a:pt x="35" y="6"/>
                    </a:lnTo>
                    <a:lnTo>
                      <a:pt x="35" y="8"/>
                    </a:lnTo>
                    <a:lnTo>
                      <a:pt x="34" y="9"/>
                    </a:lnTo>
                    <a:lnTo>
                      <a:pt x="30" y="9"/>
                    </a:lnTo>
                    <a:lnTo>
                      <a:pt x="27" y="11"/>
                    </a:lnTo>
                    <a:lnTo>
                      <a:pt x="26" y="14"/>
                    </a:lnTo>
                    <a:lnTo>
                      <a:pt x="24" y="16"/>
                    </a:lnTo>
                    <a:lnTo>
                      <a:pt x="24" y="17"/>
                    </a:lnTo>
                    <a:lnTo>
                      <a:pt x="24" y="20"/>
                    </a:lnTo>
                    <a:lnTo>
                      <a:pt x="24" y="24"/>
                    </a:lnTo>
                    <a:lnTo>
                      <a:pt x="26" y="27"/>
                    </a:lnTo>
                    <a:lnTo>
                      <a:pt x="27" y="27"/>
                    </a:lnTo>
                    <a:lnTo>
                      <a:pt x="27" y="27"/>
                    </a:lnTo>
                    <a:lnTo>
                      <a:pt x="27" y="27"/>
                    </a:lnTo>
                    <a:lnTo>
                      <a:pt x="29" y="27"/>
                    </a:lnTo>
                    <a:lnTo>
                      <a:pt x="29" y="28"/>
                    </a:lnTo>
                    <a:lnTo>
                      <a:pt x="30" y="28"/>
                    </a:lnTo>
                    <a:lnTo>
                      <a:pt x="30" y="28"/>
                    </a:lnTo>
                    <a:lnTo>
                      <a:pt x="32" y="28"/>
                    </a:lnTo>
                    <a:lnTo>
                      <a:pt x="35" y="28"/>
                    </a:lnTo>
                    <a:lnTo>
                      <a:pt x="38" y="25"/>
                    </a:lnTo>
                    <a:lnTo>
                      <a:pt x="40" y="24"/>
                    </a:lnTo>
                    <a:lnTo>
                      <a:pt x="40" y="22"/>
                    </a:lnTo>
                    <a:lnTo>
                      <a:pt x="42" y="19"/>
                    </a:lnTo>
                    <a:lnTo>
                      <a:pt x="42" y="16"/>
                    </a:lnTo>
                    <a:lnTo>
                      <a:pt x="40" y="12"/>
                    </a:lnTo>
                    <a:lnTo>
                      <a:pt x="37" y="11"/>
                    </a:lnTo>
                    <a:lnTo>
                      <a:pt x="38" y="9"/>
                    </a:lnTo>
                    <a:lnTo>
                      <a:pt x="38" y="6"/>
                    </a:lnTo>
                    <a:lnTo>
                      <a:pt x="38" y="5"/>
                    </a:lnTo>
                    <a:lnTo>
                      <a:pt x="40" y="3"/>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496" name="Freeform 384"/>
              <p:cNvSpPr/>
              <p:nvPr/>
            </p:nvSpPr>
            <p:spPr bwMode="auto">
              <a:xfrm>
                <a:off x="4875" y="2341"/>
                <a:ext cx="3" cy="7"/>
              </a:xfrm>
              <a:custGeom>
                <a:avLst/>
                <a:gdLst/>
                <a:ahLst/>
                <a:cxnLst>
                  <a:cxn ang="0">
                    <a:pos x="0" y="0"/>
                  </a:cxn>
                  <a:cxn ang="0">
                    <a:pos x="1" y="0"/>
                  </a:cxn>
                  <a:cxn ang="0">
                    <a:pos x="1" y="0"/>
                  </a:cxn>
                  <a:cxn ang="0">
                    <a:pos x="1" y="0"/>
                  </a:cxn>
                  <a:cxn ang="0">
                    <a:pos x="3" y="0"/>
                  </a:cxn>
                  <a:cxn ang="0">
                    <a:pos x="3" y="1"/>
                  </a:cxn>
                  <a:cxn ang="0">
                    <a:pos x="4" y="1"/>
                  </a:cxn>
                  <a:cxn ang="0">
                    <a:pos x="4" y="1"/>
                  </a:cxn>
                  <a:cxn ang="0">
                    <a:pos x="6" y="1"/>
                  </a:cxn>
                  <a:cxn ang="0">
                    <a:pos x="6" y="3"/>
                  </a:cxn>
                  <a:cxn ang="0">
                    <a:pos x="6" y="3"/>
                  </a:cxn>
                  <a:cxn ang="0">
                    <a:pos x="4" y="4"/>
                  </a:cxn>
                  <a:cxn ang="0">
                    <a:pos x="3" y="6"/>
                  </a:cxn>
                  <a:cxn ang="0">
                    <a:pos x="1" y="6"/>
                  </a:cxn>
                  <a:cxn ang="0">
                    <a:pos x="0" y="6"/>
                  </a:cxn>
                  <a:cxn ang="0">
                    <a:pos x="0" y="4"/>
                  </a:cxn>
                  <a:cxn ang="0">
                    <a:pos x="0" y="4"/>
                  </a:cxn>
                  <a:cxn ang="0">
                    <a:pos x="0" y="3"/>
                  </a:cxn>
                  <a:cxn ang="0">
                    <a:pos x="0" y="1"/>
                  </a:cxn>
                  <a:cxn ang="0">
                    <a:pos x="0" y="0"/>
                  </a:cxn>
                </a:cxnLst>
                <a:rect l="0" t="0" r="r" b="b"/>
                <a:pathLst>
                  <a:path w="6" h="6">
                    <a:moveTo>
                      <a:pt x="0" y="0"/>
                    </a:moveTo>
                    <a:lnTo>
                      <a:pt x="1" y="0"/>
                    </a:lnTo>
                    <a:lnTo>
                      <a:pt x="1" y="0"/>
                    </a:lnTo>
                    <a:lnTo>
                      <a:pt x="1" y="0"/>
                    </a:lnTo>
                    <a:lnTo>
                      <a:pt x="3" y="0"/>
                    </a:lnTo>
                    <a:lnTo>
                      <a:pt x="3" y="1"/>
                    </a:lnTo>
                    <a:lnTo>
                      <a:pt x="4" y="1"/>
                    </a:lnTo>
                    <a:lnTo>
                      <a:pt x="4" y="1"/>
                    </a:lnTo>
                    <a:lnTo>
                      <a:pt x="6" y="1"/>
                    </a:lnTo>
                    <a:lnTo>
                      <a:pt x="6" y="3"/>
                    </a:lnTo>
                    <a:lnTo>
                      <a:pt x="6" y="3"/>
                    </a:lnTo>
                    <a:lnTo>
                      <a:pt x="4" y="4"/>
                    </a:lnTo>
                    <a:lnTo>
                      <a:pt x="3" y="6"/>
                    </a:lnTo>
                    <a:lnTo>
                      <a:pt x="1" y="6"/>
                    </a:lnTo>
                    <a:lnTo>
                      <a:pt x="0" y="6"/>
                    </a:lnTo>
                    <a:lnTo>
                      <a:pt x="0" y="4"/>
                    </a:lnTo>
                    <a:lnTo>
                      <a:pt x="0" y="4"/>
                    </a:lnTo>
                    <a:lnTo>
                      <a:pt x="0" y="3"/>
                    </a:lnTo>
                    <a:lnTo>
                      <a:pt x="0" y="1"/>
                    </a:lnTo>
                    <a:lnTo>
                      <a:pt x="0" y="0"/>
                    </a:lnTo>
                    <a:close/>
                  </a:path>
                </a:pathLst>
              </a:custGeom>
              <a:solidFill>
                <a:srgbClr val="7A1111"/>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346497" name="Freeform 385"/>
              <p:cNvSpPr/>
              <p:nvPr/>
            </p:nvSpPr>
            <p:spPr bwMode="auto">
              <a:xfrm>
                <a:off x="4996" y="2819"/>
                <a:ext cx="19" cy="14"/>
              </a:xfrm>
              <a:custGeom>
                <a:avLst/>
                <a:gdLst/>
                <a:ahLst/>
                <a:cxnLst>
                  <a:cxn ang="0">
                    <a:pos x="0" y="0"/>
                  </a:cxn>
                  <a:cxn ang="0">
                    <a:pos x="0" y="0"/>
                  </a:cxn>
                  <a:cxn ang="0">
                    <a:pos x="0" y="9"/>
                  </a:cxn>
                  <a:cxn ang="0">
                    <a:pos x="0" y="14"/>
                  </a:cxn>
                  <a:cxn ang="0">
                    <a:pos x="0" y="15"/>
                  </a:cxn>
                  <a:cxn ang="0">
                    <a:pos x="8" y="15"/>
                  </a:cxn>
                  <a:cxn ang="0">
                    <a:pos x="8" y="15"/>
                  </a:cxn>
                  <a:cxn ang="0">
                    <a:pos x="16" y="15"/>
                  </a:cxn>
                  <a:cxn ang="0">
                    <a:pos x="16" y="14"/>
                  </a:cxn>
                  <a:cxn ang="0">
                    <a:pos x="16" y="9"/>
                  </a:cxn>
                  <a:cxn ang="0">
                    <a:pos x="16" y="0"/>
                  </a:cxn>
                  <a:cxn ang="0">
                    <a:pos x="16" y="0"/>
                  </a:cxn>
                  <a:cxn ang="0">
                    <a:pos x="0" y="0"/>
                  </a:cxn>
                </a:cxnLst>
                <a:rect l="0" t="0" r="r" b="b"/>
                <a:pathLst>
                  <a:path w="16" h="15">
                    <a:moveTo>
                      <a:pt x="0" y="0"/>
                    </a:moveTo>
                    <a:lnTo>
                      <a:pt x="0" y="0"/>
                    </a:lnTo>
                    <a:lnTo>
                      <a:pt x="0" y="9"/>
                    </a:lnTo>
                    <a:lnTo>
                      <a:pt x="0" y="14"/>
                    </a:lnTo>
                    <a:lnTo>
                      <a:pt x="0" y="15"/>
                    </a:lnTo>
                    <a:lnTo>
                      <a:pt x="8" y="15"/>
                    </a:lnTo>
                    <a:lnTo>
                      <a:pt x="8" y="15"/>
                    </a:lnTo>
                    <a:lnTo>
                      <a:pt x="16" y="15"/>
                    </a:lnTo>
                    <a:lnTo>
                      <a:pt x="16" y="14"/>
                    </a:lnTo>
                    <a:lnTo>
                      <a:pt x="16" y="9"/>
                    </a:lnTo>
                    <a:lnTo>
                      <a:pt x="16" y="0"/>
                    </a:lnTo>
                    <a:lnTo>
                      <a:pt x="16" y="0"/>
                    </a:lnTo>
                    <a:lnTo>
                      <a:pt x="0" y="0"/>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498" name="Freeform 386"/>
              <p:cNvSpPr/>
              <p:nvPr/>
            </p:nvSpPr>
            <p:spPr bwMode="auto">
              <a:xfrm>
                <a:off x="4803" y="2726"/>
                <a:ext cx="212" cy="93"/>
              </a:xfrm>
              <a:custGeom>
                <a:avLst/>
                <a:gdLst/>
                <a:ahLst/>
                <a:cxnLst>
                  <a:cxn ang="0">
                    <a:pos x="16" y="94"/>
                  </a:cxn>
                  <a:cxn ang="0">
                    <a:pos x="16" y="94"/>
                  </a:cxn>
                  <a:cxn ang="0">
                    <a:pos x="23" y="59"/>
                  </a:cxn>
                  <a:cxn ang="0">
                    <a:pos x="43" y="35"/>
                  </a:cxn>
                  <a:cxn ang="0">
                    <a:pos x="72" y="21"/>
                  </a:cxn>
                  <a:cxn ang="0">
                    <a:pos x="107" y="16"/>
                  </a:cxn>
                  <a:cxn ang="0">
                    <a:pos x="140" y="21"/>
                  </a:cxn>
                  <a:cxn ang="0">
                    <a:pos x="168" y="37"/>
                  </a:cxn>
                  <a:cxn ang="0">
                    <a:pos x="189" y="60"/>
                  </a:cxn>
                  <a:cxn ang="0">
                    <a:pos x="195" y="94"/>
                  </a:cxn>
                  <a:cxn ang="0">
                    <a:pos x="211" y="94"/>
                  </a:cxn>
                  <a:cxn ang="0">
                    <a:pos x="202" y="54"/>
                  </a:cxn>
                  <a:cxn ang="0">
                    <a:pos x="178" y="24"/>
                  </a:cxn>
                  <a:cxn ang="0">
                    <a:pos x="143" y="5"/>
                  </a:cxn>
                  <a:cxn ang="0">
                    <a:pos x="107" y="0"/>
                  </a:cxn>
                  <a:cxn ang="0">
                    <a:pos x="69" y="5"/>
                  </a:cxn>
                  <a:cxn ang="0">
                    <a:pos x="34" y="23"/>
                  </a:cxn>
                  <a:cxn ang="0">
                    <a:pos x="10" y="53"/>
                  </a:cxn>
                  <a:cxn ang="0">
                    <a:pos x="0" y="94"/>
                  </a:cxn>
                  <a:cxn ang="0">
                    <a:pos x="0" y="94"/>
                  </a:cxn>
                  <a:cxn ang="0">
                    <a:pos x="16" y="94"/>
                  </a:cxn>
                </a:cxnLst>
                <a:rect l="0" t="0" r="r" b="b"/>
                <a:pathLst>
                  <a:path w="211" h="94">
                    <a:moveTo>
                      <a:pt x="16" y="94"/>
                    </a:moveTo>
                    <a:lnTo>
                      <a:pt x="16" y="94"/>
                    </a:lnTo>
                    <a:lnTo>
                      <a:pt x="23" y="59"/>
                    </a:lnTo>
                    <a:lnTo>
                      <a:pt x="43" y="35"/>
                    </a:lnTo>
                    <a:lnTo>
                      <a:pt x="72" y="21"/>
                    </a:lnTo>
                    <a:lnTo>
                      <a:pt x="107" y="16"/>
                    </a:lnTo>
                    <a:lnTo>
                      <a:pt x="140" y="21"/>
                    </a:lnTo>
                    <a:lnTo>
                      <a:pt x="168" y="37"/>
                    </a:lnTo>
                    <a:lnTo>
                      <a:pt x="189" y="60"/>
                    </a:lnTo>
                    <a:lnTo>
                      <a:pt x="195" y="94"/>
                    </a:lnTo>
                    <a:lnTo>
                      <a:pt x="211" y="94"/>
                    </a:lnTo>
                    <a:lnTo>
                      <a:pt x="202" y="54"/>
                    </a:lnTo>
                    <a:lnTo>
                      <a:pt x="178" y="24"/>
                    </a:lnTo>
                    <a:lnTo>
                      <a:pt x="143" y="5"/>
                    </a:lnTo>
                    <a:lnTo>
                      <a:pt x="107" y="0"/>
                    </a:lnTo>
                    <a:lnTo>
                      <a:pt x="69" y="5"/>
                    </a:lnTo>
                    <a:lnTo>
                      <a:pt x="34" y="23"/>
                    </a:lnTo>
                    <a:lnTo>
                      <a:pt x="10" y="53"/>
                    </a:lnTo>
                    <a:lnTo>
                      <a:pt x="0" y="94"/>
                    </a:lnTo>
                    <a:lnTo>
                      <a:pt x="0" y="94"/>
                    </a:lnTo>
                    <a:lnTo>
                      <a:pt x="16" y="94"/>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499" name="Freeform 387"/>
              <p:cNvSpPr/>
              <p:nvPr/>
            </p:nvSpPr>
            <p:spPr bwMode="auto">
              <a:xfrm>
                <a:off x="4803" y="2819"/>
                <a:ext cx="16" cy="21"/>
              </a:xfrm>
              <a:custGeom>
                <a:avLst/>
                <a:gdLst/>
                <a:ahLst/>
                <a:cxnLst>
                  <a:cxn ang="0">
                    <a:pos x="8" y="8"/>
                  </a:cxn>
                  <a:cxn ang="0">
                    <a:pos x="8" y="15"/>
                  </a:cxn>
                  <a:cxn ang="0">
                    <a:pos x="16" y="15"/>
                  </a:cxn>
                  <a:cxn ang="0">
                    <a:pos x="16" y="14"/>
                  </a:cxn>
                  <a:cxn ang="0">
                    <a:pos x="16" y="9"/>
                  </a:cxn>
                  <a:cxn ang="0">
                    <a:pos x="16" y="0"/>
                  </a:cxn>
                  <a:cxn ang="0">
                    <a:pos x="0" y="0"/>
                  </a:cxn>
                  <a:cxn ang="0">
                    <a:pos x="0" y="9"/>
                  </a:cxn>
                  <a:cxn ang="0">
                    <a:pos x="0" y="14"/>
                  </a:cxn>
                  <a:cxn ang="0">
                    <a:pos x="0" y="15"/>
                  </a:cxn>
                  <a:cxn ang="0">
                    <a:pos x="8" y="15"/>
                  </a:cxn>
                  <a:cxn ang="0">
                    <a:pos x="8" y="23"/>
                  </a:cxn>
                  <a:cxn ang="0">
                    <a:pos x="0" y="15"/>
                  </a:cxn>
                  <a:cxn ang="0">
                    <a:pos x="0" y="23"/>
                  </a:cxn>
                  <a:cxn ang="0">
                    <a:pos x="8" y="23"/>
                  </a:cxn>
                  <a:cxn ang="0">
                    <a:pos x="8" y="8"/>
                  </a:cxn>
                </a:cxnLst>
                <a:rect l="0" t="0" r="r" b="b"/>
                <a:pathLst>
                  <a:path w="16" h="23">
                    <a:moveTo>
                      <a:pt x="8" y="8"/>
                    </a:moveTo>
                    <a:lnTo>
                      <a:pt x="8" y="15"/>
                    </a:lnTo>
                    <a:lnTo>
                      <a:pt x="16" y="15"/>
                    </a:lnTo>
                    <a:lnTo>
                      <a:pt x="16" y="14"/>
                    </a:lnTo>
                    <a:lnTo>
                      <a:pt x="16" y="9"/>
                    </a:lnTo>
                    <a:lnTo>
                      <a:pt x="16" y="0"/>
                    </a:lnTo>
                    <a:lnTo>
                      <a:pt x="0" y="0"/>
                    </a:lnTo>
                    <a:lnTo>
                      <a:pt x="0" y="9"/>
                    </a:lnTo>
                    <a:lnTo>
                      <a:pt x="0" y="14"/>
                    </a:lnTo>
                    <a:lnTo>
                      <a:pt x="0" y="15"/>
                    </a:lnTo>
                    <a:lnTo>
                      <a:pt x="8" y="15"/>
                    </a:lnTo>
                    <a:lnTo>
                      <a:pt x="8" y="23"/>
                    </a:lnTo>
                    <a:lnTo>
                      <a:pt x="0" y="15"/>
                    </a:lnTo>
                    <a:lnTo>
                      <a:pt x="0" y="23"/>
                    </a:lnTo>
                    <a:lnTo>
                      <a:pt x="8" y="23"/>
                    </a:lnTo>
                    <a:lnTo>
                      <a:pt x="8"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500" name="Freeform 388"/>
              <p:cNvSpPr/>
              <p:nvPr/>
            </p:nvSpPr>
            <p:spPr bwMode="auto">
              <a:xfrm>
                <a:off x="4812" y="2826"/>
                <a:ext cx="203" cy="14"/>
              </a:xfrm>
              <a:custGeom>
                <a:avLst/>
                <a:gdLst/>
                <a:ahLst/>
                <a:cxnLst>
                  <a:cxn ang="0">
                    <a:pos x="187" y="7"/>
                  </a:cxn>
                  <a:cxn ang="0">
                    <a:pos x="195" y="0"/>
                  </a:cxn>
                  <a:cxn ang="0">
                    <a:pos x="0" y="0"/>
                  </a:cxn>
                  <a:cxn ang="0">
                    <a:pos x="0" y="15"/>
                  </a:cxn>
                  <a:cxn ang="0">
                    <a:pos x="195" y="15"/>
                  </a:cxn>
                  <a:cxn ang="0">
                    <a:pos x="203" y="7"/>
                  </a:cxn>
                  <a:cxn ang="0">
                    <a:pos x="195" y="15"/>
                  </a:cxn>
                  <a:cxn ang="0">
                    <a:pos x="203" y="15"/>
                  </a:cxn>
                  <a:cxn ang="0">
                    <a:pos x="203" y="7"/>
                  </a:cxn>
                  <a:cxn ang="0">
                    <a:pos x="187" y="7"/>
                  </a:cxn>
                </a:cxnLst>
                <a:rect l="0" t="0" r="r" b="b"/>
                <a:pathLst>
                  <a:path w="203" h="15">
                    <a:moveTo>
                      <a:pt x="187" y="7"/>
                    </a:moveTo>
                    <a:lnTo>
                      <a:pt x="195" y="0"/>
                    </a:lnTo>
                    <a:lnTo>
                      <a:pt x="0" y="0"/>
                    </a:lnTo>
                    <a:lnTo>
                      <a:pt x="0" y="15"/>
                    </a:lnTo>
                    <a:lnTo>
                      <a:pt x="195" y="15"/>
                    </a:lnTo>
                    <a:lnTo>
                      <a:pt x="203" y="7"/>
                    </a:lnTo>
                    <a:lnTo>
                      <a:pt x="195" y="15"/>
                    </a:lnTo>
                    <a:lnTo>
                      <a:pt x="203" y="15"/>
                    </a:lnTo>
                    <a:lnTo>
                      <a:pt x="203" y="7"/>
                    </a:lnTo>
                    <a:lnTo>
                      <a:pt x="187" y="7"/>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501" name="Freeform 389"/>
              <p:cNvSpPr/>
              <p:nvPr/>
            </p:nvSpPr>
            <p:spPr bwMode="auto">
              <a:xfrm>
                <a:off x="4901" y="2734"/>
                <a:ext cx="13" cy="100"/>
              </a:xfrm>
              <a:custGeom>
                <a:avLst/>
                <a:gdLst/>
                <a:ahLst/>
                <a:cxnLst>
                  <a:cxn ang="0">
                    <a:pos x="8" y="101"/>
                  </a:cxn>
                  <a:cxn ang="0">
                    <a:pos x="16" y="101"/>
                  </a:cxn>
                  <a:cxn ang="0">
                    <a:pos x="16" y="0"/>
                  </a:cxn>
                  <a:cxn ang="0">
                    <a:pos x="0" y="0"/>
                  </a:cxn>
                  <a:cxn ang="0">
                    <a:pos x="0" y="101"/>
                  </a:cxn>
                  <a:cxn ang="0">
                    <a:pos x="8" y="101"/>
                  </a:cxn>
                </a:cxnLst>
                <a:rect l="0" t="0" r="r" b="b"/>
                <a:pathLst>
                  <a:path w="16" h="101">
                    <a:moveTo>
                      <a:pt x="8" y="101"/>
                    </a:moveTo>
                    <a:lnTo>
                      <a:pt x="16" y="101"/>
                    </a:lnTo>
                    <a:lnTo>
                      <a:pt x="16" y="0"/>
                    </a:lnTo>
                    <a:lnTo>
                      <a:pt x="0" y="0"/>
                    </a:lnTo>
                    <a:lnTo>
                      <a:pt x="0" y="101"/>
                    </a:lnTo>
                    <a:lnTo>
                      <a:pt x="8" y="101"/>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502" name="Freeform 390"/>
              <p:cNvSpPr/>
              <p:nvPr/>
            </p:nvSpPr>
            <p:spPr bwMode="auto">
              <a:xfrm>
                <a:off x="4904" y="2755"/>
                <a:ext cx="86" cy="86"/>
              </a:xfrm>
              <a:custGeom>
                <a:avLst/>
                <a:gdLst/>
                <a:ahLst/>
                <a:cxnLst>
                  <a:cxn ang="0">
                    <a:pos x="5" y="79"/>
                  </a:cxn>
                  <a:cxn ang="0">
                    <a:pos x="10" y="84"/>
                  </a:cxn>
                  <a:cxn ang="0">
                    <a:pos x="87" y="10"/>
                  </a:cxn>
                  <a:cxn ang="0">
                    <a:pos x="78" y="0"/>
                  </a:cxn>
                  <a:cxn ang="0">
                    <a:pos x="0" y="75"/>
                  </a:cxn>
                  <a:cxn ang="0">
                    <a:pos x="5" y="79"/>
                  </a:cxn>
                </a:cxnLst>
                <a:rect l="0" t="0" r="r" b="b"/>
                <a:pathLst>
                  <a:path w="87" h="84">
                    <a:moveTo>
                      <a:pt x="5" y="79"/>
                    </a:moveTo>
                    <a:lnTo>
                      <a:pt x="10" y="84"/>
                    </a:lnTo>
                    <a:lnTo>
                      <a:pt x="87" y="10"/>
                    </a:lnTo>
                    <a:lnTo>
                      <a:pt x="78" y="0"/>
                    </a:lnTo>
                    <a:lnTo>
                      <a:pt x="0" y="75"/>
                    </a:lnTo>
                    <a:lnTo>
                      <a:pt x="5" y="79"/>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503" name="Freeform 391"/>
              <p:cNvSpPr/>
              <p:nvPr/>
            </p:nvSpPr>
            <p:spPr bwMode="auto">
              <a:xfrm>
                <a:off x="4828" y="2755"/>
                <a:ext cx="86" cy="86"/>
              </a:xfrm>
              <a:custGeom>
                <a:avLst/>
                <a:gdLst/>
                <a:ahLst/>
                <a:cxnLst>
                  <a:cxn ang="0">
                    <a:pos x="78" y="80"/>
                  </a:cxn>
                  <a:cxn ang="0">
                    <a:pos x="83" y="76"/>
                  </a:cxn>
                  <a:cxn ang="0">
                    <a:pos x="10" y="0"/>
                  </a:cxn>
                  <a:cxn ang="0">
                    <a:pos x="0" y="9"/>
                  </a:cxn>
                  <a:cxn ang="0">
                    <a:pos x="73" y="85"/>
                  </a:cxn>
                  <a:cxn ang="0">
                    <a:pos x="78" y="80"/>
                  </a:cxn>
                </a:cxnLst>
                <a:rect l="0" t="0" r="r" b="b"/>
                <a:pathLst>
                  <a:path w="83" h="85">
                    <a:moveTo>
                      <a:pt x="78" y="80"/>
                    </a:moveTo>
                    <a:lnTo>
                      <a:pt x="83" y="76"/>
                    </a:lnTo>
                    <a:lnTo>
                      <a:pt x="10" y="0"/>
                    </a:lnTo>
                    <a:lnTo>
                      <a:pt x="0" y="9"/>
                    </a:lnTo>
                    <a:lnTo>
                      <a:pt x="73" y="85"/>
                    </a:lnTo>
                    <a:lnTo>
                      <a:pt x="78" y="80"/>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grpSp>
        <p:sp>
          <p:nvSpPr>
            <p:cNvPr id="27978" name="Text Box 392"/>
            <p:cNvSpPr txBox="1"/>
            <p:nvPr/>
          </p:nvSpPr>
          <p:spPr>
            <a:xfrm>
              <a:off x="4729" y="650"/>
              <a:ext cx="804" cy="845"/>
            </a:xfrm>
            <a:prstGeom prst="rect">
              <a:avLst/>
            </a:prstGeom>
            <a:noFill/>
            <a:ln w="12700">
              <a:noFill/>
            </a:ln>
          </p:spPr>
          <p:txBody>
            <a:bodyPr wrap="none">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ct val="0"/>
                </a:spcBef>
                <a:spcAft>
                  <a:spcPts val="590"/>
                </a:spcAft>
                <a:buSzPct val="80000"/>
                <a:buNone/>
              </a:pPr>
              <a:endParaRPr lang="zh-CN" altLang="en-US" sz="2800" dirty="0">
                <a:ea typeface="宋体" pitchFamily="2" charset="-122"/>
              </a:endParaRPr>
            </a:p>
          </p:txBody>
        </p:sp>
      </p:grpSp>
      <p:grpSp>
        <p:nvGrpSpPr>
          <p:cNvPr id="26" name="Group 393"/>
          <p:cNvGrpSpPr/>
          <p:nvPr/>
        </p:nvGrpSpPr>
        <p:grpSpPr>
          <a:xfrm>
            <a:off x="6592888" y="3895725"/>
            <a:ext cx="536575" cy="846138"/>
            <a:chOff x="4368" y="0"/>
            <a:chExt cx="1392" cy="1495"/>
          </a:xfrm>
        </p:grpSpPr>
        <p:grpSp>
          <p:nvGrpSpPr>
            <p:cNvPr id="27943" name="Group 394"/>
            <p:cNvGrpSpPr/>
            <p:nvPr/>
          </p:nvGrpSpPr>
          <p:grpSpPr>
            <a:xfrm>
              <a:off x="4368" y="0"/>
              <a:ext cx="1392" cy="1056"/>
              <a:chOff x="4368" y="2016"/>
              <a:chExt cx="1072" cy="1344"/>
            </a:xfrm>
          </p:grpSpPr>
          <p:sp>
            <p:nvSpPr>
              <p:cNvPr id="346507" name="Freeform 395"/>
              <p:cNvSpPr/>
              <p:nvPr/>
            </p:nvSpPr>
            <p:spPr bwMode="auto">
              <a:xfrm>
                <a:off x="4457" y="2462"/>
                <a:ext cx="898" cy="825"/>
              </a:xfrm>
              <a:custGeom>
                <a:avLst/>
                <a:gdLst/>
                <a:ahLst/>
                <a:cxnLst>
                  <a:cxn ang="0">
                    <a:pos x="445" y="0"/>
                  </a:cxn>
                  <a:cxn ang="0">
                    <a:pos x="897" y="293"/>
                  </a:cxn>
                  <a:cxn ang="0">
                    <a:pos x="897" y="829"/>
                  </a:cxn>
                  <a:cxn ang="0">
                    <a:pos x="601" y="829"/>
                  </a:cxn>
                  <a:cxn ang="0">
                    <a:pos x="296" y="829"/>
                  </a:cxn>
                  <a:cxn ang="0">
                    <a:pos x="0" y="829"/>
                  </a:cxn>
                  <a:cxn ang="0">
                    <a:pos x="0" y="293"/>
                  </a:cxn>
                  <a:cxn ang="0">
                    <a:pos x="445" y="0"/>
                  </a:cxn>
                </a:cxnLst>
                <a:rect l="0" t="0" r="r" b="b"/>
                <a:pathLst>
                  <a:path w="897" h="829">
                    <a:moveTo>
                      <a:pt x="445" y="0"/>
                    </a:moveTo>
                    <a:lnTo>
                      <a:pt x="897" y="293"/>
                    </a:lnTo>
                    <a:lnTo>
                      <a:pt x="897" y="829"/>
                    </a:lnTo>
                    <a:lnTo>
                      <a:pt x="601" y="829"/>
                    </a:lnTo>
                    <a:lnTo>
                      <a:pt x="296" y="829"/>
                    </a:lnTo>
                    <a:lnTo>
                      <a:pt x="0" y="829"/>
                    </a:lnTo>
                    <a:lnTo>
                      <a:pt x="0" y="293"/>
                    </a:lnTo>
                    <a:lnTo>
                      <a:pt x="445" y="0"/>
                    </a:lnTo>
                    <a:close/>
                  </a:path>
                </a:pathLst>
              </a:custGeom>
              <a:solidFill>
                <a:srgbClr val="0000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346508" name="Freeform 396"/>
              <p:cNvSpPr/>
              <p:nvPr/>
            </p:nvSpPr>
            <p:spPr bwMode="auto">
              <a:xfrm>
                <a:off x="4368" y="2462"/>
                <a:ext cx="415" cy="289"/>
              </a:xfrm>
              <a:custGeom>
                <a:avLst/>
                <a:gdLst/>
                <a:ahLst/>
                <a:cxnLst>
                  <a:cxn ang="0">
                    <a:pos x="0" y="288"/>
                  </a:cxn>
                  <a:cxn ang="0">
                    <a:pos x="416" y="32"/>
                  </a:cxn>
                  <a:cxn ang="0">
                    <a:pos x="416" y="27"/>
                  </a:cxn>
                  <a:cxn ang="0">
                    <a:pos x="416" y="19"/>
                  </a:cxn>
                  <a:cxn ang="0">
                    <a:pos x="416" y="9"/>
                  </a:cxn>
                  <a:cxn ang="0">
                    <a:pos x="416" y="0"/>
                  </a:cxn>
                  <a:cxn ang="0">
                    <a:pos x="0" y="254"/>
                  </a:cxn>
                  <a:cxn ang="0">
                    <a:pos x="0" y="288"/>
                  </a:cxn>
                </a:cxnLst>
                <a:rect l="0" t="0" r="r" b="b"/>
                <a:pathLst>
                  <a:path w="416" h="288">
                    <a:moveTo>
                      <a:pt x="0" y="288"/>
                    </a:moveTo>
                    <a:lnTo>
                      <a:pt x="416" y="32"/>
                    </a:lnTo>
                    <a:lnTo>
                      <a:pt x="416" y="27"/>
                    </a:lnTo>
                    <a:lnTo>
                      <a:pt x="416" y="19"/>
                    </a:lnTo>
                    <a:lnTo>
                      <a:pt x="416" y="9"/>
                    </a:lnTo>
                    <a:lnTo>
                      <a:pt x="416" y="0"/>
                    </a:lnTo>
                    <a:lnTo>
                      <a:pt x="0" y="254"/>
                    </a:lnTo>
                    <a:lnTo>
                      <a:pt x="0" y="288"/>
                    </a:lnTo>
                    <a:close/>
                  </a:path>
                </a:pathLst>
              </a:custGeom>
              <a:solidFill>
                <a:srgbClr val="000000"/>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346509" name="Rectangle 397"/>
              <p:cNvSpPr>
                <a:spLocks noChangeArrowheads="1"/>
              </p:cNvSpPr>
              <p:nvPr/>
            </p:nvSpPr>
            <p:spPr bwMode="auto">
              <a:xfrm>
                <a:off x="4457" y="3330"/>
                <a:ext cx="898" cy="29"/>
              </a:xfrm>
              <a:prstGeom prst="rect">
                <a:avLst/>
              </a:prstGeom>
              <a:solidFill>
                <a:srgbClr val="000000"/>
              </a:solidFill>
              <a:ln w="9525">
                <a:noFill/>
                <a:miter lim="800000"/>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346510" name="Freeform 398"/>
              <p:cNvSpPr/>
              <p:nvPr/>
            </p:nvSpPr>
            <p:spPr bwMode="auto">
              <a:xfrm>
                <a:off x="4787" y="2170"/>
                <a:ext cx="241" cy="328"/>
              </a:xfrm>
              <a:custGeom>
                <a:avLst/>
                <a:gdLst/>
                <a:ahLst/>
                <a:cxnLst>
                  <a:cxn ang="0">
                    <a:pos x="242" y="327"/>
                  </a:cxn>
                  <a:cxn ang="0">
                    <a:pos x="242" y="0"/>
                  </a:cxn>
                  <a:cxn ang="0">
                    <a:pos x="0" y="0"/>
                  </a:cxn>
                  <a:cxn ang="0">
                    <a:pos x="0" y="321"/>
                  </a:cxn>
                  <a:cxn ang="0">
                    <a:pos x="116" y="240"/>
                  </a:cxn>
                  <a:cxn ang="0">
                    <a:pos x="242" y="327"/>
                  </a:cxn>
                </a:cxnLst>
                <a:rect l="0" t="0" r="r" b="b"/>
                <a:pathLst>
                  <a:path w="242" h="327">
                    <a:moveTo>
                      <a:pt x="242" y="327"/>
                    </a:moveTo>
                    <a:lnTo>
                      <a:pt x="242" y="0"/>
                    </a:lnTo>
                    <a:lnTo>
                      <a:pt x="0" y="0"/>
                    </a:lnTo>
                    <a:lnTo>
                      <a:pt x="0" y="321"/>
                    </a:lnTo>
                    <a:lnTo>
                      <a:pt x="116" y="240"/>
                    </a:lnTo>
                    <a:lnTo>
                      <a:pt x="242" y="327"/>
                    </a:lnTo>
                    <a:close/>
                  </a:path>
                </a:pathLst>
              </a:custGeom>
              <a:solidFill>
                <a:srgbClr val="000000"/>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346511" name="Freeform 399"/>
              <p:cNvSpPr/>
              <p:nvPr/>
            </p:nvSpPr>
            <p:spPr bwMode="auto">
              <a:xfrm>
                <a:off x="4723" y="2016"/>
                <a:ext cx="358" cy="125"/>
              </a:xfrm>
              <a:custGeom>
                <a:avLst/>
                <a:gdLst/>
                <a:ahLst/>
                <a:cxnLst>
                  <a:cxn ang="0">
                    <a:pos x="181" y="0"/>
                  </a:cxn>
                  <a:cxn ang="0">
                    <a:pos x="0" y="126"/>
                  </a:cxn>
                  <a:cxn ang="0">
                    <a:pos x="361" y="126"/>
                  </a:cxn>
                  <a:cxn ang="0">
                    <a:pos x="181" y="0"/>
                  </a:cxn>
                </a:cxnLst>
                <a:rect l="0" t="0" r="r" b="b"/>
                <a:pathLst>
                  <a:path w="361" h="126">
                    <a:moveTo>
                      <a:pt x="181" y="0"/>
                    </a:moveTo>
                    <a:lnTo>
                      <a:pt x="0" y="126"/>
                    </a:lnTo>
                    <a:lnTo>
                      <a:pt x="361" y="126"/>
                    </a:lnTo>
                    <a:lnTo>
                      <a:pt x="181" y="0"/>
                    </a:lnTo>
                    <a:close/>
                  </a:path>
                </a:pathLst>
              </a:custGeom>
              <a:solidFill>
                <a:srgbClr val="000000"/>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346512" name="Freeform 400"/>
              <p:cNvSpPr/>
              <p:nvPr/>
            </p:nvSpPr>
            <p:spPr bwMode="auto">
              <a:xfrm>
                <a:off x="5028" y="2469"/>
                <a:ext cx="412" cy="282"/>
              </a:xfrm>
              <a:custGeom>
                <a:avLst/>
                <a:gdLst/>
                <a:ahLst/>
                <a:cxnLst>
                  <a:cxn ang="0">
                    <a:pos x="413" y="287"/>
                  </a:cxn>
                  <a:cxn ang="0">
                    <a:pos x="0" y="31"/>
                  </a:cxn>
                  <a:cxn ang="0">
                    <a:pos x="0" y="25"/>
                  </a:cxn>
                  <a:cxn ang="0">
                    <a:pos x="0" y="17"/>
                  </a:cxn>
                  <a:cxn ang="0">
                    <a:pos x="0" y="9"/>
                  </a:cxn>
                  <a:cxn ang="0">
                    <a:pos x="0" y="0"/>
                  </a:cxn>
                  <a:cxn ang="0">
                    <a:pos x="413" y="253"/>
                  </a:cxn>
                  <a:cxn ang="0">
                    <a:pos x="413" y="287"/>
                  </a:cxn>
                </a:cxnLst>
                <a:rect l="0" t="0" r="r" b="b"/>
                <a:pathLst>
                  <a:path w="413" h="287">
                    <a:moveTo>
                      <a:pt x="413" y="287"/>
                    </a:moveTo>
                    <a:lnTo>
                      <a:pt x="0" y="31"/>
                    </a:lnTo>
                    <a:lnTo>
                      <a:pt x="0" y="25"/>
                    </a:lnTo>
                    <a:lnTo>
                      <a:pt x="0" y="17"/>
                    </a:lnTo>
                    <a:lnTo>
                      <a:pt x="0" y="9"/>
                    </a:lnTo>
                    <a:lnTo>
                      <a:pt x="0" y="0"/>
                    </a:lnTo>
                    <a:lnTo>
                      <a:pt x="413" y="253"/>
                    </a:lnTo>
                    <a:lnTo>
                      <a:pt x="413" y="287"/>
                    </a:lnTo>
                    <a:close/>
                  </a:path>
                </a:pathLst>
              </a:custGeom>
              <a:solidFill>
                <a:srgbClr val="000000"/>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346513" name="Freeform 401"/>
              <p:cNvSpPr/>
              <p:nvPr/>
            </p:nvSpPr>
            <p:spPr bwMode="auto">
              <a:xfrm>
                <a:off x="4841" y="2209"/>
                <a:ext cx="127" cy="164"/>
              </a:xfrm>
              <a:custGeom>
                <a:avLst/>
                <a:gdLst/>
                <a:ahLst/>
                <a:cxnLst>
                  <a:cxn ang="0">
                    <a:pos x="65" y="0"/>
                  </a:cxn>
                  <a:cxn ang="0">
                    <a:pos x="51" y="1"/>
                  </a:cxn>
                  <a:cxn ang="0">
                    <a:pos x="38" y="6"/>
                  </a:cxn>
                  <a:cxn ang="0">
                    <a:pos x="27" y="13"/>
                  </a:cxn>
                  <a:cxn ang="0">
                    <a:pos x="17" y="20"/>
                  </a:cxn>
                  <a:cxn ang="0">
                    <a:pos x="9" y="32"/>
                  </a:cxn>
                  <a:cxn ang="0">
                    <a:pos x="5" y="44"/>
                  </a:cxn>
                  <a:cxn ang="0">
                    <a:pos x="1" y="58"/>
                  </a:cxn>
                  <a:cxn ang="0">
                    <a:pos x="0" y="74"/>
                  </a:cxn>
                  <a:cxn ang="0">
                    <a:pos x="0" y="103"/>
                  </a:cxn>
                  <a:cxn ang="0">
                    <a:pos x="0" y="126"/>
                  </a:cxn>
                  <a:cxn ang="0">
                    <a:pos x="0" y="145"/>
                  </a:cxn>
                  <a:cxn ang="0">
                    <a:pos x="0" y="164"/>
                  </a:cxn>
                  <a:cxn ang="0">
                    <a:pos x="27" y="164"/>
                  </a:cxn>
                  <a:cxn ang="0">
                    <a:pos x="44" y="164"/>
                  </a:cxn>
                  <a:cxn ang="0">
                    <a:pos x="55" y="164"/>
                  </a:cxn>
                  <a:cxn ang="0">
                    <a:pos x="63" y="164"/>
                  </a:cxn>
                  <a:cxn ang="0">
                    <a:pos x="71" y="164"/>
                  </a:cxn>
                  <a:cxn ang="0">
                    <a:pos x="82" y="164"/>
                  </a:cxn>
                  <a:cxn ang="0">
                    <a:pos x="100" y="164"/>
                  </a:cxn>
                  <a:cxn ang="0">
                    <a:pos x="127" y="164"/>
                  </a:cxn>
                  <a:cxn ang="0">
                    <a:pos x="127" y="139"/>
                  </a:cxn>
                  <a:cxn ang="0">
                    <a:pos x="127" y="114"/>
                  </a:cxn>
                  <a:cxn ang="0">
                    <a:pos x="127" y="90"/>
                  </a:cxn>
                  <a:cxn ang="0">
                    <a:pos x="127" y="71"/>
                  </a:cxn>
                  <a:cxn ang="0">
                    <a:pos x="127" y="62"/>
                  </a:cxn>
                  <a:cxn ang="0">
                    <a:pos x="123" y="51"/>
                  </a:cxn>
                  <a:cxn ang="0">
                    <a:pos x="119" y="38"/>
                  </a:cxn>
                  <a:cxn ang="0">
                    <a:pos x="112" y="27"/>
                  </a:cxn>
                  <a:cxn ang="0">
                    <a:pos x="104" y="16"/>
                  </a:cxn>
                  <a:cxn ang="0">
                    <a:pos x="93" y="8"/>
                  </a:cxn>
                  <a:cxn ang="0">
                    <a:pos x="81" y="1"/>
                  </a:cxn>
                  <a:cxn ang="0">
                    <a:pos x="65" y="0"/>
                  </a:cxn>
                </a:cxnLst>
                <a:rect l="0" t="0" r="r" b="b"/>
                <a:pathLst>
                  <a:path w="127" h="164">
                    <a:moveTo>
                      <a:pt x="65" y="0"/>
                    </a:moveTo>
                    <a:lnTo>
                      <a:pt x="51" y="1"/>
                    </a:lnTo>
                    <a:lnTo>
                      <a:pt x="38" y="6"/>
                    </a:lnTo>
                    <a:lnTo>
                      <a:pt x="27" y="13"/>
                    </a:lnTo>
                    <a:lnTo>
                      <a:pt x="17" y="20"/>
                    </a:lnTo>
                    <a:lnTo>
                      <a:pt x="9" y="32"/>
                    </a:lnTo>
                    <a:lnTo>
                      <a:pt x="5" y="44"/>
                    </a:lnTo>
                    <a:lnTo>
                      <a:pt x="1" y="58"/>
                    </a:lnTo>
                    <a:lnTo>
                      <a:pt x="0" y="74"/>
                    </a:lnTo>
                    <a:lnTo>
                      <a:pt x="0" y="103"/>
                    </a:lnTo>
                    <a:lnTo>
                      <a:pt x="0" y="126"/>
                    </a:lnTo>
                    <a:lnTo>
                      <a:pt x="0" y="145"/>
                    </a:lnTo>
                    <a:lnTo>
                      <a:pt x="0" y="164"/>
                    </a:lnTo>
                    <a:lnTo>
                      <a:pt x="27" y="164"/>
                    </a:lnTo>
                    <a:lnTo>
                      <a:pt x="44" y="164"/>
                    </a:lnTo>
                    <a:lnTo>
                      <a:pt x="55" y="164"/>
                    </a:lnTo>
                    <a:lnTo>
                      <a:pt x="63" y="164"/>
                    </a:lnTo>
                    <a:lnTo>
                      <a:pt x="71" y="164"/>
                    </a:lnTo>
                    <a:lnTo>
                      <a:pt x="82" y="164"/>
                    </a:lnTo>
                    <a:lnTo>
                      <a:pt x="100" y="164"/>
                    </a:lnTo>
                    <a:lnTo>
                      <a:pt x="127" y="164"/>
                    </a:lnTo>
                    <a:lnTo>
                      <a:pt x="127" y="139"/>
                    </a:lnTo>
                    <a:lnTo>
                      <a:pt x="127" y="114"/>
                    </a:lnTo>
                    <a:lnTo>
                      <a:pt x="127" y="90"/>
                    </a:lnTo>
                    <a:lnTo>
                      <a:pt x="127" y="71"/>
                    </a:lnTo>
                    <a:lnTo>
                      <a:pt x="127" y="62"/>
                    </a:lnTo>
                    <a:lnTo>
                      <a:pt x="123" y="51"/>
                    </a:lnTo>
                    <a:lnTo>
                      <a:pt x="119" y="38"/>
                    </a:lnTo>
                    <a:lnTo>
                      <a:pt x="112" y="27"/>
                    </a:lnTo>
                    <a:lnTo>
                      <a:pt x="104" y="16"/>
                    </a:lnTo>
                    <a:lnTo>
                      <a:pt x="93" y="8"/>
                    </a:lnTo>
                    <a:lnTo>
                      <a:pt x="81" y="1"/>
                    </a:lnTo>
                    <a:lnTo>
                      <a:pt x="65" y="0"/>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514" name="Rectangle 402"/>
              <p:cNvSpPr>
                <a:spLocks noChangeArrowheads="1"/>
              </p:cNvSpPr>
              <p:nvPr/>
            </p:nvSpPr>
            <p:spPr bwMode="auto">
              <a:xfrm>
                <a:off x="4803" y="2901"/>
                <a:ext cx="206" cy="386"/>
              </a:xfrm>
              <a:prstGeom prst="rect">
                <a:avLst/>
              </a:prstGeom>
              <a:solidFill>
                <a:srgbClr val="FFFFFF"/>
              </a:solidFill>
              <a:ln w="9525">
                <a:noFill/>
                <a:miter lim="800000"/>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515" name="Freeform 403"/>
              <p:cNvSpPr/>
              <p:nvPr/>
            </p:nvSpPr>
            <p:spPr bwMode="auto">
              <a:xfrm>
                <a:off x="4736" y="2819"/>
                <a:ext cx="13" cy="318"/>
              </a:xfrm>
              <a:custGeom>
                <a:avLst/>
                <a:gdLst/>
                <a:ahLst/>
                <a:cxnLst>
                  <a:cxn ang="0">
                    <a:pos x="8" y="16"/>
                  </a:cxn>
                  <a:cxn ang="0">
                    <a:pos x="0" y="8"/>
                  </a:cxn>
                  <a:cxn ang="0">
                    <a:pos x="0" y="320"/>
                  </a:cxn>
                  <a:cxn ang="0">
                    <a:pos x="16" y="320"/>
                  </a:cxn>
                  <a:cxn ang="0">
                    <a:pos x="16" y="8"/>
                  </a:cxn>
                  <a:cxn ang="0">
                    <a:pos x="8" y="0"/>
                  </a:cxn>
                  <a:cxn ang="0">
                    <a:pos x="16" y="8"/>
                  </a:cxn>
                  <a:cxn ang="0">
                    <a:pos x="16" y="0"/>
                  </a:cxn>
                  <a:cxn ang="0">
                    <a:pos x="8" y="0"/>
                  </a:cxn>
                  <a:cxn ang="0">
                    <a:pos x="8" y="16"/>
                  </a:cxn>
                </a:cxnLst>
                <a:rect l="0" t="0" r="r" b="b"/>
                <a:pathLst>
                  <a:path w="16" h="320">
                    <a:moveTo>
                      <a:pt x="8" y="16"/>
                    </a:moveTo>
                    <a:lnTo>
                      <a:pt x="0" y="8"/>
                    </a:lnTo>
                    <a:lnTo>
                      <a:pt x="0" y="320"/>
                    </a:lnTo>
                    <a:lnTo>
                      <a:pt x="16" y="320"/>
                    </a:lnTo>
                    <a:lnTo>
                      <a:pt x="16" y="8"/>
                    </a:lnTo>
                    <a:lnTo>
                      <a:pt x="8" y="0"/>
                    </a:lnTo>
                    <a:lnTo>
                      <a:pt x="16" y="8"/>
                    </a:lnTo>
                    <a:lnTo>
                      <a:pt x="16" y="0"/>
                    </a:lnTo>
                    <a:lnTo>
                      <a:pt x="8" y="0"/>
                    </a:lnTo>
                    <a:lnTo>
                      <a:pt x="8" y="16"/>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516" name="Freeform 404"/>
              <p:cNvSpPr/>
              <p:nvPr/>
            </p:nvSpPr>
            <p:spPr bwMode="auto">
              <a:xfrm>
                <a:off x="4558" y="2819"/>
                <a:ext cx="184" cy="21"/>
              </a:xfrm>
              <a:custGeom>
                <a:avLst/>
                <a:gdLst/>
                <a:ahLst/>
                <a:cxnLst>
                  <a:cxn ang="0">
                    <a:pos x="16" y="8"/>
                  </a:cxn>
                  <a:cxn ang="0">
                    <a:pos x="8" y="16"/>
                  </a:cxn>
                  <a:cxn ang="0">
                    <a:pos x="187" y="16"/>
                  </a:cxn>
                  <a:cxn ang="0">
                    <a:pos x="187" y="0"/>
                  </a:cxn>
                  <a:cxn ang="0">
                    <a:pos x="8" y="0"/>
                  </a:cxn>
                  <a:cxn ang="0">
                    <a:pos x="0" y="8"/>
                  </a:cxn>
                  <a:cxn ang="0">
                    <a:pos x="8" y="0"/>
                  </a:cxn>
                  <a:cxn ang="0">
                    <a:pos x="0" y="0"/>
                  </a:cxn>
                  <a:cxn ang="0">
                    <a:pos x="0" y="8"/>
                  </a:cxn>
                  <a:cxn ang="0">
                    <a:pos x="16" y="8"/>
                  </a:cxn>
                </a:cxnLst>
                <a:rect l="0" t="0" r="r" b="b"/>
                <a:pathLst>
                  <a:path w="187" h="16">
                    <a:moveTo>
                      <a:pt x="16" y="8"/>
                    </a:moveTo>
                    <a:lnTo>
                      <a:pt x="8" y="16"/>
                    </a:lnTo>
                    <a:lnTo>
                      <a:pt x="187" y="16"/>
                    </a:lnTo>
                    <a:lnTo>
                      <a:pt x="187" y="0"/>
                    </a:lnTo>
                    <a:lnTo>
                      <a:pt x="8" y="0"/>
                    </a:lnTo>
                    <a:lnTo>
                      <a:pt x="0" y="8"/>
                    </a:lnTo>
                    <a:lnTo>
                      <a:pt x="8" y="0"/>
                    </a:lnTo>
                    <a:lnTo>
                      <a:pt x="0" y="0"/>
                    </a:lnTo>
                    <a:lnTo>
                      <a:pt x="0" y="8"/>
                    </a:lnTo>
                    <a:lnTo>
                      <a:pt x="16"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517" name="Freeform 405"/>
              <p:cNvSpPr/>
              <p:nvPr/>
            </p:nvSpPr>
            <p:spPr bwMode="auto">
              <a:xfrm>
                <a:off x="4558" y="2826"/>
                <a:ext cx="13" cy="318"/>
              </a:xfrm>
              <a:custGeom>
                <a:avLst/>
                <a:gdLst/>
                <a:ahLst/>
                <a:cxnLst>
                  <a:cxn ang="0">
                    <a:pos x="8" y="304"/>
                  </a:cxn>
                  <a:cxn ang="0">
                    <a:pos x="16" y="312"/>
                  </a:cxn>
                  <a:cxn ang="0">
                    <a:pos x="16" y="0"/>
                  </a:cxn>
                  <a:cxn ang="0">
                    <a:pos x="0" y="0"/>
                  </a:cxn>
                  <a:cxn ang="0">
                    <a:pos x="0" y="312"/>
                  </a:cxn>
                  <a:cxn ang="0">
                    <a:pos x="8" y="320"/>
                  </a:cxn>
                  <a:cxn ang="0">
                    <a:pos x="0" y="312"/>
                  </a:cxn>
                  <a:cxn ang="0">
                    <a:pos x="0" y="320"/>
                  </a:cxn>
                  <a:cxn ang="0">
                    <a:pos x="8" y="320"/>
                  </a:cxn>
                  <a:cxn ang="0">
                    <a:pos x="8" y="304"/>
                  </a:cxn>
                </a:cxnLst>
                <a:rect l="0" t="0" r="r" b="b"/>
                <a:pathLst>
                  <a:path w="16" h="320">
                    <a:moveTo>
                      <a:pt x="8" y="304"/>
                    </a:moveTo>
                    <a:lnTo>
                      <a:pt x="16" y="312"/>
                    </a:lnTo>
                    <a:lnTo>
                      <a:pt x="16" y="0"/>
                    </a:lnTo>
                    <a:lnTo>
                      <a:pt x="0" y="0"/>
                    </a:lnTo>
                    <a:lnTo>
                      <a:pt x="0" y="312"/>
                    </a:lnTo>
                    <a:lnTo>
                      <a:pt x="8" y="320"/>
                    </a:lnTo>
                    <a:lnTo>
                      <a:pt x="0" y="312"/>
                    </a:lnTo>
                    <a:lnTo>
                      <a:pt x="0" y="320"/>
                    </a:lnTo>
                    <a:lnTo>
                      <a:pt x="8" y="320"/>
                    </a:lnTo>
                    <a:lnTo>
                      <a:pt x="8" y="304"/>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518" name="Freeform 406"/>
              <p:cNvSpPr/>
              <p:nvPr/>
            </p:nvSpPr>
            <p:spPr bwMode="auto">
              <a:xfrm>
                <a:off x="4565" y="3130"/>
                <a:ext cx="184" cy="14"/>
              </a:xfrm>
              <a:custGeom>
                <a:avLst/>
                <a:gdLst/>
                <a:ahLst/>
                <a:cxnLst>
                  <a:cxn ang="0">
                    <a:pos x="171" y="8"/>
                  </a:cxn>
                  <a:cxn ang="0">
                    <a:pos x="179" y="0"/>
                  </a:cxn>
                  <a:cxn ang="0">
                    <a:pos x="0" y="0"/>
                  </a:cxn>
                  <a:cxn ang="0">
                    <a:pos x="0" y="16"/>
                  </a:cxn>
                  <a:cxn ang="0">
                    <a:pos x="179" y="16"/>
                  </a:cxn>
                  <a:cxn ang="0">
                    <a:pos x="187" y="8"/>
                  </a:cxn>
                  <a:cxn ang="0">
                    <a:pos x="179" y="16"/>
                  </a:cxn>
                  <a:cxn ang="0">
                    <a:pos x="187" y="16"/>
                  </a:cxn>
                  <a:cxn ang="0">
                    <a:pos x="187" y="8"/>
                  </a:cxn>
                  <a:cxn ang="0">
                    <a:pos x="171" y="8"/>
                  </a:cxn>
                </a:cxnLst>
                <a:rect l="0" t="0" r="r" b="b"/>
                <a:pathLst>
                  <a:path w="187" h="16">
                    <a:moveTo>
                      <a:pt x="171" y="8"/>
                    </a:moveTo>
                    <a:lnTo>
                      <a:pt x="179" y="0"/>
                    </a:lnTo>
                    <a:lnTo>
                      <a:pt x="0" y="0"/>
                    </a:lnTo>
                    <a:lnTo>
                      <a:pt x="0" y="16"/>
                    </a:lnTo>
                    <a:lnTo>
                      <a:pt x="179" y="16"/>
                    </a:lnTo>
                    <a:lnTo>
                      <a:pt x="187" y="8"/>
                    </a:lnTo>
                    <a:lnTo>
                      <a:pt x="179" y="16"/>
                    </a:lnTo>
                    <a:lnTo>
                      <a:pt x="187" y="16"/>
                    </a:lnTo>
                    <a:lnTo>
                      <a:pt x="187" y="8"/>
                    </a:lnTo>
                    <a:lnTo>
                      <a:pt x="171"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519" name="Freeform 407"/>
              <p:cNvSpPr/>
              <p:nvPr/>
            </p:nvSpPr>
            <p:spPr bwMode="auto">
              <a:xfrm>
                <a:off x="4568" y="2916"/>
                <a:ext cx="174" cy="11"/>
              </a:xfrm>
              <a:custGeom>
                <a:avLst/>
                <a:gdLst/>
                <a:ahLst/>
                <a:cxnLst>
                  <a:cxn ang="0">
                    <a:pos x="176" y="8"/>
                  </a:cxn>
                  <a:cxn ang="0">
                    <a:pos x="176" y="0"/>
                  </a:cxn>
                  <a:cxn ang="0">
                    <a:pos x="0" y="0"/>
                  </a:cxn>
                  <a:cxn ang="0">
                    <a:pos x="0" y="16"/>
                  </a:cxn>
                  <a:cxn ang="0">
                    <a:pos x="176" y="16"/>
                  </a:cxn>
                  <a:cxn ang="0">
                    <a:pos x="176" y="8"/>
                  </a:cxn>
                </a:cxnLst>
                <a:rect l="0" t="0" r="r" b="b"/>
                <a:pathLst>
                  <a:path w="176" h="16">
                    <a:moveTo>
                      <a:pt x="176" y="8"/>
                    </a:moveTo>
                    <a:lnTo>
                      <a:pt x="176" y="0"/>
                    </a:lnTo>
                    <a:lnTo>
                      <a:pt x="0" y="0"/>
                    </a:lnTo>
                    <a:lnTo>
                      <a:pt x="0" y="16"/>
                    </a:lnTo>
                    <a:lnTo>
                      <a:pt x="176" y="16"/>
                    </a:lnTo>
                    <a:lnTo>
                      <a:pt x="176"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520" name="Freeform 408"/>
              <p:cNvSpPr/>
              <p:nvPr/>
            </p:nvSpPr>
            <p:spPr bwMode="auto">
              <a:xfrm>
                <a:off x="4568" y="3026"/>
                <a:ext cx="174" cy="18"/>
              </a:xfrm>
              <a:custGeom>
                <a:avLst/>
                <a:gdLst/>
                <a:ahLst/>
                <a:cxnLst>
                  <a:cxn ang="0">
                    <a:pos x="176" y="8"/>
                  </a:cxn>
                  <a:cxn ang="0">
                    <a:pos x="176" y="0"/>
                  </a:cxn>
                  <a:cxn ang="0">
                    <a:pos x="0" y="0"/>
                  </a:cxn>
                  <a:cxn ang="0">
                    <a:pos x="0" y="16"/>
                  </a:cxn>
                  <a:cxn ang="0">
                    <a:pos x="176" y="16"/>
                  </a:cxn>
                  <a:cxn ang="0">
                    <a:pos x="176" y="8"/>
                  </a:cxn>
                </a:cxnLst>
                <a:rect l="0" t="0" r="r" b="b"/>
                <a:pathLst>
                  <a:path w="176" h="16">
                    <a:moveTo>
                      <a:pt x="176" y="8"/>
                    </a:moveTo>
                    <a:lnTo>
                      <a:pt x="176" y="0"/>
                    </a:lnTo>
                    <a:lnTo>
                      <a:pt x="0" y="0"/>
                    </a:lnTo>
                    <a:lnTo>
                      <a:pt x="0" y="16"/>
                    </a:lnTo>
                    <a:lnTo>
                      <a:pt x="176" y="16"/>
                    </a:lnTo>
                    <a:lnTo>
                      <a:pt x="176"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521" name="Freeform 409"/>
              <p:cNvSpPr/>
              <p:nvPr/>
            </p:nvSpPr>
            <p:spPr bwMode="auto">
              <a:xfrm>
                <a:off x="4644" y="2837"/>
                <a:ext cx="16" cy="300"/>
              </a:xfrm>
              <a:custGeom>
                <a:avLst/>
                <a:gdLst/>
                <a:ahLst/>
                <a:cxnLst>
                  <a:cxn ang="0">
                    <a:pos x="7" y="302"/>
                  </a:cxn>
                  <a:cxn ang="0">
                    <a:pos x="15" y="302"/>
                  </a:cxn>
                  <a:cxn ang="0">
                    <a:pos x="15" y="0"/>
                  </a:cxn>
                  <a:cxn ang="0">
                    <a:pos x="0" y="0"/>
                  </a:cxn>
                  <a:cxn ang="0">
                    <a:pos x="0" y="302"/>
                  </a:cxn>
                  <a:cxn ang="0">
                    <a:pos x="7" y="302"/>
                  </a:cxn>
                </a:cxnLst>
                <a:rect l="0" t="0" r="r" b="b"/>
                <a:pathLst>
                  <a:path w="15" h="302">
                    <a:moveTo>
                      <a:pt x="7" y="302"/>
                    </a:moveTo>
                    <a:lnTo>
                      <a:pt x="15" y="302"/>
                    </a:lnTo>
                    <a:lnTo>
                      <a:pt x="15" y="0"/>
                    </a:lnTo>
                    <a:lnTo>
                      <a:pt x="0" y="0"/>
                    </a:lnTo>
                    <a:lnTo>
                      <a:pt x="0" y="302"/>
                    </a:lnTo>
                    <a:lnTo>
                      <a:pt x="7" y="302"/>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522" name="Freeform 410"/>
              <p:cNvSpPr/>
              <p:nvPr/>
            </p:nvSpPr>
            <p:spPr bwMode="auto">
              <a:xfrm>
                <a:off x="5240" y="2819"/>
                <a:ext cx="16" cy="318"/>
              </a:xfrm>
              <a:custGeom>
                <a:avLst/>
                <a:gdLst/>
                <a:ahLst/>
                <a:cxnLst>
                  <a:cxn ang="0">
                    <a:pos x="8" y="16"/>
                  </a:cxn>
                  <a:cxn ang="0">
                    <a:pos x="0" y="8"/>
                  </a:cxn>
                  <a:cxn ang="0">
                    <a:pos x="0" y="320"/>
                  </a:cxn>
                  <a:cxn ang="0">
                    <a:pos x="16" y="320"/>
                  </a:cxn>
                  <a:cxn ang="0">
                    <a:pos x="16" y="8"/>
                  </a:cxn>
                  <a:cxn ang="0">
                    <a:pos x="8" y="0"/>
                  </a:cxn>
                  <a:cxn ang="0">
                    <a:pos x="16" y="8"/>
                  </a:cxn>
                  <a:cxn ang="0">
                    <a:pos x="16" y="0"/>
                  </a:cxn>
                  <a:cxn ang="0">
                    <a:pos x="8" y="0"/>
                  </a:cxn>
                  <a:cxn ang="0">
                    <a:pos x="8" y="16"/>
                  </a:cxn>
                </a:cxnLst>
                <a:rect l="0" t="0" r="r" b="b"/>
                <a:pathLst>
                  <a:path w="16" h="320">
                    <a:moveTo>
                      <a:pt x="8" y="16"/>
                    </a:moveTo>
                    <a:lnTo>
                      <a:pt x="0" y="8"/>
                    </a:lnTo>
                    <a:lnTo>
                      <a:pt x="0" y="320"/>
                    </a:lnTo>
                    <a:lnTo>
                      <a:pt x="16" y="320"/>
                    </a:lnTo>
                    <a:lnTo>
                      <a:pt x="16" y="8"/>
                    </a:lnTo>
                    <a:lnTo>
                      <a:pt x="8" y="0"/>
                    </a:lnTo>
                    <a:lnTo>
                      <a:pt x="16" y="8"/>
                    </a:lnTo>
                    <a:lnTo>
                      <a:pt x="16" y="0"/>
                    </a:lnTo>
                    <a:lnTo>
                      <a:pt x="8" y="0"/>
                    </a:lnTo>
                    <a:lnTo>
                      <a:pt x="8" y="16"/>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523" name="Freeform 411"/>
              <p:cNvSpPr/>
              <p:nvPr/>
            </p:nvSpPr>
            <p:spPr bwMode="auto">
              <a:xfrm>
                <a:off x="5059" y="2819"/>
                <a:ext cx="187" cy="21"/>
              </a:xfrm>
              <a:custGeom>
                <a:avLst/>
                <a:gdLst/>
                <a:ahLst/>
                <a:cxnLst>
                  <a:cxn ang="0">
                    <a:pos x="16" y="8"/>
                  </a:cxn>
                  <a:cxn ang="0">
                    <a:pos x="8" y="16"/>
                  </a:cxn>
                  <a:cxn ang="0">
                    <a:pos x="187" y="16"/>
                  </a:cxn>
                  <a:cxn ang="0">
                    <a:pos x="187" y="0"/>
                  </a:cxn>
                  <a:cxn ang="0">
                    <a:pos x="8" y="0"/>
                  </a:cxn>
                  <a:cxn ang="0">
                    <a:pos x="0" y="8"/>
                  </a:cxn>
                  <a:cxn ang="0">
                    <a:pos x="8" y="0"/>
                  </a:cxn>
                  <a:cxn ang="0">
                    <a:pos x="0" y="0"/>
                  </a:cxn>
                  <a:cxn ang="0">
                    <a:pos x="0" y="8"/>
                  </a:cxn>
                  <a:cxn ang="0">
                    <a:pos x="16" y="8"/>
                  </a:cxn>
                </a:cxnLst>
                <a:rect l="0" t="0" r="r" b="b"/>
                <a:pathLst>
                  <a:path w="187" h="16">
                    <a:moveTo>
                      <a:pt x="16" y="8"/>
                    </a:moveTo>
                    <a:lnTo>
                      <a:pt x="8" y="16"/>
                    </a:lnTo>
                    <a:lnTo>
                      <a:pt x="187" y="16"/>
                    </a:lnTo>
                    <a:lnTo>
                      <a:pt x="187" y="0"/>
                    </a:lnTo>
                    <a:lnTo>
                      <a:pt x="8" y="0"/>
                    </a:lnTo>
                    <a:lnTo>
                      <a:pt x="0" y="8"/>
                    </a:lnTo>
                    <a:lnTo>
                      <a:pt x="8" y="0"/>
                    </a:lnTo>
                    <a:lnTo>
                      <a:pt x="0" y="0"/>
                    </a:lnTo>
                    <a:lnTo>
                      <a:pt x="0" y="8"/>
                    </a:lnTo>
                    <a:lnTo>
                      <a:pt x="16"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524" name="Freeform 412"/>
              <p:cNvSpPr/>
              <p:nvPr/>
            </p:nvSpPr>
            <p:spPr bwMode="auto">
              <a:xfrm>
                <a:off x="5059" y="2826"/>
                <a:ext cx="16" cy="318"/>
              </a:xfrm>
              <a:custGeom>
                <a:avLst/>
                <a:gdLst/>
                <a:ahLst/>
                <a:cxnLst>
                  <a:cxn ang="0">
                    <a:pos x="8" y="304"/>
                  </a:cxn>
                  <a:cxn ang="0">
                    <a:pos x="16" y="312"/>
                  </a:cxn>
                  <a:cxn ang="0">
                    <a:pos x="16" y="0"/>
                  </a:cxn>
                  <a:cxn ang="0">
                    <a:pos x="0" y="0"/>
                  </a:cxn>
                  <a:cxn ang="0">
                    <a:pos x="0" y="312"/>
                  </a:cxn>
                  <a:cxn ang="0">
                    <a:pos x="8" y="320"/>
                  </a:cxn>
                  <a:cxn ang="0">
                    <a:pos x="0" y="312"/>
                  </a:cxn>
                  <a:cxn ang="0">
                    <a:pos x="0" y="320"/>
                  </a:cxn>
                  <a:cxn ang="0">
                    <a:pos x="8" y="320"/>
                  </a:cxn>
                  <a:cxn ang="0">
                    <a:pos x="8" y="304"/>
                  </a:cxn>
                </a:cxnLst>
                <a:rect l="0" t="0" r="r" b="b"/>
                <a:pathLst>
                  <a:path w="16" h="320">
                    <a:moveTo>
                      <a:pt x="8" y="304"/>
                    </a:moveTo>
                    <a:lnTo>
                      <a:pt x="16" y="312"/>
                    </a:lnTo>
                    <a:lnTo>
                      <a:pt x="16" y="0"/>
                    </a:lnTo>
                    <a:lnTo>
                      <a:pt x="0" y="0"/>
                    </a:lnTo>
                    <a:lnTo>
                      <a:pt x="0" y="312"/>
                    </a:lnTo>
                    <a:lnTo>
                      <a:pt x="8" y="320"/>
                    </a:lnTo>
                    <a:lnTo>
                      <a:pt x="0" y="312"/>
                    </a:lnTo>
                    <a:lnTo>
                      <a:pt x="0" y="320"/>
                    </a:lnTo>
                    <a:lnTo>
                      <a:pt x="8" y="320"/>
                    </a:lnTo>
                    <a:lnTo>
                      <a:pt x="8" y="304"/>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525" name="Freeform 413"/>
              <p:cNvSpPr/>
              <p:nvPr/>
            </p:nvSpPr>
            <p:spPr bwMode="auto">
              <a:xfrm>
                <a:off x="5069" y="3130"/>
                <a:ext cx="187" cy="14"/>
              </a:xfrm>
              <a:custGeom>
                <a:avLst/>
                <a:gdLst/>
                <a:ahLst/>
                <a:cxnLst>
                  <a:cxn ang="0">
                    <a:pos x="171" y="8"/>
                  </a:cxn>
                  <a:cxn ang="0">
                    <a:pos x="179" y="0"/>
                  </a:cxn>
                  <a:cxn ang="0">
                    <a:pos x="0" y="0"/>
                  </a:cxn>
                  <a:cxn ang="0">
                    <a:pos x="0" y="16"/>
                  </a:cxn>
                  <a:cxn ang="0">
                    <a:pos x="179" y="16"/>
                  </a:cxn>
                  <a:cxn ang="0">
                    <a:pos x="187" y="8"/>
                  </a:cxn>
                  <a:cxn ang="0">
                    <a:pos x="179" y="16"/>
                  </a:cxn>
                  <a:cxn ang="0">
                    <a:pos x="187" y="16"/>
                  </a:cxn>
                  <a:cxn ang="0">
                    <a:pos x="187" y="8"/>
                  </a:cxn>
                  <a:cxn ang="0">
                    <a:pos x="171" y="8"/>
                  </a:cxn>
                </a:cxnLst>
                <a:rect l="0" t="0" r="r" b="b"/>
                <a:pathLst>
                  <a:path w="187" h="16">
                    <a:moveTo>
                      <a:pt x="171" y="8"/>
                    </a:moveTo>
                    <a:lnTo>
                      <a:pt x="179" y="0"/>
                    </a:lnTo>
                    <a:lnTo>
                      <a:pt x="0" y="0"/>
                    </a:lnTo>
                    <a:lnTo>
                      <a:pt x="0" y="16"/>
                    </a:lnTo>
                    <a:lnTo>
                      <a:pt x="179" y="16"/>
                    </a:lnTo>
                    <a:lnTo>
                      <a:pt x="187" y="8"/>
                    </a:lnTo>
                    <a:lnTo>
                      <a:pt x="179" y="16"/>
                    </a:lnTo>
                    <a:lnTo>
                      <a:pt x="187" y="16"/>
                    </a:lnTo>
                    <a:lnTo>
                      <a:pt x="187" y="8"/>
                    </a:lnTo>
                    <a:lnTo>
                      <a:pt x="171"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526" name="Freeform 414"/>
              <p:cNvSpPr/>
              <p:nvPr/>
            </p:nvSpPr>
            <p:spPr bwMode="auto">
              <a:xfrm>
                <a:off x="5069" y="2916"/>
                <a:ext cx="174" cy="11"/>
              </a:xfrm>
              <a:custGeom>
                <a:avLst/>
                <a:gdLst/>
                <a:ahLst/>
                <a:cxnLst>
                  <a:cxn ang="0">
                    <a:pos x="175" y="8"/>
                  </a:cxn>
                  <a:cxn ang="0">
                    <a:pos x="175" y="0"/>
                  </a:cxn>
                  <a:cxn ang="0">
                    <a:pos x="0" y="0"/>
                  </a:cxn>
                  <a:cxn ang="0">
                    <a:pos x="0" y="16"/>
                  </a:cxn>
                  <a:cxn ang="0">
                    <a:pos x="175" y="16"/>
                  </a:cxn>
                  <a:cxn ang="0">
                    <a:pos x="175" y="8"/>
                  </a:cxn>
                </a:cxnLst>
                <a:rect l="0" t="0" r="r" b="b"/>
                <a:pathLst>
                  <a:path w="175" h="16">
                    <a:moveTo>
                      <a:pt x="175" y="8"/>
                    </a:moveTo>
                    <a:lnTo>
                      <a:pt x="175" y="0"/>
                    </a:lnTo>
                    <a:lnTo>
                      <a:pt x="0" y="0"/>
                    </a:lnTo>
                    <a:lnTo>
                      <a:pt x="0" y="16"/>
                    </a:lnTo>
                    <a:lnTo>
                      <a:pt x="175" y="16"/>
                    </a:lnTo>
                    <a:lnTo>
                      <a:pt x="175"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527" name="Freeform 415"/>
              <p:cNvSpPr/>
              <p:nvPr/>
            </p:nvSpPr>
            <p:spPr bwMode="auto">
              <a:xfrm>
                <a:off x="5069" y="3026"/>
                <a:ext cx="174" cy="18"/>
              </a:xfrm>
              <a:custGeom>
                <a:avLst/>
                <a:gdLst/>
                <a:ahLst/>
                <a:cxnLst>
                  <a:cxn ang="0">
                    <a:pos x="175" y="8"/>
                  </a:cxn>
                  <a:cxn ang="0">
                    <a:pos x="175" y="0"/>
                  </a:cxn>
                  <a:cxn ang="0">
                    <a:pos x="0" y="0"/>
                  </a:cxn>
                  <a:cxn ang="0">
                    <a:pos x="0" y="16"/>
                  </a:cxn>
                  <a:cxn ang="0">
                    <a:pos x="175" y="16"/>
                  </a:cxn>
                  <a:cxn ang="0">
                    <a:pos x="175" y="8"/>
                  </a:cxn>
                </a:cxnLst>
                <a:rect l="0" t="0" r="r" b="b"/>
                <a:pathLst>
                  <a:path w="175" h="16">
                    <a:moveTo>
                      <a:pt x="175" y="8"/>
                    </a:moveTo>
                    <a:lnTo>
                      <a:pt x="175" y="0"/>
                    </a:lnTo>
                    <a:lnTo>
                      <a:pt x="0" y="0"/>
                    </a:lnTo>
                    <a:lnTo>
                      <a:pt x="0" y="16"/>
                    </a:lnTo>
                    <a:lnTo>
                      <a:pt x="175" y="16"/>
                    </a:lnTo>
                    <a:lnTo>
                      <a:pt x="175"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528" name="Freeform 416"/>
              <p:cNvSpPr/>
              <p:nvPr/>
            </p:nvSpPr>
            <p:spPr bwMode="auto">
              <a:xfrm>
                <a:off x="5148" y="2837"/>
                <a:ext cx="13" cy="300"/>
              </a:xfrm>
              <a:custGeom>
                <a:avLst/>
                <a:gdLst/>
                <a:ahLst/>
                <a:cxnLst>
                  <a:cxn ang="0">
                    <a:pos x="8" y="302"/>
                  </a:cxn>
                  <a:cxn ang="0">
                    <a:pos x="16" y="302"/>
                  </a:cxn>
                  <a:cxn ang="0">
                    <a:pos x="16" y="0"/>
                  </a:cxn>
                  <a:cxn ang="0">
                    <a:pos x="0" y="0"/>
                  </a:cxn>
                  <a:cxn ang="0">
                    <a:pos x="0" y="302"/>
                  </a:cxn>
                  <a:cxn ang="0">
                    <a:pos x="8" y="302"/>
                  </a:cxn>
                </a:cxnLst>
                <a:rect l="0" t="0" r="r" b="b"/>
                <a:pathLst>
                  <a:path w="16" h="302">
                    <a:moveTo>
                      <a:pt x="8" y="302"/>
                    </a:moveTo>
                    <a:lnTo>
                      <a:pt x="16" y="302"/>
                    </a:lnTo>
                    <a:lnTo>
                      <a:pt x="16" y="0"/>
                    </a:lnTo>
                    <a:lnTo>
                      <a:pt x="0" y="0"/>
                    </a:lnTo>
                    <a:lnTo>
                      <a:pt x="0" y="302"/>
                    </a:lnTo>
                    <a:lnTo>
                      <a:pt x="8" y="302"/>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529" name="Freeform 417"/>
              <p:cNvSpPr/>
              <p:nvPr/>
            </p:nvSpPr>
            <p:spPr bwMode="auto">
              <a:xfrm>
                <a:off x="4850" y="2237"/>
                <a:ext cx="101" cy="111"/>
              </a:xfrm>
              <a:custGeom>
                <a:avLst/>
                <a:gdLst/>
                <a:ahLst/>
                <a:cxnLst>
                  <a:cxn ang="0">
                    <a:pos x="59" y="112"/>
                  </a:cxn>
                  <a:cxn ang="0">
                    <a:pos x="76" y="112"/>
                  </a:cxn>
                  <a:cxn ang="0">
                    <a:pos x="89" y="109"/>
                  </a:cxn>
                  <a:cxn ang="0">
                    <a:pos x="99" y="107"/>
                  </a:cxn>
                  <a:cxn ang="0">
                    <a:pos x="102" y="104"/>
                  </a:cxn>
                  <a:cxn ang="0">
                    <a:pos x="103" y="103"/>
                  </a:cxn>
                  <a:cxn ang="0">
                    <a:pos x="103" y="98"/>
                  </a:cxn>
                  <a:cxn ang="0">
                    <a:pos x="100" y="88"/>
                  </a:cxn>
                  <a:cxn ang="0">
                    <a:pos x="97" y="79"/>
                  </a:cxn>
                  <a:cxn ang="0">
                    <a:pos x="95" y="73"/>
                  </a:cxn>
                  <a:cxn ang="0">
                    <a:pos x="95" y="68"/>
                  </a:cxn>
                  <a:cxn ang="0">
                    <a:pos x="94" y="66"/>
                  </a:cxn>
                  <a:cxn ang="0">
                    <a:pos x="92" y="60"/>
                  </a:cxn>
                  <a:cxn ang="0">
                    <a:pos x="91" y="50"/>
                  </a:cxn>
                  <a:cxn ang="0">
                    <a:pos x="91" y="42"/>
                  </a:cxn>
                  <a:cxn ang="0">
                    <a:pos x="91" y="41"/>
                  </a:cxn>
                  <a:cxn ang="0">
                    <a:pos x="89" y="33"/>
                  </a:cxn>
                  <a:cxn ang="0">
                    <a:pos x="89" y="22"/>
                  </a:cxn>
                  <a:cxn ang="0">
                    <a:pos x="87" y="9"/>
                  </a:cxn>
                  <a:cxn ang="0">
                    <a:pos x="75" y="1"/>
                  </a:cxn>
                  <a:cxn ang="0">
                    <a:pos x="59" y="0"/>
                  </a:cxn>
                  <a:cxn ang="0">
                    <a:pos x="45" y="3"/>
                  </a:cxn>
                  <a:cxn ang="0">
                    <a:pos x="38" y="14"/>
                  </a:cxn>
                  <a:cxn ang="0">
                    <a:pos x="34" y="25"/>
                  </a:cxn>
                  <a:cxn ang="0">
                    <a:pos x="30" y="31"/>
                  </a:cxn>
                  <a:cxn ang="0">
                    <a:pos x="30" y="33"/>
                  </a:cxn>
                  <a:cxn ang="0">
                    <a:pos x="27" y="39"/>
                  </a:cxn>
                  <a:cxn ang="0">
                    <a:pos x="23" y="49"/>
                  </a:cxn>
                  <a:cxn ang="0">
                    <a:pos x="19" y="54"/>
                  </a:cxn>
                  <a:cxn ang="0">
                    <a:pos x="19" y="55"/>
                  </a:cxn>
                  <a:cxn ang="0">
                    <a:pos x="16" y="58"/>
                  </a:cxn>
                  <a:cxn ang="0">
                    <a:pos x="11" y="63"/>
                  </a:cxn>
                  <a:cxn ang="0">
                    <a:pos x="5" y="73"/>
                  </a:cxn>
                  <a:cxn ang="0">
                    <a:pos x="0" y="82"/>
                  </a:cxn>
                  <a:cxn ang="0">
                    <a:pos x="0" y="87"/>
                  </a:cxn>
                  <a:cxn ang="0">
                    <a:pos x="0" y="88"/>
                  </a:cxn>
                  <a:cxn ang="0">
                    <a:pos x="7" y="93"/>
                  </a:cxn>
                  <a:cxn ang="0">
                    <a:pos x="29" y="106"/>
                  </a:cxn>
                </a:cxnLst>
                <a:rect l="0" t="0" r="r" b="b"/>
                <a:pathLst>
                  <a:path w="103" h="112">
                    <a:moveTo>
                      <a:pt x="48" y="110"/>
                    </a:moveTo>
                    <a:lnTo>
                      <a:pt x="59" y="112"/>
                    </a:lnTo>
                    <a:lnTo>
                      <a:pt x="68" y="112"/>
                    </a:lnTo>
                    <a:lnTo>
                      <a:pt x="76" y="112"/>
                    </a:lnTo>
                    <a:lnTo>
                      <a:pt x="84" y="110"/>
                    </a:lnTo>
                    <a:lnTo>
                      <a:pt x="89" y="109"/>
                    </a:lnTo>
                    <a:lnTo>
                      <a:pt x="94" y="107"/>
                    </a:lnTo>
                    <a:lnTo>
                      <a:pt x="99" y="107"/>
                    </a:lnTo>
                    <a:lnTo>
                      <a:pt x="100" y="106"/>
                    </a:lnTo>
                    <a:lnTo>
                      <a:pt x="102" y="104"/>
                    </a:lnTo>
                    <a:lnTo>
                      <a:pt x="102" y="103"/>
                    </a:lnTo>
                    <a:lnTo>
                      <a:pt x="103" y="103"/>
                    </a:lnTo>
                    <a:lnTo>
                      <a:pt x="103" y="101"/>
                    </a:lnTo>
                    <a:lnTo>
                      <a:pt x="103" y="98"/>
                    </a:lnTo>
                    <a:lnTo>
                      <a:pt x="103" y="93"/>
                    </a:lnTo>
                    <a:lnTo>
                      <a:pt x="100" y="88"/>
                    </a:lnTo>
                    <a:lnTo>
                      <a:pt x="99" y="82"/>
                    </a:lnTo>
                    <a:lnTo>
                      <a:pt x="97" y="79"/>
                    </a:lnTo>
                    <a:lnTo>
                      <a:pt x="97" y="76"/>
                    </a:lnTo>
                    <a:lnTo>
                      <a:pt x="95" y="73"/>
                    </a:lnTo>
                    <a:lnTo>
                      <a:pt x="95" y="69"/>
                    </a:lnTo>
                    <a:lnTo>
                      <a:pt x="95" y="68"/>
                    </a:lnTo>
                    <a:lnTo>
                      <a:pt x="95" y="68"/>
                    </a:lnTo>
                    <a:lnTo>
                      <a:pt x="94" y="66"/>
                    </a:lnTo>
                    <a:lnTo>
                      <a:pt x="94" y="66"/>
                    </a:lnTo>
                    <a:lnTo>
                      <a:pt x="92" y="60"/>
                    </a:lnTo>
                    <a:lnTo>
                      <a:pt x="92" y="55"/>
                    </a:lnTo>
                    <a:lnTo>
                      <a:pt x="91" y="50"/>
                    </a:lnTo>
                    <a:lnTo>
                      <a:pt x="91" y="44"/>
                    </a:lnTo>
                    <a:lnTo>
                      <a:pt x="91" y="42"/>
                    </a:lnTo>
                    <a:lnTo>
                      <a:pt x="91" y="42"/>
                    </a:lnTo>
                    <a:lnTo>
                      <a:pt x="91" y="41"/>
                    </a:lnTo>
                    <a:lnTo>
                      <a:pt x="91" y="41"/>
                    </a:lnTo>
                    <a:lnTo>
                      <a:pt x="89" y="33"/>
                    </a:lnTo>
                    <a:lnTo>
                      <a:pt x="89" y="27"/>
                    </a:lnTo>
                    <a:lnTo>
                      <a:pt x="89" y="22"/>
                    </a:lnTo>
                    <a:lnTo>
                      <a:pt x="89" y="17"/>
                    </a:lnTo>
                    <a:lnTo>
                      <a:pt x="87" y="9"/>
                    </a:lnTo>
                    <a:lnTo>
                      <a:pt x="83" y="5"/>
                    </a:lnTo>
                    <a:lnTo>
                      <a:pt x="75" y="1"/>
                    </a:lnTo>
                    <a:lnTo>
                      <a:pt x="67" y="0"/>
                    </a:lnTo>
                    <a:lnTo>
                      <a:pt x="59" y="0"/>
                    </a:lnTo>
                    <a:lnTo>
                      <a:pt x="51" y="0"/>
                    </a:lnTo>
                    <a:lnTo>
                      <a:pt x="45" y="3"/>
                    </a:lnTo>
                    <a:lnTo>
                      <a:pt x="40" y="9"/>
                    </a:lnTo>
                    <a:lnTo>
                      <a:pt x="38" y="14"/>
                    </a:lnTo>
                    <a:lnTo>
                      <a:pt x="37" y="19"/>
                    </a:lnTo>
                    <a:lnTo>
                      <a:pt x="34" y="25"/>
                    </a:lnTo>
                    <a:lnTo>
                      <a:pt x="30" y="31"/>
                    </a:lnTo>
                    <a:lnTo>
                      <a:pt x="30" y="31"/>
                    </a:lnTo>
                    <a:lnTo>
                      <a:pt x="30" y="33"/>
                    </a:lnTo>
                    <a:lnTo>
                      <a:pt x="30" y="33"/>
                    </a:lnTo>
                    <a:lnTo>
                      <a:pt x="30" y="35"/>
                    </a:lnTo>
                    <a:lnTo>
                      <a:pt x="27" y="39"/>
                    </a:lnTo>
                    <a:lnTo>
                      <a:pt x="26" y="44"/>
                    </a:lnTo>
                    <a:lnTo>
                      <a:pt x="23" y="49"/>
                    </a:lnTo>
                    <a:lnTo>
                      <a:pt x="19" y="54"/>
                    </a:lnTo>
                    <a:lnTo>
                      <a:pt x="19" y="54"/>
                    </a:lnTo>
                    <a:lnTo>
                      <a:pt x="19" y="54"/>
                    </a:lnTo>
                    <a:lnTo>
                      <a:pt x="19" y="55"/>
                    </a:lnTo>
                    <a:lnTo>
                      <a:pt x="18" y="55"/>
                    </a:lnTo>
                    <a:lnTo>
                      <a:pt x="16" y="58"/>
                    </a:lnTo>
                    <a:lnTo>
                      <a:pt x="15" y="61"/>
                    </a:lnTo>
                    <a:lnTo>
                      <a:pt x="11" y="63"/>
                    </a:lnTo>
                    <a:lnTo>
                      <a:pt x="10" y="66"/>
                    </a:lnTo>
                    <a:lnTo>
                      <a:pt x="5" y="73"/>
                    </a:lnTo>
                    <a:lnTo>
                      <a:pt x="2" y="77"/>
                    </a:lnTo>
                    <a:lnTo>
                      <a:pt x="0" y="82"/>
                    </a:lnTo>
                    <a:lnTo>
                      <a:pt x="0" y="85"/>
                    </a:lnTo>
                    <a:lnTo>
                      <a:pt x="0" y="87"/>
                    </a:lnTo>
                    <a:lnTo>
                      <a:pt x="0" y="87"/>
                    </a:lnTo>
                    <a:lnTo>
                      <a:pt x="0" y="88"/>
                    </a:lnTo>
                    <a:lnTo>
                      <a:pt x="2" y="88"/>
                    </a:lnTo>
                    <a:lnTo>
                      <a:pt x="7" y="93"/>
                    </a:lnTo>
                    <a:lnTo>
                      <a:pt x="15" y="99"/>
                    </a:lnTo>
                    <a:lnTo>
                      <a:pt x="29" y="106"/>
                    </a:lnTo>
                    <a:lnTo>
                      <a:pt x="48" y="110"/>
                    </a:lnTo>
                    <a:close/>
                  </a:path>
                </a:pathLst>
              </a:custGeom>
              <a:solidFill>
                <a:srgbClr val="000000"/>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346530" name="Freeform 418"/>
              <p:cNvSpPr/>
              <p:nvPr/>
            </p:nvSpPr>
            <p:spPr bwMode="auto">
              <a:xfrm>
                <a:off x="4850" y="2316"/>
                <a:ext cx="101" cy="29"/>
              </a:xfrm>
              <a:custGeom>
                <a:avLst/>
                <a:gdLst/>
                <a:ahLst/>
                <a:cxnLst>
                  <a:cxn ang="0">
                    <a:pos x="40" y="3"/>
                  </a:cxn>
                  <a:cxn ang="0">
                    <a:pos x="49" y="5"/>
                  </a:cxn>
                  <a:cxn ang="0">
                    <a:pos x="59" y="6"/>
                  </a:cxn>
                  <a:cxn ang="0">
                    <a:pos x="67" y="8"/>
                  </a:cxn>
                  <a:cxn ang="0">
                    <a:pos x="75" y="11"/>
                  </a:cxn>
                  <a:cxn ang="0">
                    <a:pos x="83" y="14"/>
                  </a:cxn>
                  <a:cxn ang="0">
                    <a:pos x="89" y="17"/>
                  </a:cxn>
                  <a:cxn ang="0">
                    <a:pos x="95" y="22"/>
                  </a:cxn>
                  <a:cxn ang="0">
                    <a:pos x="100" y="27"/>
                  </a:cxn>
                  <a:cxn ang="0">
                    <a:pos x="102" y="25"/>
                  </a:cxn>
                  <a:cxn ang="0">
                    <a:pos x="102" y="24"/>
                  </a:cxn>
                  <a:cxn ang="0">
                    <a:pos x="103" y="24"/>
                  </a:cxn>
                  <a:cxn ang="0">
                    <a:pos x="103" y="22"/>
                  </a:cxn>
                  <a:cxn ang="0">
                    <a:pos x="94" y="14"/>
                  </a:cxn>
                  <a:cxn ang="0">
                    <a:pos x="81" y="9"/>
                  </a:cxn>
                  <a:cxn ang="0">
                    <a:pos x="68" y="5"/>
                  </a:cxn>
                  <a:cxn ang="0">
                    <a:pos x="53" y="1"/>
                  </a:cxn>
                  <a:cxn ang="0">
                    <a:pos x="38" y="0"/>
                  </a:cxn>
                  <a:cxn ang="0">
                    <a:pos x="24" y="0"/>
                  </a:cxn>
                  <a:cxn ang="0">
                    <a:pos x="11" y="1"/>
                  </a:cxn>
                  <a:cxn ang="0">
                    <a:pos x="0" y="6"/>
                  </a:cxn>
                  <a:cxn ang="0">
                    <a:pos x="0" y="8"/>
                  </a:cxn>
                  <a:cxn ang="0">
                    <a:pos x="0" y="8"/>
                  </a:cxn>
                  <a:cxn ang="0">
                    <a:pos x="0" y="9"/>
                  </a:cxn>
                  <a:cxn ang="0">
                    <a:pos x="2" y="9"/>
                  </a:cxn>
                  <a:cxn ang="0">
                    <a:pos x="10" y="6"/>
                  </a:cxn>
                  <a:cxn ang="0">
                    <a:pos x="18" y="5"/>
                  </a:cxn>
                  <a:cxn ang="0">
                    <a:pos x="27" y="3"/>
                  </a:cxn>
                  <a:cxn ang="0">
                    <a:pos x="37" y="3"/>
                  </a:cxn>
                  <a:cxn ang="0">
                    <a:pos x="35" y="5"/>
                  </a:cxn>
                  <a:cxn ang="0">
                    <a:pos x="35" y="6"/>
                  </a:cxn>
                  <a:cxn ang="0">
                    <a:pos x="35" y="8"/>
                  </a:cxn>
                  <a:cxn ang="0">
                    <a:pos x="34" y="9"/>
                  </a:cxn>
                  <a:cxn ang="0">
                    <a:pos x="30" y="9"/>
                  </a:cxn>
                  <a:cxn ang="0">
                    <a:pos x="27" y="11"/>
                  </a:cxn>
                  <a:cxn ang="0">
                    <a:pos x="26" y="14"/>
                  </a:cxn>
                  <a:cxn ang="0">
                    <a:pos x="24" y="16"/>
                  </a:cxn>
                  <a:cxn ang="0">
                    <a:pos x="24" y="17"/>
                  </a:cxn>
                  <a:cxn ang="0">
                    <a:pos x="24" y="20"/>
                  </a:cxn>
                  <a:cxn ang="0">
                    <a:pos x="24" y="24"/>
                  </a:cxn>
                  <a:cxn ang="0">
                    <a:pos x="26" y="27"/>
                  </a:cxn>
                  <a:cxn ang="0">
                    <a:pos x="27" y="27"/>
                  </a:cxn>
                  <a:cxn ang="0">
                    <a:pos x="27" y="27"/>
                  </a:cxn>
                  <a:cxn ang="0">
                    <a:pos x="27" y="27"/>
                  </a:cxn>
                  <a:cxn ang="0">
                    <a:pos x="29" y="27"/>
                  </a:cxn>
                  <a:cxn ang="0">
                    <a:pos x="29" y="28"/>
                  </a:cxn>
                  <a:cxn ang="0">
                    <a:pos x="30" y="28"/>
                  </a:cxn>
                  <a:cxn ang="0">
                    <a:pos x="30" y="28"/>
                  </a:cxn>
                  <a:cxn ang="0">
                    <a:pos x="32" y="28"/>
                  </a:cxn>
                  <a:cxn ang="0">
                    <a:pos x="35" y="28"/>
                  </a:cxn>
                  <a:cxn ang="0">
                    <a:pos x="38" y="25"/>
                  </a:cxn>
                  <a:cxn ang="0">
                    <a:pos x="40" y="24"/>
                  </a:cxn>
                  <a:cxn ang="0">
                    <a:pos x="40" y="22"/>
                  </a:cxn>
                  <a:cxn ang="0">
                    <a:pos x="42" y="19"/>
                  </a:cxn>
                  <a:cxn ang="0">
                    <a:pos x="42" y="16"/>
                  </a:cxn>
                  <a:cxn ang="0">
                    <a:pos x="40" y="12"/>
                  </a:cxn>
                  <a:cxn ang="0">
                    <a:pos x="37" y="11"/>
                  </a:cxn>
                  <a:cxn ang="0">
                    <a:pos x="38" y="9"/>
                  </a:cxn>
                  <a:cxn ang="0">
                    <a:pos x="38" y="6"/>
                  </a:cxn>
                  <a:cxn ang="0">
                    <a:pos x="38" y="5"/>
                  </a:cxn>
                  <a:cxn ang="0">
                    <a:pos x="40" y="3"/>
                  </a:cxn>
                </a:cxnLst>
                <a:rect l="0" t="0" r="r" b="b"/>
                <a:pathLst>
                  <a:path w="103" h="28">
                    <a:moveTo>
                      <a:pt x="40" y="3"/>
                    </a:moveTo>
                    <a:lnTo>
                      <a:pt x="49" y="5"/>
                    </a:lnTo>
                    <a:lnTo>
                      <a:pt x="59" y="6"/>
                    </a:lnTo>
                    <a:lnTo>
                      <a:pt x="67" y="8"/>
                    </a:lnTo>
                    <a:lnTo>
                      <a:pt x="75" y="11"/>
                    </a:lnTo>
                    <a:lnTo>
                      <a:pt x="83" y="14"/>
                    </a:lnTo>
                    <a:lnTo>
                      <a:pt x="89" y="17"/>
                    </a:lnTo>
                    <a:lnTo>
                      <a:pt x="95" y="22"/>
                    </a:lnTo>
                    <a:lnTo>
                      <a:pt x="100" y="27"/>
                    </a:lnTo>
                    <a:lnTo>
                      <a:pt x="102" y="25"/>
                    </a:lnTo>
                    <a:lnTo>
                      <a:pt x="102" y="24"/>
                    </a:lnTo>
                    <a:lnTo>
                      <a:pt x="103" y="24"/>
                    </a:lnTo>
                    <a:lnTo>
                      <a:pt x="103" y="22"/>
                    </a:lnTo>
                    <a:lnTo>
                      <a:pt x="94" y="14"/>
                    </a:lnTo>
                    <a:lnTo>
                      <a:pt x="81" y="9"/>
                    </a:lnTo>
                    <a:lnTo>
                      <a:pt x="68" y="5"/>
                    </a:lnTo>
                    <a:lnTo>
                      <a:pt x="53" y="1"/>
                    </a:lnTo>
                    <a:lnTo>
                      <a:pt x="38" y="0"/>
                    </a:lnTo>
                    <a:lnTo>
                      <a:pt x="24" y="0"/>
                    </a:lnTo>
                    <a:lnTo>
                      <a:pt x="11" y="1"/>
                    </a:lnTo>
                    <a:lnTo>
                      <a:pt x="0" y="6"/>
                    </a:lnTo>
                    <a:lnTo>
                      <a:pt x="0" y="8"/>
                    </a:lnTo>
                    <a:lnTo>
                      <a:pt x="0" y="8"/>
                    </a:lnTo>
                    <a:lnTo>
                      <a:pt x="0" y="9"/>
                    </a:lnTo>
                    <a:lnTo>
                      <a:pt x="2" y="9"/>
                    </a:lnTo>
                    <a:lnTo>
                      <a:pt x="10" y="6"/>
                    </a:lnTo>
                    <a:lnTo>
                      <a:pt x="18" y="5"/>
                    </a:lnTo>
                    <a:lnTo>
                      <a:pt x="27" y="3"/>
                    </a:lnTo>
                    <a:lnTo>
                      <a:pt x="37" y="3"/>
                    </a:lnTo>
                    <a:lnTo>
                      <a:pt x="35" y="5"/>
                    </a:lnTo>
                    <a:lnTo>
                      <a:pt x="35" y="6"/>
                    </a:lnTo>
                    <a:lnTo>
                      <a:pt x="35" y="8"/>
                    </a:lnTo>
                    <a:lnTo>
                      <a:pt x="34" y="9"/>
                    </a:lnTo>
                    <a:lnTo>
                      <a:pt x="30" y="9"/>
                    </a:lnTo>
                    <a:lnTo>
                      <a:pt x="27" y="11"/>
                    </a:lnTo>
                    <a:lnTo>
                      <a:pt x="26" y="14"/>
                    </a:lnTo>
                    <a:lnTo>
                      <a:pt x="24" y="16"/>
                    </a:lnTo>
                    <a:lnTo>
                      <a:pt x="24" y="17"/>
                    </a:lnTo>
                    <a:lnTo>
                      <a:pt x="24" y="20"/>
                    </a:lnTo>
                    <a:lnTo>
                      <a:pt x="24" y="24"/>
                    </a:lnTo>
                    <a:lnTo>
                      <a:pt x="26" y="27"/>
                    </a:lnTo>
                    <a:lnTo>
                      <a:pt x="27" y="27"/>
                    </a:lnTo>
                    <a:lnTo>
                      <a:pt x="27" y="27"/>
                    </a:lnTo>
                    <a:lnTo>
                      <a:pt x="27" y="27"/>
                    </a:lnTo>
                    <a:lnTo>
                      <a:pt x="29" y="27"/>
                    </a:lnTo>
                    <a:lnTo>
                      <a:pt x="29" y="28"/>
                    </a:lnTo>
                    <a:lnTo>
                      <a:pt x="30" y="28"/>
                    </a:lnTo>
                    <a:lnTo>
                      <a:pt x="30" y="28"/>
                    </a:lnTo>
                    <a:lnTo>
                      <a:pt x="32" y="28"/>
                    </a:lnTo>
                    <a:lnTo>
                      <a:pt x="35" y="28"/>
                    </a:lnTo>
                    <a:lnTo>
                      <a:pt x="38" y="25"/>
                    </a:lnTo>
                    <a:lnTo>
                      <a:pt x="40" y="24"/>
                    </a:lnTo>
                    <a:lnTo>
                      <a:pt x="40" y="22"/>
                    </a:lnTo>
                    <a:lnTo>
                      <a:pt x="42" y="19"/>
                    </a:lnTo>
                    <a:lnTo>
                      <a:pt x="42" y="16"/>
                    </a:lnTo>
                    <a:lnTo>
                      <a:pt x="40" y="12"/>
                    </a:lnTo>
                    <a:lnTo>
                      <a:pt x="37" y="11"/>
                    </a:lnTo>
                    <a:lnTo>
                      <a:pt x="38" y="9"/>
                    </a:lnTo>
                    <a:lnTo>
                      <a:pt x="38" y="6"/>
                    </a:lnTo>
                    <a:lnTo>
                      <a:pt x="38" y="5"/>
                    </a:lnTo>
                    <a:lnTo>
                      <a:pt x="40" y="3"/>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531" name="Freeform 419"/>
              <p:cNvSpPr/>
              <p:nvPr/>
            </p:nvSpPr>
            <p:spPr bwMode="auto">
              <a:xfrm>
                <a:off x="4875" y="2341"/>
                <a:ext cx="3" cy="7"/>
              </a:xfrm>
              <a:custGeom>
                <a:avLst/>
                <a:gdLst/>
                <a:ahLst/>
                <a:cxnLst>
                  <a:cxn ang="0">
                    <a:pos x="0" y="0"/>
                  </a:cxn>
                  <a:cxn ang="0">
                    <a:pos x="1" y="0"/>
                  </a:cxn>
                  <a:cxn ang="0">
                    <a:pos x="1" y="0"/>
                  </a:cxn>
                  <a:cxn ang="0">
                    <a:pos x="1" y="0"/>
                  </a:cxn>
                  <a:cxn ang="0">
                    <a:pos x="3" y="0"/>
                  </a:cxn>
                  <a:cxn ang="0">
                    <a:pos x="3" y="1"/>
                  </a:cxn>
                  <a:cxn ang="0">
                    <a:pos x="4" y="1"/>
                  </a:cxn>
                  <a:cxn ang="0">
                    <a:pos x="4" y="1"/>
                  </a:cxn>
                  <a:cxn ang="0">
                    <a:pos x="6" y="1"/>
                  </a:cxn>
                  <a:cxn ang="0">
                    <a:pos x="6" y="3"/>
                  </a:cxn>
                  <a:cxn ang="0">
                    <a:pos x="6" y="3"/>
                  </a:cxn>
                  <a:cxn ang="0">
                    <a:pos x="4" y="4"/>
                  </a:cxn>
                  <a:cxn ang="0">
                    <a:pos x="3" y="6"/>
                  </a:cxn>
                  <a:cxn ang="0">
                    <a:pos x="1" y="6"/>
                  </a:cxn>
                  <a:cxn ang="0">
                    <a:pos x="0" y="6"/>
                  </a:cxn>
                  <a:cxn ang="0">
                    <a:pos x="0" y="4"/>
                  </a:cxn>
                  <a:cxn ang="0">
                    <a:pos x="0" y="4"/>
                  </a:cxn>
                  <a:cxn ang="0">
                    <a:pos x="0" y="3"/>
                  </a:cxn>
                  <a:cxn ang="0">
                    <a:pos x="0" y="1"/>
                  </a:cxn>
                  <a:cxn ang="0">
                    <a:pos x="0" y="0"/>
                  </a:cxn>
                </a:cxnLst>
                <a:rect l="0" t="0" r="r" b="b"/>
                <a:pathLst>
                  <a:path w="6" h="6">
                    <a:moveTo>
                      <a:pt x="0" y="0"/>
                    </a:moveTo>
                    <a:lnTo>
                      <a:pt x="1" y="0"/>
                    </a:lnTo>
                    <a:lnTo>
                      <a:pt x="1" y="0"/>
                    </a:lnTo>
                    <a:lnTo>
                      <a:pt x="1" y="0"/>
                    </a:lnTo>
                    <a:lnTo>
                      <a:pt x="3" y="0"/>
                    </a:lnTo>
                    <a:lnTo>
                      <a:pt x="3" y="1"/>
                    </a:lnTo>
                    <a:lnTo>
                      <a:pt x="4" y="1"/>
                    </a:lnTo>
                    <a:lnTo>
                      <a:pt x="4" y="1"/>
                    </a:lnTo>
                    <a:lnTo>
                      <a:pt x="6" y="1"/>
                    </a:lnTo>
                    <a:lnTo>
                      <a:pt x="6" y="3"/>
                    </a:lnTo>
                    <a:lnTo>
                      <a:pt x="6" y="3"/>
                    </a:lnTo>
                    <a:lnTo>
                      <a:pt x="4" y="4"/>
                    </a:lnTo>
                    <a:lnTo>
                      <a:pt x="3" y="6"/>
                    </a:lnTo>
                    <a:lnTo>
                      <a:pt x="1" y="6"/>
                    </a:lnTo>
                    <a:lnTo>
                      <a:pt x="0" y="6"/>
                    </a:lnTo>
                    <a:lnTo>
                      <a:pt x="0" y="4"/>
                    </a:lnTo>
                    <a:lnTo>
                      <a:pt x="0" y="4"/>
                    </a:lnTo>
                    <a:lnTo>
                      <a:pt x="0" y="3"/>
                    </a:lnTo>
                    <a:lnTo>
                      <a:pt x="0" y="1"/>
                    </a:lnTo>
                    <a:lnTo>
                      <a:pt x="0" y="0"/>
                    </a:lnTo>
                    <a:close/>
                  </a:path>
                </a:pathLst>
              </a:custGeom>
              <a:solidFill>
                <a:srgbClr val="7A1111"/>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346532" name="Freeform 420"/>
              <p:cNvSpPr/>
              <p:nvPr/>
            </p:nvSpPr>
            <p:spPr bwMode="auto">
              <a:xfrm>
                <a:off x="4996" y="2819"/>
                <a:ext cx="19" cy="14"/>
              </a:xfrm>
              <a:custGeom>
                <a:avLst/>
                <a:gdLst/>
                <a:ahLst/>
                <a:cxnLst>
                  <a:cxn ang="0">
                    <a:pos x="0" y="0"/>
                  </a:cxn>
                  <a:cxn ang="0">
                    <a:pos x="0" y="0"/>
                  </a:cxn>
                  <a:cxn ang="0">
                    <a:pos x="0" y="9"/>
                  </a:cxn>
                  <a:cxn ang="0">
                    <a:pos x="0" y="14"/>
                  </a:cxn>
                  <a:cxn ang="0">
                    <a:pos x="0" y="15"/>
                  </a:cxn>
                  <a:cxn ang="0">
                    <a:pos x="8" y="15"/>
                  </a:cxn>
                  <a:cxn ang="0">
                    <a:pos x="8" y="15"/>
                  </a:cxn>
                  <a:cxn ang="0">
                    <a:pos x="16" y="15"/>
                  </a:cxn>
                  <a:cxn ang="0">
                    <a:pos x="16" y="14"/>
                  </a:cxn>
                  <a:cxn ang="0">
                    <a:pos x="16" y="9"/>
                  </a:cxn>
                  <a:cxn ang="0">
                    <a:pos x="16" y="0"/>
                  </a:cxn>
                  <a:cxn ang="0">
                    <a:pos x="16" y="0"/>
                  </a:cxn>
                  <a:cxn ang="0">
                    <a:pos x="0" y="0"/>
                  </a:cxn>
                </a:cxnLst>
                <a:rect l="0" t="0" r="r" b="b"/>
                <a:pathLst>
                  <a:path w="16" h="15">
                    <a:moveTo>
                      <a:pt x="0" y="0"/>
                    </a:moveTo>
                    <a:lnTo>
                      <a:pt x="0" y="0"/>
                    </a:lnTo>
                    <a:lnTo>
                      <a:pt x="0" y="9"/>
                    </a:lnTo>
                    <a:lnTo>
                      <a:pt x="0" y="14"/>
                    </a:lnTo>
                    <a:lnTo>
                      <a:pt x="0" y="15"/>
                    </a:lnTo>
                    <a:lnTo>
                      <a:pt x="8" y="15"/>
                    </a:lnTo>
                    <a:lnTo>
                      <a:pt x="8" y="15"/>
                    </a:lnTo>
                    <a:lnTo>
                      <a:pt x="16" y="15"/>
                    </a:lnTo>
                    <a:lnTo>
                      <a:pt x="16" y="14"/>
                    </a:lnTo>
                    <a:lnTo>
                      <a:pt x="16" y="9"/>
                    </a:lnTo>
                    <a:lnTo>
                      <a:pt x="16" y="0"/>
                    </a:lnTo>
                    <a:lnTo>
                      <a:pt x="16" y="0"/>
                    </a:lnTo>
                    <a:lnTo>
                      <a:pt x="0" y="0"/>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533" name="Freeform 421"/>
              <p:cNvSpPr/>
              <p:nvPr/>
            </p:nvSpPr>
            <p:spPr bwMode="auto">
              <a:xfrm>
                <a:off x="4803" y="2726"/>
                <a:ext cx="212" cy="93"/>
              </a:xfrm>
              <a:custGeom>
                <a:avLst/>
                <a:gdLst/>
                <a:ahLst/>
                <a:cxnLst>
                  <a:cxn ang="0">
                    <a:pos x="16" y="94"/>
                  </a:cxn>
                  <a:cxn ang="0">
                    <a:pos x="16" y="94"/>
                  </a:cxn>
                  <a:cxn ang="0">
                    <a:pos x="23" y="59"/>
                  </a:cxn>
                  <a:cxn ang="0">
                    <a:pos x="43" y="35"/>
                  </a:cxn>
                  <a:cxn ang="0">
                    <a:pos x="72" y="21"/>
                  </a:cxn>
                  <a:cxn ang="0">
                    <a:pos x="107" y="16"/>
                  </a:cxn>
                  <a:cxn ang="0">
                    <a:pos x="140" y="21"/>
                  </a:cxn>
                  <a:cxn ang="0">
                    <a:pos x="168" y="37"/>
                  </a:cxn>
                  <a:cxn ang="0">
                    <a:pos x="189" y="60"/>
                  </a:cxn>
                  <a:cxn ang="0">
                    <a:pos x="195" y="94"/>
                  </a:cxn>
                  <a:cxn ang="0">
                    <a:pos x="211" y="94"/>
                  </a:cxn>
                  <a:cxn ang="0">
                    <a:pos x="202" y="54"/>
                  </a:cxn>
                  <a:cxn ang="0">
                    <a:pos x="178" y="24"/>
                  </a:cxn>
                  <a:cxn ang="0">
                    <a:pos x="143" y="5"/>
                  </a:cxn>
                  <a:cxn ang="0">
                    <a:pos x="107" y="0"/>
                  </a:cxn>
                  <a:cxn ang="0">
                    <a:pos x="69" y="5"/>
                  </a:cxn>
                  <a:cxn ang="0">
                    <a:pos x="34" y="23"/>
                  </a:cxn>
                  <a:cxn ang="0">
                    <a:pos x="10" y="53"/>
                  </a:cxn>
                  <a:cxn ang="0">
                    <a:pos x="0" y="94"/>
                  </a:cxn>
                  <a:cxn ang="0">
                    <a:pos x="0" y="94"/>
                  </a:cxn>
                  <a:cxn ang="0">
                    <a:pos x="16" y="94"/>
                  </a:cxn>
                </a:cxnLst>
                <a:rect l="0" t="0" r="r" b="b"/>
                <a:pathLst>
                  <a:path w="211" h="94">
                    <a:moveTo>
                      <a:pt x="16" y="94"/>
                    </a:moveTo>
                    <a:lnTo>
                      <a:pt x="16" y="94"/>
                    </a:lnTo>
                    <a:lnTo>
                      <a:pt x="23" y="59"/>
                    </a:lnTo>
                    <a:lnTo>
                      <a:pt x="43" y="35"/>
                    </a:lnTo>
                    <a:lnTo>
                      <a:pt x="72" y="21"/>
                    </a:lnTo>
                    <a:lnTo>
                      <a:pt x="107" y="16"/>
                    </a:lnTo>
                    <a:lnTo>
                      <a:pt x="140" y="21"/>
                    </a:lnTo>
                    <a:lnTo>
                      <a:pt x="168" y="37"/>
                    </a:lnTo>
                    <a:lnTo>
                      <a:pt x="189" y="60"/>
                    </a:lnTo>
                    <a:lnTo>
                      <a:pt x="195" y="94"/>
                    </a:lnTo>
                    <a:lnTo>
                      <a:pt x="211" y="94"/>
                    </a:lnTo>
                    <a:lnTo>
                      <a:pt x="202" y="54"/>
                    </a:lnTo>
                    <a:lnTo>
                      <a:pt x="178" y="24"/>
                    </a:lnTo>
                    <a:lnTo>
                      <a:pt x="143" y="5"/>
                    </a:lnTo>
                    <a:lnTo>
                      <a:pt x="107" y="0"/>
                    </a:lnTo>
                    <a:lnTo>
                      <a:pt x="69" y="5"/>
                    </a:lnTo>
                    <a:lnTo>
                      <a:pt x="34" y="23"/>
                    </a:lnTo>
                    <a:lnTo>
                      <a:pt x="10" y="53"/>
                    </a:lnTo>
                    <a:lnTo>
                      <a:pt x="0" y="94"/>
                    </a:lnTo>
                    <a:lnTo>
                      <a:pt x="0" y="94"/>
                    </a:lnTo>
                    <a:lnTo>
                      <a:pt x="16" y="94"/>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534" name="Freeform 422"/>
              <p:cNvSpPr/>
              <p:nvPr/>
            </p:nvSpPr>
            <p:spPr bwMode="auto">
              <a:xfrm>
                <a:off x="4803" y="2819"/>
                <a:ext cx="16" cy="21"/>
              </a:xfrm>
              <a:custGeom>
                <a:avLst/>
                <a:gdLst/>
                <a:ahLst/>
                <a:cxnLst>
                  <a:cxn ang="0">
                    <a:pos x="8" y="8"/>
                  </a:cxn>
                  <a:cxn ang="0">
                    <a:pos x="8" y="15"/>
                  </a:cxn>
                  <a:cxn ang="0">
                    <a:pos x="16" y="15"/>
                  </a:cxn>
                  <a:cxn ang="0">
                    <a:pos x="16" y="14"/>
                  </a:cxn>
                  <a:cxn ang="0">
                    <a:pos x="16" y="9"/>
                  </a:cxn>
                  <a:cxn ang="0">
                    <a:pos x="16" y="0"/>
                  </a:cxn>
                  <a:cxn ang="0">
                    <a:pos x="0" y="0"/>
                  </a:cxn>
                  <a:cxn ang="0">
                    <a:pos x="0" y="9"/>
                  </a:cxn>
                  <a:cxn ang="0">
                    <a:pos x="0" y="14"/>
                  </a:cxn>
                  <a:cxn ang="0">
                    <a:pos x="0" y="15"/>
                  </a:cxn>
                  <a:cxn ang="0">
                    <a:pos x="8" y="15"/>
                  </a:cxn>
                  <a:cxn ang="0">
                    <a:pos x="8" y="23"/>
                  </a:cxn>
                  <a:cxn ang="0">
                    <a:pos x="0" y="15"/>
                  </a:cxn>
                  <a:cxn ang="0">
                    <a:pos x="0" y="23"/>
                  </a:cxn>
                  <a:cxn ang="0">
                    <a:pos x="8" y="23"/>
                  </a:cxn>
                  <a:cxn ang="0">
                    <a:pos x="8" y="8"/>
                  </a:cxn>
                </a:cxnLst>
                <a:rect l="0" t="0" r="r" b="b"/>
                <a:pathLst>
                  <a:path w="16" h="23">
                    <a:moveTo>
                      <a:pt x="8" y="8"/>
                    </a:moveTo>
                    <a:lnTo>
                      <a:pt x="8" y="15"/>
                    </a:lnTo>
                    <a:lnTo>
                      <a:pt x="16" y="15"/>
                    </a:lnTo>
                    <a:lnTo>
                      <a:pt x="16" y="14"/>
                    </a:lnTo>
                    <a:lnTo>
                      <a:pt x="16" y="9"/>
                    </a:lnTo>
                    <a:lnTo>
                      <a:pt x="16" y="0"/>
                    </a:lnTo>
                    <a:lnTo>
                      <a:pt x="0" y="0"/>
                    </a:lnTo>
                    <a:lnTo>
                      <a:pt x="0" y="9"/>
                    </a:lnTo>
                    <a:lnTo>
                      <a:pt x="0" y="14"/>
                    </a:lnTo>
                    <a:lnTo>
                      <a:pt x="0" y="15"/>
                    </a:lnTo>
                    <a:lnTo>
                      <a:pt x="8" y="15"/>
                    </a:lnTo>
                    <a:lnTo>
                      <a:pt x="8" y="23"/>
                    </a:lnTo>
                    <a:lnTo>
                      <a:pt x="0" y="15"/>
                    </a:lnTo>
                    <a:lnTo>
                      <a:pt x="0" y="23"/>
                    </a:lnTo>
                    <a:lnTo>
                      <a:pt x="8" y="23"/>
                    </a:lnTo>
                    <a:lnTo>
                      <a:pt x="8"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535" name="Freeform 423"/>
              <p:cNvSpPr/>
              <p:nvPr/>
            </p:nvSpPr>
            <p:spPr bwMode="auto">
              <a:xfrm>
                <a:off x="4812" y="2826"/>
                <a:ext cx="203" cy="14"/>
              </a:xfrm>
              <a:custGeom>
                <a:avLst/>
                <a:gdLst/>
                <a:ahLst/>
                <a:cxnLst>
                  <a:cxn ang="0">
                    <a:pos x="187" y="7"/>
                  </a:cxn>
                  <a:cxn ang="0">
                    <a:pos x="195" y="0"/>
                  </a:cxn>
                  <a:cxn ang="0">
                    <a:pos x="0" y="0"/>
                  </a:cxn>
                  <a:cxn ang="0">
                    <a:pos x="0" y="15"/>
                  </a:cxn>
                  <a:cxn ang="0">
                    <a:pos x="195" y="15"/>
                  </a:cxn>
                  <a:cxn ang="0">
                    <a:pos x="203" y="7"/>
                  </a:cxn>
                  <a:cxn ang="0">
                    <a:pos x="195" y="15"/>
                  </a:cxn>
                  <a:cxn ang="0">
                    <a:pos x="203" y="15"/>
                  </a:cxn>
                  <a:cxn ang="0">
                    <a:pos x="203" y="7"/>
                  </a:cxn>
                  <a:cxn ang="0">
                    <a:pos x="187" y="7"/>
                  </a:cxn>
                </a:cxnLst>
                <a:rect l="0" t="0" r="r" b="b"/>
                <a:pathLst>
                  <a:path w="203" h="15">
                    <a:moveTo>
                      <a:pt x="187" y="7"/>
                    </a:moveTo>
                    <a:lnTo>
                      <a:pt x="195" y="0"/>
                    </a:lnTo>
                    <a:lnTo>
                      <a:pt x="0" y="0"/>
                    </a:lnTo>
                    <a:lnTo>
                      <a:pt x="0" y="15"/>
                    </a:lnTo>
                    <a:lnTo>
                      <a:pt x="195" y="15"/>
                    </a:lnTo>
                    <a:lnTo>
                      <a:pt x="203" y="7"/>
                    </a:lnTo>
                    <a:lnTo>
                      <a:pt x="195" y="15"/>
                    </a:lnTo>
                    <a:lnTo>
                      <a:pt x="203" y="15"/>
                    </a:lnTo>
                    <a:lnTo>
                      <a:pt x="203" y="7"/>
                    </a:lnTo>
                    <a:lnTo>
                      <a:pt x="187" y="7"/>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536" name="Freeform 424"/>
              <p:cNvSpPr/>
              <p:nvPr/>
            </p:nvSpPr>
            <p:spPr bwMode="auto">
              <a:xfrm>
                <a:off x="4901" y="2734"/>
                <a:ext cx="13" cy="100"/>
              </a:xfrm>
              <a:custGeom>
                <a:avLst/>
                <a:gdLst/>
                <a:ahLst/>
                <a:cxnLst>
                  <a:cxn ang="0">
                    <a:pos x="8" y="101"/>
                  </a:cxn>
                  <a:cxn ang="0">
                    <a:pos x="16" y="101"/>
                  </a:cxn>
                  <a:cxn ang="0">
                    <a:pos x="16" y="0"/>
                  </a:cxn>
                  <a:cxn ang="0">
                    <a:pos x="0" y="0"/>
                  </a:cxn>
                  <a:cxn ang="0">
                    <a:pos x="0" y="101"/>
                  </a:cxn>
                  <a:cxn ang="0">
                    <a:pos x="8" y="101"/>
                  </a:cxn>
                </a:cxnLst>
                <a:rect l="0" t="0" r="r" b="b"/>
                <a:pathLst>
                  <a:path w="16" h="101">
                    <a:moveTo>
                      <a:pt x="8" y="101"/>
                    </a:moveTo>
                    <a:lnTo>
                      <a:pt x="16" y="101"/>
                    </a:lnTo>
                    <a:lnTo>
                      <a:pt x="16" y="0"/>
                    </a:lnTo>
                    <a:lnTo>
                      <a:pt x="0" y="0"/>
                    </a:lnTo>
                    <a:lnTo>
                      <a:pt x="0" y="101"/>
                    </a:lnTo>
                    <a:lnTo>
                      <a:pt x="8" y="101"/>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537" name="Freeform 425"/>
              <p:cNvSpPr/>
              <p:nvPr/>
            </p:nvSpPr>
            <p:spPr bwMode="auto">
              <a:xfrm>
                <a:off x="4904" y="2755"/>
                <a:ext cx="86" cy="86"/>
              </a:xfrm>
              <a:custGeom>
                <a:avLst/>
                <a:gdLst/>
                <a:ahLst/>
                <a:cxnLst>
                  <a:cxn ang="0">
                    <a:pos x="5" y="79"/>
                  </a:cxn>
                  <a:cxn ang="0">
                    <a:pos x="10" y="84"/>
                  </a:cxn>
                  <a:cxn ang="0">
                    <a:pos x="87" y="10"/>
                  </a:cxn>
                  <a:cxn ang="0">
                    <a:pos x="78" y="0"/>
                  </a:cxn>
                  <a:cxn ang="0">
                    <a:pos x="0" y="75"/>
                  </a:cxn>
                  <a:cxn ang="0">
                    <a:pos x="5" y="79"/>
                  </a:cxn>
                </a:cxnLst>
                <a:rect l="0" t="0" r="r" b="b"/>
                <a:pathLst>
                  <a:path w="87" h="84">
                    <a:moveTo>
                      <a:pt x="5" y="79"/>
                    </a:moveTo>
                    <a:lnTo>
                      <a:pt x="10" y="84"/>
                    </a:lnTo>
                    <a:lnTo>
                      <a:pt x="87" y="10"/>
                    </a:lnTo>
                    <a:lnTo>
                      <a:pt x="78" y="0"/>
                    </a:lnTo>
                    <a:lnTo>
                      <a:pt x="0" y="75"/>
                    </a:lnTo>
                    <a:lnTo>
                      <a:pt x="5" y="79"/>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538" name="Freeform 426"/>
              <p:cNvSpPr/>
              <p:nvPr/>
            </p:nvSpPr>
            <p:spPr bwMode="auto">
              <a:xfrm>
                <a:off x="4828" y="2755"/>
                <a:ext cx="86" cy="86"/>
              </a:xfrm>
              <a:custGeom>
                <a:avLst/>
                <a:gdLst/>
                <a:ahLst/>
                <a:cxnLst>
                  <a:cxn ang="0">
                    <a:pos x="78" y="80"/>
                  </a:cxn>
                  <a:cxn ang="0">
                    <a:pos x="83" y="76"/>
                  </a:cxn>
                  <a:cxn ang="0">
                    <a:pos x="10" y="0"/>
                  </a:cxn>
                  <a:cxn ang="0">
                    <a:pos x="0" y="9"/>
                  </a:cxn>
                  <a:cxn ang="0">
                    <a:pos x="73" y="85"/>
                  </a:cxn>
                  <a:cxn ang="0">
                    <a:pos x="78" y="80"/>
                  </a:cxn>
                </a:cxnLst>
                <a:rect l="0" t="0" r="r" b="b"/>
                <a:pathLst>
                  <a:path w="83" h="85">
                    <a:moveTo>
                      <a:pt x="78" y="80"/>
                    </a:moveTo>
                    <a:lnTo>
                      <a:pt x="83" y="76"/>
                    </a:lnTo>
                    <a:lnTo>
                      <a:pt x="10" y="0"/>
                    </a:lnTo>
                    <a:lnTo>
                      <a:pt x="0" y="9"/>
                    </a:lnTo>
                    <a:lnTo>
                      <a:pt x="73" y="85"/>
                    </a:lnTo>
                    <a:lnTo>
                      <a:pt x="78" y="80"/>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grpSp>
        <p:sp>
          <p:nvSpPr>
            <p:cNvPr id="27944" name="Text Box 427"/>
            <p:cNvSpPr txBox="1"/>
            <p:nvPr/>
          </p:nvSpPr>
          <p:spPr>
            <a:xfrm>
              <a:off x="4729" y="650"/>
              <a:ext cx="804" cy="845"/>
            </a:xfrm>
            <a:prstGeom prst="rect">
              <a:avLst/>
            </a:prstGeom>
            <a:noFill/>
            <a:ln w="12700">
              <a:noFill/>
            </a:ln>
          </p:spPr>
          <p:txBody>
            <a:bodyPr wrap="none">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ct val="0"/>
                </a:spcBef>
                <a:spcAft>
                  <a:spcPts val="590"/>
                </a:spcAft>
                <a:buSzPct val="80000"/>
                <a:buNone/>
              </a:pPr>
              <a:endParaRPr lang="zh-CN" altLang="en-US" sz="2800" dirty="0">
                <a:ea typeface="宋体" pitchFamily="2" charset="-122"/>
              </a:endParaRPr>
            </a:p>
          </p:txBody>
        </p:sp>
      </p:grpSp>
      <p:grpSp>
        <p:nvGrpSpPr>
          <p:cNvPr id="28" name="Group 428"/>
          <p:cNvGrpSpPr/>
          <p:nvPr/>
        </p:nvGrpSpPr>
        <p:grpSpPr>
          <a:xfrm>
            <a:off x="6592888" y="4500563"/>
            <a:ext cx="536575" cy="846137"/>
            <a:chOff x="4368" y="0"/>
            <a:chExt cx="1392" cy="1495"/>
          </a:xfrm>
        </p:grpSpPr>
        <p:grpSp>
          <p:nvGrpSpPr>
            <p:cNvPr id="27909" name="Group 429"/>
            <p:cNvGrpSpPr/>
            <p:nvPr/>
          </p:nvGrpSpPr>
          <p:grpSpPr>
            <a:xfrm>
              <a:off x="4368" y="0"/>
              <a:ext cx="1392" cy="1056"/>
              <a:chOff x="4368" y="2016"/>
              <a:chExt cx="1072" cy="1344"/>
            </a:xfrm>
          </p:grpSpPr>
          <p:sp>
            <p:nvSpPr>
              <p:cNvPr id="346542" name="Freeform 430"/>
              <p:cNvSpPr/>
              <p:nvPr/>
            </p:nvSpPr>
            <p:spPr bwMode="auto">
              <a:xfrm>
                <a:off x="4457" y="2462"/>
                <a:ext cx="898" cy="825"/>
              </a:xfrm>
              <a:custGeom>
                <a:avLst/>
                <a:gdLst/>
                <a:ahLst/>
                <a:cxnLst>
                  <a:cxn ang="0">
                    <a:pos x="445" y="0"/>
                  </a:cxn>
                  <a:cxn ang="0">
                    <a:pos x="897" y="293"/>
                  </a:cxn>
                  <a:cxn ang="0">
                    <a:pos x="897" y="829"/>
                  </a:cxn>
                  <a:cxn ang="0">
                    <a:pos x="601" y="829"/>
                  </a:cxn>
                  <a:cxn ang="0">
                    <a:pos x="296" y="829"/>
                  </a:cxn>
                  <a:cxn ang="0">
                    <a:pos x="0" y="829"/>
                  </a:cxn>
                  <a:cxn ang="0">
                    <a:pos x="0" y="293"/>
                  </a:cxn>
                  <a:cxn ang="0">
                    <a:pos x="445" y="0"/>
                  </a:cxn>
                </a:cxnLst>
                <a:rect l="0" t="0" r="r" b="b"/>
                <a:pathLst>
                  <a:path w="897" h="829">
                    <a:moveTo>
                      <a:pt x="445" y="0"/>
                    </a:moveTo>
                    <a:lnTo>
                      <a:pt x="897" y="293"/>
                    </a:lnTo>
                    <a:lnTo>
                      <a:pt x="897" y="829"/>
                    </a:lnTo>
                    <a:lnTo>
                      <a:pt x="601" y="829"/>
                    </a:lnTo>
                    <a:lnTo>
                      <a:pt x="296" y="829"/>
                    </a:lnTo>
                    <a:lnTo>
                      <a:pt x="0" y="829"/>
                    </a:lnTo>
                    <a:lnTo>
                      <a:pt x="0" y="293"/>
                    </a:lnTo>
                    <a:lnTo>
                      <a:pt x="445" y="0"/>
                    </a:lnTo>
                    <a:close/>
                  </a:path>
                </a:pathLst>
              </a:custGeom>
              <a:solidFill>
                <a:srgbClr val="0000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346543" name="Freeform 431"/>
              <p:cNvSpPr/>
              <p:nvPr/>
            </p:nvSpPr>
            <p:spPr bwMode="auto">
              <a:xfrm>
                <a:off x="4368" y="2462"/>
                <a:ext cx="415" cy="289"/>
              </a:xfrm>
              <a:custGeom>
                <a:avLst/>
                <a:gdLst/>
                <a:ahLst/>
                <a:cxnLst>
                  <a:cxn ang="0">
                    <a:pos x="0" y="288"/>
                  </a:cxn>
                  <a:cxn ang="0">
                    <a:pos x="416" y="32"/>
                  </a:cxn>
                  <a:cxn ang="0">
                    <a:pos x="416" y="27"/>
                  </a:cxn>
                  <a:cxn ang="0">
                    <a:pos x="416" y="19"/>
                  </a:cxn>
                  <a:cxn ang="0">
                    <a:pos x="416" y="9"/>
                  </a:cxn>
                  <a:cxn ang="0">
                    <a:pos x="416" y="0"/>
                  </a:cxn>
                  <a:cxn ang="0">
                    <a:pos x="0" y="254"/>
                  </a:cxn>
                  <a:cxn ang="0">
                    <a:pos x="0" y="288"/>
                  </a:cxn>
                </a:cxnLst>
                <a:rect l="0" t="0" r="r" b="b"/>
                <a:pathLst>
                  <a:path w="416" h="288">
                    <a:moveTo>
                      <a:pt x="0" y="288"/>
                    </a:moveTo>
                    <a:lnTo>
                      <a:pt x="416" y="32"/>
                    </a:lnTo>
                    <a:lnTo>
                      <a:pt x="416" y="27"/>
                    </a:lnTo>
                    <a:lnTo>
                      <a:pt x="416" y="19"/>
                    </a:lnTo>
                    <a:lnTo>
                      <a:pt x="416" y="9"/>
                    </a:lnTo>
                    <a:lnTo>
                      <a:pt x="416" y="0"/>
                    </a:lnTo>
                    <a:lnTo>
                      <a:pt x="0" y="254"/>
                    </a:lnTo>
                    <a:lnTo>
                      <a:pt x="0" y="288"/>
                    </a:lnTo>
                    <a:close/>
                  </a:path>
                </a:pathLst>
              </a:custGeom>
              <a:solidFill>
                <a:srgbClr val="000000"/>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346544" name="Rectangle 432"/>
              <p:cNvSpPr>
                <a:spLocks noChangeArrowheads="1"/>
              </p:cNvSpPr>
              <p:nvPr/>
            </p:nvSpPr>
            <p:spPr bwMode="auto">
              <a:xfrm>
                <a:off x="4457" y="3330"/>
                <a:ext cx="898" cy="29"/>
              </a:xfrm>
              <a:prstGeom prst="rect">
                <a:avLst/>
              </a:prstGeom>
              <a:solidFill>
                <a:srgbClr val="000000"/>
              </a:solidFill>
              <a:ln w="9525">
                <a:noFill/>
                <a:miter lim="800000"/>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346545" name="Freeform 433"/>
              <p:cNvSpPr/>
              <p:nvPr/>
            </p:nvSpPr>
            <p:spPr bwMode="auto">
              <a:xfrm>
                <a:off x="4787" y="2170"/>
                <a:ext cx="241" cy="328"/>
              </a:xfrm>
              <a:custGeom>
                <a:avLst/>
                <a:gdLst/>
                <a:ahLst/>
                <a:cxnLst>
                  <a:cxn ang="0">
                    <a:pos x="242" y="327"/>
                  </a:cxn>
                  <a:cxn ang="0">
                    <a:pos x="242" y="0"/>
                  </a:cxn>
                  <a:cxn ang="0">
                    <a:pos x="0" y="0"/>
                  </a:cxn>
                  <a:cxn ang="0">
                    <a:pos x="0" y="321"/>
                  </a:cxn>
                  <a:cxn ang="0">
                    <a:pos x="116" y="240"/>
                  </a:cxn>
                  <a:cxn ang="0">
                    <a:pos x="242" y="327"/>
                  </a:cxn>
                </a:cxnLst>
                <a:rect l="0" t="0" r="r" b="b"/>
                <a:pathLst>
                  <a:path w="242" h="327">
                    <a:moveTo>
                      <a:pt x="242" y="327"/>
                    </a:moveTo>
                    <a:lnTo>
                      <a:pt x="242" y="0"/>
                    </a:lnTo>
                    <a:lnTo>
                      <a:pt x="0" y="0"/>
                    </a:lnTo>
                    <a:lnTo>
                      <a:pt x="0" y="321"/>
                    </a:lnTo>
                    <a:lnTo>
                      <a:pt x="116" y="240"/>
                    </a:lnTo>
                    <a:lnTo>
                      <a:pt x="242" y="327"/>
                    </a:lnTo>
                    <a:close/>
                  </a:path>
                </a:pathLst>
              </a:custGeom>
              <a:solidFill>
                <a:srgbClr val="000000"/>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346546" name="Freeform 434"/>
              <p:cNvSpPr/>
              <p:nvPr/>
            </p:nvSpPr>
            <p:spPr bwMode="auto">
              <a:xfrm>
                <a:off x="4723" y="2016"/>
                <a:ext cx="358" cy="125"/>
              </a:xfrm>
              <a:custGeom>
                <a:avLst/>
                <a:gdLst/>
                <a:ahLst/>
                <a:cxnLst>
                  <a:cxn ang="0">
                    <a:pos x="181" y="0"/>
                  </a:cxn>
                  <a:cxn ang="0">
                    <a:pos x="0" y="126"/>
                  </a:cxn>
                  <a:cxn ang="0">
                    <a:pos x="361" y="126"/>
                  </a:cxn>
                  <a:cxn ang="0">
                    <a:pos x="181" y="0"/>
                  </a:cxn>
                </a:cxnLst>
                <a:rect l="0" t="0" r="r" b="b"/>
                <a:pathLst>
                  <a:path w="361" h="126">
                    <a:moveTo>
                      <a:pt x="181" y="0"/>
                    </a:moveTo>
                    <a:lnTo>
                      <a:pt x="0" y="126"/>
                    </a:lnTo>
                    <a:lnTo>
                      <a:pt x="361" y="126"/>
                    </a:lnTo>
                    <a:lnTo>
                      <a:pt x="181" y="0"/>
                    </a:lnTo>
                    <a:close/>
                  </a:path>
                </a:pathLst>
              </a:custGeom>
              <a:solidFill>
                <a:srgbClr val="000000"/>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346547" name="Freeform 435"/>
              <p:cNvSpPr/>
              <p:nvPr/>
            </p:nvSpPr>
            <p:spPr bwMode="auto">
              <a:xfrm>
                <a:off x="5028" y="2469"/>
                <a:ext cx="412" cy="282"/>
              </a:xfrm>
              <a:custGeom>
                <a:avLst/>
                <a:gdLst/>
                <a:ahLst/>
                <a:cxnLst>
                  <a:cxn ang="0">
                    <a:pos x="413" y="287"/>
                  </a:cxn>
                  <a:cxn ang="0">
                    <a:pos x="0" y="31"/>
                  </a:cxn>
                  <a:cxn ang="0">
                    <a:pos x="0" y="25"/>
                  </a:cxn>
                  <a:cxn ang="0">
                    <a:pos x="0" y="17"/>
                  </a:cxn>
                  <a:cxn ang="0">
                    <a:pos x="0" y="9"/>
                  </a:cxn>
                  <a:cxn ang="0">
                    <a:pos x="0" y="0"/>
                  </a:cxn>
                  <a:cxn ang="0">
                    <a:pos x="413" y="253"/>
                  </a:cxn>
                  <a:cxn ang="0">
                    <a:pos x="413" y="287"/>
                  </a:cxn>
                </a:cxnLst>
                <a:rect l="0" t="0" r="r" b="b"/>
                <a:pathLst>
                  <a:path w="413" h="287">
                    <a:moveTo>
                      <a:pt x="413" y="287"/>
                    </a:moveTo>
                    <a:lnTo>
                      <a:pt x="0" y="31"/>
                    </a:lnTo>
                    <a:lnTo>
                      <a:pt x="0" y="25"/>
                    </a:lnTo>
                    <a:lnTo>
                      <a:pt x="0" y="17"/>
                    </a:lnTo>
                    <a:lnTo>
                      <a:pt x="0" y="9"/>
                    </a:lnTo>
                    <a:lnTo>
                      <a:pt x="0" y="0"/>
                    </a:lnTo>
                    <a:lnTo>
                      <a:pt x="413" y="253"/>
                    </a:lnTo>
                    <a:lnTo>
                      <a:pt x="413" y="287"/>
                    </a:lnTo>
                    <a:close/>
                  </a:path>
                </a:pathLst>
              </a:custGeom>
              <a:solidFill>
                <a:srgbClr val="000000"/>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346548" name="Freeform 436"/>
              <p:cNvSpPr/>
              <p:nvPr/>
            </p:nvSpPr>
            <p:spPr bwMode="auto">
              <a:xfrm>
                <a:off x="4841" y="2209"/>
                <a:ext cx="127" cy="164"/>
              </a:xfrm>
              <a:custGeom>
                <a:avLst/>
                <a:gdLst/>
                <a:ahLst/>
                <a:cxnLst>
                  <a:cxn ang="0">
                    <a:pos x="65" y="0"/>
                  </a:cxn>
                  <a:cxn ang="0">
                    <a:pos x="51" y="1"/>
                  </a:cxn>
                  <a:cxn ang="0">
                    <a:pos x="38" y="6"/>
                  </a:cxn>
                  <a:cxn ang="0">
                    <a:pos x="27" y="13"/>
                  </a:cxn>
                  <a:cxn ang="0">
                    <a:pos x="17" y="20"/>
                  </a:cxn>
                  <a:cxn ang="0">
                    <a:pos x="9" y="32"/>
                  </a:cxn>
                  <a:cxn ang="0">
                    <a:pos x="5" y="44"/>
                  </a:cxn>
                  <a:cxn ang="0">
                    <a:pos x="1" y="58"/>
                  </a:cxn>
                  <a:cxn ang="0">
                    <a:pos x="0" y="74"/>
                  </a:cxn>
                  <a:cxn ang="0">
                    <a:pos x="0" y="103"/>
                  </a:cxn>
                  <a:cxn ang="0">
                    <a:pos x="0" y="126"/>
                  </a:cxn>
                  <a:cxn ang="0">
                    <a:pos x="0" y="145"/>
                  </a:cxn>
                  <a:cxn ang="0">
                    <a:pos x="0" y="164"/>
                  </a:cxn>
                  <a:cxn ang="0">
                    <a:pos x="27" y="164"/>
                  </a:cxn>
                  <a:cxn ang="0">
                    <a:pos x="44" y="164"/>
                  </a:cxn>
                  <a:cxn ang="0">
                    <a:pos x="55" y="164"/>
                  </a:cxn>
                  <a:cxn ang="0">
                    <a:pos x="63" y="164"/>
                  </a:cxn>
                  <a:cxn ang="0">
                    <a:pos x="71" y="164"/>
                  </a:cxn>
                  <a:cxn ang="0">
                    <a:pos x="82" y="164"/>
                  </a:cxn>
                  <a:cxn ang="0">
                    <a:pos x="100" y="164"/>
                  </a:cxn>
                  <a:cxn ang="0">
                    <a:pos x="127" y="164"/>
                  </a:cxn>
                  <a:cxn ang="0">
                    <a:pos x="127" y="139"/>
                  </a:cxn>
                  <a:cxn ang="0">
                    <a:pos x="127" y="114"/>
                  </a:cxn>
                  <a:cxn ang="0">
                    <a:pos x="127" y="90"/>
                  </a:cxn>
                  <a:cxn ang="0">
                    <a:pos x="127" y="71"/>
                  </a:cxn>
                  <a:cxn ang="0">
                    <a:pos x="127" y="62"/>
                  </a:cxn>
                  <a:cxn ang="0">
                    <a:pos x="123" y="51"/>
                  </a:cxn>
                  <a:cxn ang="0">
                    <a:pos x="119" y="38"/>
                  </a:cxn>
                  <a:cxn ang="0">
                    <a:pos x="112" y="27"/>
                  </a:cxn>
                  <a:cxn ang="0">
                    <a:pos x="104" y="16"/>
                  </a:cxn>
                  <a:cxn ang="0">
                    <a:pos x="93" y="8"/>
                  </a:cxn>
                  <a:cxn ang="0">
                    <a:pos x="81" y="1"/>
                  </a:cxn>
                  <a:cxn ang="0">
                    <a:pos x="65" y="0"/>
                  </a:cxn>
                </a:cxnLst>
                <a:rect l="0" t="0" r="r" b="b"/>
                <a:pathLst>
                  <a:path w="127" h="164">
                    <a:moveTo>
                      <a:pt x="65" y="0"/>
                    </a:moveTo>
                    <a:lnTo>
                      <a:pt x="51" y="1"/>
                    </a:lnTo>
                    <a:lnTo>
                      <a:pt x="38" y="6"/>
                    </a:lnTo>
                    <a:lnTo>
                      <a:pt x="27" y="13"/>
                    </a:lnTo>
                    <a:lnTo>
                      <a:pt x="17" y="20"/>
                    </a:lnTo>
                    <a:lnTo>
                      <a:pt x="9" y="32"/>
                    </a:lnTo>
                    <a:lnTo>
                      <a:pt x="5" y="44"/>
                    </a:lnTo>
                    <a:lnTo>
                      <a:pt x="1" y="58"/>
                    </a:lnTo>
                    <a:lnTo>
                      <a:pt x="0" y="74"/>
                    </a:lnTo>
                    <a:lnTo>
                      <a:pt x="0" y="103"/>
                    </a:lnTo>
                    <a:lnTo>
                      <a:pt x="0" y="126"/>
                    </a:lnTo>
                    <a:lnTo>
                      <a:pt x="0" y="145"/>
                    </a:lnTo>
                    <a:lnTo>
                      <a:pt x="0" y="164"/>
                    </a:lnTo>
                    <a:lnTo>
                      <a:pt x="27" y="164"/>
                    </a:lnTo>
                    <a:lnTo>
                      <a:pt x="44" y="164"/>
                    </a:lnTo>
                    <a:lnTo>
                      <a:pt x="55" y="164"/>
                    </a:lnTo>
                    <a:lnTo>
                      <a:pt x="63" y="164"/>
                    </a:lnTo>
                    <a:lnTo>
                      <a:pt x="71" y="164"/>
                    </a:lnTo>
                    <a:lnTo>
                      <a:pt x="82" y="164"/>
                    </a:lnTo>
                    <a:lnTo>
                      <a:pt x="100" y="164"/>
                    </a:lnTo>
                    <a:lnTo>
                      <a:pt x="127" y="164"/>
                    </a:lnTo>
                    <a:lnTo>
                      <a:pt x="127" y="139"/>
                    </a:lnTo>
                    <a:lnTo>
                      <a:pt x="127" y="114"/>
                    </a:lnTo>
                    <a:lnTo>
                      <a:pt x="127" y="90"/>
                    </a:lnTo>
                    <a:lnTo>
                      <a:pt x="127" y="71"/>
                    </a:lnTo>
                    <a:lnTo>
                      <a:pt x="127" y="62"/>
                    </a:lnTo>
                    <a:lnTo>
                      <a:pt x="123" y="51"/>
                    </a:lnTo>
                    <a:lnTo>
                      <a:pt x="119" y="38"/>
                    </a:lnTo>
                    <a:lnTo>
                      <a:pt x="112" y="27"/>
                    </a:lnTo>
                    <a:lnTo>
                      <a:pt x="104" y="16"/>
                    </a:lnTo>
                    <a:lnTo>
                      <a:pt x="93" y="8"/>
                    </a:lnTo>
                    <a:lnTo>
                      <a:pt x="81" y="1"/>
                    </a:lnTo>
                    <a:lnTo>
                      <a:pt x="65" y="0"/>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549" name="Rectangle 437"/>
              <p:cNvSpPr>
                <a:spLocks noChangeArrowheads="1"/>
              </p:cNvSpPr>
              <p:nvPr/>
            </p:nvSpPr>
            <p:spPr bwMode="auto">
              <a:xfrm>
                <a:off x="4803" y="2901"/>
                <a:ext cx="206" cy="386"/>
              </a:xfrm>
              <a:prstGeom prst="rect">
                <a:avLst/>
              </a:prstGeom>
              <a:solidFill>
                <a:srgbClr val="FFFFFF"/>
              </a:solidFill>
              <a:ln w="9525">
                <a:noFill/>
                <a:miter lim="800000"/>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550" name="Freeform 438"/>
              <p:cNvSpPr/>
              <p:nvPr/>
            </p:nvSpPr>
            <p:spPr bwMode="auto">
              <a:xfrm>
                <a:off x="4736" y="2819"/>
                <a:ext cx="13" cy="318"/>
              </a:xfrm>
              <a:custGeom>
                <a:avLst/>
                <a:gdLst/>
                <a:ahLst/>
                <a:cxnLst>
                  <a:cxn ang="0">
                    <a:pos x="8" y="16"/>
                  </a:cxn>
                  <a:cxn ang="0">
                    <a:pos x="0" y="8"/>
                  </a:cxn>
                  <a:cxn ang="0">
                    <a:pos x="0" y="320"/>
                  </a:cxn>
                  <a:cxn ang="0">
                    <a:pos x="16" y="320"/>
                  </a:cxn>
                  <a:cxn ang="0">
                    <a:pos x="16" y="8"/>
                  </a:cxn>
                  <a:cxn ang="0">
                    <a:pos x="8" y="0"/>
                  </a:cxn>
                  <a:cxn ang="0">
                    <a:pos x="16" y="8"/>
                  </a:cxn>
                  <a:cxn ang="0">
                    <a:pos x="16" y="0"/>
                  </a:cxn>
                  <a:cxn ang="0">
                    <a:pos x="8" y="0"/>
                  </a:cxn>
                  <a:cxn ang="0">
                    <a:pos x="8" y="16"/>
                  </a:cxn>
                </a:cxnLst>
                <a:rect l="0" t="0" r="r" b="b"/>
                <a:pathLst>
                  <a:path w="16" h="320">
                    <a:moveTo>
                      <a:pt x="8" y="16"/>
                    </a:moveTo>
                    <a:lnTo>
                      <a:pt x="0" y="8"/>
                    </a:lnTo>
                    <a:lnTo>
                      <a:pt x="0" y="320"/>
                    </a:lnTo>
                    <a:lnTo>
                      <a:pt x="16" y="320"/>
                    </a:lnTo>
                    <a:lnTo>
                      <a:pt x="16" y="8"/>
                    </a:lnTo>
                    <a:lnTo>
                      <a:pt x="8" y="0"/>
                    </a:lnTo>
                    <a:lnTo>
                      <a:pt x="16" y="8"/>
                    </a:lnTo>
                    <a:lnTo>
                      <a:pt x="16" y="0"/>
                    </a:lnTo>
                    <a:lnTo>
                      <a:pt x="8" y="0"/>
                    </a:lnTo>
                    <a:lnTo>
                      <a:pt x="8" y="16"/>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551" name="Freeform 439"/>
              <p:cNvSpPr/>
              <p:nvPr/>
            </p:nvSpPr>
            <p:spPr bwMode="auto">
              <a:xfrm>
                <a:off x="4558" y="2819"/>
                <a:ext cx="184" cy="21"/>
              </a:xfrm>
              <a:custGeom>
                <a:avLst/>
                <a:gdLst/>
                <a:ahLst/>
                <a:cxnLst>
                  <a:cxn ang="0">
                    <a:pos x="16" y="8"/>
                  </a:cxn>
                  <a:cxn ang="0">
                    <a:pos x="8" y="16"/>
                  </a:cxn>
                  <a:cxn ang="0">
                    <a:pos x="187" y="16"/>
                  </a:cxn>
                  <a:cxn ang="0">
                    <a:pos x="187" y="0"/>
                  </a:cxn>
                  <a:cxn ang="0">
                    <a:pos x="8" y="0"/>
                  </a:cxn>
                  <a:cxn ang="0">
                    <a:pos x="0" y="8"/>
                  </a:cxn>
                  <a:cxn ang="0">
                    <a:pos x="8" y="0"/>
                  </a:cxn>
                  <a:cxn ang="0">
                    <a:pos x="0" y="0"/>
                  </a:cxn>
                  <a:cxn ang="0">
                    <a:pos x="0" y="8"/>
                  </a:cxn>
                  <a:cxn ang="0">
                    <a:pos x="16" y="8"/>
                  </a:cxn>
                </a:cxnLst>
                <a:rect l="0" t="0" r="r" b="b"/>
                <a:pathLst>
                  <a:path w="187" h="16">
                    <a:moveTo>
                      <a:pt x="16" y="8"/>
                    </a:moveTo>
                    <a:lnTo>
                      <a:pt x="8" y="16"/>
                    </a:lnTo>
                    <a:lnTo>
                      <a:pt x="187" y="16"/>
                    </a:lnTo>
                    <a:lnTo>
                      <a:pt x="187" y="0"/>
                    </a:lnTo>
                    <a:lnTo>
                      <a:pt x="8" y="0"/>
                    </a:lnTo>
                    <a:lnTo>
                      <a:pt x="0" y="8"/>
                    </a:lnTo>
                    <a:lnTo>
                      <a:pt x="8" y="0"/>
                    </a:lnTo>
                    <a:lnTo>
                      <a:pt x="0" y="0"/>
                    </a:lnTo>
                    <a:lnTo>
                      <a:pt x="0" y="8"/>
                    </a:lnTo>
                    <a:lnTo>
                      <a:pt x="16"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552" name="Freeform 440"/>
              <p:cNvSpPr/>
              <p:nvPr/>
            </p:nvSpPr>
            <p:spPr bwMode="auto">
              <a:xfrm>
                <a:off x="4558" y="2826"/>
                <a:ext cx="13" cy="318"/>
              </a:xfrm>
              <a:custGeom>
                <a:avLst/>
                <a:gdLst/>
                <a:ahLst/>
                <a:cxnLst>
                  <a:cxn ang="0">
                    <a:pos x="8" y="304"/>
                  </a:cxn>
                  <a:cxn ang="0">
                    <a:pos x="16" y="312"/>
                  </a:cxn>
                  <a:cxn ang="0">
                    <a:pos x="16" y="0"/>
                  </a:cxn>
                  <a:cxn ang="0">
                    <a:pos x="0" y="0"/>
                  </a:cxn>
                  <a:cxn ang="0">
                    <a:pos x="0" y="312"/>
                  </a:cxn>
                  <a:cxn ang="0">
                    <a:pos x="8" y="320"/>
                  </a:cxn>
                  <a:cxn ang="0">
                    <a:pos x="0" y="312"/>
                  </a:cxn>
                  <a:cxn ang="0">
                    <a:pos x="0" y="320"/>
                  </a:cxn>
                  <a:cxn ang="0">
                    <a:pos x="8" y="320"/>
                  </a:cxn>
                  <a:cxn ang="0">
                    <a:pos x="8" y="304"/>
                  </a:cxn>
                </a:cxnLst>
                <a:rect l="0" t="0" r="r" b="b"/>
                <a:pathLst>
                  <a:path w="16" h="320">
                    <a:moveTo>
                      <a:pt x="8" y="304"/>
                    </a:moveTo>
                    <a:lnTo>
                      <a:pt x="16" y="312"/>
                    </a:lnTo>
                    <a:lnTo>
                      <a:pt x="16" y="0"/>
                    </a:lnTo>
                    <a:lnTo>
                      <a:pt x="0" y="0"/>
                    </a:lnTo>
                    <a:lnTo>
                      <a:pt x="0" y="312"/>
                    </a:lnTo>
                    <a:lnTo>
                      <a:pt x="8" y="320"/>
                    </a:lnTo>
                    <a:lnTo>
                      <a:pt x="0" y="312"/>
                    </a:lnTo>
                    <a:lnTo>
                      <a:pt x="0" y="320"/>
                    </a:lnTo>
                    <a:lnTo>
                      <a:pt x="8" y="320"/>
                    </a:lnTo>
                    <a:lnTo>
                      <a:pt x="8" y="304"/>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553" name="Freeform 441"/>
              <p:cNvSpPr/>
              <p:nvPr/>
            </p:nvSpPr>
            <p:spPr bwMode="auto">
              <a:xfrm>
                <a:off x="4565" y="3130"/>
                <a:ext cx="184" cy="14"/>
              </a:xfrm>
              <a:custGeom>
                <a:avLst/>
                <a:gdLst/>
                <a:ahLst/>
                <a:cxnLst>
                  <a:cxn ang="0">
                    <a:pos x="171" y="8"/>
                  </a:cxn>
                  <a:cxn ang="0">
                    <a:pos x="179" y="0"/>
                  </a:cxn>
                  <a:cxn ang="0">
                    <a:pos x="0" y="0"/>
                  </a:cxn>
                  <a:cxn ang="0">
                    <a:pos x="0" y="16"/>
                  </a:cxn>
                  <a:cxn ang="0">
                    <a:pos x="179" y="16"/>
                  </a:cxn>
                  <a:cxn ang="0">
                    <a:pos x="187" y="8"/>
                  </a:cxn>
                  <a:cxn ang="0">
                    <a:pos x="179" y="16"/>
                  </a:cxn>
                  <a:cxn ang="0">
                    <a:pos x="187" y="16"/>
                  </a:cxn>
                  <a:cxn ang="0">
                    <a:pos x="187" y="8"/>
                  </a:cxn>
                  <a:cxn ang="0">
                    <a:pos x="171" y="8"/>
                  </a:cxn>
                </a:cxnLst>
                <a:rect l="0" t="0" r="r" b="b"/>
                <a:pathLst>
                  <a:path w="187" h="16">
                    <a:moveTo>
                      <a:pt x="171" y="8"/>
                    </a:moveTo>
                    <a:lnTo>
                      <a:pt x="179" y="0"/>
                    </a:lnTo>
                    <a:lnTo>
                      <a:pt x="0" y="0"/>
                    </a:lnTo>
                    <a:lnTo>
                      <a:pt x="0" y="16"/>
                    </a:lnTo>
                    <a:lnTo>
                      <a:pt x="179" y="16"/>
                    </a:lnTo>
                    <a:lnTo>
                      <a:pt x="187" y="8"/>
                    </a:lnTo>
                    <a:lnTo>
                      <a:pt x="179" y="16"/>
                    </a:lnTo>
                    <a:lnTo>
                      <a:pt x="187" y="16"/>
                    </a:lnTo>
                    <a:lnTo>
                      <a:pt x="187" y="8"/>
                    </a:lnTo>
                    <a:lnTo>
                      <a:pt x="171"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554" name="Freeform 442"/>
              <p:cNvSpPr/>
              <p:nvPr/>
            </p:nvSpPr>
            <p:spPr bwMode="auto">
              <a:xfrm>
                <a:off x="4568" y="2916"/>
                <a:ext cx="174" cy="11"/>
              </a:xfrm>
              <a:custGeom>
                <a:avLst/>
                <a:gdLst/>
                <a:ahLst/>
                <a:cxnLst>
                  <a:cxn ang="0">
                    <a:pos x="176" y="8"/>
                  </a:cxn>
                  <a:cxn ang="0">
                    <a:pos x="176" y="0"/>
                  </a:cxn>
                  <a:cxn ang="0">
                    <a:pos x="0" y="0"/>
                  </a:cxn>
                  <a:cxn ang="0">
                    <a:pos x="0" y="16"/>
                  </a:cxn>
                  <a:cxn ang="0">
                    <a:pos x="176" y="16"/>
                  </a:cxn>
                  <a:cxn ang="0">
                    <a:pos x="176" y="8"/>
                  </a:cxn>
                </a:cxnLst>
                <a:rect l="0" t="0" r="r" b="b"/>
                <a:pathLst>
                  <a:path w="176" h="16">
                    <a:moveTo>
                      <a:pt x="176" y="8"/>
                    </a:moveTo>
                    <a:lnTo>
                      <a:pt x="176" y="0"/>
                    </a:lnTo>
                    <a:lnTo>
                      <a:pt x="0" y="0"/>
                    </a:lnTo>
                    <a:lnTo>
                      <a:pt x="0" y="16"/>
                    </a:lnTo>
                    <a:lnTo>
                      <a:pt x="176" y="16"/>
                    </a:lnTo>
                    <a:lnTo>
                      <a:pt x="176"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555" name="Freeform 443"/>
              <p:cNvSpPr/>
              <p:nvPr/>
            </p:nvSpPr>
            <p:spPr bwMode="auto">
              <a:xfrm>
                <a:off x="4568" y="3026"/>
                <a:ext cx="174" cy="18"/>
              </a:xfrm>
              <a:custGeom>
                <a:avLst/>
                <a:gdLst/>
                <a:ahLst/>
                <a:cxnLst>
                  <a:cxn ang="0">
                    <a:pos x="176" y="8"/>
                  </a:cxn>
                  <a:cxn ang="0">
                    <a:pos x="176" y="0"/>
                  </a:cxn>
                  <a:cxn ang="0">
                    <a:pos x="0" y="0"/>
                  </a:cxn>
                  <a:cxn ang="0">
                    <a:pos x="0" y="16"/>
                  </a:cxn>
                  <a:cxn ang="0">
                    <a:pos x="176" y="16"/>
                  </a:cxn>
                  <a:cxn ang="0">
                    <a:pos x="176" y="8"/>
                  </a:cxn>
                </a:cxnLst>
                <a:rect l="0" t="0" r="r" b="b"/>
                <a:pathLst>
                  <a:path w="176" h="16">
                    <a:moveTo>
                      <a:pt x="176" y="8"/>
                    </a:moveTo>
                    <a:lnTo>
                      <a:pt x="176" y="0"/>
                    </a:lnTo>
                    <a:lnTo>
                      <a:pt x="0" y="0"/>
                    </a:lnTo>
                    <a:lnTo>
                      <a:pt x="0" y="16"/>
                    </a:lnTo>
                    <a:lnTo>
                      <a:pt x="176" y="16"/>
                    </a:lnTo>
                    <a:lnTo>
                      <a:pt x="176"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556" name="Freeform 444"/>
              <p:cNvSpPr/>
              <p:nvPr/>
            </p:nvSpPr>
            <p:spPr bwMode="auto">
              <a:xfrm>
                <a:off x="4644" y="2837"/>
                <a:ext cx="16" cy="300"/>
              </a:xfrm>
              <a:custGeom>
                <a:avLst/>
                <a:gdLst/>
                <a:ahLst/>
                <a:cxnLst>
                  <a:cxn ang="0">
                    <a:pos x="7" y="302"/>
                  </a:cxn>
                  <a:cxn ang="0">
                    <a:pos x="15" y="302"/>
                  </a:cxn>
                  <a:cxn ang="0">
                    <a:pos x="15" y="0"/>
                  </a:cxn>
                  <a:cxn ang="0">
                    <a:pos x="0" y="0"/>
                  </a:cxn>
                  <a:cxn ang="0">
                    <a:pos x="0" y="302"/>
                  </a:cxn>
                  <a:cxn ang="0">
                    <a:pos x="7" y="302"/>
                  </a:cxn>
                </a:cxnLst>
                <a:rect l="0" t="0" r="r" b="b"/>
                <a:pathLst>
                  <a:path w="15" h="302">
                    <a:moveTo>
                      <a:pt x="7" y="302"/>
                    </a:moveTo>
                    <a:lnTo>
                      <a:pt x="15" y="302"/>
                    </a:lnTo>
                    <a:lnTo>
                      <a:pt x="15" y="0"/>
                    </a:lnTo>
                    <a:lnTo>
                      <a:pt x="0" y="0"/>
                    </a:lnTo>
                    <a:lnTo>
                      <a:pt x="0" y="302"/>
                    </a:lnTo>
                    <a:lnTo>
                      <a:pt x="7" y="302"/>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557" name="Freeform 445"/>
              <p:cNvSpPr/>
              <p:nvPr/>
            </p:nvSpPr>
            <p:spPr bwMode="auto">
              <a:xfrm>
                <a:off x="5240" y="2819"/>
                <a:ext cx="16" cy="318"/>
              </a:xfrm>
              <a:custGeom>
                <a:avLst/>
                <a:gdLst/>
                <a:ahLst/>
                <a:cxnLst>
                  <a:cxn ang="0">
                    <a:pos x="8" y="16"/>
                  </a:cxn>
                  <a:cxn ang="0">
                    <a:pos x="0" y="8"/>
                  </a:cxn>
                  <a:cxn ang="0">
                    <a:pos x="0" y="320"/>
                  </a:cxn>
                  <a:cxn ang="0">
                    <a:pos x="16" y="320"/>
                  </a:cxn>
                  <a:cxn ang="0">
                    <a:pos x="16" y="8"/>
                  </a:cxn>
                  <a:cxn ang="0">
                    <a:pos x="8" y="0"/>
                  </a:cxn>
                  <a:cxn ang="0">
                    <a:pos x="16" y="8"/>
                  </a:cxn>
                  <a:cxn ang="0">
                    <a:pos x="16" y="0"/>
                  </a:cxn>
                  <a:cxn ang="0">
                    <a:pos x="8" y="0"/>
                  </a:cxn>
                  <a:cxn ang="0">
                    <a:pos x="8" y="16"/>
                  </a:cxn>
                </a:cxnLst>
                <a:rect l="0" t="0" r="r" b="b"/>
                <a:pathLst>
                  <a:path w="16" h="320">
                    <a:moveTo>
                      <a:pt x="8" y="16"/>
                    </a:moveTo>
                    <a:lnTo>
                      <a:pt x="0" y="8"/>
                    </a:lnTo>
                    <a:lnTo>
                      <a:pt x="0" y="320"/>
                    </a:lnTo>
                    <a:lnTo>
                      <a:pt x="16" y="320"/>
                    </a:lnTo>
                    <a:lnTo>
                      <a:pt x="16" y="8"/>
                    </a:lnTo>
                    <a:lnTo>
                      <a:pt x="8" y="0"/>
                    </a:lnTo>
                    <a:lnTo>
                      <a:pt x="16" y="8"/>
                    </a:lnTo>
                    <a:lnTo>
                      <a:pt x="16" y="0"/>
                    </a:lnTo>
                    <a:lnTo>
                      <a:pt x="8" y="0"/>
                    </a:lnTo>
                    <a:lnTo>
                      <a:pt x="8" y="16"/>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558" name="Freeform 446"/>
              <p:cNvSpPr/>
              <p:nvPr/>
            </p:nvSpPr>
            <p:spPr bwMode="auto">
              <a:xfrm>
                <a:off x="5059" y="2819"/>
                <a:ext cx="187" cy="21"/>
              </a:xfrm>
              <a:custGeom>
                <a:avLst/>
                <a:gdLst/>
                <a:ahLst/>
                <a:cxnLst>
                  <a:cxn ang="0">
                    <a:pos x="16" y="8"/>
                  </a:cxn>
                  <a:cxn ang="0">
                    <a:pos x="8" y="16"/>
                  </a:cxn>
                  <a:cxn ang="0">
                    <a:pos x="187" y="16"/>
                  </a:cxn>
                  <a:cxn ang="0">
                    <a:pos x="187" y="0"/>
                  </a:cxn>
                  <a:cxn ang="0">
                    <a:pos x="8" y="0"/>
                  </a:cxn>
                  <a:cxn ang="0">
                    <a:pos x="0" y="8"/>
                  </a:cxn>
                  <a:cxn ang="0">
                    <a:pos x="8" y="0"/>
                  </a:cxn>
                  <a:cxn ang="0">
                    <a:pos x="0" y="0"/>
                  </a:cxn>
                  <a:cxn ang="0">
                    <a:pos x="0" y="8"/>
                  </a:cxn>
                  <a:cxn ang="0">
                    <a:pos x="16" y="8"/>
                  </a:cxn>
                </a:cxnLst>
                <a:rect l="0" t="0" r="r" b="b"/>
                <a:pathLst>
                  <a:path w="187" h="16">
                    <a:moveTo>
                      <a:pt x="16" y="8"/>
                    </a:moveTo>
                    <a:lnTo>
                      <a:pt x="8" y="16"/>
                    </a:lnTo>
                    <a:lnTo>
                      <a:pt x="187" y="16"/>
                    </a:lnTo>
                    <a:lnTo>
                      <a:pt x="187" y="0"/>
                    </a:lnTo>
                    <a:lnTo>
                      <a:pt x="8" y="0"/>
                    </a:lnTo>
                    <a:lnTo>
                      <a:pt x="0" y="8"/>
                    </a:lnTo>
                    <a:lnTo>
                      <a:pt x="8" y="0"/>
                    </a:lnTo>
                    <a:lnTo>
                      <a:pt x="0" y="0"/>
                    </a:lnTo>
                    <a:lnTo>
                      <a:pt x="0" y="8"/>
                    </a:lnTo>
                    <a:lnTo>
                      <a:pt x="16"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559" name="Freeform 447"/>
              <p:cNvSpPr/>
              <p:nvPr/>
            </p:nvSpPr>
            <p:spPr bwMode="auto">
              <a:xfrm>
                <a:off x="5059" y="2826"/>
                <a:ext cx="16" cy="318"/>
              </a:xfrm>
              <a:custGeom>
                <a:avLst/>
                <a:gdLst/>
                <a:ahLst/>
                <a:cxnLst>
                  <a:cxn ang="0">
                    <a:pos x="8" y="304"/>
                  </a:cxn>
                  <a:cxn ang="0">
                    <a:pos x="16" y="312"/>
                  </a:cxn>
                  <a:cxn ang="0">
                    <a:pos x="16" y="0"/>
                  </a:cxn>
                  <a:cxn ang="0">
                    <a:pos x="0" y="0"/>
                  </a:cxn>
                  <a:cxn ang="0">
                    <a:pos x="0" y="312"/>
                  </a:cxn>
                  <a:cxn ang="0">
                    <a:pos x="8" y="320"/>
                  </a:cxn>
                  <a:cxn ang="0">
                    <a:pos x="0" y="312"/>
                  </a:cxn>
                  <a:cxn ang="0">
                    <a:pos x="0" y="320"/>
                  </a:cxn>
                  <a:cxn ang="0">
                    <a:pos x="8" y="320"/>
                  </a:cxn>
                  <a:cxn ang="0">
                    <a:pos x="8" y="304"/>
                  </a:cxn>
                </a:cxnLst>
                <a:rect l="0" t="0" r="r" b="b"/>
                <a:pathLst>
                  <a:path w="16" h="320">
                    <a:moveTo>
                      <a:pt x="8" y="304"/>
                    </a:moveTo>
                    <a:lnTo>
                      <a:pt x="16" y="312"/>
                    </a:lnTo>
                    <a:lnTo>
                      <a:pt x="16" y="0"/>
                    </a:lnTo>
                    <a:lnTo>
                      <a:pt x="0" y="0"/>
                    </a:lnTo>
                    <a:lnTo>
                      <a:pt x="0" y="312"/>
                    </a:lnTo>
                    <a:lnTo>
                      <a:pt x="8" y="320"/>
                    </a:lnTo>
                    <a:lnTo>
                      <a:pt x="0" y="312"/>
                    </a:lnTo>
                    <a:lnTo>
                      <a:pt x="0" y="320"/>
                    </a:lnTo>
                    <a:lnTo>
                      <a:pt x="8" y="320"/>
                    </a:lnTo>
                    <a:lnTo>
                      <a:pt x="8" y="304"/>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560" name="Freeform 448"/>
              <p:cNvSpPr/>
              <p:nvPr/>
            </p:nvSpPr>
            <p:spPr bwMode="auto">
              <a:xfrm>
                <a:off x="5069" y="3130"/>
                <a:ext cx="187" cy="14"/>
              </a:xfrm>
              <a:custGeom>
                <a:avLst/>
                <a:gdLst/>
                <a:ahLst/>
                <a:cxnLst>
                  <a:cxn ang="0">
                    <a:pos x="171" y="8"/>
                  </a:cxn>
                  <a:cxn ang="0">
                    <a:pos x="179" y="0"/>
                  </a:cxn>
                  <a:cxn ang="0">
                    <a:pos x="0" y="0"/>
                  </a:cxn>
                  <a:cxn ang="0">
                    <a:pos x="0" y="16"/>
                  </a:cxn>
                  <a:cxn ang="0">
                    <a:pos x="179" y="16"/>
                  </a:cxn>
                  <a:cxn ang="0">
                    <a:pos x="187" y="8"/>
                  </a:cxn>
                  <a:cxn ang="0">
                    <a:pos x="179" y="16"/>
                  </a:cxn>
                  <a:cxn ang="0">
                    <a:pos x="187" y="16"/>
                  </a:cxn>
                  <a:cxn ang="0">
                    <a:pos x="187" y="8"/>
                  </a:cxn>
                  <a:cxn ang="0">
                    <a:pos x="171" y="8"/>
                  </a:cxn>
                </a:cxnLst>
                <a:rect l="0" t="0" r="r" b="b"/>
                <a:pathLst>
                  <a:path w="187" h="16">
                    <a:moveTo>
                      <a:pt x="171" y="8"/>
                    </a:moveTo>
                    <a:lnTo>
                      <a:pt x="179" y="0"/>
                    </a:lnTo>
                    <a:lnTo>
                      <a:pt x="0" y="0"/>
                    </a:lnTo>
                    <a:lnTo>
                      <a:pt x="0" y="16"/>
                    </a:lnTo>
                    <a:lnTo>
                      <a:pt x="179" y="16"/>
                    </a:lnTo>
                    <a:lnTo>
                      <a:pt x="187" y="8"/>
                    </a:lnTo>
                    <a:lnTo>
                      <a:pt x="179" y="16"/>
                    </a:lnTo>
                    <a:lnTo>
                      <a:pt x="187" y="16"/>
                    </a:lnTo>
                    <a:lnTo>
                      <a:pt x="187" y="8"/>
                    </a:lnTo>
                    <a:lnTo>
                      <a:pt x="171"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561" name="Freeform 449"/>
              <p:cNvSpPr/>
              <p:nvPr/>
            </p:nvSpPr>
            <p:spPr bwMode="auto">
              <a:xfrm>
                <a:off x="5069" y="2916"/>
                <a:ext cx="174" cy="11"/>
              </a:xfrm>
              <a:custGeom>
                <a:avLst/>
                <a:gdLst/>
                <a:ahLst/>
                <a:cxnLst>
                  <a:cxn ang="0">
                    <a:pos x="175" y="8"/>
                  </a:cxn>
                  <a:cxn ang="0">
                    <a:pos x="175" y="0"/>
                  </a:cxn>
                  <a:cxn ang="0">
                    <a:pos x="0" y="0"/>
                  </a:cxn>
                  <a:cxn ang="0">
                    <a:pos x="0" y="16"/>
                  </a:cxn>
                  <a:cxn ang="0">
                    <a:pos x="175" y="16"/>
                  </a:cxn>
                  <a:cxn ang="0">
                    <a:pos x="175" y="8"/>
                  </a:cxn>
                </a:cxnLst>
                <a:rect l="0" t="0" r="r" b="b"/>
                <a:pathLst>
                  <a:path w="175" h="16">
                    <a:moveTo>
                      <a:pt x="175" y="8"/>
                    </a:moveTo>
                    <a:lnTo>
                      <a:pt x="175" y="0"/>
                    </a:lnTo>
                    <a:lnTo>
                      <a:pt x="0" y="0"/>
                    </a:lnTo>
                    <a:lnTo>
                      <a:pt x="0" y="16"/>
                    </a:lnTo>
                    <a:lnTo>
                      <a:pt x="175" y="16"/>
                    </a:lnTo>
                    <a:lnTo>
                      <a:pt x="175"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562" name="Freeform 450"/>
              <p:cNvSpPr/>
              <p:nvPr/>
            </p:nvSpPr>
            <p:spPr bwMode="auto">
              <a:xfrm>
                <a:off x="5069" y="3026"/>
                <a:ext cx="174" cy="18"/>
              </a:xfrm>
              <a:custGeom>
                <a:avLst/>
                <a:gdLst/>
                <a:ahLst/>
                <a:cxnLst>
                  <a:cxn ang="0">
                    <a:pos x="175" y="8"/>
                  </a:cxn>
                  <a:cxn ang="0">
                    <a:pos x="175" y="0"/>
                  </a:cxn>
                  <a:cxn ang="0">
                    <a:pos x="0" y="0"/>
                  </a:cxn>
                  <a:cxn ang="0">
                    <a:pos x="0" y="16"/>
                  </a:cxn>
                  <a:cxn ang="0">
                    <a:pos x="175" y="16"/>
                  </a:cxn>
                  <a:cxn ang="0">
                    <a:pos x="175" y="8"/>
                  </a:cxn>
                </a:cxnLst>
                <a:rect l="0" t="0" r="r" b="b"/>
                <a:pathLst>
                  <a:path w="175" h="16">
                    <a:moveTo>
                      <a:pt x="175" y="8"/>
                    </a:moveTo>
                    <a:lnTo>
                      <a:pt x="175" y="0"/>
                    </a:lnTo>
                    <a:lnTo>
                      <a:pt x="0" y="0"/>
                    </a:lnTo>
                    <a:lnTo>
                      <a:pt x="0" y="16"/>
                    </a:lnTo>
                    <a:lnTo>
                      <a:pt x="175" y="16"/>
                    </a:lnTo>
                    <a:lnTo>
                      <a:pt x="175"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563" name="Freeform 451"/>
              <p:cNvSpPr/>
              <p:nvPr/>
            </p:nvSpPr>
            <p:spPr bwMode="auto">
              <a:xfrm>
                <a:off x="5148" y="2837"/>
                <a:ext cx="13" cy="300"/>
              </a:xfrm>
              <a:custGeom>
                <a:avLst/>
                <a:gdLst/>
                <a:ahLst/>
                <a:cxnLst>
                  <a:cxn ang="0">
                    <a:pos x="8" y="302"/>
                  </a:cxn>
                  <a:cxn ang="0">
                    <a:pos x="16" y="302"/>
                  </a:cxn>
                  <a:cxn ang="0">
                    <a:pos x="16" y="0"/>
                  </a:cxn>
                  <a:cxn ang="0">
                    <a:pos x="0" y="0"/>
                  </a:cxn>
                  <a:cxn ang="0">
                    <a:pos x="0" y="302"/>
                  </a:cxn>
                  <a:cxn ang="0">
                    <a:pos x="8" y="302"/>
                  </a:cxn>
                </a:cxnLst>
                <a:rect l="0" t="0" r="r" b="b"/>
                <a:pathLst>
                  <a:path w="16" h="302">
                    <a:moveTo>
                      <a:pt x="8" y="302"/>
                    </a:moveTo>
                    <a:lnTo>
                      <a:pt x="16" y="302"/>
                    </a:lnTo>
                    <a:lnTo>
                      <a:pt x="16" y="0"/>
                    </a:lnTo>
                    <a:lnTo>
                      <a:pt x="0" y="0"/>
                    </a:lnTo>
                    <a:lnTo>
                      <a:pt x="0" y="302"/>
                    </a:lnTo>
                    <a:lnTo>
                      <a:pt x="8" y="302"/>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564" name="Freeform 452"/>
              <p:cNvSpPr/>
              <p:nvPr/>
            </p:nvSpPr>
            <p:spPr bwMode="auto">
              <a:xfrm>
                <a:off x="4850" y="2237"/>
                <a:ext cx="101" cy="111"/>
              </a:xfrm>
              <a:custGeom>
                <a:avLst/>
                <a:gdLst/>
                <a:ahLst/>
                <a:cxnLst>
                  <a:cxn ang="0">
                    <a:pos x="59" y="112"/>
                  </a:cxn>
                  <a:cxn ang="0">
                    <a:pos x="76" y="112"/>
                  </a:cxn>
                  <a:cxn ang="0">
                    <a:pos x="89" y="109"/>
                  </a:cxn>
                  <a:cxn ang="0">
                    <a:pos x="99" y="107"/>
                  </a:cxn>
                  <a:cxn ang="0">
                    <a:pos x="102" y="104"/>
                  </a:cxn>
                  <a:cxn ang="0">
                    <a:pos x="103" y="103"/>
                  </a:cxn>
                  <a:cxn ang="0">
                    <a:pos x="103" y="98"/>
                  </a:cxn>
                  <a:cxn ang="0">
                    <a:pos x="100" y="88"/>
                  </a:cxn>
                  <a:cxn ang="0">
                    <a:pos x="97" y="79"/>
                  </a:cxn>
                  <a:cxn ang="0">
                    <a:pos x="95" y="73"/>
                  </a:cxn>
                  <a:cxn ang="0">
                    <a:pos x="95" y="68"/>
                  </a:cxn>
                  <a:cxn ang="0">
                    <a:pos x="94" y="66"/>
                  </a:cxn>
                  <a:cxn ang="0">
                    <a:pos x="92" y="60"/>
                  </a:cxn>
                  <a:cxn ang="0">
                    <a:pos x="91" y="50"/>
                  </a:cxn>
                  <a:cxn ang="0">
                    <a:pos x="91" y="42"/>
                  </a:cxn>
                  <a:cxn ang="0">
                    <a:pos x="91" y="41"/>
                  </a:cxn>
                  <a:cxn ang="0">
                    <a:pos x="89" y="33"/>
                  </a:cxn>
                  <a:cxn ang="0">
                    <a:pos x="89" y="22"/>
                  </a:cxn>
                  <a:cxn ang="0">
                    <a:pos x="87" y="9"/>
                  </a:cxn>
                  <a:cxn ang="0">
                    <a:pos x="75" y="1"/>
                  </a:cxn>
                  <a:cxn ang="0">
                    <a:pos x="59" y="0"/>
                  </a:cxn>
                  <a:cxn ang="0">
                    <a:pos x="45" y="3"/>
                  </a:cxn>
                  <a:cxn ang="0">
                    <a:pos x="38" y="14"/>
                  </a:cxn>
                  <a:cxn ang="0">
                    <a:pos x="34" y="25"/>
                  </a:cxn>
                  <a:cxn ang="0">
                    <a:pos x="30" y="31"/>
                  </a:cxn>
                  <a:cxn ang="0">
                    <a:pos x="30" y="33"/>
                  </a:cxn>
                  <a:cxn ang="0">
                    <a:pos x="27" y="39"/>
                  </a:cxn>
                  <a:cxn ang="0">
                    <a:pos x="23" y="49"/>
                  </a:cxn>
                  <a:cxn ang="0">
                    <a:pos x="19" y="54"/>
                  </a:cxn>
                  <a:cxn ang="0">
                    <a:pos x="19" y="55"/>
                  </a:cxn>
                  <a:cxn ang="0">
                    <a:pos x="16" y="58"/>
                  </a:cxn>
                  <a:cxn ang="0">
                    <a:pos x="11" y="63"/>
                  </a:cxn>
                  <a:cxn ang="0">
                    <a:pos x="5" y="73"/>
                  </a:cxn>
                  <a:cxn ang="0">
                    <a:pos x="0" y="82"/>
                  </a:cxn>
                  <a:cxn ang="0">
                    <a:pos x="0" y="87"/>
                  </a:cxn>
                  <a:cxn ang="0">
                    <a:pos x="0" y="88"/>
                  </a:cxn>
                  <a:cxn ang="0">
                    <a:pos x="7" y="93"/>
                  </a:cxn>
                  <a:cxn ang="0">
                    <a:pos x="29" y="106"/>
                  </a:cxn>
                </a:cxnLst>
                <a:rect l="0" t="0" r="r" b="b"/>
                <a:pathLst>
                  <a:path w="103" h="112">
                    <a:moveTo>
                      <a:pt x="48" y="110"/>
                    </a:moveTo>
                    <a:lnTo>
                      <a:pt x="59" y="112"/>
                    </a:lnTo>
                    <a:lnTo>
                      <a:pt x="68" y="112"/>
                    </a:lnTo>
                    <a:lnTo>
                      <a:pt x="76" y="112"/>
                    </a:lnTo>
                    <a:lnTo>
                      <a:pt x="84" y="110"/>
                    </a:lnTo>
                    <a:lnTo>
                      <a:pt x="89" y="109"/>
                    </a:lnTo>
                    <a:lnTo>
                      <a:pt x="94" y="107"/>
                    </a:lnTo>
                    <a:lnTo>
                      <a:pt x="99" y="107"/>
                    </a:lnTo>
                    <a:lnTo>
                      <a:pt x="100" y="106"/>
                    </a:lnTo>
                    <a:lnTo>
                      <a:pt x="102" y="104"/>
                    </a:lnTo>
                    <a:lnTo>
                      <a:pt x="102" y="103"/>
                    </a:lnTo>
                    <a:lnTo>
                      <a:pt x="103" y="103"/>
                    </a:lnTo>
                    <a:lnTo>
                      <a:pt x="103" y="101"/>
                    </a:lnTo>
                    <a:lnTo>
                      <a:pt x="103" y="98"/>
                    </a:lnTo>
                    <a:lnTo>
                      <a:pt x="103" y="93"/>
                    </a:lnTo>
                    <a:lnTo>
                      <a:pt x="100" y="88"/>
                    </a:lnTo>
                    <a:lnTo>
                      <a:pt x="99" y="82"/>
                    </a:lnTo>
                    <a:lnTo>
                      <a:pt x="97" y="79"/>
                    </a:lnTo>
                    <a:lnTo>
                      <a:pt x="97" y="76"/>
                    </a:lnTo>
                    <a:lnTo>
                      <a:pt x="95" y="73"/>
                    </a:lnTo>
                    <a:lnTo>
                      <a:pt x="95" y="69"/>
                    </a:lnTo>
                    <a:lnTo>
                      <a:pt x="95" y="68"/>
                    </a:lnTo>
                    <a:lnTo>
                      <a:pt x="95" y="68"/>
                    </a:lnTo>
                    <a:lnTo>
                      <a:pt x="94" y="66"/>
                    </a:lnTo>
                    <a:lnTo>
                      <a:pt x="94" y="66"/>
                    </a:lnTo>
                    <a:lnTo>
                      <a:pt x="92" y="60"/>
                    </a:lnTo>
                    <a:lnTo>
                      <a:pt x="92" y="55"/>
                    </a:lnTo>
                    <a:lnTo>
                      <a:pt x="91" y="50"/>
                    </a:lnTo>
                    <a:lnTo>
                      <a:pt x="91" y="44"/>
                    </a:lnTo>
                    <a:lnTo>
                      <a:pt x="91" y="42"/>
                    </a:lnTo>
                    <a:lnTo>
                      <a:pt x="91" y="42"/>
                    </a:lnTo>
                    <a:lnTo>
                      <a:pt x="91" y="41"/>
                    </a:lnTo>
                    <a:lnTo>
                      <a:pt x="91" y="41"/>
                    </a:lnTo>
                    <a:lnTo>
                      <a:pt x="89" y="33"/>
                    </a:lnTo>
                    <a:lnTo>
                      <a:pt x="89" y="27"/>
                    </a:lnTo>
                    <a:lnTo>
                      <a:pt x="89" y="22"/>
                    </a:lnTo>
                    <a:lnTo>
                      <a:pt x="89" y="17"/>
                    </a:lnTo>
                    <a:lnTo>
                      <a:pt x="87" y="9"/>
                    </a:lnTo>
                    <a:lnTo>
                      <a:pt x="83" y="5"/>
                    </a:lnTo>
                    <a:lnTo>
                      <a:pt x="75" y="1"/>
                    </a:lnTo>
                    <a:lnTo>
                      <a:pt x="67" y="0"/>
                    </a:lnTo>
                    <a:lnTo>
                      <a:pt x="59" y="0"/>
                    </a:lnTo>
                    <a:lnTo>
                      <a:pt x="51" y="0"/>
                    </a:lnTo>
                    <a:lnTo>
                      <a:pt x="45" y="3"/>
                    </a:lnTo>
                    <a:lnTo>
                      <a:pt x="40" y="9"/>
                    </a:lnTo>
                    <a:lnTo>
                      <a:pt x="38" y="14"/>
                    </a:lnTo>
                    <a:lnTo>
                      <a:pt x="37" y="19"/>
                    </a:lnTo>
                    <a:lnTo>
                      <a:pt x="34" y="25"/>
                    </a:lnTo>
                    <a:lnTo>
                      <a:pt x="30" y="31"/>
                    </a:lnTo>
                    <a:lnTo>
                      <a:pt x="30" y="31"/>
                    </a:lnTo>
                    <a:lnTo>
                      <a:pt x="30" y="33"/>
                    </a:lnTo>
                    <a:lnTo>
                      <a:pt x="30" y="33"/>
                    </a:lnTo>
                    <a:lnTo>
                      <a:pt x="30" y="35"/>
                    </a:lnTo>
                    <a:lnTo>
                      <a:pt x="27" y="39"/>
                    </a:lnTo>
                    <a:lnTo>
                      <a:pt x="26" y="44"/>
                    </a:lnTo>
                    <a:lnTo>
                      <a:pt x="23" y="49"/>
                    </a:lnTo>
                    <a:lnTo>
                      <a:pt x="19" y="54"/>
                    </a:lnTo>
                    <a:lnTo>
                      <a:pt x="19" y="54"/>
                    </a:lnTo>
                    <a:lnTo>
                      <a:pt x="19" y="54"/>
                    </a:lnTo>
                    <a:lnTo>
                      <a:pt x="19" y="55"/>
                    </a:lnTo>
                    <a:lnTo>
                      <a:pt x="18" y="55"/>
                    </a:lnTo>
                    <a:lnTo>
                      <a:pt x="16" y="58"/>
                    </a:lnTo>
                    <a:lnTo>
                      <a:pt x="15" y="61"/>
                    </a:lnTo>
                    <a:lnTo>
                      <a:pt x="11" y="63"/>
                    </a:lnTo>
                    <a:lnTo>
                      <a:pt x="10" y="66"/>
                    </a:lnTo>
                    <a:lnTo>
                      <a:pt x="5" y="73"/>
                    </a:lnTo>
                    <a:lnTo>
                      <a:pt x="2" y="77"/>
                    </a:lnTo>
                    <a:lnTo>
                      <a:pt x="0" y="82"/>
                    </a:lnTo>
                    <a:lnTo>
                      <a:pt x="0" y="85"/>
                    </a:lnTo>
                    <a:lnTo>
                      <a:pt x="0" y="87"/>
                    </a:lnTo>
                    <a:lnTo>
                      <a:pt x="0" y="87"/>
                    </a:lnTo>
                    <a:lnTo>
                      <a:pt x="0" y="88"/>
                    </a:lnTo>
                    <a:lnTo>
                      <a:pt x="2" y="88"/>
                    </a:lnTo>
                    <a:lnTo>
                      <a:pt x="7" y="93"/>
                    </a:lnTo>
                    <a:lnTo>
                      <a:pt x="15" y="99"/>
                    </a:lnTo>
                    <a:lnTo>
                      <a:pt x="29" y="106"/>
                    </a:lnTo>
                    <a:lnTo>
                      <a:pt x="48" y="110"/>
                    </a:lnTo>
                    <a:close/>
                  </a:path>
                </a:pathLst>
              </a:custGeom>
              <a:solidFill>
                <a:srgbClr val="000000"/>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346565" name="Freeform 453"/>
              <p:cNvSpPr/>
              <p:nvPr/>
            </p:nvSpPr>
            <p:spPr bwMode="auto">
              <a:xfrm>
                <a:off x="4850" y="2316"/>
                <a:ext cx="101" cy="29"/>
              </a:xfrm>
              <a:custGeom>
                <a:avLst/>
                <a:gdLst/>
                <a:ahLst/>
                <a:cxnLst>
                  <a:cxn ang="0">
                    <a:pos x="40" y="3"/>
                  </a:cxn>
                  <a:cxn ang="0">
                    <a:pos x="49" y="5"/>
                  </a:cxn>
                  <a:cxn ang="0">
                    <a:pos x="59" y="6"/>
                  </a:cxn>
                  <a:cxn ang="0">
                    <a:pos x="67" y="8"/>
                  </a:cxn>
                  <a:cxn ang="0">
                    <a:pos x="75" y="11"/>
                  </a:cxn>
                  <a:cxn ang="0">
                    <a:pos x="83" y="14"/>
                  </a:cxn>
                  <a:cxn ang="0">
                    <a:pos x="89" y="17"/>
                  </a:cxn>
                  <a:cxn ang="0">
                    <a:pos x="95" y="22"/>
                  </a:cxn>
                  <a:cxn ang="0">
                    <a:pos x="100" y="27"/>
                  </a:cxn>
                  <a:cxn ang="0">
                    <a:pos x="102" y="25"/>
                  </a:cxn>
                  <a:cxn ang="0">
                    <a:pos x="102" y="24"/>
                  </a:cxn>
                  <a:cxn ang="0">
                    <a:pos x="103" y="24"/>
                  </a:cxn>
                  <a:cxn ang="0">
                    <a:pos x="103" y="22"/>
                  </a:cxn>
                  <a:cxn ang="0">
                    <a:pos x="94" y="14"/>
                  </a:cxn>
                  <a:cxn ang="0">
                    <a:pos x="81" y="9"/>
                  </a:cxn>
                  <a:cxn ang="0">
                    <a:pos x="68" y="5"/>
                  </a:cxn>
                  <a:cxn ang="0">
                    <a:pos x="53" y="1"/>
                  </a:cxn>
                  <a:cxn ang="0">
                    <a:pos x="38" y="0"/>
                  </a:cxn>
                  <a:cxn ang="0">
                    <a:pos x="24" y="0"/>
                  </a:cxn>
                  <a:cxn ang="0">
                    <a:pos x="11" y="1"/>
                  </a:cxn>
                  <a:cxn ang="0">
                    <a:pos x="0" y="6"/>
                  </a:cxn>
                  <a:cxn ang="0">
                    <a:pos x="0" y="8"/>
                  </a:cxn>
                  <a:cxn ang="0">
                    <a:pos x="0" y="8"/>
                  </a:cxn>
                  <a:cxn ang="0">
                    <a:pos x="0" y="9"/>
                  </a:cxn>
                  <a:cxn ang="0">
                    <a:pos x="2" y="9"/>
                  </a:cxn>
                  <a:cxn ang="0">
                    <a:pos x="10" y="6"/>
                  </a:cxn>
                  <a:cxn ang="0">
                    <a:pos x="18" y="5"/>
                  </a:cxn>
                  <a:cxn ang="0">
                    <a:pos x="27" y="3"/>
                  </a:cxn>
                  <a:cxn ang="0">
                    <a:pos x="37" y="3"/>
                  </a:cxn>
                  <a:cxn ang="0">
                    <a:pos x="35" y="5"/>
                  </a:cxn>
                  <a:cxn ang="0">
                    <a:pos x="35" y="6"/>
                  </a:cxn>
                  <a:cxn ang="0">
                    <a:pos x="35" y="8"/>
                  </a:cxn>
                  <a:cxn ang="0">
                    <a:pos x="34" y="9"/>
                  </a:cxn>
                  <a:cxn ang="0">
                    <a:pos x="30" y="9"/>
                  </a:cxn>
                  <a:cxn ang="0">
                    <a:pos x="27" y="11"/>
                  </a:cxn>
                  <a:cxn ang="0">
                    <a:pos x="26" y="14"/>
                  </a:cxn>
                  <a:cxn ang="0">
                    <a:pos x="24" y="16"/>
                  </a:cxn>
                  <a:cxn ang="0">
                    <a:pos x="24" y="17"/>
                  </a:cxn>
                  <a:cxn ang="0">
                    <a:pos x="24" y="20"/>
                  </a:cxn>
                  <a:cxn ang="0">
                    <a:pos x="24" y="24"/>
                  </a:cxn>
                  <a:cxn ang="0">
                    <a:pos x="26" y="27"/>
                  </a:cxn>
                  <a:cxn ang="0">
                    <a:pos x="27" y="27"/>
                  </a:cxn>
                  <a:cxn ang="0">
                    <a:pos x="27" y="27"/>
                  </a:cxn>
                  <a:cxn ang="0">
                    <a:pos x="27" y="27"/>
                  </a:cxn>
                  <a:cxn ang="0">
                    <a:pos x="29" y="27"/>
                  </a:cxn>
                  <a:cxn ang="0">
                    <a:pos x="29" y="28"/>
                  </a:cxn>
                  <a:cxn ang="0">
                    <a:pos x="30" y="28"/>
                  </a:cxn>
                  <a:cxn ang="0">
                    <a:pos x="30" y="28"/>
                  </a:cxn>
                  <a:cxn ang="0">
                    <a:pos x="32" y="28"/>
                  </a:cxn>
                  <a:cxn ang="0">
                    <a:pos x="35" y="28"/>
                  </a:cxn>
                  <a:cxn ang="0">
                    <a:pos x="38" y="25"/>
                  </a:cxn>
                  <a:cxn ang="0">
                    <a:pos x="40" y="24"/>
                  </a:cxn>
                  <a:cxn ang="0">
                    <a:pos x="40" y="22"/>
                  </a:cxn>
                  <a:cxn ang="0">
                    <a:pos x="42" y="19"/>
                  </a:cxn>
                  <a:cxn ang="0">
                    <a:pos x="42" y="16"/>
                  </a:cxn>
                  <a:cxn ang="0">
                    <a:pos x="40" y="12"/>
                  </a:cxn>
                  <a:cxn ang="0">
                    <a:pos x="37" y="11"/>
                  </a:cxn>
                  <a:cxn ang="0">
                    <a:pos x="38" y="9"/>
                  </a:cxn>
                  <a:cxn ang="0">
                    <a:pos x="38" y="6"/>
                  </a:cxn>
                  <a:cxn ang="0">
                    <a:pos x="38" y="5"/>
                  </a:cxn>
                  <a:cxn ang="0">
                    <a:pos x="40" y="3"/>
                  </a:cxn>
                </a:cxnLst>
                <a:rect l="0" t="0" r="r" b="b"/>
                <a:pathLst>
                  <a:path w="103" h="28">
                    <a:moveTo>
                      <a:pt x="40" y="3"/>
                    </a:moveTo>
                    <a:lnTo>
                      <a:pt x="49" y="5"/>
                    </a:lnTo>
                    <a:lnTo>
                      <a:pt x="59" y="6"/>
                    </a:lnTo>
                    <a:lnTo>
                      <a:pt x="67" y="8"/>
                    </a:lnTo>
                    <a:lnTo>
                      <a:pt x="75" y="11"/>
                    </a:lnTo>
                    <a:lnTo>
                      <a:pt x="83" y="14"/>
                    </a:lnTo>
                    <a:lnTo>
                      <a:pt x="89" y="17"/>
                    </a:lnTo>
                    <a:lnTo>
                      <a:pt x="95" y="22"/>
                    </a:lnTo>
                    <a:lnTo>
                      <a:pt x="100" y="27"/>
                    </a:lnTo>
                    <a:lnTo>
                      <a:pt x="102" y="25"/>
                    </a:lnTo>
                    <a:lnTo>
                      <a:pt x="102" y="24"/>
                    </a:lnTo>
                    <a:lnTo>
                      <a:pt x="103" y="24"/>
                    </a:lnTo>
                    <a:lnTo>
                      <a:pt x="103" y="22"/>
                    </a:lnTo>
                    <a:lnTo>
                      <a:pt x="94" y="14"/>
                    </a:lnTo>
                    <a:lnTo>
                      <a:pt x="81" y="9"/>
                    </a:lnTo>
                    <a:lnTo>
                      <a:pt x="68" y="5"/>
                    </a:lnTo>
                    <a:lnTo>
                      <a:pt x="53" y="1"/>
                    </a:lnTo>
                    <a:lnTo>
                      <a:pt x="38" y="0"/>
                    </a:lnTo>
                    <a:lnTo>
                      <a:pt x="24" y="0"/>
                    </a:lnTo>
                    <a:lnTo>
                      <a:pt x="11" y="1"/>
                    </a:lnTo>
                    <a:lnTo>
                      <a:pt x="0" y="6"/>
                    </a:lnTo>
                    <a:lnTo>
                      <a:pt x="0" y="8"/>
                    </a:lnTo>
                    <a:lnTo>
                      <a:pt x="0" y="8"/>
                    </a:lnTo>
                    <a:lnTo>
                      <a:pt x="0" y="9"/>
                    </a:lnTo>
                    <a:lnTo>
                      <a:pt x="2" y="9"/>
                    </a:lnTo>
                    <a:lnTo>
                      <a:pt x="10" y="6"/>
                    </a:lnTo>
                    <a:lnTo>
                      <a:pt x="18" y="5"/>
                    </a:lnTo>
                    <a:lnTo>
                      <a:pt x="27" y="3"/>
                    </a:lnTo>
                    <a:lnTo>
                      <a:pt x="37" y="3"/>
                    </a:lnTo>
                    <a:lnTo>
                      <a:pt x="35" y="5"/>
                    </a:lnTo>
                    <a:lnTo>
                      <a:pt x="35" y="6"/>
                    </a:lnTo>
                    <a:lnTo>
                      <a:pt x="35" y="8"/>
                    </a:lnTo>
                    <a:lnTo>
                      <a:pt x="34" y="9"/>
                    </a:lnTo>
                    <a:lnTo>
                      <a:pt x="30" y="9"/>
                    </a:lnTo>
                    <a:lnTo>
                      <a:pt x="27" y="11"/>
                    </a:lnTo>
                    <a:lnTo>
                      <a:pt x="26" y="14"/>
                    </a:lnTo>
                    <a:lnTo>
                      <a:pt x="24" y="16"/>
                    </a:lnTo>
                    <a:lnTo>
                      <a:pt x="24" y="17"/>
                    </a:lnTo>
                    <a:lnTo>
                      <a:pt x="24" y="20"/>
                    </a:lnTo>
                    <a:lnTo>
                      <a:pt x="24" y="24"/>
                    </a:lnTo>
                    <a:lnTo>
                      <a:pt x="26" y="27"/>
                    </a:lnTo>
                    <a:lnTo>
                      <a:pt x="27" y="27"/>
                    </a:lnTo>
                    <a:lnTo>
                      <a:pt x="27" y="27"/>
                    </a:lnTo>
                    <a:lnTo>
                      <a:pt x="27" y="27"/>
                    </a:lnTo>
                    <a:lnTo>
                      <a:pt x="29" y="27"/>
                    </a:lnTo>
                    <a:lnTo>
                      <a:pt x="29" y="28"/>
                    </a:lnTo>
                    <a:lnTo>
                      <a:pt x="30" y="28"/>
                    </a:lnTo>
                    <a:lnTo>
                      <a:pt x="30" y="28"/>
                    </a:lnTo>
                    <a:lnTo>
                      <a:pt x="32" y="28"/>
                    </a:lnTo>
                    <a:lnTo>
                      <a:pt x="35" y="28"/>
                    </a:lnTo>
                    <a:lnTo>
                      <a:pt x="38" y="25"/>
                    </a:lnTo>
                    <a:lnTo>
                      <a:pt x="40" y="24"/>
                    </a:lnTo>
                    <a:lnTo>
                      <a:pt x="40" y="22"/>
                    </a:lnTo>
                    <a:lnTo>
                      <a:pt x="42" y="19"/>
                    </a:lnTo>
                    <a:lnTo>
                      <a:pt x="42" y="16"/>
                    </a:lnTo>
                    <a:lnTo>
                      <a:pt x="40" y="12"/>
                    </a:lnTo>
                    <a:lnTo>
                      <a:pt x="37" y="11"/>
                    </a:lnTo>
                    <a:lnTo>
                      <a:pt x="38" y="9"/>
                    </a:lnTo>
                    <a:lnTo>
                      <a:pt x="38" y="6"/>
                    </a:lnTo>
                    <a:lnTo>
                      <a:pt x="38" y="5"/>
                    </a:lnTo>
                    <a:lnTo>
                      <a:pt x="40" y="3"/>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566" name="Freeform 454"/>
              <p:cNvSpPr/>
              <p:nvPr/>
            </p:nvSpPr>
            <p:spPr bwMode="auto">
              <a:xfrm>
                <a:off x="4875" y="2341"/>
                <a:ext cx="3" cy="7"/>
              </a:xfrm>
              <a:custGeom>
                <a:avLst/>
                <a:gdLst/>
                <a:ahLst/>
                <a:cxnLst>
                  <a:cxn ang="0">
                    <a:pos x="0" y="0"/>
                  </a:cxn>
                  <a:cxn ang="0">
                    <a:pos x="1" y="0"/>
                  </a:cxn>
                  <a:cxn ang="0">
                    <a:pos x="1" y="0"/>
                  </a:cxn>
                  <a:cxn ang="0">
                    <a:pos x="1" y="0"/>
                  </a:cxn>
                  <a:cxn ang="0">
                    <a:pos x="3" y="0"/>
                  </a:cxn>
                  <a:cxn ang="0">
                    <a:pos x="3" y="1"/>
                  </a:cxn>
                  <a:cxn ang="0">
                    <a:pos x="4" y="1"/>
                  </a:cxn>
                  <a:cxn ang="0">
                    <a:pos x="4" y="1"/>
                  </a:cxn>
                  <a:cxn ang="0">
                    <a:pos x="6" y="1"/>
                  </a:cxn>
                  <a:cxn ang="0">
                    <a:pos x="6" y="3"/>
                  </a:cxn>
                  <a:cxn ang="0">
                    <a:pos x="6" y="3"/>
                  </a:cxn>
                  <a:cxn ang="0">
                    <a:pos x="4" y="4"/>
                  </a:cxn>
                  <a:cxn ang="0">
                    <a:pos x="3" y="6"/>
                  </a:cxn>
                  <a:cxn ang="0">
                    <a:pos x="1" y="6"/>
                  </a:cxn>
                  <a:cxn ang="0">
                    <a:pos x="0" y="6"/>
                  </a:cxn>
                  <a:cxn ang="0">
                    <a:pos x="0" y="4"/>
                  </a:cxn>
                  <a:cxn ang="0">
                    <a:pos x="0" y="4"/>
                  </a:cxn>
                  <a:cxn ang="0">
                    <a:pos x="0" y="3"/>
                  </a:cxn>
                  <a:cxn ang="0">
                    <a:pos x="0" y="1"/>
                  </a:cxn>
                  <a:cxn ang="0">
                    <a:pos x="0" y="0"/>
                  </a:cxn>
                </a:cxnLst>
                <a:rect l="0" t="0" r="r" b="b"/>
                <a:pathLst>
                  <a:path w="6" h="6">
                    <a:moveTo>
                      <a:pt x="0" y="0"/>
                    </a:moveTo>
                    <a:lnTo>
                      <a:pt x="1" y="0"/>
                    </a:lnTo>
                    <a:lnTo>
                      <a:pt x="1" y="0"/>
                    </a:lnTo>
                    <a:lnTo>
                      <a:pt x="1" y="0"/>
                    </a:lnTo>
                    <a:lnTo>
                      <a:pt x="3" y="0"/>
                    </a:lnTo>
                    <a:lnTo>
                      <a:pt x="3" y="1"/>
                    </a:lnTo>
                    <a:lnTo>
                      <a:pt x="4" y="1"/>
                    </a:lnTo>
                    <a:lnTo>
                      <a:pt x="4" y="1"/>
                    </a:lnTo>
                    <a:lnTo>
                      <a:pt x="6" y="1"/>
                    </a:lnTo>
                    <a:lnTo>
                      <a:pt x="6" y="3"/>
                    </a:lnTo>
                    <a:lnTo>
                      <a:pt x="6" y="3"/>
                    </a:lnTo>
                    <a:lnTo>
                      <a:pt x="4" y="4"/>
                    </a:lnTo>
                    <a:lnTo>
                      <a:pt x="3" y="6"/>
                    </a:lnTo>
                    <a:lnTo>
                      <a:pt x="1" y="6"/>
                    </a:lnTo>
                    <a:lnTo>
                      <a:pt x="0" y="6"/>
                    </a:lnTo>
                    <a:lnTo>
                      <a:pt x="0" y="4"/>
                    </a:lnTo>
                    <a:lnTo>
                      <a:pt x="0" y="4"/>
                    </a:lnTo>
                    <a:lnTo>
                      <a:pt x="0" y="3"/>
                    </a:lnTo>
                    <a:lnTo>
                      <a:pt x="0" y="1"/>
                    </a:lnTo>
                    <a:lnTo>
                      <a:pt x="0" y="0"/>
                    </a:lnTo>
                    <a:close/>
                  </a:path>
                </a:pathLst>
              </a:custGeom>
              <a:solidFill>
                <a:srgbClr val="7A1111"/>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346567" name="Freeform 455"/>
              <p:cNvSpPr/>
              <p:nvPr/>
            </p:nvSpPr>
            <p:spPr bwMode="auto">
              <a:xfrm>
                <a:off x="4996" y="2819"/>
                <a:ext cx="19" cy="14"/>
              </a:xfrm>
              <a:custGeom>
                <a:avLst/>
                <a:gdLst/>
                <a:ahLst/>
                <a:cxnLst>
                  <a:cxn ang="0">
                    <a:pos x="0" y="0"/>
                  </a:cxn>
                  <a:cxn ang="0">
                    <a:pos x="0" y="0"/>
                  </a:cxn>
                  <a:cxn ang="0">
                    <a:pos x="0" y="9"/>
                  </a:cxn>
                  <a:cxn ang="0">
                    <a:pos x="0" y="14"/>
                  </a:cxn>
                  <a:cxn ang="0">
                    <a:pos x="0" y="15"/>
                  </a:cxn>
                  <a:cxn ang="0">
                    <a:pos x="8" y="15"/>
                  </a:cxn>
                  <a:cxn ang="0">
                    <a:pos x="8" y="15"/>
                  </a:cxn>
                  <a:cxn ang="0">
                    <a:pos x="16" y="15"/>
                  </a:cxn>
                  <a:cxn ang="0">
                    <a:pos x="16" y="14"/>
                  </a:cxn>
                  <a:cxn ang="0">
                    <a:pos x="16" y="9"/>
                  </a:cxn>
                  <a:cxn ang="0">
                    <a:pos x="16" y="0"/>
                  </a:cxn>
                  <a:cxn ang="0">
                    <a:pos x="16" y="0"/>
                  </a:cxn>
                  <a:cxn ang="0">
                    <a:pos x="0" y="0"/>
                  </a:cxn>
                </a:cxnLst>
                <a:rect l="0" t="0" r="r" b="b"/>
                <a:pathLst>
                  <a:path w="16" h="15">
                    <a:moveTo>
                      <a:pt x="0" y="0"/>
                    </a:moveTo>
                    <a:lnTo>
                      <a:pt x="0" y="0"/>
                    </a:lnTo>
                    <a:lnTo>
                      <a:pt x="0" y="9"/>
                    </a:lnTo>
                    <a:lnTo>
                      <a:pt x="0" y="14"/>
                    </a:lnTo>
                    <a:lnTo>
                      <a:pt x="0" y="15"/>
                    </a:lnTo>
                    <a:lnTo>
                      <a:pt x="8" y="15"/>
                    </a:lnTo>
                    <a:lnTo>
                      <a:pt x="8" y="15"/>
                    </a:lnTo>
                    <a:lnTo>
                      <a:pt x="16" y="15"/>
                    </a:lnTo>
                    <a:lnTo>
                      <a:pt x="16" y="14"/>
                    </a:lnTo>
                    <a:lnTo>
                      <a:pt x="16" y="9"/>
                    </a:lnTo>
                    <a:lnTo>
                      <a:pt x="16" y="0"/>
                    </a:lnTo>
                    <a:lnTo>
                      <a:pt x="16" y="0"/>
                    </a:lnTo>
                    <a:lnTo>
                      <a:pt x="0" y="0"/>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568" name="Freeform 456"/>
              <p:cNvSpPr/>
              <p:nvPr/>
            </p:nvSpPr>
            <p:spPr bwMode="auto">
              <a:xfrm>
                <a:off x="4803" y="2726"/>
                <a:ext cx="212" cy="93"/>
              </a:xfrm>
              <a:custGeom>
                <a:avLst/>
                <a:gdLst/>
                <a:ahLst/>
                <a:cxnLst>
                  <a:cxn ang="0">
                    <a:pos x="16" y="94"/>
                  </a:cxn>
                  <a:cxn ang="0">
                    <a:pos x="16" y="94"/>
                  </a:cxn>
                  <a:cxn ang="0">
                    <a:pos x="23" y="59"/>
                  </a:cxn>
                  <a:cxn ang="0">
                    <a:pos x="43" y="35"/>
                  </a:cxn>
                  <a:cxn ang="0">
                    <a:pos x="72" y="21"/>
                  </a:cxn>
                  <a:cxn ang="0">
                    <a:pos x="107" y="16"/>
                  </a:cxn>
                  <a:cxn ang="0">
                    <a:pos x="140" y="21"/>
                  </a:cxn>
                  <a:cxn ang="0">
                    <a:pos x="168" y="37"/>
                  </a:cxn>
                  <a:cxn ang="0">
                    <a:pos x="189" y="60"/>
                  </a:cxn>
                  <a:cxn ang="0">
                    <a:pos x="195" y="94"/>
                  </a:cxn>
                  <a:cxn ang="0">
                    <a:pos x="211" y="94"/>
                  </a:cxn>
                  <a:cxn ang="0">
                    <a:pos x="202" y="54"/>
                  </a:cxn>
                  <a:cxn ang="0">
                    <a:pos x="178" y="24"/>
                  </a:cxn>
                  <a:cxn ang="0">
                    <a:pos x="143" y="5"/>
                  </a:cxn>
                  <a:cxn ang="0">
                    <a:pos x="107" y="0"/>
                  </a:cxn>
                  <a:cxn ang="0">
                    <a:pos x="69" y="5"/>
                  </a:cxn>
                  <a:cxn ang="0">
                    <a:pos x="34" y="23"/>
                  </a:cxn>
                  <a:cxn ang="0">
                    <a:pos x="10" y="53"/>
                  </a:cxn>
                  <a:cxn ang="0">
                    <a:pos x="0" y="94"/>
                  </a:cxn>
                  <a:cxn ang="0">
                    <a:pos x="0" y="94"/>
                  </a:cxn>
                  <a:cxn ang="0">
                    <a:pos x="16" y="94"/>
                  </a:cxn>
                </a:cxnLst>
                <a:rect l="0" t="0" r="r" b="b"/>
                <a:pathLst>
                  <a:path w="211" h="94">
                    <a:moveTo>
                      <a:pt x="16" y="94"/>
                    </a:moveTo>
                    <a:lnTo>
                      <a:pt x="16" y="94"/>
                    </a:lnTo>
                    <a:lnTo>
                      <a:pt x="23" y="59"/>
                    </a:lnTo>
                    <a:lnTo>
                      <a:pt x="43" y="35"/>
                    </a:lnTo>
                    <a:lnTo>
                      <a:pt x="72" y="21"/>
                    </a:lnTo>
                    <a:lnTo>
                      <a:pt x="107" y="16"/>
                    </a:lnTo>
                    <a:lnTo>
                      <a:pt x="140" y="21"/>
                    </a:lnTo>
                    <a:lnTo>
                      <a:pt x="168" y="37"/>
                    </a:lnTo>
                    <a:lnTo>
                      <a:pt x="189" y="60"/>
                    </a:lnTo>
                    <a:lnTo>
                      <a:pt x="195" y="94"/>
                    </a:lnTo>
                    <a:lnTo>
                      <a:pt x="211" y="94"/>
                    </a:lnTo>
                    <a:lnTo>
                      <a:pt x="202" y="54"/>
                    </a:lnTo>
                    <a:lnTo>
                      <a:pt x="178" y="24"/>
                    </a:lnTo>
                    <a:lnTo>
                      <a:pt x="143" y="5"/>
                    </a:lnTo>
                    <a:lnTo>
                      <a:pt x="107" y="0"/>
                    </a:lnTo>
                    <a:lnTo>
                      <a:pt x="69" y="5"/>
                    </a:lnTo>
                    <a:lnTo>
                      <a:pt x="34" y="23"/>
                    </a:lnTo>
                    <a:lnTo>
                      <a:pt x="10" y="53"/>
                    </a:lnTo>
                    <a:lnTo>
                      <a:pt x="0" y="94"/>
                    </a:lnTo>
                    <a:lnTo>
                      <a:pt x="0" y="94"/>
                    </a:lnTo>
                    <a:lnTo>
                      <a:pt x="16" y="94"/>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569" name="Freeform 457"/>
              <p:cNvSpPr/>
              <p:nvPr/>
            </p:nvSpPr>
            <p:spPr bwMode="auto">
              <a:xfrm>
                <a:off x="4803" y="2819"/>
                <a:ext cx="16" cy="21"/>
              </a:xfrm>
              <a:custGeom>
                <a:avLst/>
                <a:gdLst/>
                <a:ahLst/>
                <a:cxnLst>
                  <a:cxn ang="0">
                    <a:pos x="8" y="8"/>
                  </a:cxn>
                  <a:cxn ang="0">
                    <a:pos x="8" y="15"/>
                  </a:cxn>
                  <a:cxn ang="0">
                    <a:pos x="16" y="15"/>
                  </a:cxn>
                  <a:cxn ang="0">
                    <a:pos x="16" y="14"/>
                  </a:cxn>
                  <a:cxn ang="0">
                    <a:pos x="16" y="9"/>
                  </a:cxn>
                  <a:cxn ang="0">
                    <a:pos x="16" y="0"/>
                  </a:cxn>
                  <a:cxn ang="0">
                    <a:pos x="0" y="0"/>
                  </a:cxn>
                  <a:cxn ang="0">
                    <a:pos x="0" y="9"/>
                  </a:cxn>
                  <a:cxn ang="0">
                    <a:pos x="0" y="14"/>
                  </a:cxn>
                  <a:cxn ang="0">
                    <a:pos x="0" y="15"/>
                  </a:cxn>
                  <a:cxn ang="0">
                    <a:pos x="8" y="15"/>
                  </a:cxn>
                  <a:cxn ang="0">
                    <a:pos x="8" y="23"/>
                  </a:cxn>
                  <a:cxn ang="0">
                    <a:pos x="0" y="15"/>
                  </a:cxn>
                  <a:cxn ang="0">
                    <a:pos x="0" y="23"/>
                  </a:cxn>
                  <a:cxn ang="0">
                    <a:pos x="8" y="23"/>
                  </a:cxn>
                  <a:cxn ang="0">
                    <a:pos x="8" y="8"/>
                  </a:cxn>
                </a:cxnLst>
                <a:rect l="0" t="0" r="r" b="b"/>
                <a:pathLst>
                  <a:path w="16" h="23">
                    <a:moveTo>
                      <a:pt x="8" y="8"/>
                    </a:moveTo>
                    <a:lnTo>
                      <a:pt x="8" y="15"/>
                    </a:lnTo>
                    <a:lnTo>
                      <a:pt x="16" y="15"/>
                    </a:lnTo>
                    <a:lnTo>
                      <a:pt x="16" y="14"/>
                    </a:lnTo>
                    <a:lnTo>
                      <a:pt x="16" y="9"/>
                    </a:lnTo>
                    <a:lnTo>
                      <a:pt x="16" y="0"/>
                    </a:lnTo>
                    <a:lnTo>
                      <a:pt x="0" y="0"/>
                    </a:lnTo>
                    <a:lnTo>
                      <a:pt x="0" y="9"/>
                    </a:lnTo>
                    <a:lnTo>
                      <a:pt x="0" y="14"/>
                    </a:lnTo>
                    <a:lnTo>
                      <a:pt x="0" y="15"/>
                    </a:lnTo>
                    <a:lnTo>
                      <a:pt x="8" y="15"/>
                    </a:lnTo>
                    <a:lnTo>
                      <a:pt x="8" y="23"/>
                    </a:lnTo>
                    <a:lnTo>
                      <a:pt x="0" y="15"/>
                    </a:lnTo>
                    <a:lnTo>
                      <a:pt x="0" y="23"/>
                    </a:lnTo>
                    <a:lnTo>
                      <a:pt x="8" y="23"/>
                    </a:lnTo>
                    <a:lnTo>
                      <a:pt x="8"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570" name="Freeform 458"/>
              <p:cNvSpPr/>
              <p:nvPr/>
            </p:nvSpPr>
            <p:spPr bwMode="auto">
              <a:xfrm>
                <a:off x="4812" y="2826"/>
                <a:ext cx="203" cy="14"/>
              </a:xfrm>
              <a:custGeom>
                <a:avLst/>
                <a:gdLst/>
                <a:ahLst/>
                <a:cxnLst>
                  <a:cxn ang="0">
                    <a:pos x="187" y="7"/>
                  </a:cxn>
                  <a:cxn ang="0">
                    <a:pos x="195" y="0"/>
                  </a:cxn>
                  <a:cxn ang="0">
                    <a:pos x="0" y="0"/>
                  </a:cxn>
                  <a:cxn ang="0">
                    <a:pos x="0" y="15"/>
                  </a:cxn>
                  <a:cxn ang="0">
                    <a:pos x="195" y="15"/>
                  </a:cxn>
                  <a:cxn ang="0">
                    <a:pos x="203" y="7"/>
                  </a:cxn>
                  <a:cxn ang="0">
                    <a:pos x="195" y="15"/>
                  </a:cxn>
                  <a:cxn ang="0">
                    <a:pos x="203" y="15"/>
                  </a:cxn>
                  <a:cxn ang="0">
                    <a:pos x="203" y="7"/>
                  </a:cxn>
                  <a:cxn ang="0">
                    <a:pos x="187" y="7"/>
                  </a:cxn>
                </a:cxnLst>
                <a:rect l="0" t="0" r="r" b="b"/>
                <a:pathLst>
                  <a:path w="203" h="15">
                    <a:moveTo>
                      <a:pt x="187" y="7"/>
                    </a:moveTo>
                    <a:lnTo>
                      <a:pt x="195" y="0"/>
                    </a:lnTo>
                    <a:lnTo>
                      <a:pt x="0" y="0"/>
                    </a:lnTo>
                    <a:lnTo>
                      <a:pt x="0" y="15"/>
                    </a:lnTo>
                    <a:lnTo>
                      <a:pt x="195" y="15"/>
                    </a:lnTo>
                    <a:lnTo>
                      <a:pt x="203" y="7"/>
                    </a:lnTo>
                    <a:lnTo>
                      <a:pt x="195" y="15"/>
                    </a:lnTo>
                    <a:lnTo>
                      <a:pt x="203" y="15"/>
                    </a:lnTo>
                    <a:lnTo>
                      <a:pt x="203" y="7"/>
                    </a:lnTo>
                    <a:lnTo>
                      <a:pt x="187" y="7"/>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571" name="Freeform 459"/>
              <p:cNvSpPr/>
              <p:nvPr/>
            </p:nvSpPr>
            <p:spPr bwMode="auto">
              <a:xfrm>
                <a:off x="4901" y="2734"/>
                <a:ext cx="13" cy="100"/>
              </a:xfrm>
              <a:custGeom>
                <a:avLst/>
                <a:gdLst/>
                <a:ahLst/>
                <a:cxnLst>
                  <a:cxn ang="0">
                    <a:pos x="8" y="101"/>
                  </a:cxn>
                  <a:cxn ang="0">
                    <a:pos x="16" y="101"/>
                  </a:cxn>
                  <a:cxn ang="0">
                    <a:pos x="16" y="0"/>
                  </a:cxn>
                  <a:cxn ang="0">
                    <a:pos x="0" y="0"/>
                  </a:cxn>
                  <a:cxn ang="0">
                    <a:pos x="0" y="101"/>
                  </a:cxn>
                  <a:cxn ang="0">
                    <a:pos x="8" y="101"/>
                  </a:cxn>
                </a:cxnLst>
                <a:rect l="0" t="0" r="r" b="b"/>
                <a:pathLst>
                  <a:path w="16" h="101">
                    <a:moveTo>
                      <a:pt x="8" y="101"/>
                    </a:moveTo>
                    <a:lnTo>
                      <a:pt x="16" y="101"/>
                    </a:lnTo>
                    <a:lnTo>
                      <a:pt x="16" y="0"/>
                    </a:lnTo>
                    <a:lnTo>
                      <a:pt x="0" y="0"/>
                    </a:lnTo>
                    <a:lnTo>
                      <a:pt x="0" y="101"/>
                    </a:lnTo>
                    <a:lnTo>
                      <a:pt x="8" y="101"/>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572" name="Freeform 460"/>
              <p:cNvSpPr/>
              <p:nvPr/>
            </p:nvSpPr>
            <p:spPr bwMode="auto">
              <a:xfrm>
                <a:off x="4904" y="2755"/>
                <a:ext cx="86" cy="86"/>
              </a:xfrm>
              <a:custGeom>
                <a:avLst/>
                <a:gdLst/>
                <a:ahLst/>
                <a:cxnLst>
                  <a:cxn ang="0">
                    <a:pos x="5" y="79"/>
                  </a:cxn>
                  <a:cxn ang="0">
                    <a:pos x="10" y="84"/>
                  </a:cxn>
                  <a:cxn ang="0">
                    <a:pos x="87" y="10"/>
                  </a:cxn>
                  <a:cxn ang="0">
                    <a:pos x="78" y="0"/>
                  </a:cxn>
                  <a:cxn ang="0">
                    <a:pos x="0" y="75"/>
                  </a:cxn>
                  <a:cxn ang="0">
                    <a:pos x="5" y="79"/>
                  </a:cxn>
                </a:cxnLst>
                <a:rect l="0" t="0" r="r" b="b"/>
                <a:pathLst>
                  <a:path w="87" h="84">
                    <a:moveTo>
                      <a:pt x="5" y="79"/>
                    </a:moveTo>
                    <a:lnTo>
                      <a:pt x="10" y="84"/>
                    </a:lnTo>
                    <a:lnTo>
                      <a:pt x="87" y="10"/>
                    </a:lnTo>
                    <a:lnTo>
                      <a:pt x="78" y="0"/>
                    </a:lnTo>
                    <a:lnTo>
                      <a:pt x="0" y="75"/>
                    </a:lnTo>
                    <a:lnTo>
                      <a:pt x="5" y="79"/>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6573" name="Freeform 461"/>
              <p:cNvSpPr/>
              <p:nvPr/>
            </p:nvSpPr>
            <p:spPr bwMode="auto">
              <a:xfrm>
                <a:off x="4828" y="2755"/>
                <a:ext cx="86" cy="86"/>
              </a:xfrm>
              <a:custGeom>
                <a:avLst/>
                <a:gdLst/>
                <a:ahLst/>
                <a:cxnLst>
                  <a:cxn ang="0">
                    <a:pos x="78" y="80"/>
                  </a:cxn>
                  <a:cxn ang="0">
                    <a:pos x="83" y="76"/>
                  </a:cxn>
                  <a:cxn ang="0">
                    <a:pos x="10" y="0"/>
                  </a:cxn>
                  <a:cxn ang="0">
                    <a:pos x="0" y="9"/>
                  </a:cxn>
                  <a:cxn ang="0">
                    <a:pos x="73" y="85"/>
                  </a:cxn>
                  <a:cxn ang="0">
                    <a:pos x="78" y="80"/>
                  </a:cxn>
                </a:cxnLst>
                <a:rect l="0" t="0" r="r" b="b"/>
                <a:pathLst>
                  <a:path w="83" h="85">
                    <a:moveTo>
                      <a:pt x="78" y="80"/>
                    </a:moveTo>
                    <a:lnTo>
                      <a:pt x="83" y="76"/>
                    </a:lnTo>
                    <a:lnTo>
                      <a:pt x="10" y="0"/>
                    </a:lnTo>
                    <a:lnTo>
                      <a:pt x="0" y="9"/>
                    </a:lnTo>
                    <a:lnTo>
                      <a:pt x="73" y="85"/>
                    </a:lnTo>
                    <a:lnTo>
                      <a:pt x="78" y="80"/>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grpSp>
        <p:sp>
          <p:nvSpPr>
            <p:cNvPr id="27910" name="Text Box 462"/>
            <p:cNvSpPr txBox="1"/>
            <p:nvPr/>
          </p:nvSpPr>
          <p:spPr>
            <a:xfrm>
              <a:off x="4729" y="650"/>
              <a:ext cx="804" cy="845"/>
            </a:xfrm>
            <a:prstGeom prst="rect">
              <a:avLst/>
            </a:prstGeom>
            <a:noFill/>
            <a:ln w="12700">
              <a:noFill/>
            </a:ln>
          </p:spPr>
          <p:txBody>
            <a:bodyPr wrap="none">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ct val="0"/>
                </a:spcBef>
                <a:spcAft>
                  <a:spcPts val="590"/>
                </a:spcAft>
                <a:buSzPct val="80000"/>
                <a:buNone/>
              </a:pPr>
              <a:endParaRPr lang="zh-CN" altLang="en-US" sz="2800" dirty="0">
                <a:ea typeface="宋体" pitchFamily="2" charset="-122"/>
              </a:endParaRPr>
            </a:p>
          </p:txBody>
        </p:sp>
      </p:grpSp>
      <p:sp>
        <p:nvSpPr>
          <p:cNvPr id="346577" name="Text Box 465"/>
          <p:cNvSpPr txBox="1"/>
          <p:nvPr/>
        </p:nvSpPr>
        <p:spPr>
          <a:xfrm>
            <a:off x="1343025" y="5949950"/>
            <a:ext cx="4032250" cy="423863"/>
          </a:xfrm>
          <a:prstGeom prst="rect">
            <a:avLst/>
          </a:prstGeom>
          <a:solidFill>
            <a:srgbClr val="FFFFCC"/>
          </a:solidFill>
          <a:ln w="38100" cap="flat" cmpd="sng">
            <a:solidFill>
              <a:srgbClr val="00B050"/>
            </a:solidFill>
            <a:prstDash val="solid"/>
            <a:miter/>
            <a:headEnd type="none" w="sm" len="sm"/>
            <a:tailEnd type="none" w="sm" len="sm"/>
          </a:ln>
        </p:spPr>
        <p:txBody>
          <a:bodyPr>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a:lnSpc>
                <a:spcPct val="90000"/>
              </a:lnSpc>
              <a:spcBef>
                <a:spcPts val="590"/>
              </a:spcBef>
              <a:spcAft>
                <a:spcPts val="590"/>
              </a:spcAft>
              <a:buSzPct val="80000"/>
              <a:buNone/>
            </a:pPr>
            <a:r>
              <a:rPr lang="zh-CN" altLang="en-US" sz="2400" dirty="0">
                <a:solidFill>
                  <a:srgbClr val="333399"/>
                </a:solidFill>
                <a:latin typeface="黑体" panose="02010609060101010101" pitchFamily="49" charset="-122"/>
              </a:rPr>
              <a:t>若</a:t>
            </a:r>
            <a:r>
              <a:rPr lang="en-US" altLang="zh-CN" sz="2400" b="1" dirty="0">
                <a:solidFill>
                  <a:srgbClr val="333399"/>
                </a:solidFill>
                <a:latin typeface="Courier New" panose="02070409020205090404" pitchFamily="49" charset="0"/>
              </a:rPr>
              <a:t>short a[3][2];</a:t>
            </a:r>
            <a:r>
              <a:rPr lang="zh-CN" altLang="en-US" sz="2400" dirty="0">
                <a:solidFill>
                  <a:srgbClr val="333399"/>
                </a:solidFill>
                <a:latin typeface="黑体" panose="02010609060101010101" pitchFamily="49" charset="-122"/>
              </a:rPr>
              <a:t>则</a:t>
            </a:r>
            <a:r>
              <a:rPr lang="en-US" altLang="zh-CN" sz="2400" dirty="0">
                <a:solidFill>
                  <a:srgbClr val="333399"/>
                </a:solidFill>
                <a:latin typeface="黑体" panose="02010609060101010101" pitchFamily="49" charset="-122"/>
              </a:rPr>
              <a:t>…</a:t>
            </a:r>
            <a:endParaRPr lang="zh-CN" altLang="en-US" sz="2400" dirty="0">
              <a:solidFill>
                <a:srgbClr val="333399"/>
              </a:solidFill>
              <a:latin typeface="黑体" panose="02010609060101010101" pitchFamily="49" charset="-122"/>
            </a:endParaRPr>
          </a:p>
        </p:txBody>
      </p:sp>
      <p:grpSp>
        <p:nvGrpSpPr>
          <p:cNvPr id="30" name="Group 17"/>
          <p:cNvGrpSpPr/>
          <p:nvPr/>
        </p:nvGrpSpPr>
        <p:grpSpPr>
          <a:xfrm>
            <a:off x="8759825" y="1438275"/>
            <a:ext cx="2146300" cy="3962400"/>
            <a:chOff x="4512" y="528"/>
            <a:chExt cx="1248" cy="2496"/>
          </a:xfrm>
        </p:grpSpPr>
        <p:sp>
          <p:nvSpPr>
            <p:cNvPr id="27886" name="Text Box 18"/>
            <p:cNvSpPr txBox="1"/>
            <p:nvPr/>
          </p:nvSpPr>
          <p:spPr>
            <a:xfrm>
              <a:off x="5210" y="645"/>
              <a:ext cx="550" cy="1384"/>
            </a:xfrm>
            <a:prstGeom prst="rect">
              <a:avLst/>
            </a:prstGeom>
            <a:noFill/>
            <a:ln w="12700">
              <a:noFill/>
            </a:ln>
          </p:spPr>
          <p:txBody>
            <a:bodyPr>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100000"/>
                </a:lnSpc>
                <a:spcBef>
                  <a:spcPct val="0"/>
                </a:spcBef>
                <a:buSzPct val="80000"/>
                <a:buNone/>
              </a:pPr>
              <a:r>
                <a:rPr lang="en-US" altLang="zh-CN" sz="1800" dirty="0">
                  <a:solidFill>
                    <a:srgbClr val="C00000"/>
                  </a:solidFill>
                  <a:ea typeface="宋体" pitchFamily="2" charset="-122"/>
                </a:rPr>
                <a:t>a[0][0]</a:t>
              </a:r>
              <a:endParaRPr lang="en-US" altLang="zh-CN" sz="1800" dirty="0">
                <a:solidFill>
                  <a:srgbClr val="C00000"/>
                </a:solidFill>
                <a:ea typeface="宋体" pitchFamily="2" charset="-122"/>
              </a:endParaRPr>
            </a:p>
            <a:p>
              <a:pPr marL="0" lvl="0" indent="0" eaLnBrk="1" hangingPunct="1">
                <a:lnSpc>
                  <a:spcPct val="100000"/>
                </a:lnSpc>
                <a:spcBef>
                  <a:spcPct val="0"/>
                </a:spcBef>
                <a:buSzPct val="80000"/>
                <a:buNone/>
              </a:pPr>
              <a:endParaRPr lang="en-US" altLang="zh-CN" sz="1800" dirty="0">
                <a:ea typeface="宋体" pitchFamily="2" charset="-122"/>
              </a:endParaRPr>
            </a:p>
            <a:p>
              <a:pPr marL="0" lvl="0" indent="0" eaLnBrk="1" hangingPunct="1">
                <a:lnSpc>
                  <a:spcPct val="100000"/>
                </a:lnSpc>
                <a:spcBef>
                  <a:spcPct val="0"/>
                </a:spcBef>
                <a:buSzPct val="80000"/>
                <a:buNone/>
              </a:pPr>
              <a:r>
                <a:rPr lang="en-US" altLang="zh-CN" sz="1800" dirty="0">
                  <a:solidFill>
                    <a:srgbClr val="C00000"/>
                  </a:solidFill>
                  <a:ea typeface="宋体" pitchFamily="2" charset="-122"/>
                </a:rPr>
                <a:t>a[0][1]</a:t>
              </a:r>
              <a:endParaRPr lang="en-US" altLang="zh-CN" sz="1800" dirty="0">
                <a:solidFill>
                  <a:srgbClr val="C00000"/>
                </a:solidFill>
                <a:ea typeface="宋体" pitchFamily="2" charset="-122"/>
              </a:endParaRPr>
            </a:p>
            <a:p>
              <a:pPr marL="0" lvl="0" indent="0" eaLnBrk="1" hangingPunct="1">
                <a:lnSpc>
                  <a:spcPct val="100000"/>
                </a:lnSpc>
                <a:spcBef>
                  <a:spcPct val="0"/>
                </a:spcBef>
                <a:buSzPct val="80000"/>
                <a:buNone/>
              </a:pPr>
              <a:endParaRPr lang="en-US" altLang="zh-CN" sz="1800" dirty="0">
                <a:ea typeface="宋体" pitchFamily="2" charset="-122"/>
              </a:endParaRPr>
            </a:p>
            <a:p>
              <a:pPr marL="0" lvl="0" indent="0" eaLnBrk="1" hangingPunct="1">
                <a:lnSpc>
                  <a:spcPct val="100000"/>
                </a:lnSpc>
                <a:spcBef>
                  <a:spcPts val="600"/>
                </a:spcBef>
                <a:buSzPct val="80000"/>
                <a:buNone/>
              </a:pPr>
              <a:r>
                <a:rPr lang="en-US" altLang="zh-CN" sz="1800" dirty="0">
                  <a:solidFill>
                    <a:srgbClr val="00B050"/>
                  </a:solidFill>
                  <a:ea typeface="宋体" pitchFamily="2" charset="-122"/>
                </a:rPr>
                <a:t>a[1][0]</a:t>
              </a:r>
              <a:endParaRPr lang="en-US" altLang="zh-CN" sz="1800" dirty="0">
                <a:solidFill>
                  <a:srgbClr val="00B050"/>
                </a:solidFill>
                <a:ea typeface="宋体" pitchFamily="2" charset="-122"/>
              </a:endParaRPr>
            </a:p>
            <a:p>
              <a:pPr marL="0" lvl="0" indent="0" eaLnBrk="1" hangingPunct="1">
                <a:lnSpc>
                  <a:spcPct val="100000"/>
                </a:lnSpc>
                <a:spcBef>
                  <a:spcPts val="600"/>
                </a:spcBef>
                <a:buSzPct val="80000"/>
                <a:buNone/>
              </a:pPr>
              <a:endParaRPr lang="en-US" altLang="zh-CN" sz="1800" dirty="0">
                <a:ea typeface="宋体" pitchFamily="2" charset="-122"/>
              </a:endParaRPr>
            </a:p>
            <a:p>
              <a:pPr marL="0" lvl="0" indent="0" eaLnBrk="1" hangingPunct="1">
                <a:lnSpc>
                  <a:spcPct val="100000"/>
                </a:lnSpc>
                <a:spcBef>
                  <a:spcPts val="100"/>
                </a:spcBef>
                <a:buSzPct val="80000"/>
                <a:buNone/>
              </a:pPr>
              <a:r>
                <a:rPr lang="en-US" altLang="zh-CN" sz="1800" dirty="0">
                  <a:solidFill>
                    <a:srgbClr val="00B050"/>
                  </a:solidFill>
                  <a:ea typeface="宋体" pitchFamily="2" charset="-122"/>
                </a:rPr>
                <a:t>a[1][1]</a:t>
              </a:r>
              <a:endParaRPr lang="en-US" altLang="zh-CN" sz="1800" dirty="0">
                <a:solidFill>
                  <a:srgbClr val="00B050"/>
                </a:solidFill>
                <a:ea typeface="宋体" pitchFamily="2" charset="-122"/>
              </a:endParaRPr>
            </a:p>
          </p:txBody>
        </p:sp>
        <p:sp>
          <p:nvSpPr>
            <p:cNvPr id="27887" name="Text Box 19"/>
            <p:cNvSpPr txBox="1"/>
            <p:nvPr/>
          </p:nvSpPr>
          <p:spPr>
            <a:xfrm>
              <a:off x="5210" y="2164"/>
              <a:ext cx="550" cy="827"/>
            </a:xfrm>
            <a:prstGeom prst="rect">
              <a:avLst/>
            </a:prstGeom>
            <a:noFill/>
            <a:ln w="12700">
              <a:noFill/>
            </a:ln>
          </p:spPr>
          <p:txBody>
            <a:bodyPr>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80000"/>
                </a:lnSpc>
                <a:spcBef>
                  <a:spcPct val="10000"/>
                </a:spcBef>
                <a:spcAft>
                  <a:spcPts val="590"/>
                </a:spcAft>
                <a:buSzPct val="80000"/>
                <a:buNone/>
              </a:pPr>
              <a:r>
                <a:rPr lang="en-US" altLang="zh-CN" sz="1800" dirty="0">
                  <a:solidFill>
                    <a:srgbClr val="3333FF"/>
                  </a:solidFill>
                  <a:ea typeface="宋体" pitchFamily="2" charset="-122"/>
                </a:rPr>
                <a:t>a[2][0]</a:t>
              </a:r>
              <a:endParaRPr lang="en-US" altLang="zh-CN" sz="1800" dirty="0">
                <a:solidFill>
                  <a:srgbClr val="3333FF"/>
                </a:solidFill>
                <a:ea typeface="宋体" pitchFamily="2" charset="-122"/>
              </a:endParaRPr>
            </a:p>
            <a:p>
              <a:pPr marL="0" lvl="0" indent="0" eaLnBrk="1" hangingPunct="1">
                <a:lnSpc>
                  <a:spcPct val="80000"/>
                </a:lnSpc>
                <a:spcBef>
                  <a:spcPct val="10000"/>
                </a:spcBef>
                <a:spcAft>
                  <a:spcPts val="590"/>
                </a:spcAft>
                <a:buSzPct val="80000"/>
                <a:buNone/>
              </a:pPr>
              <a:endParaRPr lang="en-US" altLang="zh-CN" sz="1800" dirty="0">
                <a:ea typeface="宋体" pitchFamily="2" charset="-122"/>
              </a:endParaRPr>
            </a:p>
            <a:p>
              <a:pPr marL="0" lvl="0" indent="0" eaLnBrk="1" hangingPunct="1">
                <a:lnSpc>
                  <a:spcPct val="80000"/>
                </a:lnSpc>
                <a:spcBef>
                  <a:spcPct val="10000"/>
                </a:spcBef>
                <a:spcAft>
                  <a:spcPts val="590"/>
                </a:spcAft>
                <a:buSzPct val="80000"/>
                <a:buNone/>
              </a:pPr>
              <a:r>
                <a:rPr lang="en-US" altLang="zh-CN" sz="1800" dirty="0">
                  <a:solidFill>
                    <a:srgbClr val="3333FF"/>
                  </a:solidFill>
                  <a:ea typeface="宋体" pitchFamily="2" charset="-122"/>
                </a:rPr>
                <a:t>a[2][1]</a:t>
              </a:r>
              <a:endParaRPr lang="en-US" altLang="zh-CN" sz="1800" dirty="0">
                <a:solidFill>
                  <a:srgbClr val="3333FF"/>
                </a:solidFill>
                <a:ea typeface="宋体" pitchFamily="2" charset="-122"/>
              </a:endParaRPr>
            </a:p>
            <a:p>
              <a:pPr marL="0" lvl="0" indent="0" eaLnBrk="1" hangingPunct="1">
                <a:lnSpc>
                  <a:spcPct val="90000"/>
                </a:lnSpc>
                <a:spcBef>
                  <a:spcPct val="10000"/>
                </a:spcBef>
                <a:spcAft>
                  <a:spcPts val="590"/>
                </a:spcAft>
                <a:buSzPct val="80000"/>
                <a:buNone/>
              </a:pPr>
              <a:endParaRPr lang="zh-CN" altLang="en-US" sz="1800" dirty="0">
                <a:ea typeface="宋体" pitchFamily="2" charset="-122"/>
              </a:endParaRPr>
            </a:p>
          </p:txBody>
        </p:sp>
        <p:grpSp>
          <p:nvGrpSpPr>
            <p:cNvPr id="27888" name="Group 20"/>
            <p:cNvGrpSpPr/>
            <p:nvPr/>
          </p:nvGrpSpPr>
          <p:grpSpPr>
            <a:xfrm>
              <a:off x="4512" y="528"/>
              <a:ext cx="759" cy="2496"/>
              <a:chOff x="4512" y="528"/>
              <a:chExt cx="759" cy="2496"/>
            </a:xfrm>
          </p:grpSpPr>
          <p:grpSp>
            <p:nvGrpSpPr>
              <p:cNvPr id="27889" name="Group 21"/>
              <p:cNvGrpSpPr/>
              <p:nvPr/>
            </p:nvGrpSpPr>
            <p:grpSpPr>
              <a:xfrm>
                <a:off x="4512" y="528"/>
                <a:ext cx="576" cy="1728"/>
                <a:chOff x="4752" y="768"/>
                <a:chExt cx="576" cy="1728"/>
              </a:xfrm>
            </p:grpSpPr>
            <p:sp>
              <p:nvSpPr>
                <p:cNvPr id="480" name="Rectangle 22"/>
                <p:cNvSpPr>
                  <a:spLocks noChangeArrowheads="1"/>
                </p:cNvSpPr>
                <p:nvPr/>
              </p:nvSpPr>
              <p:spPr bwMode="auto">
                <a:xfrm>
                  <a:off x="4752" y="960"/>
                  <a:ext cx="576" cy="192"/>
                </a:xfrm>
                <a:prstGeom prst="rect">
                  <a:avLst/>
                </a:prstGeom>
                <a:solidFill>
                  <a:srgbClr val="FFFF99"/>
                </a:solidFill>
                <a:ln w="12700" cap="sq">
                  <a:solidFill>
                    <a:schemeClr val="tx1"/>
                  </a:solidFill>
                  <a:miter lim="800000"/>
                  <a:headEnd type="none" w="sm" len="sm"/>
                  <a:tailEnd type="none" w="sm" len="sm"/>
                </a:ln>
              </p:spPr>
              <p:txBody>
                <a:bodyPr wrap="none" anchor="ct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481" name="Rectangle 23"/>
                <p:cNvSpPr>
                  <a:spLocks noChangeArrowheads="1"/>
                </p:cNvSpPr>
                <p:nvPr/>
              </p:nvSpPr>
              <p:spPr bwMode="auto">
                <a:xfrm>
                  <a:off x="4752" y="1152"/>
                  <a:ext cx="576" cy="192"/>
                </a:xfrm>
                <a:prstGeom prst="rect">
                  <a:avLst/>
                </a:prstGeom>
                <a:solidFill>
                  <a:srgbClr val="FFFF99"/>
                </a:solidFill>
                <a:ln w="12700" cap="sq">
                  <a:solidFill>
                    <a:schemeClr val="tx1"/>
                  </a:solidFill>
                  <a:miter lim="800000"/>
                  <a:headEnd type="none" w="sm" len="sm"/>
                  <a:tailEnd type="none" w="sm" len="sm"/>
                </a:ln>
              </p:spPr>
              <p:txBody>
                <a:bodyPr wrap="none" anchor="ct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482" name="Rectangle 24"/>
                <p:cNvSpPr>
                  <a:spLocks noChangeArrowheads="1"/>
                </p:cNvSpPr>
                <p:nvPr/>
              </p:nvSpPr>
              <p:spPr bwMode="auto">
                <a:xfrm>
                  <a:off x="4752" y="1344"/>
                  <a:ext cx="576" cy="192"/>
                </a:xfrm>
                <a:prstGeom prst="rect">
                  <a:avLst/>
                </a:prstGeom>
                <a:solidFill>
                  <a:srgbClr val="FFFF99"/>
                </a:solidFill>
                <a:ln w="12700" cap="sq">
                  <a:solidFill>
                    <a:schemeClr val="tx1"/>
                  </a:solidFill>
                  <a:miter lim="800000"/>
                  <a:headEnd type="none" w="sm" len="sm"/>
                  <a:tailEnd type="none" w="sm" len="sm"/>
                </a:ln>
              </p:spPr>
              <p:txBody>
                <a:bodyPr wrap="none" anchor="ct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483" name="Rectangle 25"/>
                <p:cNvSpPr>
                  <a:spLocks noChangeArrowheads="1"/>
                </p:cNvSpPr>
                <p:nvPr/>
              </p:nvSpPr>
              <p:spPr bwMode="auto">
                <a:xfrm>
                  <a:off x="4752" y="1536"/>
                  <a:ext cx="576" cy="192"/>
                </a:xfrm>
                <a:prstGeom prst="rect">
                  <a:avLst/>
                </a:prstGeom>
                <a:solidFill>
                  <a:srgbClr val="FFFF99"/>
                </a:solidFill>
                <a:ln w="12700" cap="sq">
                  <a:solidFill>
                    <a:schemeClr val="tx1"/>
                  </a:solidFill>
                  <a:miter lim="800000"/>
                  <a:headEnd type="none" w="sm" len="sm"/>
                  <a:tailEnd type="none" w="sm" len="sm"/>
                </a:ln>
              </p:spPr>
              <p:txBody>
                <a:bodyPr wrap="none" anchor="ct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484" name="Rectangle 26"/>
                <p:cNvSpPr>
                  <a:spLocks noChangeArrowheads="1"/>
                </p:cNvSpPr>
                <p:nvPr/>
              </p:nvSpPr>
              <p:spPr bwMode="auto">
                <a:xfrm>
                  <a:off x="4752" y="1728"/>
                  <a:ext cx="576" cy="192"/>
                </a:xfrm>
                <a:prstGeom prst="rect">
                  <a:avLst/>
                </a:prstGeom>
                <a:solidFill>
                  <a:srgbClr val="FFFF99"/>
                </a:solidFill>
                <a:ln w="12700" cap="sq">
                  <a:solidFill>
                    <a:schemeClr val="tx1"/>
                  </a:solidFill>
                  <a:miter lim="800000"/>
                  <a:headEnd type="none" w="sm" len="sm"/>
                  <a:tailEnd type="none" w="sm" len="sm"/>
                </a:ln>
              </p:spPr>
              <p:txBody>
                <a:bodyPr wrap="none" anchor="ct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485" name="Rectangle 27"/>
                <p:cNvSpPr>
                  <a:spLocks noChangeArrowheads="1"/>
                </p:cNvSpPr>
                <p:nvPr/>
              </p:nvSpPr>
              <p:spPr bwMode="auto">
                <a:xfrm>
                  <a:off x="4752" y="1920"/>
                  <a:ext cx="576" cy="192"/>
                </a:xfrm>
                <a:prstGeom prst="rect">
                  <a:avLst/>
                </a:prstGeom>
                <a:solidFill>
                  <a:srgbClr val="FFFF99"/>
                </a:solidFill>
                <a:ln w="12700" cap="sq">
                  <a:solidFill>
                    <a:schemeClr val="tx1"/>
                  </a:solidFill>
                  <a:miter lim="800000"/>
                  <a:headEnd type="none" w="sm" len="sm"/>
                  <a:tailEnd type="none" w="sm" len="sm"/>
                </a:ln>
              </p:spPr>
              <p:txBody>
                <a:bodyPr wrap="none" anchor="ct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486" name="Rectangle 28"/>
                <p:cNvSpPr>
                  <a:spLocks noChangeArrowheads="1"/>
                </p:cNvSpPr>
                <p:nvPr/>
              </p:nvSpPr>
              <p:spPr bwMode="auto">
                <a:xfrm>
                  <a:off x="4752" y="2112"/>
                  <a:ext cx="576" cy="192"/>
                </a:xfrm>
                <a:prstGeom prst="rect">
                  <a:avLst/>
                </a:prstGeom>
                <a:solidFill>
                  <a:srgbClr val="FFFF99"/>
                </a:solidFill>
                <a:ln w="12700" cap="sq">
                  <a:solidFill>
                    <a:schemeClr val="tx1"/>
                  </a:solidFill>
                  <a:miter lim="800000"/>
                  <a:headEnd type="none" w="sm" len="sm"/>
                  <a:tailEnd type="none" w="sm" len="sm"/>
                </a:ln>
              </p:spPr>
              <p:txBody>
                <a:bodyPr wrap="none" anchor="ct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487" name="Rectangle 29"/>
                <p:cNvSpPr>
                  <a:spLocks noChangeArrowheads="1"/>
                </p:cNvSpPr>
                <p:nvPr/>
              </p:nvSpPr>
              <p:spPr bwMode="auto">
                <a:xfrm>
                  <a:off x="4752" y="2304"/>
                  <a:ext cx="576" cy="192"/>
                </a:xfrm>
                <a:prstGeom prst="rect">
                  <a:avLst/>
                </a:prstGeom>
                <a:solidFill>
                  <a:srgbClr val="FFFF99"/>
                </a:solidFill>
                <a:ln w="12700" cap="sq">
                  <a:solidFill>
                    <a:schemeClr val="tx1"/>
                  </a:solidFill>
                  <a:miter lim="800000"/>
                  <a:headEnd type="none" w="sm" len="sm"/>
                  <a:tailEnd type="none" w="sm" len="sm"/>
                </a:ln>
              </p:spPr>
              <p:txBody>
                <a:bodyPr wrap="none" anchor="ct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488" name="Rectangle 30"/>
                <p:cNvSpPr>
                  <a:spLocks noChangeArrowheads="1"/>
                </p:cNvSpPr>
                <p:nvPr/>
              </p:nvSpPr>
              <p:spPr bwMode="auto">
                <a:xfrm>
                  <a:off x="4752" y="768"/>
                  <a:ext cx="576" cy="192"/>
                </a:xfrm>
                <a:prstGeom prst="rect">
                  <a:avLst/>
                </a:prstGeom>
                <a:solidFill>
                  <a:srgbClr val="FFFF99"/>
                </a:solidFill>
                <a:ln w="12700" cap="sq">
                  <a:solidFill>
                    <a:schemeClr val="tx1"/>
                  </a:solidFill>
                  <a:miter lim="800000"/>
                  <a:headEnd type="none" w="sm" len="sm"/>
                  <a:tailEnd type="none" w="sm" len="sm"/>
                </a:ln>
              </p:spPr>
              <p:txBody>
                <a:bodyPr wrap="none" anchor="ct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grpSp>
          <p:sp>
            <p:nvSpPr>
              <p:cNvPr id="469" name="AutoShape 32"/>
              <p:cNvSpPr/>
              <p:nvPr/>
            </p:nvSpPr>
            <p:spPr bwMode="auto">
              <a:xfrm>
                <a:off x="5088" y="612"/>
                <a:ext cx="183" cy="282"/>
              </a:xfrm>
              <a:prstGeom prst="rightBrace">
                <a:avLst>
                  <a:gd name="adj1" fmla="val 13115"/>
                  <a:gd name="adj2" fmla="val 50000"/>
                </a:avLst>
              </a:prstGeom>
              <a:noFill/>
              <a:ln w="12700" cap="sq">
                <a:solidFill>
                  <a:schemeClr val="accent2"/>
                </a:solidFill>
                <a:round/>
              </a:ln>
              <a:effectLst/>
            </p:spPr>
            <p:txBody>
              <a:bodyPr anchor="ctr">
                <a:spAutoFit/>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470" name="AutoShape 33"/>
              <p:cNvSpPr/>
              <p:nvPr/>
            </p:nvSpPr>
            <p:spPr bwMode="auto">
              <a:xfrm>
                <a:off x="5088" y="996"/>
                <a:ext cx="183" cy="282"/>
              </a:xfrm>
              <a:prstGeom prst="rightBrace">
                <a:avLst>
                  <a:gd name="adj1" fmla="val 13115"/>
                  <a:gd name="adj2" fmla="val 50000"/>
                </a:avLst>
              </a:prstGeom>
              <a:noFill/>
              <a:ln w="12700" cap="sq">
                <a:solidFill>
                  <a:schemeClr val="accent2"/>
                </a:solidFill>
                <a:round/>
              </a:ln>
              <a:effectLst/>
            </p:spPr>
            <p:txBody>
              <a:bodyPr anchor="ctr">
                <a:spAutoFit/>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471" name="AutoShape 34"/>
              <p:cNvSpPr/>
              <p:nvPr/>
            </p:nvSpPr>
            <p:spPr bwMode="auto">
              <a:xfrm>
                <a:off x="5088" y="1380"/>
                <a:ext cx="183" cy="282"/>
              </a:xfrm>
              <a:prstGeom prst="rightBrace">
                <a:avLst>
                  <a:gd name="adj1" fmla="val 13115"/>
                  <a:gd name="adj2" fmla="val 50000"/>
                </a:avLst>
              </a:prstGeom>
              <a:noFill/>
              <a:ln w="12700" cap="sq">
                <a:solidFill>
                  <a:schemeClr val="accent2"/>
                </a:solidFill>
                <a:round/>
              </a:ln>
              <a:effectLst/>
            </p:spPr>
            <p:txBody>
              <a:bodyPr anchor="ctr">
                <a:spAutoFit/>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472" name="AutoShape 35"/>
              <p:cNvSpPr/>
              <p:nvPr/>
            </p:nvSpPr>
            <p:spPr bwMode="auto">
              <a:xfrm>
                <a:off x="5088" y="1753"/>
                <a:ext cx="183" cy="282"/>
              </a:xfrm>
              <a:prstGeom prst="rightBrace">
                <a:avLst>
                  <a:gd name="adj1" fmla="val 13115"/>
                  <a:gd name="adj2" fmla="val 50000"/>
                </a:avLst>
              </a:prstGeom>
              <a:noFill/>
              <a:ln w="12700" cap="sq">
                <a:solidFill>
                  <a:schemeClr val="accent2"/>
                </a:solidFill>
                <a:round/>
              </a:ln>
              <a:effectLst/>
            </p:spPr>
            <p:txBody>
              <a:bodyPr anchor="ctr">
                <a:spAutoFit/>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473" name="Rectangle 36"/>
              <p:cNvSpPr>
                <a:spLocks noChangeArrowheads="1"/>
              </p:cNvSpPr>
              <p:nvPr/>
            </p:nvSpPr>
            <p:spPr bwMode="auto">
              <a:xfrm>
                <a:off x="4512" y="2640"/>
                <a:ext cx="576" cy="192"/>
              </a:xfrm>
              <a:prstGeom prst="rect">
                <a:avLst/>
              </a:prstGeom>
              <a:solidFill>
                <a:srgbClr val="FFFF99"/>
              </a:solidFill>
              <a:ln w="12700" cap="sq">
                <a:solidFill>
                  <a:schemeClr val="tx1"/>
                </a:solidFill>
                <a:miter lim="800000"/>
                <a:headEnd type="none" w="sm" len="sm"/>
                <a:tailEnd type="none" w="sm" len="sm"/>
              </a:ln>
            </p:spPr>
            <p:txBody>
              <a:bodyPr wrap="none" anchor="ct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474" name="Rectangle 37"/>
              <p:cNvSpPr>
                <a:spLocks noChangeArrowheads="1"/>
              </p:cNvSpPr>
              <p:nvPr/>
            </p:nvSpPr>
            <p:spPr bwMode="auto">
              <a:xfrm>
                <a:off x="4512" y="2832"/>
                <a:ext cx="576" cy="192"/>
              </a:xfrm>
              <a:prstGeom prst="rect">
                <a:avLst/>
              </a:prstGeom>
              <a:solidFill>
                <a:srgbClr val="FFFF99"/>
              </a:solidFill>
              <a:ln w="12700" cap="sq">
                <a:solidFill>
                  <a:schemeClr val="tx1"/>
                </a:solidFill>
                <a:miter lim="800000"/>
                <a:headEnd type="none" w="sm" len="sm"/>
                <a:tailEnd type="none" w="sm" len="sm"/>
              </a:ln>
            </p:spPr>
            <p:txBody>
              <a:bodyPr wrap="none" anchor="ct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476" name="Rectangle 39"/>
              <p:cNvSpPr>
                <a:spLocks noChangeArrowheads="1"/>
              </p:cNvSpPr>
              <p:nvPr/>
            </p:nvSpPr>
            <p:spPr bwMode="auto">
              <a:xfrm>
                <a:off x="4512" y="2448"/>
                <a:ext cx="576" cy="192"/>
              </a:xfrm>
              <a:prstGeom prst="rect">
                <a:avLst/>
              </a:prstGeom>
              <a:solidFill>
                <a:srgbClr val="FFFF99"/>
              </a:solidFill>
              <a:ln w="12700" cap="sq">
                <a:solidFill>
                  <a:schemeClr val="tx1"/>
                </a:solidFill>
                <a:miter lim="800000"/>
                <a:headEnd type="none" w="sm" len="sm"/>
                <a:tailEnd type="none" w="sm" len="sm"/>
              </a:ln>
            </p:spPr>
            <p:txBody>
              <a:bodyPr wrap="none" anchor="ct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477" name="Rectangle 40"/>
              <p:cNvSpPr>
                <a:spLocks noChangeArrowheads="1"/>
              </p:cNvSpPr>
              <p:nvPr/>
            </p:nvSpPr>
            <p:spPr bwMode="auto">
              <a:xfrm>
                <a:off x="4512" y="2256"/>
                <a:ext cx="576" cy="192"/>
              </a:xfrm>
              <a:prstGeom prst="rect">
                <a:avLst/>
              </a:prstGeom>
              <a:solidFill>
                <a:srgbClr val="FFFF99"/>
              </a:solidFill>
              <a:ln w="12700" cap="sq">
                <a:solidFill>
                  <a:schemeClr val="tx1"/>
                </a:solidFill>
                <a:miter lim="800000"/>
                <a:headEnd type="none" w="sm" len="sm"/>
                <a:tailEnd type="none" w="sm" len="sm"/>
              </a:ln>
            </p:spPr>
            <p:txBody>
              <a:bodyPr wrap="none" anchor="ct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478" name="AutoShape 41"/>
              <p:cNvSpPr/>
              <p:nvPr/>
            </p:nvSpPr>
            <p:spPr bwMode="auto">
              <a:xfrm>
                <a:off x="5088" y="2122"/>
                <a:ext cx="183" cy="282"/>
              </a:xfrm>
              <a:prstGeom prst="rightBrace">
                <a:avLst>
                  <a:gd name="adj1" fmla="val 13115"/>
                  <a:gd name="adj2" fmla="val 50000"/>
                </a:avLst>
              </a:prstGeom>
              <a:noFill/>
              <a:ln w="12700" cap="sq">
                <a:solidFill>
                  <a:schemeClr val="accent2"/>
                </a:solidFill>
                <a:round/>
              </a:ln>
              <a:effectLst/>
            </p:spPr>
            <p:txBody>
              <a:bodyPr anchor="ctr">
                <a:spAutoFit/>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479" name="AutoShape 42"/>
              <p:cNvSpPr/>
              <p:nvPr/>
            </p:nvSpPr>
            <p:spPr bwMode="auto">
              <a:xfrm>
                <a:off x="5088" y="2506"/>
                <a:ext cx="183" cy="282"/>
              </a:xfrm>
              <a:prstGeom prst="rightBrace">
                <a:avLst>
                  <a:gd name="adj1" fmla="val 13115"/>
                  <a:gd name="adj2" fmla="val 50000"/>
                </a:avLst>
              </a:prstGeom>
              <a:noFill/>
              <a:ln w="12700" cap="sq">
                <a:solidFill>
                  <a:schemeClr val="accent2"/>
                </a:solidFill>
                <a:round/>
              </a:ln>
              <a:effectLst/>
            </p:spPr>
            <p:txBody>
              <a:bodyPr anchor="ctr">
                <a:spAutoFit/>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grpSp>
      </p:grpSp>
      <p:grpSp>
        <p:nvGrpSpPr>
          <p:cNvPr id="30177" name="Group 253"/>
          <p:cNvGrpSpPr/>
          <p:nvPr/>
        </p:nvGrpSpPr>
        <p:grpSpPr>
          <a:xfrm>
            <a:off x="8955088" y="1476375"/>
            <a:ext cx="536575" cy="846138"/>
            <a:chOff x="4368" y="0"/>
            <a:chExt cx="1392" cy="1495"/>
          </a:xfrm>
        </p:grpSpPr>
        <p:grpSp>
          <p:nvGrpSpPr>
            <p:cNvPr id="27852" name="Group 254"/>
            <p:cNvGrpSpPr/>
            <p:nvPr/>
          </p:nvGrpSpPr>
          <p:grpSpPr>
            <a:xfrm>
              <a:off x="4368" y="0"/>
              <a:ext cx="1392" cy="1056"/>
              <a:chOff x="4368" y="2016"/>
              <a:chExt cx="1072" cy="1344"/>
            </a:xfrm>
          </p:grpSpPr>
          <p:sp>
            <p:nvSpPr>
              <p:cNvPr id="493" name="Freeform 255"/>
              <p:cNvSpPr/>
              <p:nvPr/>
            </p:nvSpPr>
            <p:spPr bwMode="auto">
              <a:xfrm>
                <a:off x="4457" y="2462"/>
                <a:ext cx="898" cy="825"/>
              </a:xfrm>
              <a:custGeom>
                <a:avLst/>
                <a:gdLst/>
                <a:ahLst/>
                <a:cxnLst>
                  <a:cxn ang="0">
                    <a:pos x="445" y="0"/>
                  </a:cxn>
                  <a:cxn ang="0">
                    <a:pos x="897" y="293"/>
                  </a:cxn>
                  <a:cxn ang="0">
                    <a:pos x="897" y="829"/>
                  </a:cxn>
                  <a:cxn ang="0">
                    <a:pos x="601" y="829"/>
                  </a:cxn>
                  <a:cxn ang="0">
                    <a:pos x="296" y="829"/>
                  </a:cxn>
                  <a:cxn ang="0">
                    <a:pos x="0" y="829"/>
                  </a:cxn>
                  <a:cxn ang="0">
                    <a:pos x="0" y="293"/>
                  </a:cxn>
                  <a:cxn ang="0">
                    <a:pos x="445" y="0"/>
                  </a:cxn>
                </a:cxnLst>
                <a:rect l="0" t="0" r="r" b="b"/>
                <a:pathLst>
                  <a:path w="897" h="829">
                    <a:moveTo>
                      <a:pt x="445" y="0"/>
                    </a:moveTo>
                    <a:lnTo>
                      <a:pt x="897" y="293"/>
                    </a:lnTo>
                    <a:lnTo>
                      <a:pt x="897" y="829"/>
                    </a:lnTo>
                    <a:lnTo>
                      <a:pt x="601" y="829"/>
                    </a:lnTo>
                    <a:lnTo>
                      <a:pt x="296" y="829"/>
                    </a:lnTo>
                    <a:lnTo>
                      <a:pt x="0" y="829"/>
                    </a:lnTo>
                    <a:lnTo>
                      <a:pt x="0" y="293"/>
                    </a:lnTo>
                    <a:lnTo>
                      <a:pt x="445" y="0"/>
                    </a:lnTo>
                    <a:close/>
                  </a:path>
                </a:pathLst>
              </a:custGeom>
              <a:solidFill>
                <a:srgbClr val="993366"/>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494" name="Freeform 256"/>
              <p:cNvSpPr/>
              <p:nvPr/>
            </p:nvSpPr>
            <p:spPr bwMode="auto">
              <a:xfrm>
                <a:off x="4368" y="2462"/>
                <a:ext cx="415" cy="289"/>
              </a:xfrm>
              <a:custGeom>
                <a:avLst/>
                <a:gdLst/>
                <a:ahLst/>
                <a:cxnLst>
                  <a:cxn ang="0">
                    <a:pos x="0" y="288"/>
                  </a:cxn>
                  <a:cxn ang="0">
                    <a:pos x="416" y="32"/>
                  </a:cxn>
                  <a:cxn ang="0">
                    <a:pos x="416" y="27"/>
                  </a:cxn>
                  <a:cxn ang="0">
                    <a:pos x="416" y="19"/>
                  </a:cxn>
                  <a:cxn ang="0">
                    <a:pos x="416" y="9"/>
                  </a:cxn>
                  <a:cxn ang="0">
                    <a:pos x="416" y="0"/>
                  </a:cxn>
                  <a:cxn ang="0">
                    <a:pos x="0" y="254"/>
                  </a:cxn>
                  <a:cxn ang="0">
                    <a:pos x="0" y="288"/>
                  </a:cxn>
                </a:cxnLst>
                <a:rect l="0" t="0" r="r" b="b"/>
                <a:pathLst>
                  <a:path w="416" h="288">
                    <a:moveTo>
                      <a:pt x="0" y="288"/>
                    </a:moveTo>
                    <a:lnTo>
                      <a:pt x="416" y="32"/>
                    </a:lnTo>
                    <a:lnTo>
                      <a:pt x="416" y="27"/>
                    </a:lnTo>
                    <a:lnTo>
                      <a:pt x="416" y="19"/>
                    </a:lnTo>
                    <a:lnTo>
                      <a:pt x="416" y="9"/>
                    </a:lnTo>
                    <a:lnTo>
                      <a:pt x="416" y="0"/>
                    </a:lnTo>
                    <a:lnTo>
                      <a:pt x="0" y="254"/>
                    </a:lnTo>
                    <a:lnTo>
                      <a:pt x="0" y="288"/>
                    </a:lnTo>
                    <a:close/>
                  </a:path>
                </a:pathLst>
              </a:custGeom>
              <a:solidFill>
                <a:srgbClr val="000000"/>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495" name="Rectangle 257"/>
              <p:cNvSpPr>
                <a:spLocks noChangeArrowheads="1"/>
              </p:cNvSpPr>
              <p:nvPr/>
            </p:nvSpPr>
            <p:spPr bwMode="auto">
              <a:xfrm>
                <a:off x="4457" y="3330"/>
                <a:ext cx="898" cy="29"/>
              </a:xfrm>
              <a:prstGeom prst="rect">
                <a:avLst/>
              </a:prstGeom>
              <a:solidFill>
                <a:srgbClr val="000000"/>
              </a:solidFill>
              <a:ln w="9525">
                <a:noFill/>
                <a:miter lim="800000"/>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496" name="Freeform 258"/>
              <p:cNvSpPr/>
              <p:nvPr/>
            </p:nvSpPr>
            <p:spPr bwMode="auto">
              <a:xfrm>
                <a:off x="4787" y="2170"/>
                <a:ext cx="241" cy="328"/>
              </a:xfrm>
              <a:custGeom>
                <a:avLst/>
                <a:gdLst/>
                <a:ahLst/>
                <a:cxnLst>
                  <a:cxn ang="0">
                    <a:pos x="242" y="327"/>
                  </a:cxn>
                  <a:cxn ang="0">
                    <a:pos x="242" y="0"/>
                  </a:cxn>
                  <a:cxn ang="0">
                    <a:pos x="0" y="0"/>
                  </a:cxn>
                  <a:cxn ang="0">
                    <a:pos x="0" y="321"/>
                  </a:cxn>
                  <a:cxn ang="0">
                    <a:pos x="116" y="240"/>
                  </a:cxn>
                  <a:cxn ang="0">
                    <a:pos x="242" y="327"/>
                  </a:cxn>
                </a:cxnLst>
                <a:rect l="0" t="0" r="r" b="b"/>
                <a:pathLst>
                  <a:path w="242" h="327">
                    <a:moveTo>
                      <a:pt x="242" y="327"/>
                    </a:moveTo>
                    <a:lnTo>
                      <a:pt x="242" y="0"/>
                    </a:lnTo>
                    <a:lnTo>
                      <a:pt x="0" y="0"/>
                    </a:lnTo>
                    <a:lnTo>
                      <a:pt x="0" y="321"/>
                    </a:lnTo>
                    <a:lnTo>
                      <a:pt x="116" y="240"/>
                    </a:lnTo>
                    <a:lnTo>
                      <a:pt x="242" y="327"/>
                    </a:lnTo>
                    <a:close/>
                  </a:path>
                </a:pathLst>
              </a:custGeom>
              <a:solidFill>
                <a:srgbClr val="000000"/>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497" name="Freeform 259"/>
              <p:cNvSpPr/>
              <p:nvPr/>
            </p:nvSpPr>
            <p:spPr bwMode="auto">
              <a:xfrm>
                <a:off x="4723" y="2016"/>
                <a:ext cx="358" cy="125"/>
              </a:xfrm>
              <a:custGeom>
                <a:avLst/>
                <a:gdLst/>
                <a:ahLst/>
                <a:cxnLst>
                  <a:cxn ang="0">
                    <a:pos x="181" y="0"/>
                  </a:cxn>
                  <a:cxn ang="0">
                    <a:pos x="0" y="126"/>
                  </a:cxn>
                  <a:cxn ang="0">
                    <a:pos x="361" y="126"/>
                  </a:cxn>
                  <a:cxn ang="0">
                    <a:pos x="181" y="0"/>
                  </a:cxn>
                </a:cxnLst>
                <a:rect l="0" t="0" r="r" b="b"/>
                <a:pathLst>
                  <a:path w="361" h="126">
                    <a:moveTo>
                      <a:pt x="181" y="0"/>
                    </a:moveTo>
                    <a:lnTo>
                      <a:pt x="0" y="126"/>
                    </a:lnTo>
                    <a:lnTo>
                      <a:pt x="361" y="126"/>
                    </a:lnTo>
                    <a:lnTo>
                      <a:pt x="181" y="0"/>
                    </a:lnTo>
                    <a:close/>
                  </a:path>
                </a:pathLst>
              </a:custGeom>
              <a:solidFill>
                <a:srgbClr val="000000"/>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498" name="Freeform 260"/>
              <p:cNvSpPr/>
              <p:nvPr/>
            </p:nvSpPr>
            <p:spPr bwMode="auto">
              <a:xfrm>
                <a:off x="5028" y="2469"/>
                <a:ext cx="412" cy="282"/>
              </a:xfrm>
              <a:custGeom>
                <a:avLst/>
                <a:gdLst/>
                <a:ahLst/>
                <a:cxnLst>
                  <a:cxn ang="0">
                    <a:pos x="413" y="287"/>
                  </a:cxn>
                  <a:cxn ang="0">
                    <a:pos x="0" y="31"/>
                  </a:cxn>
                  <a:cxn ang="0">
                    <a:pos x="0" y="25"/>
                  </a:cxn>
                  <a:cxn ang="0">
                    <a:pos x="0" y="17"/>
                  </a:cxn>
                  <a:cxn ang="0">
                    <a:pos x="0" y="9"/>
                  </a:cxn>
                  <a:cxn ang="0">
                    <a:pos x="0" y="0"/>
                  </a:cxn>
                  <a:cxn ang="0">
                    <a:pos x="413" y="253"/>
                  </a:cxn>
                  <a:cxn ang="0">
                    <a:pos x="413" y="287"/>
                  </a:cxn>
                </a:cxnLst>
                <a:rect l="0" t="0" r="r" b="b"/>
                <a:pathLst>
                  <a:path w="413" h="287">
                    <a:moveTo>
                      <a:pt x="413" y="287"/>
                    </a:moveTo>
                    <a:lnTo>
                      <a:pt x="0" y="31"/>
                    </a:lnTo>
                    <a:lnTo>
                      <a:pt x="0" y="25"/>
                    </a:lnTo>
                    <a:lnTo>
                      <a:pt x="0" y="17"/>
                    </a:lnTo>
                    <a:lnTo>
                      <a:pt x="0" y="9"/>
                    </a:lnTo>
                    <a:lnTo>
                      <a:pt x="0" y="0"/>
                    </a:lnTo>
                    <a:lnTo>
                      <a:pt x="413" y="253"/>
                    </a:lnTo>
                    <a:lnTo>
                      <a:pt x="413" y="287"/>
                    </a:lnTo>
                    <a:close/>
                  </a:path>
                </a:pathLst>
              </a:custGeom>
              <a:solidFill>
                <a:srgbClr val="000000"/>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499" name="Freeform 261"/>
              <p:cNvSpPr/>
              <p:nvPr/>
            </p:nvSpPr>
            <p:spPr bwMode="auto">
              <a:xfrm>
                <a:off x="4841" y="2209"/>
                <a:ext cx="127" cy="164"/>
              </a:xfrm>
              <a:custGeom>
                <a:avLst/>
                <a:gdLst/>
                <a:ahLst/>
                <a:cxnLst>
                  <a:cxn ang="0">
                    <a:pos x="65" y="0"/>
                  </a:cxn>
                  <a:cxn ang="0">
                    <a:pos x="51" y="1"/>
                  </a:cxn>
                  <a:cxn ang="0">
                    <a:pos x="38" y="6"/>
                  </a:cxn>
                  <a:cxn ang="0">
                    <a:pos x="27" y="13"/>
                  </a:cxn>
                  <a:cxn ang="0">
                    <a:pos x="17" y="20"/>
                  </a:cxn>
                  <a:cxn ang="0">
                    <a:pos x="9" y="32"/>
                  </a:cxn>
                  <a:cxn ang="0">
                    <a:pos x="5" y="44"/>
                  </a:cxn>
                  <a:cxn ang="0">
                    <a:pos x="1" y="58"/>
                  </a:cxn>
                  <a:cxn ang="0">
                    <a:pos x="0" y="74"/>
                  </a:cxn>
                  <a:cxn ang="0">
                    <a:pos x="0" y="103"/>
                  </a:cxn>
                  <a:cxn ang="0">
                    <a:pos x="0" y="126"/>
                  </a:cxn>
                  <a:cxn ang="0">
                    <a:pos x="0" y="145"/>
                  </a:cxn>
                  <a:cxn ang="0">
                    <a:pos x="0" y="164"/>
                  </a:cxn>
                  <a:cxn ang="0">
                    <a:pos x="27" y="164"/>
                  </a:cxn>
                  <a:cxn ang="0">
                    <a:pos x="44" y="164"/>
                  </a:cxn>
                  <a:cxn ang="0">
                    <a:pos x="55" y="164"/>
                  </a:cxn>
                  <a:cxn ang="0">
                    <a:pos x="63" y="164"/>
                  </a:cxn>
                  <a:cxn ang="0">
                    <a:pos x="71" y="164"/>
                  </a:cxn>
                  <a:cxn ang="0">
                    <a:pos x="82" y="164"/>
                  </a:cxn>
                  <a:cxn ang="0">
                    <a:pos x="100" y="164"/>
                  </a:cxn>
                  <a:cxn ang="0">
                    <a:pos x="127" y="164"/>
                  </a:cxn>
                  <a:cxn ang="0">
                    <a:pos x="127" y="139"/>
                  </a:cxn>
                  <a:cxn ang="0">
                    <a:pos x="127" y="114"/>
                  </a:cxn>
                  <a:cxn ang="0">
                    <a:pos x="127" y="90"/>
                  </a:cxn>
                  <a:cxn ang="0">
                    <a:pos x="127" y="71"/>
                  </a:cxn>
                  <a:cxn ang="0">
                    <a:pos x="127" y="62"/>
                  </a:cxn>
                  <a:cxn ang="0">
                    <a:pos x="123" y="51"/>
                  </a:cxn>
                  <a:cxn ang="0">
                    <a:pos x="119" y="38"/>
                  </a:cxn>
                  <a:cxn ang="0">
                    <a:pos x="112" y="27"/>
                  </a:cxn>
                  <a:cxn ang="0">
                    <a:pos x="104" y="16"/>
                  </a:cxn>
                  <a:cxn ang="0">
                    <a:pos x="93" y="8"/>
                  </a:cxn>
                  <a:cxn ang="0">
                    <a:pos x="81" y="1"/>
                  </a:cxn>
                  <a:cxn ang="0">
                    <a:pos x="65" y="0"/>
                  </a:cxn>
                </a:cxnLst>
                <a:rect l="0" t="0" r="r" b="b"/>
                <a:pathLst>
                  <a:path w="127" h="164">
                    <a:moveTo>
                      <a:pt x="65" y="0"/>
                    </a:moveTo>
                    <a:lnTo>
                      <a:pt x="51" y="1"/>
                    </a:lnTo>
                    <a:lnTo>
                      <a:pt x="38" y="6"/>
                    </a:lnTo>
                    <a:lnTo>
                      <a:pt x="27" y="13"/>
                    </a:lnTo>
                    <a:lnTo>
                      <a:pt x="17" y="20"/>
                    </a:lnTo>
                    <a:lnTo>
                      <a:pt x="9" y="32"/>
                    </a:lnTo>
                    <a:lnTo>
                      <a:pt x="5" y="44"/>
                    </a:lnTo>
                    <a:lnTo>
                      <a:pt x="1" y="58"/>
                    </a:lnTo>
                    <a:lnTo>
                      <a:pt x="0" y="74"/>
                    </a:lnTo>
                    <a:lnTo>
                      <a:pt x="0" y="103"/>
                    </a:lnTo>
                    <a:lnTo>
                      <a:pt x="0" y="126"/>
                    </a:lnTo>
                    <a:lnTo>
                      <a:pt x="0" y="145"/>
                    </a:lnTo>
                    <a:lnTo>
                      <a:pt x="0" y="164"/>
                    </a:lnTo>
                    <a:lnTo>
                      <a:pt x="27" y="164"/>
                    </a:lnTo>
                    <a:lnTo>
                      <a:pt x="44" y="164"/>
                    </a:lnTo>
                    <a:lnTo>
                      <a:pt x="55" y="164"/>
                    </a:lnTo>
                    <a:lnTo>
                      <a:pt x="63" y="164"/>
                    </a:lnTo>
                    <a:lnTo>
                      <a:pt x="71" y="164"/>
                    </a:lnTo>
                    <a:lnTo>
                      <a:pt x="82" y="164"/>
                    </a:lnTo>
                    <a:lnTo>
                      <a:pt x="100" y="164"/>
                    </a:lnTo>
                    <a:lnTo>
                      <a:pt x="127" y="164"/>
                    </a:lnTo>
                    <a:lnTo>
                      <a:pt x="127" y="139"/>
                    </a:lnTo>
                    <a:lnTo>
                      <a:pt x="127" y="114"/>
                    </a:lnTo>
                    <a:lnTo>
                      <a:pt x="127" y="90"/>
                    </a:lnTo>
                    <a:lnTo>
                      <a:pt x="127" y="71"/>
                    </a:lnTo>
                    <a:lnTo>
                      <a:pt x="127" y="62"/>
                    </a:lnTo>
                    <a:lnTo>
                      <a:pt x="123" y="51"/>
                    </a:lnTo>
                    <a:lnTo>
                      <a:pt x="119" y="38"/>
                    </a:lnTo>
                    <a:lnTo>
                      <a:pt x="112" y="27"/>
                    </a:lnTo>
                    <a:lnTo>
                      <a:pt x="104" y="16"/>
                    </a:lnTo>
                    <a:lnTo>
                      <a:pt x="93" y="8"/>
                    </a:lnTo>
                    <a:lnTo>
                      <a:pt x="81" y="1"/>
                    </a:lnTo>
                    <a:lnTo>
                      <a:pt x="65" y="0"/>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500" name="Rectangle 262"/>
              <p:cNvSpPr>
                <a:spLocks noChangeArrowheads="1"/>
              </p:cNvSpPr>
              <p:nvPr/>
            </p:nvSpPr>
            <p:spPr bwMode="auto">
              <a:xfrm>
                <a:off x="4803" y="2901"/>
                <a:ext cx="206" cy="386"/>
              </a:xfrm>
              <a:prstGeom prst="rect">
                <a:avLst/>
              </a:prstGeom>
              <a:solidFill>
                <a:srgbClr val="FFFFFF"/>
              </a:solidFill>
              <a:ln w="9525">
                <a:noFill/>
                <a:miter lim="800000"/>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501" name="Freeform 263"/>
              <p:cNvSpPr/>
              <p:nvPr/>
            </p:nvSpPr>
            <p:spPr bwMode="auto">
              <a:xfrm>
                <a:off x="4736" y="2819"/>
                <a:ext cx="13" cy="318"/>
              </a:xfrm>
              <a:custGeom>
                <a:avLst/>
                <a:gdLst/>
                <a:ahLst/>
                <a:cxnLst>
                  <a:cxn ang="0">
                    <a:pos x="8" y="16"/>
                  </a:cxn>
                  <a:cxn ang="0">
                    <a:pos x="0" y="8"/>
                  </a:cxn>
                  <a:cxn ang="0">
                    <a:pos x="0" y="320"/>
                  </a:cxn>
                  <a:cxn ang="0">
                    <a:pos x="16" y="320"/>
                  </a:cxn>
                  <a:cxn ang="0">
                    <a:pos x="16" y="8"/>
                  </a:cxn>
                  <a:cxn ang="0">
                    <a:pos x="8" y="0"/>
                  </a:cxn>
                  <a:cxn ang="0">
                    <a:pos x="16" y="8"/>
                  </a:cxn>
                  <a:cxn ang="0">
                    <a:pos x="16" y="0"/>
                  </a:cxn>
                  <a:cxn ang="0">
                    <a:pos x="8" y="0"/>
                  </a:cxn>
                  <a:cxn ang="0">
                    <a:pos x="8" y="16"/>
                  </a:cxn>
                </a:cxnLst>
                <a:rect l="0" t="0" r="r" b="b"/>
                <a:pathLst>
                  <a:path w="16" h="320">
                    <a:moveTo>
                      <a:pt x="8" y="16"/>
                    </a:moveTo>
                    <a:lnTo>
                      <a:pt x="0" y="8"/>
                    </a:lnTo>
                    <a:lnTo>
                      <a:pt x="0" y="320"/>
                    </a:lnTo>
                    <a:lnTo>
                      <a:pt x="16" y="320"/>
                    </a:lnTo>
                    <a:lnTo>
                      <a:pt x="16" y="8"/>
                    </a:lnTo>
                    <a:lnTo>
                      <a:pt x="8" y="0"/>
                    </a:lnTo>
                    <a:lnTo>
                      <a:pt x="16" y="8"/>
                    </a:lnTo>
                    <a:lnTo>
                      <a:pt x="16" y="0"/>
                    </a:lnTo>
                    <a:lnTo>
                      <a:pt x="8" y="0"/>
                    </a:lnTo>
                    <a:lnTo>
                      <a:pt x="8" y="16"/>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502" name="Freeform 264"/>
              <p:cNvSpPr/>
              <p:nvPr/>
            </p:nvSpPr>
            <p:spPr bwMode="auto">
              <a:xfrm>
                <a:off x="4558" y="2819"/>
                <a:ext cx="184" cy="21"/>
              </a:xfrm>
              <a:custGeom>
                <a:avLst/>
                <a:gdLst/>
                <a:ahLst/>
                <a:cxnLst>
                  <a:cxn ang="0">
                    <a:pos x="16" y="8"/>
                  </a:cxn>
                  <a:cxn ang="0">
                    <a:pos x="8" y="16"/>
                  </a:cxn>
                  <a:cxn ang="0">
                    <a:pos x="187" y="16"/>
                  </a:cxn>
                  <a:cxn ang="0">
                    <a:pos x="187" y="0"/>
                  </a:cxn>
                  <a:cxn ang="0">
                    <a:pos x="8" y="0"/>
                  </a:cxn>
                  <a:cxn ang="0">
                    <a:pos x="0" y="8"/>
                  </a:cxn>
                  <a:cxn ang="0">
                    <a:pos x="8" y="0"/>
                  </a:cxn>
                  <a:cxn ang="0">
                    <a:pos x="0" y="0"/>
                  </a:cxn>
                  <a:cxn ang="0">
                    <a:pos x="0" y="8"/>
                  </a:cxn>
                  <a:cxn ang="0">
                    <a:pos x="16" y="8"/>
                  </a:cxn>
                </a:cxnLst>
                <a:rect l="0" t="0" r="r" b="b"/>
                <a:pathLst>
                  <a:path w="187" h="16">
                    <a:moveTo>
                      <a:pt x="16" y="8"/>
                    </a:moveTo>
                    <a:lnTo>
                      <a:pt x="8" y="16"/>
                    </a:lnTo>
                    <a:lnTo>
                      <a:pt x="187" y="16"/>
                    </a:lnTo>
                    <a:lnTo>
                      <a:pt x="187" y="0"/>
                    </a:lnTo>
                    <a:lnTo>
                      <a:pt x="8" y="0"/>
                    </a:lnTo>
                    <a:lnTo>
                      <a:pt x="0" y="8"/>
                    </a:lnTo>
                    <a:lnTo>
                      <a:pt x="8" y="0"/>
                    </a:lnTo>
                    <a:lnTo>
                      <a:pt x="0" y="0"/>
                    </a:lnTo>
                    <a:lnTo>
                      <a:pt x="0" y="8"/>
                    </a:lnTo>
                    <a:lnTo>
                      <a:pt x="16"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503" name="Freeform 265"/>
              <p:cNvSpPr/>
              <p:nvPr/>
            </p:nvSpPr>
            <p:spPr bwMode="auto">
              <a:xfrm>
                <a:off x="4558" y="2826"/>
                <a:ext cx="13" cy="318"/>
              </a:xfrm>
              <a:custGeom>
                <a:avLst/>
                <a:gdLst/>
                <a:ahLst/>
                <a:cxnLst>
                  <a:cxn ang="0">
                    <a:pos x="8" y="304"/>
                  </a:cxn>
                  <a:cxn ang="0">
                    <a:pos x="16" y="312"/>
                  </a:cxn>
                  <a:cxn ang="0">
                    <a:pos x="16" y="0"/>
                  </a:cxn>
                  <a:cxn ang="0">
                    <a:pos x="0" y="0"/>
                  </a:cxn>
                  <a:cxn ang="0">
                    <a:pos x="0" y="312"/>
                  </a:cxn>
                  <a:cxn ang="0">
                    <a:pos x="8" y="320"/>
                  </a:cxn>
                  <a:cxn ang="0">
                    <a:pos x="0" y="312"/>
                  </a:cxn>
                  <a:cxn ang="0">
                    <a:pos x="0" y="320"/>
                  </a:cxn>
                  <a:cxn ang="0">
                    <a:pos x="8" y="320"/>
                  </a:cxn>
                  <a:cxn ang="0">
                    <a:pos x="8" y="304"/>
                  </a:cxn>
                </a:cxnLst>
                <a:rect l="0" t="0" r="r" b="b"/>
                <a:pathLst>
                  <a:path w="16" h="320">
                    <a:moveTo>
                      <a:pt x="8" y="304"/>
                    </a:moveTo>
                    <a:lnTo>
                      <a:pt x="16" y="312"/>
                    </a:lnTo>
                    <a:lnTo>
                      <a:pt x="16" y="0"/>
                    </a:lnTo>
                    <a:lnTo>
                      <a:pt x="0" y="0"/>
                    </a:lnTo>
                    <a:lnTo>
                      <a:pt x="0" y="312"/>
                    </a:lnTo>
                    <a:lnTo>
                      <a:pt x="8" y="320"/>
                    </a:lnTo>
                    <a:lnTo>
                      <a:pt x="0" y="312"/>
                    </a:lnTo>
                    <a:lnTo>
                      <a:pt x="0" y="320"/>
                    </a:lnTo>
                    <a:lnTo>
                      <a:pt x="8" y="320"/>
                    </a:lnTo>
                    <a:lnTo>
                      <a:pt x="8" y="304"/>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504" name="Freeform 266"/>
              <p:cNvSpPr/>
              <p:nvPr/>
            </p:nvSpPr>
            <p:spPr bwMode="auto">
              <a:xfrm>
                <a:off x="4565" y="3130"/>
                <a:ext cx="184" cy="14"/>
              </a:xfrm>
              <a:custGeom>
                <a:avLst/>
                <a:gdLst/>
                <a:ahLst/>
                <a:cxnLst>
                  <a:cxn ang="0">
                    <a:pos x="171" y="8"/>
                  </a:cxn>
                  <a:cxn ang="0">
                    <a:pos x="179" y="0"/>
                  </a:cxn>
                  <a:cxn ang="0">
                    <a:pos x="0" y="0"/>
                  </a:cxn>
                  <a:cxn ang="0">
                    <a:pos x="0" y="16"/>
                  </a:cxn>
                  <a:cxn ang="0">
                    <a:pos x="179" y="16"/>
                  </a:cxn>
                  <a:cxn ang="0">
                    <a:pos x="187" y="8"/>
                  </a:cxn>
                  <a:cxn ang="0">
                    <a:pos x="179" y="16"/>
                  </a:cxn>
                  <a:cxn ang="0">
                    <a:pos x="187" y="16"/>
                  </a:cxn>
                  <a:cxn ang="0">
                    <a:pos x="187" y="8"/>
                  </a:cxn>
                  <a:cxn ang="0">
                    <a:pos x="171" y="8"/>
                  </a:cxn>
                </a:cxnLst>
                <a:rect l="0" t="0" r="r" b="b"/>
                <a:pathLst>
                  <a:path w="187" h="16">
                    <a:moveTo>
                      <a:pt x="171" y="8"/>
                    </a:moveTo>
                    <a:lnTo>
                      <a:pt x="179" y="0"/>
                    </a:lnTo>
                    <a:lnTo>
                      <a:pt x="0" y="0"/>
                    </a:lnTo>
                    <a:lnTo>
                      <a:pt x="0" y="16"/>
                    </a:lnTo>
                    <a:lnTo>
                      <a:pt x="179" y="16"/>
                    </a:lnTo>
                    <a:lnTo>
                      <a:pt x="187" y="8"/>
                    </a:lnTo>
                    <a:lnTo>
                      <a:pt x="179" y="16"/>
                    </a:lnTo>
                    <a:lnTo>
                      <a:pt x="187" y="16"/>
                    </a:lnTo>
                    <a:lnTo>
                      <a:pt x="187" y="8"/>
                    </a:lnTo>
                    <a:lnTo>
                      <a:pt x="171"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505" name="Freeform 267"/>
              <p:cNvSpPr/>
              <p:nvPr/>
            </p:nvSpPr>
            <p:spPr bwMode="auto">
              <a:xfrm>
                <a:off x="4568" y="2916"/>
                <a:ext cx="174" cy="11"/>
              </a:xfrm>
              <a:custGeom>
                <a:avLst/>
                <a:gdLst/>
                <a:ahLst/>
                <a:cxnLst>
                  <a:cxn ang="0">
                    <a:pos x="176" y="8"/>
                  </a:cxn>
                  <a:cxn ang="0">
                    <a:pos x="176" y="0"/>
                  </a:cxn>
                  <a:cxn ang="0">
                    <a:pos x="0" y="0"/>
                  </a:cxn>
                  <a:cxn ang="0">
                    <a:pos x="0" y="16"/>
                  </a:cxn>
                  <a:cxn ang="0">
                    <a:pos x="176" y="16"/>
                  </a:cxn>
                  <a:cxn ang="0">
                    <a:pos x="176" y="8"/>
                  </a:cxn>
                </a:cxnLst>
                <a:rect l="0" t="0" r="r" b="b"/>
                <a:pathLst>
                  <a:path w="176" h="16">
                    <a:moveTo>
                      <a:pt x="176" y="8"/>
                    </a:moveTo>
                    <a:lnTo>
                      <a:pt x="176" y="0"/>
                    </a:lnTo>
                    <a:lnTo>
                      <a:pt x="0" y="0"/>
                    </a:lnTo>
                    <a:lnTo>
                      <a:pt x="0" y="16"/>
                    </a:lnTo>
                    <a:lnTo>
                      <a:pt x="176" y="16"/>
                    </a:lnTo>
                    <a:lnTo>
                      <a:pt x="176"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506" name="Freeform 268"/>
              <p:cNvSpPr/>
              <p:nvPr/>
            </p:nvSpPr>
            <p:spPr bwMode="auto">
              <a:xfrm>
                <a:off x="4568" y="3026"/>
                <a:ext cx="174" cy="18"/>
              </a:xfrm>
              <a:custGeom>
                <a:avLst/>
                <a:gdLst/>
                <a:ahLst/>
                <a:cxnLst>
                  <a:cxn ang="0">
                    <a:pos x="176" y="8"/>
                  </a:cxn>
                  <a:cxn ang="0">
                    <a:pos x="176" y="0"/>
                  </a:cxn>
                  <a:cxn ang="0">
                    <a:pos x="0" y="0"/>
                  </a:cxn>
                  <a:cxn ang="0">
                    <a:pos x="0" y="16"/>
                  </a:cxn>
                  <a:cxn ang="0">
                    <a:pos x="176" y="16"/>
                  </a:cxn>
                  <a:cxn ang="0">
                    <a:pos x="176" y="8"/>
                  </a:cxn>
                </a:cxnLst>
                <a:rect l="0" t="0" r="r" b="b"/>
                <a:pathLst>
                  <a:path w="176" h="16">
                    <a:moveTo>
                      <a:pt x="176" y="8"/>
                    </a:moveTo>
                    <a:lnTo>
                      <a:pt x="176" y="0"/>
                    </a:lnTo>
                    <a:lnTo>
                      <a:pt x="0" y="0"/>
                    </a:lnTo>
                    <a:lnTo>
                      <a:pt x="0" y="16"/>
                    </a:lnTo>
                    <a:lnTo>
                      <a:pt x="176" y="16"/>
                    </a:lnTo>
                    <a:lnTo>
                      <a:pt x="176"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507" name="Freeform 269"/>
              <p:cNvSpPr/>
              <p:nvPr/>
            </p:nvSpPr>
            <p:spPr bwMode="auto">
              <a:xfrm>
                <a:off x="4644" y="2837"/>
                <a:ext cx="16" cy="300"/>
              </a:xfrm>
              <a:custGeom>
                <a:avLst/>
                <a:gdLst/>
                <a:ahLst/>
                <a:cxnLst>
                  <a:cxn ang="0">
                    <a:pos x="7" y="302"/>
                  </a:cxn>
                  <a:cxn ang="0">
                    <a:pos x="15" y="302"/>
                  </a:cxn>
                  <a:cxn ang="0">
                    <a:pos x="15" y="0"/>
                  </a:cxn>
                  <a:cxn ang="0">
                    <a:pos x="0" y="0"/>
                  </a:cxn>
                  <a:cxn ang="0">
                    <a:pos x="0" y="302"/>
                  </a:cxn>
                  <a:cxn ang="0">
                    <a:pos x="7" y="302"/>
                  </a:cxn>
                </a:cxnLst>
                <a:rect l="0" t="0" r="r" b="b"/>
                <a:pathLst>
                  <a:path w="15" h="302">
                    <a:moveTo>
                      <a:pt x="7" y="302"/>
                    </a:moveTo>
                    <a:lnTo>
                      <a:pt x="15" y="302"/>
                    </a:lnTo>
                    <a:lnTo>
                      <a:pt x="15" y="0"/>
                    </a:lnTo>
                    <a:lnTo>
                      <a:pt x="0" y="0"/>
                    </a:lnTo>
                    <a:lnTo>
                      <a:pt x="0" y="302"/>
                    </a:lnTo>
                    <a:lnTo>
                      <a:pt x="7" y="302"/>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508" name="Freeform 270"/>
              <p:cNvSpPr/>
              <p:nvPr/>
            </p:nvSpPr>
            <p:spPr bwMode="auto">
              <a:xfrm>
                <a:off x="5240" y="2819"/>
                <a:ext cx="16" cy="318"/>
              </a:xfrm>
              <a:custGeom>
                <a:avLst/>
                <a:gdLst/>
                <a:ahLst/>
                <a:cxnLst>
                  <a:cxn ang="0">
                    <a:pos x="8" y="16"/>
                  </a:cxn>
                  <a:cxn ang="0">
                    <a:pos x="0" y="8"/>
                  </a:cxn>
                  <a:cxn ang="0">
                    <a:pos x="0" y="320"/>
                  </a:cxn>
                  <a:cxn ang="0">
                    <a:pos x="16" y="320"/>
                  </a:cxn>
                  <a:cxn ang="0">
                    <a:pos x="16" y="8"/>
                  </a:cxn>
                  <a:cxn ang="0">
                    <a:pos x="8" y="0"/>
                  </a:cxn>
                  <a:cxn ang="0">
                    <a:pos x="16" y="8"/>
                  </a:cxn>
                  <a:cxn ang="0">
                    <a:pos x="16" y="0"/>
                  </a:cxn>
                  <a:cxn ang="0">
                    <a:pos x="8" y="0"/>
                  </a:cxn>
                  <a:cxn ang="0">
                    <a:pos x="8" y="16"/>
                  </a:cxn>
                </a:cxnLst>
                <a:rect l="0" t="0" r="r" b="b"/>
                <a:pathLst>
                  <a:path w="16" h="320">
                    <a:moveTo>
                      <a:pt x="8" y="16"/>
                    </a:moveTo>
                    <a:lnTo>
                      <a:pt x="0" y="8"/>
                    </a:lnTo>
                    <a:lnTo>
                      <a:pt x="0" y="320"/>
                    </a:lnTo>
                    <a:lnTo>
                      <a:pt x="16" y="320"/>
                    </a:lnTo>
                    <a:lnTo>
                      <a:pt x="16" y="8"/>
                    </a:lnTo>
                    <a:lnTo>
                      <a:pt x="8" y="0"/>
                    </a:lnTo>
                    <a:lnTo>
                      <a:pt x="16" y="8"/>
                    </a:lnTo>
                    <a:lnTo>
                      <a:pt x="16" y="0"/>
                    </a:lnTo>
                    <a:lnTo>
                      <a:pt x="8" y="0"/>
                    </a:lnTo>
                    <a:lnTo>
                      <a:pt x="8" y="16"/>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509" name="Freeform 271"/>
              <p:cNvSpPr/>
              <p:nvPr/>
            </p:nvSpPr>
            <p:spPr bwMode="auto">
              <a:xfrm>
                <a:off x="5059" y="2819"/>
                <a:ext cx="187" cy="21"/>
              </a:xfrm>
              <a:custGeom>
                <a:avLst/>
                <a:gdLst/>
                <a:ahLst/>
                <a:cxnLst>
                  <a:cxn ang="0">
                    <a:pos x="16" y="8"/>
                  </a:cxn>
                  <a:cxn ang="0">
                    <a:pos x="8" y="16"/>
                  </a:cxn>
                  <a:cxn ang="0">
                    <a:pos x="187" y="16"/>
                  </a:cxn>
                  <a:cxn ang="0">
                    <a:pos x="187" y="0"/>
                  </a:cxn>
                  <a:cxn ang="0">
                    <a:pos x="8" y="0"/>
                  </a:cxn>
                  <a:cxn ang="0">
                    <a:pos x="0" y="8"/>
                  </a:cxn>
                  <a:cxn ang="0">
                    <a:pos x="8" y="0"/>
                  </a:cxn>
                  <a:cxn ang="0">
                    <a:pos x="0" y="0"/>
                  </a:cxn>
                  <a:cxn ang="0">
                    <a:pos x="0" y="8"/>
                  </a:cxn>
                  <a:cxn ang="0">
                    <a:pos x="16" y="8"/>
                  </a:cxn>
                </a:cxnLst>
                <a:rect l="0" t="0" r="r" b="b"/>
                <a:pathLst>
                  <a:path w="187" h="16">
                    <a:moveTo>
                      <a:pt x="16" y="8"/>
                    </a:moveTo>
                    <a:lnTo>
                      <a:pt x="8" y="16"/>
                    </a:lnTo>
                    <a:lnTo>
                      <a:pt x="187" y="16"/>
                    </a:lnTo>
                    <a:lnTo>
                      <a:pt x="187" y="0"/>
                    </a:lnTo>
                    <a:lnTo>
                      <a:pt x="8" y="0"/>
                    </a:lnTo>
                    <a:lnTo>
                      <a:pt x="0" y="8"/>
                    </a:lnTo>
                    <a:lnTo>
                      <a:pt x="8" y="0"/>
                    </a:lnTo>
                    <a:lnTo>
                      <a:pt x="0" y="0"/>
                    </a:lnTo>
                    <a:lnTo>
                      <a:pt x="0" y="8"/>
                    </a:lnTo>
                    <a:lnTo>
                      <a:pt x="16"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510" name="Freeform 272"/>
              <p:cNvSpPr/>
              <p:nvPr/>
            </p:nvSpPr>
            <p:spPr bwMode="auto">
              <a:xfrm>
                <a:off x="5059" y="2826"/>
                <a:ext cx="16" cy="318"/>
              </a:xfrm>
              <a:custGeom>
                <a:avLst/>
                <a:gdLst/>
                <a:ahLst/>
                <a:cxnLst>
                  <a:cxn ang="0">
                    <a:pos x="8" y="304"/>
                  </a:cxn>
                  <a:cxn ang="0">
                    <a:pos x="16" y="312"/>
                  </a:cxn>
                  <a:cxn ang="0">
                    <a:pos x="16" y="0"/>
                  </a:cxn>
                  <a:cxn ang="0">
                    <a:pos x="0" y="0"/>
                  </a:cxn>
                  <a:cxn ang="0">
                    <a:pos x="0" y="312"/>
                  </a:cxn>
                  <a:cxn ang="0">
                    <a:pos x="8" y="320"/>
                  </a:cxn>
                  <a:cxn ang="0">
                    <a:pos x="0" y="312"/>
                  </a:cxn>
                  <a:cxn ang="0">
                    <a:pos x="0" y="320"/>
                  </a:cxn>
                  <a:cxn ang="0">
                    <a:pos x="8" y="320"/>
                  </a:cxn>
                  <a:cxn ang="0">
                    <a:pos x="8" y="304"/>
                  </a:cxn>
                </a:cxnLst>
                <a:rect l="0" t="0" r="r" b="b"/>
                <a:pathLst>
                  <a:path w="16" h="320">
                    <a:moveTo>
                      <a:pt x="8" y="304"/>
                    </a:moveTo>
                    <a:lnTo>
                      <a:pt x="16" y="312"/>
                    </a:lnTo>
                    <a:lnTo>
                      <a:pt x="16" y="0"/>
                    </a:lnTo>
                    <a:lnTo>
                      <a:pt x="0" y="0"/>
                    </a:lnTo>
                    <a:lnTo>
                      <a:pt x="0" y="312"/>
                    </a:lnTo>
                    <a:lnTo>
                      <a:pt x="8" y="320"/>
                    </a:lnTo>
                    <a:lnTo>
                      <a:pt x="0" y="312"/>
                    </a:lnTo>
                    <a:lnTo>
                      <a:pt x="0" y="320"/>
                    </a:lnTo>
                    <a:lnTo>
                      <a:pt x="8" y="320"/>
                    </a:lnTo>
                    <a:lnTo>
                      <a:pt x="8" y="304"/>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511" name="Freeform 273"/>
              <p:cNvSpPr/>
              <p:nvPr/>
            </p:nvSpPr>
            <p:spPr bwMode="auto">
              <a:xfrm>
                <a:off x="5069" y="3130"/>
                <a:ext cx="187" cy="14"/>
              </a:xfrm>
              <a:custGeom>
                <a:avLst/>
                <a:gdLst/>
                <a:ahLst/>
                <a:cxnLst>
                  <a:cxn ang="0">
                    <a:pos x="171" y="8"/>
                  </a:cxn>
                  <a:cxn ang="0">
                    <a:pos x="179" y="0"/>
                  </a:cxn>
                  <a:cxn ang="0">
                    <a:pos x="0" y="0"/>
                  </a:cxn>
                  <a:cxn ang="0">
                    <a:pos x="0" y="16"/>
                  </a:cxn>
                  <a:cxn ang="0">
                    <a:pos x="179" y="16"/>
                  </a:cxn>
                  <a:cxn ang="0">
                    <a:pos x="187" y="8"/>
                  </a:cxn>
                  <a:cxn ang="0">
                    <a:pos x="179" y="16"/>
                  </a:cxn>
                  <a:cxn ang="0">
                    <a:pos x="187" y="16"/>
                  </a:cxn>
                  <a:cxn ang="0">
                    <a:pos x="187" y="8"/>
                  </a:cxn>
                  <a:cxn ang="0">
                    <a:pos x="171" y="8"/>
                  </a:cxn>
                </a:cxnLst>
                <a:rect l="0" t="0" r="r" b="b"/>
                <a:pathLst>
                  <a:path w="187" h="16">
                    <a:moveTo>
                      <a:pt x="171" y="8"/>
                    </a:moveTo>
                    <a:lnTo>
                      <a:pt x="179" y="0"/>
                    </a:lnTo>
                    <a:lnTo>
                      <a:pt x="0" y="0"/>
                    </a:lnTo>
                    <a:lnTo>
                      <a:pt x="0" y="16"/>
                    </a:lnTo>
                    <a:lnTo>
                      <a:pt x="179" y="16"/>
                    </a:lnTo>
                    <a:lnTo>
                      <a:pt x="187" y="8"/>
                    </a:lnTo>
                    <a:lnTo>
                      <a:pt x="179" y="16"/>
                    </a:lnTo>
                    <a:lnTo>
                      <a:pt x="187" y="16"/>
                    </a:lnTo>
                    <a:lnTo>
                      <a:pt x="187" y="8"/>
                    </a:lnTo>
                    <a:lnTo>
                      <a:pt x="171"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512" name="Freeform 274"/>
              <p:cNvSpPr/>
              <p:nvPr/>
            </p:nvSpPr>
            <p:spPr bwMode="auto">
              <a:xfrm>
                <a:off x="5069" y="2916"/>
                <a:ext cx="174" cy="11"/>
              </a:xfrm>
              <a:custGeom>
                <a:avLst/>
                <a:gdLst/>
                <a:ahLst/>
                <a:cxnLst>
                  <a:cxn ang="0">
                    <a:pos x="175" y="8"/>
                  </a:cxn>
                  <a:cxn ang="0">
                    <a:pos x="175" y="0"/>
                  </a:cxn>
                  <a:cxn ang="0">
                    <a:pos x="0" y="0"/>
                  </a:cxn>
                  <a:cxn ang="0">
                    <a:pos x="0" y="16"/>
                  </a:cxn>
                  <a:cxn ang="0">
                    <a:pos x="175" y="16"/>
                  </a:cxn>
                  <a:cxn ang="0">
                    <a:pos x="175" y="8"/>
                  </a:cxn>
                </a:cxnLst>
                <a:rect l="0" t="0" r="r" b="b"/>
                <a:pathLst>
                  <a:path w="175" h="16">
                    <a:moveTo>
                      <a:pt x="175" y="8"/>
                    </a:moveTo>
                    <a:lnTo>
                      <a:pt x="175" y="0"/>
                    </a:lnTo>
                    <a:lnTo>
                      <a:pt x="0" y="0"/>
                    </a:lnTo>
                    <a:lnTo>
                      <a:pt x="0" y="16"/>
                    </a:lnTo>
                    <a:lnTo>
                      <a:pt x="175" y="16"/>
                    </a:lnTo>
                    <a:lnTo>
                      <a:pt x="175"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513" name="Freeform 275"/>
              <p:cNvSpPr/>
              <p:nvPr/>
            </p:nvSpPr>
            <p:spPr bwMode="auto">
              <a:xfrm>
                <a:off x="5069" y="3026"/>
                <a:ext cx="174" cy="18"/>
              </a:xfrm>
              <a:custGeom>
                <a:avLst/>
                <a:gdLst/>
                <a:ahLst/>
                <a:cxnLst>
                  <a:cxn ang="0">
                    <a:pos x="175" y="8"/>
                  </a:cxn>
                  <a:cxn ang="0">
                    <a:pos x="175" y="0"/>
                  </a:cxn>
                  <a:cxn ang="0">
                    <a:pos x="0" y="0"/>
                  </a:cxn>
                  <a:cxn ang="0">
                    <a:pos x="0" y="16"/>
                  </a:cxn>
                  <a:cxn ang="0">
                    <a:pos x="175" y="16"/>
                  </a:cxn>
                  <a:cxn ang="0">
                    <a:pos x="175" y="8"/>
                  </a:cxn>
                </a:cxnLst>
                <a:rect l="0" t="0" r="r" b="b"/>
                <a:pathLst>
                  <a:path w="175" h="16">
                    <a:moveTo>
                      <a:pt x="175" y="8"/>
                    </a:moveTo>
                    <a:lnTo>
                      <a:pt x="175" y="0"/>
                    </a:lnTo>
                    <a:lnTo>
                      <a:pt x="0" y="0"/>
                    </a:lnTo>
                    <a:lnTo>
                      <a:pt x="0" y="16"/>
                    </a:lnTo>
                    <a:lnTo>
                      <a:pt x="175" y="16"/>
                    </a:lnTo>
                    <a:lnTo>
                      <a:pt x="175"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514" name="Freeform 276"/>
              <p:cNvSpPr/>
              <p:nvPr/>
            </p:nvSpPr>
            <p:spPr bwMode="auto">
              <a:xfrm>
                <a:off x="5148" y="2837"/>
                <a:ext cx="13" cy="300"/>
              </a:xfrm>
              <a:custGeom>
                <a:avLst/>
                <a:gdLst/>
                <a:ahLst/>
                <a:cxnLst>
                  <a:cxn ang="0">
                    <a:pos x="8" y="302"/>
                  </a:cxn>
                  <a:cxn ang="0">
                    <a:pos x="16" y="302"/>
                  </a:cxn>
                  <a:cxn ang="0">
                    <a:pos x="16" y="0"/>
                  </a:cxn>
                  <a:cxn ang="0">
                    <a:pos x="0" y="0"/>
                  </a:cxn>
                  <a:cxn ang="0">
                    <a:pos x="0" y="302"/>
                  </a:cxn>
                  <a:cxn ang="0">
                    <a:pos x="8" y="302"/>
                  </a:cxn>
                </a:cxnLst>
                <a:rect l="0" t="0" r="r" b="b"/>
                <a:pathLst>
                  <a:path w="16" h="302">
                    <a:moveTo>
                      <a:pt x="8" y="302"/>
                    </a:moveTo>
                    <a:lnTo>
                      <a:pt x="16" y="302"/>
                    </a:lnTo>
                    <a:lnTo>
                      <a:pt x="16" y="0"/>
                    </a:lnTo>
                    <a:lnTo>
                      <a:pt x="0" y="0"/>
                    </a:lnTo>
                    <a:lnTo>
                      <a:pt x="0" y="302"/>
                    </a:lnTo>
                    <a:lnTo>
                      <a:pt x="8" y="302"/>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515" name="Freeform 277"/>
              <p:cNvSpPr/>
              <p:nvPr/>
            </p:nvSpPr>
            <p:spPr bwMode="auto">
              <a:xfrm>
                <a:off x="4850" y="2237"/>
                <a:ext cx="101" cy="111"/>
              </a:xfrm>
              <a:custGeom>
                <a:avLst/>
                <a:gdLst/>
                <a:ahLst/>
                <a:cxnLst>
                  <a:cxn ang="0">
                    <a:pos x="59" y="112"/>
                  </a:cxn>
                  <a:cxn ang="0">
                    <a:pos x="76" y="112"/>
                  </a:cxn>
                  <a:cxn ang="0">
                    <a:pos x="89" y="109"/>
                  </a:cxn>
                  <a:cxn ang="0">
                    <a:pos x="99" y="107"/>
                  </a:cxn>
                  <a:cxn ang="0">
                    <a:pos x="102" y="104"/>
                  </a:cxn>
                  <a:cxn ang="0">
                    <a:pos x="103" y="103"/>
                  </a:cxn>
                  <a:cxn ang="0">
                    <a:pos x="103" y="98"/>
                  </a:cxn>
                  <a:cxn ang="0">
                    <a:pos x="100" y="88"/>
                  </a:cxn>
                  <a:cxn ang="0">
                    <a:pos x="97" y="79"/>
                  </a:cxn>
                  <a:cxn ang="0">
                    <a:pos x="95" y="73"/>
                  </a:cxn>
                  <a:cxn ang="0">
                    <a:pos x="95" y="68"/>
                  </a:cxn>
                  <a:cxn ang="0">
                    <a:pos x="94" y="66"/>
                  </a:cxn>
                  <a:cxn ang="0">
                    <a:pos x="92" y="60"/>
                  </a:cxn>
                  <a:cxn ang="0">
                    <a:pos x="91" y="50"/>
                  </a:cxn>
                  <a:cxn ang="0">
                    <a:pos x="91" y="42"/>
                  </a:cxn>
                  <a:cxn ang="0">
                    <a:pos x="91" y="41"/>
                  </a:cxn>
                  <a:cxn ang="0">
                    <a:pos x="89" y="33"/>
                  </a:cxn>
                  <a:cxn ang="0">
                    <a:pos x="89" y="22"/>
                  </a:cxn>
                  <a:cxn ang="0">
                    <a:pos x="87" y="9"/>
                  </a:cxn>
                  <a:cxn ang="0">
                    <a:pos x="75" y="1"/>
                  </a:cxn>
                  <a:cxn ang="0">
                    <a:pos x="59" y="0"/>
                  </a:cxn>
                  <a:cxn ang="0">
                    <a:pos x="45" y="3"/>
                  </a:cxn>
                  <a:cxn ang="0">
                    <a:pos x="38" y="14"/>
                  </a:cxn>
                  <a:cxn ang="0">
                    <a:pos x="34" y="25"/>
                  </a:cxn>
                  <a:cxn ang="0">
                    <a:pos x="30" y="31"/>
                  </a:cxn>
                  <a:cxn ang="0">
                    <a:pos x="30" y="33"/>
                  </a:cxn>
                  <a:cxn ang="0">
                    <a:pos x="27" y="39"/>
                  </a:cxn>
                  <a:cxn ang="0">
                    <a:pos x="23" y="49"/>
                  </a:cxn>
                  <a:cxn ang="0">
                    <a:pos x="19" y="54"/>
                  </a:cxn>
                  <a:cxn ang="0">
                    <a:pos x="19" y="55"/>
                  </a:cxn>
                  <a:cxn ang="0">
                    <a:pos x="16" y="58"/>
                  </a:cxn>
                  <a:cxn ang="0">
                    <a:pos x="11" y="63"/>
                  </a:cxn>
                  <a:cxn ang="0">
                    <a:pos x="5" y="73"/>
                  </a:cxn>
                  <a:cxn ang="0">
                    <a:pos x="0" y="82"/>
                  </a:cxn>
                  <a:cxn ang="0">
                    <a:pos x="0" y="87"/>
                  </a:cxn>
                  <a:cxn ang="0">
                    <a:pos x="0" y="88"/>
                  </a:cxn>
                  <a:cxn ang="0">
                    <a:pos x="7" y="93"/>
                  </a:cxn>
                  <a:cxn ang="0">
                    <a:pos x="29" y="106"/>
                  </a:cxn>
                </a:cxnLst>
                <a:rect l="0" t="0" r="r" b="b"/>
                <a:pathLst>
                  <a:path w="103" h="112">
                    <a:moveTo>
                      <a:pt x="48" y="110"/>
                    </a:moveTo>
                    <a:lnTo>
                      <a:pt x="59" y="112"/>
                    </a:lnTo>
                    <a:lnTo>
                      <a:pt x="68" y="112"/>
                    </a:lnTo>
                    <a:lnTo>
                      <a:pt x="76" y="112"/>
                    </a:lnTo>
                    <a:lnTo>
                      <a:pt x="84" y="110"/>
                    </a:lnTo>
                    <a:lnTo>
                      <a:pt x="89" y="109"/>
                    </a:lnTo>
                    <a:lnTo>
                      <a:pt x="94" y="107"/>
                    </a:lnTo>
                    <a:lnTo>
                      <a:pt x="99" y="107"/>
                    </a:lnTo>
                    <a:lnTo>
                      <a:pt x="100" y="106"/>
                    </a:lnTo>
                    <a:lnTo>
                      <a:pt x="102" y="104"/>
                    </a:lnTo>
                    <a:lnTo>
                      <a:pt x="102" y="103"/>
                    </a:lnTo>
                    <a:lnTo>
                      <a:pt x="103" y="103"/>
                    </a:lnTo>
                    <a:lnTo>
                      <a:pt x="103" y="101"/>
                    </a:lnTo>
                    <a:lnTo>
                      <a:pt x="103" y="98"/>
                    </a:lnTo>
                    <a:lnTo>
                      <a:pt x="103" y="93"/>
                    </a:lnTo>
                    <a:lnTo>
                      <a:pt x="100" y="88"/>
                    </a:lnTo>
                    <a:lnTo>
                      <a:pt x="99" y="82"/>
                    </a:lnTo>
                    <a:lnTo>
                      <a:pt x="97" y="79"/>
                    </a:lnTo>
                    <a:lnTo>
                      <a:pt x="97" y="76"/>
                    </a:lnTo>
                    <a:lnTo>
                      <a:pt x="95" y="73"/>
                    </a:lnTo>
                    <a:lnTo>
                      <a:pt x="95" y="69"/>
                    </a:lnTo>
                    <a:lnTo>
                      <a:pt x="95" y="68"/>
                    </a:lnTo>
                    <a:lnTo>
                      <a:pt x="95" y="68"/>
                    </a:lnTo>
                    <a:lnTo>
                      <a:pt x="94" y="66"/>
                    </a:lnTo>
                    <a:lnTo>
                      <a:pt x="94" y="66"/>
                    </a:lnTo>
                    <a:lnTo>
                      <a:pt x="92" y="60"/>
                    </a:lnTo>
                    <a:lnTo>
                      <a:pt x="92" y="55"/>
                    </a:lnTo>
                    <a:lnTo>
                      <a:pt x="91" y="50"/>
                    </a:lnTo>
                    <a:lnTo>
                      <a:pt x="91" y="44"/>
                    </a:lnTo>
                    <a:lnTo>
                      <a:pt x="91" y="42"/>
                    </a:lnTo>
                    <a:lnTo>
                      <a:pt x="91" y="42"/>
                    </a:lnTo>
                    <a:lnTo>
                      <a:pt x="91" y="41"/>
                    </a:lnTo>
                    <a:lnTo>
                      <a:pt x="91" y="41"/>
                    </a:lnTo>
                    <a:lnTo>
                      <a:pt x="89" y="33"/>
                    </a:lnTo>
                    <a:lnTo>
                      <a:pt x="89" y="27"/>
                    </a:lnTo>
                    <a:lnTo>
                      <a:pt x="89" y="22"/>
                    </a:lnTo>
                    <a:lnTo>
                      <a:pt x="89" y="17"/>
                    </a:lnTo>
                    <a:lnTo>
                      <a:pt x="87" y="9"/>
                    </a:lnTo>
                    <a:lnTo>
                      <a:pt x="83" y="5"/>
                    </a:lnTo>
                    <a:lnTo>
                      <a:pt x="75" y="1"/>
                    </a:lnTo>
                    <a:lnTo>
                      <a:pt x="67" y="0"/>
                    </a:lnTo>
                    <a:lnTo>
                      <a:pt x="59" y="0"/>
                    </a:lnTo>
                    <a:lnTo>
                      <a:pt x="51" y="0"/>
                    </a:lnTo>
                    <a:lnTo>
                      <a:pt x="45" y="3"/>
                    </a:lnTo>
                    <a:lnTo>
                      <a:pt x="40" y="9"/>
                    </a:lnTo>
                    <a:lnTo>
                      <a:pt x="38" y="14"/>
                    </a:lnTo>
                    <a:lnTo>
                      <a:pt x="37" y="19"/>
                    </a:lnTo>
                    <a:lnTo>
                      <a:pt x="34" y="25"/>
                    </a:lnTo>
                    <a:lnTo>
                      <a:pt x="30" y="31"/>
                    </a:lnTo>
                    <a:lnTo>
                      <a:pt x="30" y="31"/>
                    </a:lnTo>
                    <a:lnTo>
                      <a:pt x="30" y="33"/>
                    </a:lnTo>
                    <a:lnTo>
                      <a:pt x="30" y="33"/>
                    </a:lnTo>
                    <a:lnTo>
                      <a:pt x="30" y="35"/>
                    </a:lnTo>
                    <a:lnTo>
                      <a:pt x="27" y="39"/>
                    </a:lnTo>
                    <a:lnTo>
                      <a:pt x="26" y="44"/>
                    </a:lnTo>
                    <a:lnTo>
                      <a:pt x="23" y="49"/>
                    </a:lnTo>
                    <a:lnTo>
                      <a:pt x="19" y="54"/>
                    </a:lnTo>
                    <a:lnTo>
                      <a:pt x="19" y="54"/>
                    </a:lnTo>
                    <a:lnTo>
                      <a:pt x="19" y="54"/>
                    </a:lnTo>
                    <a:lnTo>
                      <a:pt x="19" y="55"/>
                    </a:lnTo>
                    <a:lnTo>
                      <a:pt x="18" y="55"/>
                    </a:lnTo>
                    <a:lnTo>
                      <a:pt x="16" y="58"/>
                    </a:lnTo>
                    <a:lnTo>
                      <a:pt x="15" y="61"/>
                    </a:lnTo>
                    <a:lnTo>
                      <a:pt x="11" y="63"/>
                    </a:lnTo>
                    <a:lnTo>
                      <a:pt x="10" y="66"/>
                    </a:lnTo>
                    <a:lnTo>
                      <a:pt x="5" y="73"/>
                    </a:lnTo>
                    <a:lnTo>
                      <a:pt x="2" y="77"/>
                    </a:lnTo>
                    <a:lnTo>
                      <a:pt x="0" y="82"/>
                    </a:lnTo>
                    <a:lnTo>
                      <a:pt x="0" y="85"/>
                    </a:lnTo>
                    <a:lnTo>
                      <a:pt x="0" y="87"/>
                    </a:lnTo>
                    <a:lnTo>
                      <a:pt x="0" y="87"/>
                    </a:lnTo>
                    <a:lnTo>
                      <a:pt x="0" y="88"/>
                    </a:lnTo>
                    <a:lnTo>
                      <a:pt x="2" y="88"/>
                    </a:lnTo>
                    <a:lnTo>
                      <a:pt x="7" y="93"/>
                    </a:lnTo>
                    <a:lnTo>
                      <a:pt x="15" y="99"/>
                    </a:lnTo>
                    <a:lnTo>
                      <a:pt x="29" y="106"/>
                    </a:lnTo>
                    <a:lnTo>
                      <a:pt x="48" y="110"/>
                    </a:lnTo>
                    <a:close/>
                  </a:path>
                </a:pathLst>
              </a:custGeom>
              <a:solidFill>
                <a:srgbClr val="000000"/>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516" name="Freeform 278"/>
              <p:cNvSpPr/>
              <p:nvPr/>
            </p:nvSpPr>
            <p:spPr bwMode="auto">
              <a:xfrm>
                <a:off x="4850" y="2316"/>
                <a:ext cx="101" cy="29"/>
              </a:xfrm>
              <a:custGeom>
                <a:avLst/>
                <a:gdLst/>
                <a:ahLst/>
                <a:cxnLst>
                  <a:cxn ang="0">
                    <a:pos x="40" y="3"/>
                  </a:cxn>
                  <a:cxn ang="0">
                    <a:pos x="49" y="5"/>
                  </a:cxn>
                  <a:cxn ang="0">
                    <a:pos x="59" y="6"/>
                  </a:cxn>
                  <a:cxn ang="0">
                    <a:pos x="67" y="8"/>
                  </a:cxn>
                  <a:cxn ang="0">
                    <a:pos x="75" y="11"/>
                  </a:cxn>
                  <a:cxn ang="0">
                    <a:pos x="83" y="14"/>
                  </a:cxn>
                  <a:cxn ang="0">
                    <a:pos x="89" y="17"/>
                  </a:cxn>
                  <a:cxn ang="0">
                    <a:pos x="95" y="22"/>
                  </a:cxn>
                  <a:cxn ang="0">
                    <a:pos x="100" y="27"/>
                  </a:cxn>
                  <a:cxn ang="0">
                    <a:pos x="102" y="25"/>
                  </a:cxn>
                  <a:cxn ang="0">
                    <a:pos x="102" y="24"/>
                  </a:cxn>
                  <a:cxn ang="0">
                    <a:pos x="103" y="24"/>
                  </a:cxn>
                  <a:cxn ang="0">
                    <a:pos x="103" y="22"/>
                  </a:cxn>
                  <a:cxn ang="0">
                    <a:pos x="94" y="14"/>
                  </a:cxn>
                  <a:cxn ang="0">
                    <a:pos x="81" y="9"/>
                  </a:cxn>
                  <a:cxn ang="0">
                    <a:pos x="68" y="5"/>
                  </a:cxn>
                  <a:cxn ang="0">
                    <a:pos x="53" y="1"/>
                  </a:cxn>
                  <a:cxn ang="0">
                    <a:pos x="38" y="0"/>
                  </a:cxn>
                  <a:cxn ang="0">
                    <a:pos x="24" y="0"/>
                  </a:cxn>
                  <a:cxn ang="0">
                    <a:pos x="11" y="1"/>
                  </a:cxn>
                  <a:cxn ang="0">
                    <a:pos x="0" y="6"/>
                  </a:cxn>
                  <a:cxn ang="0">
                    <a:pos x="0" y="8"/>
                  </a:cxn>
                  <a:cxn ang="0">
                    <a:pos x="0" y="8"/>
                  </a:cxn>
                  <a:cxn ang="0">
                    <a:pos x="0" y="9"/>
                  </a:cxn>
                  <a:cxn ang="0">
                    <a:pos x="2" y="9"/>
                  </a:cxn>
                  <a:cxn ang="0">
                    <a:pos x="10" y="6"/>
                  </a:cxn>
                  <a:cxn ang="0">
                    <a:pos x="18" y="5"/>
                  </a:cxn>
                  <a:cxn ang="0">
                    <a:pos x="27" y="3"/>
                  </a:cxn>
                  <a:cxn ang="0">
                    <a:pos x="37" y="3"/>
                  </a:cxn>
                  <a:cxn ang="0">
                    <a:pos x="35" y="5"/>
                  </a:cxn>
                  <a:cxn ang="0">
                    <a:pos x="35" y="6"/>
                  </a:cxn>
                  <a:cxn ang="0">
                    <a:pos x="35" y="8"/>
                  </a:cxn>
                  <a:cxn ang="0">
                    <a:pos x="34" y="9"/>
                  </a:cxn>
                  <a:cxn ang="0">
                    <a:pos x="30" y="9"/>
                  </a:cxn>
                  <a:cxn ang="0">
                    <a:pos x="27" y="11"/>
                  </a:cxn>
                  <a:cxn ang="0">
                    <a:pos x="26" y="14"/>
                  </a:cxn>
                  <a:cxn ang="0">
                    <a:pos x="24" y="16"/>
                  </a:cxn>
                  <a:cxn ang="0">
                    <a:pos x="24" y="17"/>
                  </a:cxn>
                  <a:cxn ang="0">
                    <a:pos x="24" y="20"/>
                  </a:cxn>
                  <a:cxn ang="0">
                    <a:pos x="24" y="24"/>
                  </a:cxn>
                  <a:cxn ang="0">
                    <a:pos x="26" y="27"/>
                  </a:cxn>
                  <a:cxn ang="0">
                    <a:pos x="27" y="27"/>
                  </a:cxn>
                  <a:cxn ang="0">
                    <a:pos x="27" y="27"/>
                  </a:cxn>
                  <a:cxn ang="0">
                    <a:pos x="27" y="27"/>
                  </a:cxn>
                  <a:cxn ang="0">
                    <a:pos x="29" y="27"/>
                  </a:cxn>
                  <a:cxn ang="0">
                    <a:pos x="29" y="28"/>
                  </a:cxn>
                  <a:cxn ang="0">
                    <a:pos x="30" y="28"/>
                  </a:cxn>
                  <a:cxn ang="0">
                    <a:pos x="30" y="28"/>
                  </a:cxn>
                  <a:cxn ang="0">
                    <a:pos x="32" y="28"/>
                  </a:cxn>
                  <a:cxn ang="0">
                    <a:pos x="35" y="28"/>
                  </a:cxn>
                  <a:cxn ang="0">
                    <a:pos x="38" y="25"/>
                  </a:cxn>
                  <a:cxn ang="0">
                    <a:pos x="40" y="24"/>
                  </a:cxn>
                  <a:cxn ang="0">
                    <a:pos x="40" y="22"/>
                  </a:cxn>
                  <a:cxn ang="0">
                    <a:pos x="42" y="19"/>
                  </a:cxn>
                  <a:cxn ang="0">
                    <a:pos x="42" y="16"/>
                  </a:cxn>
                  <a:cxn ang="0">
                    <a:pos x="40" y="12"/>
                  </a:cxn>
                  <a:cxn ang="0">
                    <a:pos x="37" y="11"/>
                  </a:cxn>
                  <a:cxn ang="0">
                    <a:pos x="38" y="9"/>
                  </a:cxn>
                  <a:cxn ang="0">
                    <a:pos x="38" y="6"/>
                  </a:cxn>
                  <a:cxn ang="0">
                    <a:pos x="38" y="5"/>
                  </a:cxn>
                  <a:cxn ang="0">
                    <a:pos x="40" y="3"/>
                  </a:cxn>
                </a:cxnLst>
                <a:rect l="0" t="0" r="r" b="b"/>
                <a:pathLst>
                  <a:path w="103" h="28">
                    <a:moveTo>
                      <a:pt x="40" y="3"/>
                    </a:moveTo>
                    <a:lnTo>
                      <a:pt x="49" y="5"/>
                    </a:lnTo>
                    <a:lnTo>
                      <a:pt x="59" y="6"/>
                    </a:lnTo>
                    <a:lnTo>
                      <a:pt x="67" y="8"/>
                    </a:lnTo>
                    <a:lnTo>
                      <a:pt x="75" y="11"/>
                    </a:lnTo>
                    <a:lnTo>
                      <a:pt x="83" y="14"/>
                    </a:lnTo>
                    <a:lnTo>
                      <a:pt x="89" y="17"/>
                    </a:lnTo>
                    <a:lnTo>
                      <a:pt x="95" y="22"/>
                    </a:lnTo>
                    <a:lnTo>
                      <a:pt x="100" y="27"/>
                    </a:lnTo>
                    <a:lnTo>
                      <a:pt x="102" y="25"/>
                    </a:lnTo>
                    <a:lnTo>
                      <a:pt x="102" y="24"/>
                    </a:lnTo>
                    <a:lnTo>
                      <a:pt x="103" y="24"/>
                    </a:lnTo>
                    <a:lnTo>
                      <a:pt x="103" y="22"/>
                    </a:lnTo>
                    <a:lnTo>
                      <a:pt x="94" y="14"/>
                    </a:lnTo>
                    <a:lnTo>
                      <a:pt x="81" y="9"/>
                    </a:lnTo>
                    <a:lnTo>
                      <a:pt x="68" y="5"/>
                    </a:lnTo>
                    <a:lnTo>
                      <a:pt x="53" y="1"/>
                    </a:lnTo>
                    <a:lnTo>
                      <a:pt x="38" y="0"/>
                    </a:lnTo>
                    <a:lnTo>
                      <a:pt x="24" y="0"/>
                    </a:lnTo>
                    <a:lnTo>
                      <a:pt x="11" y="1"/>
                    </a:lnTo>
                    <a:lnTo>
                      <a:pt x="0" y="6"/>
                    </a:lnTo>
                    <a:lnTo>
                      <a:pt x="0" y="8"/>
                    </a:lnTo>
                    <a:lnTo>
                      <a:pt x="0" y="8"/>
                    </a:lnTo>
                    <a:lnTo>
                      <a:pt x="0" y="9"/>
                    </a:lnTo>
                    <a:lnTo>
                      <a:pt x="2" y="9"/>
                    </a:lnTo>
                    <a:lnTo>
                      <a:pt x="10" y="6"/>
                    </a:lnTo>
                    <a:lnTo>
                      <a:pt x="18" y="5"/>
                    </a:lnTo>
                    <a:lnTo>
                      <a:pt x="27" y="3"/>
                    </a:lnTo>
                    <a:lnTo>
                      <a:pt x="37" y="3"/>
                    </a:lnTo>
                    <a:lnTo>
                      <a:pt x="35" y="5"/>
                    </a:lnTo>
                    <a:lnTo>
                      <a:pt x="35" y="6"/>
                    </a:lnTo>
                    <a:lnTo>
                      <a:pt x="35" y="8"/>
                    </a:lnTo>
                    <a:lnTo>
                      <a:pt x="34" y="9"/>
                    </a:lnTo>
                    <a:lnTo>
                      <a:pt x="30" y="9"/>
                    </a:lnTo>
                    <a:lnTo>
                      <a:pt x="27" y="11"/>
                    </a:lnTo>
                    <a:lnTo>
                      <a:pt x="26" y="14"/>
                    </a:lnTo>
                    <a:lnTo>
                      <a:pt x="24" y="16"/>
                    </a:lnTo>
                    <a:lnTo>
                      <a:pt x="24" y="17"/>
                    </a:lnTo>
                    <a:lnTo>
                      <a:pt x="24" y="20"/>
                    </a:lnTo>
                    <a:lnTo>
                      <a:pt x="24" y="24"/>
                    </a:lnTo>
                    <a:lnTo>
                      <a:pt x="26" y="27"/>
                    </a:lnTo>
                    <a:lnTo>
                      <a:pt x="27" y="27"/>
                    </a:lnTo>
                    <a:lnTo>
                      <a:pt x="27" y="27"/>
                    </a:lnTo>
                    <a:lnTo>
                      <a:pt x="27" y="27"/>
                    </a:lnTo>
                    <a:lnTo>
                      <a:pt x="29" y="27"/>
                    </a:lnTo>
                    <a:lnTo>
                      <a:pt x="29" y="28"/>
                    </a:lnTo>
                    <a:lnTo>
                      <a:pt x="30" y="28"/>
                    </a:lnTo>
                    <a:lnTo>
                      <a:pt x="30" y="28"/>
                    </a:lnTo>
                    <a:lnTo>
                      <a:pt x="32" y="28"/>
                    </a:lnTo>
                    <a:lnTo>
                      <a:pt x="35" y="28"/>
                    </a:lnTo>
                    <a:lnTo>
                      <a:pt x="38" y="25"/>
                    </a:lnTo>
                    <a:lnTo>
                      <a:pt x="40" y="24"/>
                    </a:lnTo>
                    <a:lnTo>
                      <a:pt x="40" y="22"/>
                    </a:lnTo>
                    <a:lnTo>
                      <a:pt x="42" y="19"/>
                    </a:lnTo>
                    <a:lnTo>
                      <a:pt x="42" y="16"/>
                    </a:lnTo>
                    <a:lnTo>
                      <a:pt x="40" y="12"/>
                    </a:lnTo>
                    <a:lnTo>
                      <a:pt x="37" y="11"/>
                    </a:lnTo>
                    <a:lnTo>
                      <a:pt x="38" y="9"/>
                    </a:lnTo>
                    <a:lnTo>
                      <a:pt x="38" y="6"/>
                    </a:lnTo>
                    <a:lnTo>
                      <a:pt x="38" y="5"/>
                    </a:lnTo>
                    <a:lnTo>
                      <a:pt x="40" y="3"/>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517" name="Freeform 279"/>
              <p:cNvSpPr/>
              <p:nvPr/>
            </p:nvSpPr>
            <p:spPr bwMode="auto">
              <a:xfrm>
                <a:off x="4875" y="2341"/>
                <a:ext cx="3" cy="7"/>
              </a:xfrm>
              <a:custGeom>
                <a:avLst/>
                <a:gdLst/>
                <a:ahLst/>
                <a:cxnLst>
                  <a:cxn ang="0">
                    <a:pos x="0" y="0"/>
                  </a:cxn>
                  <a:cxn ang="0">
                    <a:pos x="1" y="0"/>
                  </a:cxn>
                  <a:cxn ang="0">
                    <a:pos x="1" y="0"/>
                  </a:cxn>
                  <a:cxn ang="0">
                    <a:pos x="1" y="0"/>
                  </a:cxn>
                  <a:cxn ang="0">
                    <a:pos x="3" y="0"/>
                  </a:cxn>
                  <a:cxn ang="0">
                    <a:pos x="3" y="1"/>
                  </a:cxn>
                  <a:cxn ang="0">
                    <a:pos x="4" y="1"/>
                  </a:cxn>
                  <a:cxn ang="0">
                    <a:pos x="4" y="1"/>
                  </a:cxn>
                  <a:cxn ang="0">
                    <a:pos x="6" y="1"/>
                  </a:cxn>
                  <a:cxn ang="0">
                    <a:pos x="6" y="3"/>
                  </a:cxn>
                  <a:cxn ang="0">
                    <a:pos x="6" y="3"/>
                  </a:cxn>
                  <a:cxn ang="0">
                    <a:pos x="4" y="4"/>
                  </a:cxn>
                  <a:cxn ang="0">
                    <a:pos x="3" y="6"/>
                  </a:cxn>
                  <a:cxn ang="0">
                    <a:pos x="1" y="6"/>
                  </a:cxn>
                  <a:cxn ang="0">
                    <a:pos x="0" y="6"/>
                  </a:cxn>
                  <a:cxn ang="0">
                    <a:pos x="0" y="4"/>
                  </a:cxn>
                  <a:cxn ang="0">
                    <a:pos x="0" y="4"/>
                  </a:cxn>
                  <a:cxn ang="0">
                    <a:pos x="0" y="3"/>
                  </a:cxn>
                  <a:cxn ang="0">
                    <a:pos x="0" y="1"/>
                  </a:cxn>
                  <a:cxn ang="0">
                    <a:pos x="0" y="0"/>
                  </a:cxn>
                </a:cxnLst>
                <a:rect l="0" t="0" r="r" b="b"/>
                <a:pathLst>
                  <a:path w="6" h="6">
                    <a:moveTo>
                      <a:pt x="0" y="0"/>
                    </a:moveTo>
                    <a:lnTo>
                      <a:pt x="1" y="0"/>
                    </a:lnTo>
                    <a:lnTo>
                      <a:pt x="1" y="0"/>
                    </a:lnTo>
                    <a:lnTo>
                      <a:pt x="1" y="0"/>
                    </a:lnTo>
                    <a:lnTo>
                      <a:pt x="3" y="0"/>
                    </a:lnTo>
                    <a:lnTo>
                      <a:pt x="3" y="1"/>
                    </a:lnTo>
                    <a:lnTo>
                      <a:pt x="4" y="1"/>
                    </a:lnTo>
                    <a:lnTo>
                      <a:pt x="4" y="1"/>
                    </a:lnTo>
                    <a:lnTo>
                      <a:pt x="6" y="1"/>
                    </a:lnTo>
                    <a:lnTo>
                      <a:pt x="6" y="3"/>
                    </a:lnTo>
                    <a:lnTo>
                      <a:pt x="6" y="3"/>
                    </a:lnTo>
                    <a:lnTo>
                      <a:pt x="4" y="4"/>
                    </a:lnTo>
                    <a:lnTo>
                      <a:pt x="3" y="6"/>
                    </a:lnTo>
                    <a:lnTo>
                      <a:pt x="1" y="6"/>
                    </a:lnTo>
                    <a:lnTo>
                      <a:pt x="0" y="6"/>
                    </a:lnTo>
                    <a:lnTo>
                      <a:pt x="0" y="4"/>
                    </a:lnTo>
                    <a:lnTo>
                      <a:pt x="0" y="4"/>
                    </a:lnTo>
                    <a:lnTo>
                      <a:pt x="0" y="3"/>
                    </a:lnTo>
                    <a:lnTo>
                      <a:pt x="0" y="1"/>
                    </a:lnTo>
                    <a:lnTo>
                      <a:pt x="0" y="0"/>
                    </a:lnTo>
                    <a:close/>
                  </a:path>
                </a:pathLst>
              </a:custGeom>
              <a:solidFill>
                <a:srgbClr val="7A1111"/>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518" name="Freeform 280"/>
              <p:cNvSpPr/>
              <p:nvPr/>
            </p:nvSpPr>
            <p:spPr bwMode="auto">
              <a:xfrm>
                <a:off x="4996" y="2819"/>
                <a:ext cx="19" cy="14"/>
              </a:xfrm>
              <a:custGeom>
                <a:avLst/>
                <a:gdLst/>
                <a:ahLst/>
                <a:cxnLst>
                  <a:cxn ang="0">
                    <a:pos x="0" y="0"/>
                  </a:cxn>
                  <a:cxn ang="0">
                    <a:pos x="0" y="0"/>
                  </a:cxn>
                  <a:cxn ang="0">
                    <a:pos x="0" y="9"/>
                  </a:cxn>
                  <a:cxn ang="0">
                    <a:pos x="0" y="14"/>
                  </a:cxn>
                  <a:cxn ang="0">
                    <a:pos x="0" y="15"/>
                  </a:cxn>
                  <a:cxn ang="0">
                    <a:pos x="8" y="15"/>
                  </a:cxn>
                  <a:cxn ang="0">
                    <a:pos x="8" y="15"/>
                  </a:cxn>
                  <a:cxn ang="0">
                    <a:pos x="16" y="15"/>
                  </a:cxn>
                  <a:cxn ang="0">
                    <a:pos x="16" y="14"/>
                  </a:cxn>
                  <a:cxn ang="0">
                    <a:pos x="16" y="9"/>
                  </a:cxn>
                  <a:cxn ang="0">
                    <a:pos x="16" y="0"/>
                  </a:cxn>
                  <a:cxn ang="0">
                    <a:pos x="16" y="0"/>
                  </a:cxn>
                  <a:cxn ang="0">
                    <a:pos x="0" y="0"/>
                  </a:cxn>
                </a:cxnLst>
                <a:rect l="0" t="0" r="r" b="b"/>
                <a:pathLst>
                  <a:path w="16" h="15">
                    <a:moveTo>
                      <a:pt x="0" y="0"/>
                    </a:moveTo>
                    <a:lnTo>
                      <a:pt x="0" y="0"/>
                    </a:lnTo>
                    <a:lnTo>
                      <a:pt x="0" y="9"/>
                    </a:lnTo>
                    <a:lnTo>
                      <a:pt x="0" y="14"/>
                    </a:lnTo>
                    <a:lnTo>
                      <a:pt x="0" y="15"/>
                    </a:lnTo>
                    <a:lnTo>
                      <a:pt x="8" y="15"/>
                    </a:lnTo>
                    <a:lnTo>
                      <a:pt x="8" y="15"/>
                    </a:lnTo>
                    <a:lnTo>
                      <a:pt x="16" y="15"/>
                    </a:lnTo>
                    <a:lnTo>
                      <a:pt x="16" y="14"/>
                    </a:lnTo>
                    <a:lnTo>
                      <a:pt x="16" y="9"/>
                    </a:lnTo>
                    <a:lnTo>
                      <a:pt x="16" y="0"/>
                    </a:lnTo>
                    <a:lnTo>
                      <a:pt x="16" y="0"/>
                    </a:lnTo>
                    <a:lnTo>
                      <a:pt x="0" y="0"/>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519" name="Freeform 281"/>
              <p:cNvSpPr/>
              <p:nvPr/>
            </p:nvSpPr>
            <p:spPr bwMode="auto">
              <a:xfrm>
                <a:off x="4803" y="2726"/>
                <a:ext cx="212" cy="93"/>
              </a:xfrm>
              <a:custGeom>
                <a:avLst/>
                <a:gdLst/>
                <a:ahLst/>
                <a:cxnLst>
                  <a:cxn ang="0">
                    <a:pos x="16" y="94"/>
                  </a:cxn>
                  <a:cxn ang="0">
                    <a:pos x="16" y="94"/>
                  </a:cxn>
                  <a:cxn ang="0">
                    <a:pos x="23" y="59"/>
                  </a:cxn>
                  <a:cxn ang="0">
                    <a:pos x="43" y="35"/>
                  </a:cxn>
                  <a:cxn ang="0">
                    <a:pos x="72" y="21"/>
                  </a:cxn>
                  <a:cxn ang="0">
                    <a:pos x="107" y="16"/>
                  </a:cxn>
                  <a:cxn ang="0">
                    <a:pos x="140" y="21"/>
                  </a:cxn>
                  <a:cxn ang="0">
                    <a:pos x="168" y="37"/>
                  </a:cxn>
                  <a:cxn ang="0">
                    <a:pos x="189" y="60"/>
                  </a:cxn>
                  <a:cxn ang="0">
                    <a:pos x="195" y="94"/>
                  </a:cxn>
                  <a:cxn ang="0">
                    <a:pos x="211" y="94"/>
                  </a:cxn>
                  <a:cxn ang="0">
                    <a:pos x="202" y="54"/>
                  </a:cxn>
                  <a:cxn ang="0">
                    <a:pos x="178" y="24"/>
                  </a:cxn>
                  <a:cxn ang="0">
                    <a:pos x="143" y="5"/>
                  </a:cxn>
                  <a:cxn ang="0">
                    <a:pos x="107" y="0"/>
                  </a:cxn>
                  <a:cxn ang="0">
                    <a:pos x="69" y="5"/>
                  </a:cxn>
                  <a:cxn ang="0">
                    <a:pos x="34" y="23"/>
                  </a:cxn>
                  <a:cxn ang="0">
                    <a:pos x="10" y="53"/>
                  </a:cxn>
                  <a:cxn ang="0">
                    <a:pos x="0" y="94"/>
                  </a:cxn>
                  <a:cxn ang="0">
                    <a:pos x="0" y="94"/>
                  </a:cxn>
                  <a:cxn ang="0">
                    <a:pos x="16" y="94"/>
                  </a:cxn>
                </a:cxnLst>
                <a:rect l="0" t="0" r="r" b="b"/>
                <a:pathLst>
                  <a:path w="211" h="94">
                    <a:moveTo>
                      <a:pt x="16" y="94"/>
                    </a:moveTo>
                    <a:lnTo>
                      <a:pt x="16" y="94"/>
                    </a:lnTo>
                    <a:lnTo>
                      <a:pt x="23" y="59"/>
                    </a:lnTo>
                    <a:lnTo>
                      <a:pt x="43" y="35"/>
                    </a:lnTo>
                    <a:lnTo>
                      <a:pt x="72" y="21"/>
                    </a:lnTo>
                    <a:lnTo>
                      <a:pt x="107" y="16"/>
                    </a:lnTo>
                    <a:lnTo>
                      <a:pt x="140" y="21"/>
                    </a:lnTo>
                    <a:lnTo>
                      <a:pt x="168" y="37"/>
                    </a:lnTo>
                    <a:lnTo>
                      <a:pt x="189" y="60"/>
                    </a:lnTo>
                    <a:lnTo>
                      <a:pt x="195" y="94"/>
                    </a:lnTo>
                    <a:lnTo>
                      <a:pt x="211" y="94"/>
                    </a:lnTo>
                    <a:lnTo>
                      <a:pt x="202" y="54"/>
                    </a:lnTo>
                    <a:lnTo>
                      <a:pt x="178" y="24"/>
                    </a:lnTo>
                    <a:lnTo>
                      <a:pt x="143" y="5"/>
                    </a:lnTo>
                    <a:lnTo>
                      <a:pt x="107" y="0"/>
                    </a:lnTo>
                    <a:lnTo>
                      <a:pt x="69" y="5"/>
                    </a:lnTo>
                    <a:lnTo>
                      <a:pt x="34" y="23"/>
                    </a:lnTo>
                    <a:lnTo>
                      <a:pt x="10" y="53"/>
                    </a:lnTo>
                    <a:lnTo>
                      <a:pt x="0" y="94"/>
                    </a:lnTo>
                    <a:lnTo>
                      <a:pt x="0" y="94"/>
                    </a:lnTo>
                    <a:lnTo>
                      <a:pt x="16" y="94"/>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520" name="Freeform 282"/>
              <p:cNvSpPr/>
              <p:nvPr/>
            </p:nvSpPr>
            <p:spPr bwMode="auto">
              <a:xfrm>
                <a:off x="4803" y="2819"/>
                <a:ext cx="16" cy="21"/>
              </a:xfrm>
              <a:custGeom>
                <a:avLst/>
                <a:gdLst/>
                <a:ahLst/>
                <a:cxnLst>
                  <a:cxn ang="0">
                    <a:pos x="8" y="8"/>
                  </a:cxn>
                  <a:cxn ang="0">
                    <a:pos x="8" y="15"/>
                  </a:cxn>
                  <a:cxn ang="0">
                    <a:pos x="16" y="15"/>
                  </a:cxn>
                  <a:cxn ang="0">
                    <a:pos x="16" y="14"/>
                  </a:cxn>
                  <a:cxn ang="0">
                    <a:pos x="16" y="9"/>
                  </a:cxn>
                  <a:cxn ang="0">
                    <a:pos x="16" y="0"/>
                  </a:cxn>
                  <a:cxn ang="0">
                    <a:pos x="0" y="0"/>
                  </a:cxn>
                  <a:cxn ang="0">
                    <a:pos x="0" y="9"/>
                  </a:cxn>
                  <a:cxn ang="0">
                    <a:pos x="0" y="14"/>
                  </a:cxn>
                  <a:cxn ang="0">
                    <a:pos x="0" y="15"/>
                  </a:cxn>
                  <a:cxn ang="0">
                    <a:pos x="8" y="15"/>
                  </a:cxn>
                  <a:cxn ang="0">
                    <a:pos x="8" y="23"/>
                  </a:cxn>
                  <a:cxn ang="0">
                    <a:pos x="0" y="15"/>
                  </a:cxn>
                  <a:cxn ang="0">
                    <a:pos x="0" y="23"/>
                  </a:cxn>
                  <a:cxn ang="0">
                    <a:pos x="8" y="23"/>
                  </a:cxn>
                  <a:cxn ang="0">
                    <a:pos x="8" y="8"/>
                  </a:cxn>
                </a:cxnLst>
                <a:rect l="0" t="0" r="r" b="b"/>
                <a:pathLst>
                  <a:path w="16" h="23">
                    <a:moveTo>
                      <a:pt x="8" y="8"/>
                    </a:moveTo>
                    <a:lnTo>
                      <a:pt x="8" y="15"/>
                    </a:lnTo>
                    <a:lnTo>
                      <a:pt x="16" y="15"/>
                    </a:lnTo>
                    <a:lnTo>
                      <a:pt x="16" y="14"/>
                    </a:lnTo>
                    <a:lnTo>
                      <a:pt x="16" y="9"/>
                    </a:lnTo>
                    <a:lnTo>
                      <a:pt x="16" y="0"/>
                    </a:lnTo>
                    <a:lnTo>
                      <a:pt x="0" y="0"/>
                    </a:lnTo>
                    <a:lnTo>
                      <a:pt x="0" y="9"/>
                    </a:lnTo>
                    <a:lnTo>
                      <a:pt x="0" y="14"/>
                    </a:lnTo>
                    <a:lnTo>
                      <a:pt x="0" y="15"/>
                    </a:lnTo>
                    <a:lnTo>
                      <a:pt x="8" y="15"/>
                    </a:lnTo>
                    <a:lnTo>
                      <a:pt x="8" y="23"/>
                    </a:lnTo>
                    <a:lnTo>
                      <a:pt x="0" y="15"/>
                    </a:lnTo>
                    <a:lnTo>
                      <a:pt x="0" y="23"/>
                    </a:lnTo>
                    <a:lnTo>
                      <a:pt x="8" y="23"/>
                    </a:lnTo>
                    <a:lnTo>
                      <a:pt x="8"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521" name="Freeform 283"/>
              <p:cNvSpPr/>
              <p:nvPr/>
            </p:nvSpPr>
            <p:spPr bwMode="auto">
              <a:xfrm>
                <a:off x="4812" y="2826"/>
                <a:ext cx="203" cy="14"/>
              </a:xfrm>
              <a:custGeom>
                <a:avLst/>
                <a:gdLst/>
                <a:ahLst/>
                <a:cxnLst>
                  <a:cxn ang="0">
                    <a:pos x="187" y="7"/>
                  </a:cxn>
                  <a:cxn ang="0">
                    <a:pos x="195" y="0"/>
                  </a:cxn>
                  <a:cxn ang="0">
                    <a:pos x="0" y="0"/>
                  </a:cxn>
                  <a:cxn ang="0">
                    <a:pos x="0" y="15"/>
                  </a:cxn>
                  <a:cxn ang="0">
                    <a:pos x="195" y="15"/>
                  </a:cxn>
                  <a:cxn ang="0">
                    <a:pos x="203" y="7"/>
                  </a:cxn>
                  <a:cxn ang="0">
                    <a:pos x="195" y="15"/>
                  </a:cxn>
                  <a:cxn ang="0">
                    <a:pos x="203" y="15"/>
                  </a:cxn>
                  <a:cxn ang="0">
                    <a:pos x="203" y="7"/>
                  </a:cxn>
                  <a:cxn ang="0">
                    <a:pos x="187" y="7"/>
                  </a:cxn>
                </a:cxnLst>
                <a:rect l="0" t="0" r="r" b="b"/>
                <a:pathLst>
                  <a:path w="203" h="15">
                    <a:moveTo>
                      <a:pt x="187" y="7"/>
                    </a:moveTo>
                    <a:lnTo>
                      <a:pt x="195" y="0"/>
                    </a:lnTo>
                    <a:lnTo>
                      <a:pt x="0" y="0"/>
                    </a:lnTo>
                    <a:lnTo>
                      <a:pt x="0" y="15"/>
                    </a:lnTo>
                    <a:lnTo>
                      <a:pt x="195" y="15"/>
                    </a:lnTo>
                    <a:lnTo>
                      <a:pt x="203" y="7"/>
                    </a:lnTo>
                    <a:lnTo>
                      <a:pt x="195" y="15"/>
                    </a:lnTo>
                    <a:lnTo>
                      <a:pt x="203" y="15"/>
                    </a:lnTo>
                    <a:lnTo>
                      <a:pt x="203" y="7"/>
                    </a:lnTo>
                    <a:lnTo>
                      <a:pt x="187" y="7"/>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522" name="Freeform 284"/>
              <p:cNvSpPr/>
              <p:nvPr/>
            </p:nvSpPr>
            <p:spPr bwMode="auto">
              <a:xfrm>
                <a:off x="4901" y="2734"/>
                <a:ext cx="13" cy="100"/>
              </a:xfrm>
              <a:custGeom>
                <a:avLst/>
                <a:gdLst/>
                <a:ahLst/>
                <a:cxnLst>
                  <a:cxn ang="0">
                    <a:pos x="8" y="101"/>
                  </a:cxn>
                  <a:cxn ang="0">
                    <a:pos x="16" y="101"/>
                  </a:cxn>
                  <a:cxn ang="0">
                    <a:pos x="16" y="0"/>
                  </a:cxn>
                  <a:cxn ang="0">
                    <a:pos x="0" y="0"/>
                  </a:cxn>
                  <a:cxn ang="0">
                    <a:pos x="0" y="101"/>
                  </a:cxn>
                  <a:cxn ang="0">
                    <a:pos x="8" y="101"/>
                  </a:cxn>
                </a:cxnLst>
                <a:rect l="0" t="0" r="r" b="b"/>
                <a:pathLst>
                  <a:path w="16" h="101">
                    <a:moveTo>
                      <a:pt x="8" y="101"/>
                    </a:moveTo>
                    <a:lnTo>
                      <a:pt x="16" y="101"/>
                    </a:lnTo>
                    <a:lnTo>
                      <a:pt x="16" y="0"/>
                    </a:lnTo>
                    <a:lnTo>
                      <a:pt x="0" y="0"/>
                    </a:lnTo>
                    <a:lnTo>
                      <a:pt x="0" y="101"/>
                    </a:lnTo>
                    <a:lnTo>
                      <a:pt x="8" y="101"/>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523" name="Freeform 285"/>
              <p:cNvSpPr/>
              <p:nvPr/>
            </p:nvSpPr>
            <p:spPr bwMode="auto">
              <a:xfrm>
                <a:off x="4904" y="2755"/>
                <a:ext cx="86" cy="86"/>
              </a:xfrm>
              <a:custGeom>
                <a:avLst/>
                <a:gdLst/>
                <a:ahLst/>
                <a:cxnLst>
                  <a:cxn ang="0">
                    <a:pos x="5" y="79"/>
                  </a:cxn>
                  <a:cxn ang="0">
                    <a:pos x="10" y="84"/>
                  </a:cxn>
                  <a:cxn ang="0">
                    <a:pos x="87" y="10"/>
                  </a:cxn>
                  <a:cxn ang="0">
                    <a:pos x="78" y="0"/>
                  </a:cxn>
                  <a:cxn ang="0">
                    <a:pos x="0" y="75"/>
                  </a:cxn>
                  <a:cxn ang="0">
                    <a:pos x="5" y="79"/>
                  </a:cxn>
                </a:cxnLst>
                <a:rect l="0" t="0" r="r" b="b"/>
                <a:pathLst>
                  <a:path w="87" h="84">
                    <a:moveTo>
                      <a:pt x="5" y="79"/>
                    </a:moveTo>
                    <a:lnTo>
                      <a:pt x="10" y="84"/>
                    </a:lnTo>
                    <a:lnTo>
                      <a:pt x="87" y="10"/>
                    </a:lnTo>
                    <a:lnTo>
                      <a:pt x="78" y="0"/>
                    </a:lnTo>
                    <a:lnTo>
                      <a:pt x="0" y="75"/>
                    </a:lnTo>
                    <a:lnTo>
                      <a:pt x="5" y="79"/>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524" name="Freeform 286"/>
              <p:cNvSpPr/>
              <p:nvPr/>
            </p:nvSpPr>
            <p:spPr bwMode="auto">
              <a:xfrm>
                <a:off x="4828" y="2755"/>
                <a:ext cx="86" cy="86"/>
              </a:xfrm>
              <a:custGeom>
                <a:avLst/>
                <a:gdLst/>
                <a:ahLst/>
                <a:cxnLst>
                  <a:cxn ang="0">
                    <a:pos x="78" y="80"/>
                  </a:cxn>
                  <a:cxn ang="0">
                    <a:pos x="83" y="76"/>
                  </a:cxn>
                  <a:cxn ang="0">
                    <a:pos x="10" y="0"/>
                  </a:cxn>
                  <a:cxn ang="0">
                    <a:pos x="0" y="9"/>
                  </a:cxn>
                  <a:cxn ang="0">
                    <a:pos x="73" y="85"/>
                  </a:cxn>
                  <a:cxn ang="0">
                    <a:pos x="78" y="80"/>
                  </a:cxn>
                </a:cxnLst>
                <a:rect l="0" t="0" r="r" b="b"/>
                <a:pathLst>
                  <a:path w="83" h="85">
                    <a:moveTo>
                      <a:pt x="78" y="80"/>
                    </a:moveTo>
                    <a:lnTo>
                      <a:pt x="83" y="76"/>
                    </a:lnTo>
                    <a:lnTo>
                      <a:pt x="10" y="0"/>
                    </a:lnTo>
                    <a:lnTo>
                      <a:pt x="0" y="9"/>
                    </a:lnTo>
                    <a:lnTo>
                      <a:pt x="73" y="85"/>
                    </a:lnTo>
                    <a:lnTo>
                      <a:pt x="78" y="80"/>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grpSp>
        <p:sp>
          <p:nvSpPr>
            <p:cNvPr id="27853" name="Text Box 287"/>
            <p:cNvSpPr txBox="1"/>
            <p:nvPr/>
          </p:nvSpPr>
          <p:spPr>
            <a:xfrm>
              <a:off x="4729" y="650"/>
              <a:ext cx="804" cy="845"/>
            </a:xfrm>
            <a:prstGeom prst="rect">
              <a:avLst/>
            </a:prstGeom>
            <a:noFill/>
            <a:ln w="12700">
              <a:noFill/>
            </a:ln>
          </p:spPr>
          <p:txBody>
            <a:bodyPr wrap="none">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ct val="0"/>
                </a:spcBef>
                <a:spcAft>
                  <a:spcPts val="590"/>
                </a:spcAft>
                <a:buSzPct val="80000"/>
                <a:buNone/>
              </a:pPr>
              <a:endParaRPr lang="zh-CN" altLang="en-US" sz="2800" dirty="0">
                <a:ea typeface="宋体" pitchFamily="2" charset="-122"/>
              </a:endParaRPr>
            </a:p>
          </p:txBody>
        </p:sp>
      </p:grpSp>
      <p:grpSp>
        <p:nvGrpSpPr>
          <p:cNvPr id="30179" name="Group 288"/>
          <p:cNvGrpSpPr/>
          <p:nvPr/>
        </p:nvGrpSpPr>
        <p:grpSpPr>
          <a:xfrm>
            <a:off x="8955088" y="2081213"/>
            <a:ext cx="536575" cy="846137"/>
            <a:chOff x="4368" y="0"/>
            <a:chExt cx="1392" cy="1495"/>
          </a:xfrm>
        </p:grpSpPr>
        <p:grpSp>
          <p:nvGrpSpPr>
            <p:cNvPr id="27818" name="Group 289"/>
            <p:cNvGrpSpPr/>
            <p:nvPr/>
          </p:nvGrpSpPr>
          <p:grpSpPr>
            <a:xfrm>
              <a:off x="4368" y="0"/>
              <a:ext cx="1392" cy="1056"/>
              <a:chOff x="4368" y="2016"/>
              <a:chExt cx="1072" cy="1344"/>
            </a:xfrm>
          </p:grpSpPr>
          <p:sp>
            <p:nvSpPr>
              <p:cNvPr id="528" name="Freeform 290"/>
              <p:cNvSpPr/>
              <p:nvPr/>
            </p:nvSpPr>
            <p:spPr bwMode="auto">
              <a:xfrm>
                <a:off x="4457" y="2462"/>
                <a:ext cx="898" cy="825"/>
              </a:xfrm>
              <a:custGeom>
                <a:avLst/>
                <a:gdLst/>
                <a:ahLst/>
                <a:cxnLst>
                  <a:cxn ang="0">
                    <a:pos x="445" y="0"/>
                  </a:cxn>
                  <a:cxn ang="0">
                    <a:pos x="897" y="293"/>
                  </a:cxn>
                  <a:cxn ang="0">
                    <a:pos x="897" y="829"/>
                  </a:cxn>
                  <a:cxn ang="0">
                    <a:pos x="601" y="829"/>
                  </a:cxn>
                  <a:cxn ang="0">
                    <a:pos x="296" y="829"/>
                  </a:cxn>
                  <a:cxn ang="0">
                    <a:pos x="0" y="829"/>
                  </a:cxn>
                  <a:cxn ang="0">
                    <a:pos x="0" y="293"/>
                  </a:cxn>
                  <a:cxn ang="0">
                    <a:pos x="445" y="0"/>
                  </a:cxn>
                </a:cxnLst>
                <a:rect l="0" t="0" r="r" b="b"/>
                <a:pathLst>
                  <a:path w="897" h="829">
                    <a:moveTo>
                      <a:pt x="445" y="0"/>
                    </a:moveTo>
                    <a:lnTo>
                      <a:pt x="897" y="293"/>
                    </a:lnTo>
                    <a:lnTo>
                      <a:pt x="897" y="829"/>
                    </a:lnTo>
                    <a:lnTo>
                      <a:pt x="601" y="829"/>
                    </a:lnTo>
                    <a:lnTo>
                      <a:pt x="296" y="829"/>
                    </a:lnTo>
                    <a:lnTo>
                      <a:pt x="0" y="829"/>
                    </a:lnTo>
                    <a:lnTo>
                      <a:pt x="0" y="293"/>
                    </a:lnTo>
                    <a:lnTo>
                      <a:pt x="445" y="0"/>
                    </a:lnTo>
                    <a:close/>
                  </a:path>
                </a:pathLst>
              </a:custGeom>
              <a:solidFill>
                <a:srgbClr val="993366"/>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529" name="Freeform 291"/>
              <p:cNvSpPr/>
              <p:nvPr/>
            </p:nvSpPr>
            <p:spPr bwMode="auto">
              <a:xfrm>
                <a:off x="4368" y="2462"/>
                <a:ext cx="415" cy="289"/>
              </a:xfrm>
              <a:custGeom>
                <a:avLst/>
                <a:gdLst/>
                <a:ahLst/>
                <a:cxnLst>
                  <a:cxn ang="0">
                    <a:pos x="0" y="288"/>
                  </a:cxn>
                  <a:cxn ang="0">
                    <a:pos x="416" y="32"/>
                  </a:cxn>
                  <a:cxn ang="0">
                    <a:pos x="416" y="27"/>
                  </a:cxn>
                  <a:cxn ang="0">
                    <a:pos x="416" y="19"/>
                  </a:cxn>
                  <a:cxn ang="0">
                    <a:pos x="416" y="9"/>
                  </a:cxn>
                  <a:cxn ang="0">
                    <a:pos x="416" y="0"/>
                  </a:cxn>
                  <a:cxn ang="0">
                    <a:pos x="0" y="254"/>
                  </a:cxn>
                  <a:cxn ang="0">
                    <a:pos x="0" y="288"/>
                  </a:cxn>
                </a:cxnLst>
                <a:rect l="0" t="0" r="r" b="b"/>
                <a:pathLst>
                  <a:path w="416" h="288">
                    <a:moveTo>
                      <a:pt x="0" y="288"/>
                    </a:moveTo>
                    <a:lnTo>
                      <a:pt x="416" y="32"/>
                    </a:lnTo>
                    <a:lnTo>
                      <a:pt x="416" y="27"/>
                    </a:lnTo>
                    <a:lnTo>
                      <a:pt x="416" y="19"/>
                    </a:lnTo>
                    <a:lnTo>
                      <a:pt x="416" y="9"/>
                    </a:lnTo>
                    <a:lnTo>
                      <a:pt x="416" y="0"/>
                    </a:lnTo>
                    <a:lnTo>
                      <a:pt x="0" y="254"/>
                    </a:lnTo>
                    <a:lnTo>
                      <a:pt x="0" y="288"/>
                    </a:lnTo>
                    <a:close/>
                  </a:path>
                </a:pathLst>
              </a:custGeom>
              <a:solidFill>
                <a:srgbClr val="000000"/>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530" name="Rectangle 292"/>
              <p:cNvSpPr>
                <a:spLocks noChangeArrowheads="1"/>
              </p:cNvSpPr>
              <p:nvPr/>
            </p:nvSpPr>
            <p:spPr bwMode="auto">
              <a:xfrm>
                <a:off x="4457" y="3330"/>
                <a:ext cx="898" cy="29"/>
              </a:xfrm>
              <a:prstGeom prst="rect">
                <a:avLst/>
              </a:prstGeom>
              <a:solidFill>
                <a:srgbClr val="000000"/>
              </a:solidFill>
              <a:ln w="9525">
                <a:noFill/>
                <a:miter lim="800000"/>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531" name="Freeform 293"/>
              <p:cNvSpPr/>
              <p:nvPr/>
            </p:nvSpPr>
            <p:spPr bwMode="auto">
              <a:xfrm>
                <a:off x="4787" y="2170"/>
                <a:ext cx="241" cy="328"/>
              </a:xfrm>
              <a:custGeom>
                <a:avLst/>
                <a:gdLst/>
                <a:ahLst/>
                <a:cxnLst>
                  <a:cxn ang="0">
                    <a:pos x="242" y="327"/>
                  </a:cxn>
                  <a:cxn ang="0">
                    <a:pos x="242" y="0"/>
                  </a:cxn>
                  <a:cxn ang="0">
                    <a:pos x="0" y="0"/>
                  </a:cxn>
                  <a:cxn ang="0">
                    <a:pos x="0" y="321"/>
                  </a:cxn>
                  <a:cxn ang="0">
                    <a:pos x="116" y="240"/>
                  </a:cxn>
                  <a:cxn ang="0">
                    <a:pos x="242" y="327"/>
                  </a:cxn>
                </a:cxnLst>
                <a:rect l="0" t="0" r="r" b="b"/>
                <a:pathLst>
                  <a:path w="242" h="327">
                    <a:moveTo>
                      <a:pt x="242" y="327"/>
                    </a:moveTo>
                    <a:lnTo>
                      <a:pt x="242" y="0"/>
                    </a:lnTo>
                    <a:lnTo>
                      <a:pt x="0" y="0"/>
                    </a:lnTo>
                    <a:lnTo>
                      <a:pt x="0" y="321"/>
                    </a:lnTo>
                    <a:lnTo>
                      <a:pt x="116" y="240"/>
                    </a:lnTo>
                    <a:lnTo>
                      <a:pt x="242" y="327"/>
                    </a:lnTo>
                    <a:close/>
                  </a:path>
                </a:pathLst>
              </a:custGeom>
              <a:solidFill>
                <a:srgbClr val="000000"/>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532" name="Freeform 294"/>
              <p:cNvSpPr/>
              <p:nvPr/>
            </p:nvSpPr>
            <p:spPr bwMode="auto">
              <a:xfrm>
                <a:off x="4723" y="2016"/>
                <a:ext cx="358" cy="125"/>
              </a:xfrm>
              <a:custGeom>
                <a:avLst/>
                <a:gdLst/>
                <a:ahLst/>
                <a:cxnLst>
                  <a:cxn ang="0">
                    <a:pos x="181" y="0"/>
                  </a:cxn>
                  <a:cxn ang="0">
                    <a:pos x="0" y="126"/>
                  </a:cxn>
                  <a:cxn ang="0">
                    <a:pos x="361" y="126"/>
                  </a:cxn>
                  <a:cxn ang="0">
                    <a:pos x="181" y="0"/>
                  </a:cxn>
                </a:cxnLst>
                <a:rect l="0" t="0" r="r" b="b"/>
                <a:pathLst>
                  <a:path w="361" h="126">
                    <a:moveTo>
                      <a:pt x="181" y="0"/>
                    </a:moveTo>
                    <a:lnTo>
                      <a:pt x="0" y="126"/>
                    </a:lnTo>
                    <a:lnTo>
                      <a:pt x="361" y="126"/>
                    </a:lnTo>
                    <a:lnTo>
                      <a:pt x="181" y="0"/>
                    </a:lnTo>
                    <a:close/>
                  </a:path>
                </a:pathLst>
              </a:custGeom>
              <a:solidFill>
                <a:srgbClr val="000000"/>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533" name="Freeform 295"/>
              <p:cNvSpPr/>
              <p:nvPr/>
            </p:nvSpPr>
            <p:spPr bwMode="auto">
              <a:xfrm>
                <a:off x="5028" y="2469"/>
                <a:ext cx="412" cy="282"/>
              </a:xfrm>
              <a:custGeom>
                <a:avLst/>
                <a:gdLst/>
                <a:ahLst/>
                <a:cxnLst>
                  <a:cxn ang="0">
                    <a:pos x="413" y="287"/>
                  </a:cxn>
                  <a:cxn ang="0">
                    <a:pos x="0" y="31"/>
                  </a:cxn>
                  <a:cxn ang="0">
                    <a:pos x="0" y="25"/>
                  </a:cxn>
                  <a:cxn ang="0">
                    <a:pos x="0" y="17"/>
                  </a:cxn>
                  <a:cxn ang="0">
                    <a:pos x="0" y="9"/>
                  </a:cxn>
                  <a:cxn ang="0">
                    <a:pos x="0" y="0"/>
                  </a:cxn>
                  <a:cxn ang="0">
                    <a:pos x="413" y="253"/>
                  </a:cxn>
                  <a:cxn ang="0">
                    <a:pos x="413" y="287"/>
                  </a:cxn>
                </a:cxnLst>
                <a:rect l="0" t="0" r="r" b="b"/>
                <a:pathLst>
                  <a:path w="413" h="287">
                    <a:moveTo>
                      <a:pt x="413" y="287"/>
                    </a:moveTo>
                    <a:lnTo>
                      <a:pt x="0" y="31"/>
                    </a:lnTo>
                    <a:lnTo>
                      <a:pt x="0" y="25"/>
                    </a:lnTo>
                    <a:lnTo>
                      <a:pt x="0" y="17"/>
                    </a:lnTo>
                    <a:lnTo>
                      <a:pt x="0" y="9"/>
                    </a:lnTo>
                    <a:lnTo>
                      <a:pt x="0" y="0"/>
                    </a:lnTo>
                    <a:lnTo>
                      <a:pt x="413" y="253"/>
                    </a:lnTo>
                    <a:lnTo>
                      <a:pt x="413" y="287"/>
                    </a:lnTo>
                    <a:close/>
                  </a:path>
                </a:pathLst>
              </a:custGeom>
              <a:solidFill>
                <a:srgbClr val="000000"/>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534" name="Freeform 296"/>
              <p:cNvSpPr/>
              <p:nvPr/>
            </p:nvSpPr>
            <p:spPr bwMode="auto">
              <a:xfrm>
                <a:off x="4841" y="2209"/>
                <a:ext cx="127" cy="164"/>
              </a:xfrm>
              <a:custGeom>
                <a:avLst/>
                <a:gdLst/>
                <a:ahLst/>
                <a:cxnLst>
                  <a:cxn ang="0">
                    <a:pos x="65" y="0"/>
                  </a:cxn>
                  <a:cxn ang="0">
                    <a:pos x="51" y="1"/>
                  </a:cxn>
                  <a:cxn ang="0">
                    <a:pos x="38" y="6"/>
                  </a:cxn>
                  <a:cxn ang="0">
                    <a:pos x="27" y="13"/>
                  </a:cxn>
                  <a:cxn ang="0">
                    <a:pos x="17" y="20"/>
                  </a:cxn>
                  <a:cxn ang="0">
                    <a:pos x="9" y="32"/>
                  </a:cxn>
                  <a:cxn ang="0">
                    <a:pos x="5" y="44"/>
                  </a:cxn>
                  <a:cxn ang="0">
                    <a:pos x="1" y="58"/>
                  </a:cxn>
                  <a:cxn ang="0">
                    <a:pos x="0" y="74"/>
                  </a:cxn>
                  <a:cxn ang="0">
                    <a:pos x="0" y="103"/>
                  </a:cxn>
                  <a:cxn ang="0">
                    <a:pos x="0" y="126"/>
                  </a:cxn>
                  <a:cxn ang="0">
                    <a:pos x="0" y="145"/>
                  </a:cxn>
                  <a:cxn ang="0">
                    <a:pos x="0" y="164"/>
                  </a:cxn>
                  <a:cxn ang="0">
                    <a:pos x="27" y="164"/>
                  </a:cxn>
                  <a:cxn ang="0">
                    <a:pos x="44" y="164"/>
                  </a:cxn>
                  <a:cxn ang="0">
                    <a:pos x="55" y="164"/>
                  </a:cxn>
                  <a:cxn ang="0">
                    <a:pos x="63" y="164"/>
                  </a:cxn>
                  <a:cxn ang="0">
                    <a:pos x="71" y="164"/>
                  </a:cxn>
                  <a:cxn ang="0">
                    <a:pos x="82" y="164"/>
                  </a:cxn>
                  <a:cxn ang="0">
                    <a:pos x="100" y="164"/>
                  </a:cxn>
                  <a:cxn ang="0">
                    <a:pos x="127" y="164"/>
                  </a:cxn>
                  <a:cxn ang="0">
                    <a:pos x="127" y="139"/>
                  </a:cxn>
                  <a:cxn ang="0">
                    <a:pos x="127" y="114"/>
                  </a:cxn>
                  <a:cxn ang="0">
                    <a:pos x="127" y="90"/>
                  </a:cxn>
                  <a:cxn ang="0">
                    <a:pos x="127" y="71"/>
                  </a:cxn>
                  <a:cxn ang="0">
                    <a:pos x="127" y="62"/>
                  </a:cxn>
                  <a:cxn ang="0">
                    <a:pos x="123" y="51"/>
                  </a:cxn>
                  <a:cxn ang="0">
                    <a:pos x="119" y="38"/>
                  </a:cxn>
                  <a:cxn ang="0">
                    <a:pos x="112" y="27"/>
                  </a:cxn>
                  <a:cxn ang="0">
                    <a:pos x="104" y="16"/>
                  </a:cxn>
                  <a:cxn ang="0">
                    <a:pos x="93" y="8"/>
                  </a:cxn>
                  <a:cxn ang="0">
                    <a:pos x="81" y="1"/>
                  </a:cxn>
                  <a:cxn ang="0">
                    <a:pos x="65" y="0"/>
                  </a:cxn>
                </a:cxnLst>
                <a:rect l="0" t="0" r="r" b="b"/>
                <a:pathLst>
                  <a:path w="127" h="164">
                    <a:moveTo>
                      <a:pt x="65" y="0"/>
                    </a:moveTo>
                    <a:lnTo>
                      <a:pt x="51" y="1"/>
                    </a:lnTo>
                    <a:lnTo>
                      <a:pt x="38" y="6"/>
                    </a:lnTo>
                    <a:lnTo>
                      <a:pt x="27" y="13"/>
                    </a:lnTo>
                    <a:lnTo>
                      <a:pt x="17" y="20"/>
                    </a:lnTo>
                    <a:lnTo>
                      <a:pt x="9" y="32"/>
                    </a:lnTo>
                    <a:lnTo>
                      <a:pt x="5" y="44"/>
                    </a:lnTo>
                    <a:lnTo>
                      <a:pt x="1" y="58"/>
                    </a:lnTo>
                    <a:lnTo>
                      <a:pt x="0" y="74"/>
                    </a:lnTo>
                    <a:lnTo>
                      <a:pt x="0" y="103"/>
                    </a:lnTo>
                    <a:lnTo>
                      <a:pt x="0" y="126"/>
                    </a:lnTo>
                    <a:lnTo>
                      <a:pt x="0" y="145"/>
                    </a:lnTo>
                    <a:lnTo>
                      <a:pt x="0" y="164"/>
                    </a:lnTo>
                    <a:lnTo>
                      <a:pt x="27" y="164"/>
                    </a:lnTo>
                    <a:lnTo>
                      <a:pt x="44" y="164"/>
                    </a:lnTo>
                    <a:lnTo>
                      <a:pt x="55" y="164"/>
                    </a:lnTo>
                    <a:lnTo>
                      <a:pt x="63" y="164"/>
                    </a:lnTo>
                    <a:lnTo>
                      <a:pt x="71" y="164"/>
                    </a:lnTo>
                    <a:lnTo>
                      <a:pt x="82" y="164"/>
                    </a:lnTo>
                    <a:lnTo>
                      <a:pt x="100" y="164"/>
                    </a:lnTo>
                    <a:lnTo>
                      <a:pt x="127" y="164"/>
                    </a:lnTo>
                    <a:lnTo>
                      <a:pt x="127" y="139"/>
                    </a:lnTo>
                    <a:lnTo>
                      <a:pt x="127" y="114"/>
                    </a:lnTo>
                    <a:lnTo>
                      <a:pt x="127" y="90"/>
                    </a:lnTo>
                    <a:lnTo>
                      <a:pt x="127" y="71"/>
                    </a:lnTo>
                    <a:lnTo>
                      <a:pt x="127" y="62"/>
                    </a:lnTo>
                    <a:lnTo>
                      <a:pt x="123" y="51"/>
                    </a:lnTo>
                    <a:lnTo>
                      <a:pt x="119" y="38"/>
                    </a:lnTo>
                    <a:lnTo>
                      <a:pt x="112" y="27"/>
                    </a:lnTo>
                    <a:lnTo>
                      <a:pt x="104" y="16"/>
                    </a:lnTo>
                    <a:lnTo>
                      <a:pt x="93" y="8"/>
                    </a:lnTo>
                    <a:lnTo>
                      <a:pt x="81" y="1"/>
                    </a:lnTo>
                    <a:lnTo>
                      <a:pt x="65" y="0"/>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535" name="Rectangle 297"/>
              <p:cNvSpPr>
                <a:spLocks noChangeArrowheads="1"/>
              </p:cNvSpPr>
              <p:nvPr/>
            </p:nvSpPr>
            <p:spPr bwMode="auto">
              <a:xfrm>
                <a:off x="4803" y="2901"/>
                <a:ext cx="206" cy="386"/>
              </a:xfrm>
              <a:prstGeom prst="rect">
                <a:avLst/>
              </a:prstGeom>
              <a:solidFill>
                <a:srgbClr val="FFFFFF"/>
              </a:solidFill>
              <a:ln w="9525">
                <a:noFill/>
                <a:miter lim="800000"/>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536" name="Freeform 298"/>
              <p:cNvSpPr/>
              <p:nvPr/>
            </p:nvSpPr>
            <p:spPr bwMode="auto">
              <a:xfrm>
                <a:off x="4736" y="2819"/>
                <a:ext cx="13" cy="318"/>
              </a:xfrm>
              <a:custGeom>
                <a:avLst/>
                <a:gdLst/>
                <a:ahLst/>
                <a:cxnLst>
                  <a:cxn ang="0">
                    <a:pos x="8" y="16"/>
                  </a:cxn>
                  <a:cxn ang="0">
                    <a:pos x="0" y="8"/>
                  </a:cxn>
                  <a:cxn ang="0">
                    <a:pos x="0" y="320"/>
                  </a:cxn>
                  <a:cxn ang="0">
                    <a:pos x="16" y="320"/>
                  </a:cxn>
                  <a:cxn ang="0">
                    <a:pos x="16" y="8"/>
                  </a:cxn>
                  <a:cxn ang="0">
                    <a:pos x="8" y="0"/>
                  </a:cxn>
                  <a:cxn ang="0">
                    <a:pos x="16" y="8"/>
                  </a:cxn>
                  <a:cxn ang="0">
                    <a:pos x="16" y="0"/>
                  </a:cxn>
                  <a:cxn ang="0">
                    <a:pos x="8" y="0"/>
                  </a:cxn>
                  <a:cxn ang="0">
                    <a:pos x="8" y="16"/>
                  </a:cxn>
                </a:cxnLst>
                <a:rect l="0" t="0" r="r" b="b"/>
                <a:pathLst>
                  <a:path w="16" h="320">
                    <a:moveTo>
                      <a:pt x="8" y="16"/>
                    </a:moveTo>
                    <a:lnTo>
                      <a:pt x="0" y="8"/>
                    </a:lnTo>
                    <a:lnTo>
                      <a:pt x="0" y="320"/>
                    </a:lnTo>
                    <a:lnTo>
                      <a:pt x="16" y="320"/>
                    </a:lnTo>
                    <a:lnTo>
                      <a:pt x="16" y="8"/>
                    </a:lnTo>
                    <a:lnTo>
                      <a:pt x="8" y="0"/>
                    </a:lnTo>
                    <a:lnTo>
                      <a:pt x="16" y="8"/>
                    </a:lnTo>
                    <a:lnTo>
                      <a:pt x="16" y="0"/>
                    </a:lnTo>
                    <a:lnTo>
                      <a:pt x="8" y="0"/>
                    </a:lnTo>
                    <a:lnTo>
                      <a:pt x="8" y="16"/>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537" name="Freeform 299"/>
              <p:cNvSpPr/>
              <p:nvPr/>
            </p:nvSpPr>
            <p:spPr bwMode="auto">
              <a:xfrm>
                <a:off x="4558" y="2819"/>
                <a:ext cx="184" cy="21"/>
              </a:xfrm>
              <a:custGeom>
                <a:avLst/>
                <a:gdLst/>
                <a:ahLst/>
                <a:cxnLst>
                  <a:cxn ang="0">
                    <a:pos x="16" y="8"/>
                  </a:cxn>
                  <a:cxn ang="0">
                    <a:pos x="8" y="16"/>
                  </a:cxn>
                  <a:cxn ang="0">
                    <a:pos x="187" y="16"/>
                  </a:cxn>
                  <a:cxn ang="0">
                    <a:pos x="187" y="0"/>
                  </a:cxn>
                  <a:cxn ang="0">
                    <a:pos x="8" y="0"/>
                  </a:cxn>
                  <a:cxn ang="0">
                    <a:pos x="0" y="8"/>
                  </a:cxn>
                  <a:cxn ang="0">
                    <a:pos x="8" y="0"/>
                  </a:cxn>
                  <a:cxn ang="0">
                    <a:pos x="0" y="0"/>
                  </a:cxn>
                  <a:cxn ang="0">
                    <a:pos x="0" y="8"/>
                  </a:cxn>
                  <a:cxn ang="0">
                    <a:pos x="16" y="8"/>
                  </a:cxn>
                </a:cxnLst>
                <a:rect l="0" t="0" r="r" b="b"/>
                <a:pathLst>
                  <a:path w="187" h="16">
                    <a:moveTo>
                      <a:pt x="16" y="8"/>
                    </a:moveTo>
                    <a:lnTo>
                      <a:pt x="8" y="16"/>
                    </a:lnTo>
                    <a:lnTo>
                      <a:pt x="187" y="16"/>
                    </a:lnTo>
                    <a:lnTo>
                      <a:pt x="187" y="0"/>
                    </a:lnTo>
                    <a:lnTo>
                      <a:pt x="8" y="0"/>
                    </a:lnTo>
                    <a:lnTo>
                      <a:pt x="0" y="8"/>
                    </a:lnTo>
                    <a:lnTo>
                      <a:pt x="8" y="0"/>
                    </a:lnTo>
                    <a:lnTo>
                      <a:pt x="0" y="0"/>
                    </a:lnTo>
                    <a:lnTo>
                      <a:pt x="0" y="8"/>
                    </a:lnTo>
                    <a:lnTo>
                      <a:pt x="16"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538" name="Freeform 300"/>
              <p:cNvSpPr/>
              <p:nvPr/>
            </p:nvSpPr>
            <p:spPr bwMode="auto">
              <a:xfrm>
                <a:off x="4558" y="2826"/>
                <a:ext cx="13" cy="318"/>
              </a:xfrm>
              <a:custGeom>
                <a:avLst/>
                <a:gdLst/>
                <a:ahLst/>
                <a:cxnLst>
                  <a:cxn ang="0">
                    <a:pos x="8" y="304"/>
                  </a:cxn>
                  <a:cxn ang="0">
                    <a:pos x="16" y="312"/>
                  </a:cxn>
                  <a:cxn ang="0">
                    <a:pos x="16" y="0"/>
                  </a:cxn>
                  <a:cxn ang="0">
                    <a:pos x="0" y="0"/>
                  </a:cxn>
                  <a:cxn ang="0">
                    <a:pos x="0" y="312"/>
                  </a:cxn>
                  <a:cxn ang="0">
                    <a:pos x="8" y="320"/>
                  </a:cxn>
                  <a:cxn ang="0">
                    <a:pos x="0" y="312"/>
                  </a:cxn>
                  <a:cxn ang="0">
                    <a:pos x="0" y="320"/>
                  </a:cxn>
                  <a:cxn ang="0">
                    <a:pos x="8" y="320"/>
                  </a:cxn>
                  <a:cxn ang="0">
                    <a:pos x="8" y="304"/>
                  </a:cxn>
                </a:cxnLst>
                <a:rect l="0" t="0" r="r" b="b"/>
                <a:pathLst>
                  <a:path w="16" h="320">
                    <a:moveTo>
                      <a:pt x="8" y="304"/>
                    </a:moveTo>
                    <a:lnTo>
                      <a:pt x="16" y="312"/>
                    </a:lnTo>
                    <a:lnTo>
                      <a:pt x="16" y="0"/>
                    </a:lnTo>
                    <a:lnTo>
                      <a:pt x="0" y="0"/>
                    </a:lnTo>
                    <a:lnTo>
                      <a:pt x="0" y="312"/>
                    </a:lnTo>
                    <a:lnTo>
                      <a:pt x="8" y="320"/>
                    </a:lnTo>
                    <a:lnTo>
                      <a:pt x="0" y="312"/>
                    </a:lnTo>
                    <a:lnTo>
                      <a:pt x="0" y="320"/>
                    </a:lnTo>
                    <a:lnTo>
                      <a:pt x="8" y="320"/>
                    </a:lnTo>
                    <a:lnTo>
                      <a:pt x="8" y="304"/>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539" name="Freeform 301"/>
              <p:cNvSpPr/>
              <p:nvPr/>
            </p:nvSpPr>
            <p:spPr bwMode="auto">
              <a:xfrm>
                <a:off x="4565" y="3130"/>
                <a:ext cx="184" cy="14"/>
              </a:xfrm>
              <a:custGeom>
                <a:avLst/>
                <a:gdLst/>
                <a:ahLst/>
                <a:cxnLst>
                  <a:cxn ang="0">
                    <a:pos x="171" y="8"/>
                  </a:cxn>
                  <a:cxn ang="0">
                    <a:pos x="179" y="0"/>
                  </a:cxn>
                  <a:cxn ang="0">
                    <a:pos x="0" y="0"/>
                  </a:cxn>
                  <a:cxn ang="0">
                    <a:pos x="0" y="16"/>
                  </a:cxn>
                  <a:cxn ang="0">
                    <a:pos x="179" y="16"/>
                  </a:cxn>
                  <a:cxn ang="0">
                    <a:pos x="187" y="8"/>
                  </a:cxn>
                  <a:cxn ang="0">
                    <a:pos x="179" y="16"/>
                  </a:cxn>
                  <a:cxn ang="0">
                    <a:pos x="187" y="16"/>
                  </a:cxn>
                  <a:cxn ang="0">
                    <a:pos x="187" y="8"/>
                  </a:cxn>
                  <a:cxn ang="0">
                    <a:pos x="171" y="8"/>
                  </a:cxn>
                </a:cxnLst>
                <a:rect l="0" t="0" r="r" b="b"/>
                <a:pathLst>
                  <a:path w="187" h="16">
                    <a:moveTo>
                      <a:pt x="171" y="8"/>
                    </a:moveTo>
                    <a:lnTo>
                      <a:pt x="179" y="0"/>
                    </a:lnTo>
                    <a:lnTo>
                      <a:pt x="0" y="0"/>
                    </a:lnTo>
                    <a:lnTo>
                      <a:pt x="0" y="16"/>
                    </a:lnTo>
                    <a:lnTo>
                      <a:pt x="179" y="16"/>
                    </a:lnTo>
                    <a:lnTo>
                      <a:pt x="187" y="8"/>
                    </a:lnTo>
                    <a:lnTo>
                      <a:pt x="179" y="16"/>
                    </a:lnTo>
                    <a:lnTo>
                      <a:pt x="187" y="16"/>
                    </a:lnTo>
                    <a:lnTo>
                      <a:pt x="187" y="8"/>
                    </a:lnTo>
                    <a:lnTo>
                      <a:pt x="171"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540" name="Freeform 302"/>
              <p:cNvSpPr/>
              <p:nvPr/>
            </p:nvSpPr>
            <p:spPr bwMode="auto">
              <a:xfrm>
                <a:off x="4568" y="2916"/>
                <a:ext cx="174" cy="11"/>
              </a:xfrm>
              <a:custGeom>
                <a:avLst/>
                <a:gdLst/>
                <a:ahLst/>
                <a:cxnLst>
                  <a:cxn ang="0">
                    <a:pos x="176" y="8"/>
                  </a:cxn>
                  <a:cxn ang="0">
                    <a:pos x="176" y="0"/>
                  </a:cxn>
                  <a:cxn ang="0">
                    <a:pos x="0" y="0"/>
                  </a:cxn>
                  <a:cxn ang="0">
                    <a:pos x="0" y="16"/>
                  </a:cxn>
                  <a:cxn ang="0">
                    <a:pos x="176" y="16"/>
                  </a:cxn>
                  <a:cxn ang="0">
                    <a:pos x="176" y="8"/>
                  </a:cxn>
                </a:cxnLst>
                <a:rect l="0" t="0" r="r" b="b"/>
                <a:pathLst>
                  <a:path w="176" h="16">
                    <a:moveTo>
                      <a:pt x="176" y="8"/>
                    </a:moveTo>
                    <a:lnTo>
                      <a:pt x="176" y="0"/>
                    </a:lnTo>
                    <a:lnTo>
                      <a:pt x="0" y="0"/>
                    </a:lnTo>
                    <a:lnTo>
                      <a:pt x="0" y="16"/>
                    </a:lnTo>
                    <a:lnTo>
                      <a:pt x="176" y="16"/>
                    </a:lnTo>
                    <a:lnTo>
                      <a:pt x="176"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541" name="Freeform 303"/>
              <p:cNvSpPr/>
              <p:nvPr/>
            </p:nvSpPr>
            <p:spPr bwMode="auto">
              <a:xfrm>
                <a:off x="4568" y="3026"/>
                <a:ext cx="174" cy="18"/>
              </a:xfrm>
              <a:custGeom>
                <a:avLst/>
                <a:gdLst/>
                <a:ahLst/>
                <a:cxnLst>
                  <a:cxn ang="0">
                    <a:pos x="176" y="8"/>
                  </a:cxn>
                  <a:cxn ang="0">
                    <a:pos x="176" y="0"/>
                  </a:cxn>
                  <a:cxn ang="0">
                    <a:pos x="0" y="0"/>
                  </a:cxn>
                  <a:cxn ang="0">
                    <a:pos x="0" y="16"/>
                  </a:cxn>
                  <a:cxn ang="0">
                    <a:pos x="176" y="16"/>
                  </a:cxn>
                  <a:cxn ang="0">
                    <a:pos x="176" y="8"/>
                  </a:cxn>
                </a:cxnLst>
                <a:rect l="0" t="0" r="r" b="b"/>
                <a:pathLst>
                  <a:path w="176" h="16">
                    <a:moveTo>
                      <a:pt x="176" y="8"/>
                    </a:moveTo>
                    <a:lnTo>
                      <a:pt x="176" y="0"/>
                    </a:lnTo>
                    <a:lnTo>
                      <a:pt x="0" y="0"/>
                    </a:lnTo>
                    <a:lnTo>
                      <a:pt x="0" y="16"/>
                    </a:lnTo>
                    <a:lnTo>
                      <a:pt x="176" y="16"/>
                    </a:lnTo>
                    <a:lnTo>
                      <a:pt x="176"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542" name="Freeform 304"/>
              <p:cNvSpPr/>
              <p:nvPr/>
            </p:nvSpPr>
            <p:spPr bwMode="auto">
              <a:xfrm>
                <a:off x="4644" y="2837"/>
                <a:ext cx="16" cy="300"/>
              </a:xfrm>
              <a:custGeom>
                <a:avLst/>
                <a:gdLst/>
                <a:ahLst/>
                <a:cxnLst>
                  <a:cxn ang="0">
                    <a:pos x="7" y="302"/>
                  </a:cxn>
                  <a:cxn ang="0">
                    <a:pos x="15" y="302"/>
                  </a:cxn>
                  <a:cxn ang="0">
                    <a:pos x="15" y="0"/>
                  </a:cxn>
                  <a:cxn ang="0">
                    <a:pos x="0" y="0"/>
                  </a:cxn>
                  <a:cxn ang="0">
                    <a:pos x="0" y="302"/>
                  </a:cxn>
                  <a:cxn ang="0">
                    <a:pos x="7" y="302"/>
                  </a:cxn>
                </a:cxnLst>
                <a:rect l="0" t="0" r="r" b="b"/>
                <a:pathLst>
                  <a:path w="15" h="302">
                    <a:moveTo>
                      <a:pt x="7" y="302"/>
                    </a:moveTo>
                    <a:lnTo>
                      <a:pt x="15" y="302"/>
                    </a:lnTo>
                    <a:lnTo>
                      <a:pt x="15" y="0"/>
                    </a:lnTo>
                    <a:lnTo>
                      <a:pt x="0" y="0"/>
                    </a:lnTo>
                    <a:lnTo>
                      <a:pt x="0" y="302"/>
                    </a:lnTo>
                    <a:lnTo>
                      <a:pt x="7" y="302"/>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543" name="Freeform 305"/>
              <p:cNvSpPr/>
              <p:nvPr/>
            </p:nvSpPr>
            <p:spPr bwMode="auto">
              <a:xfrm>
                <a:off x="5240" y="2819"/>
                <a:ext cx="16" cy="318"/>
              </a:xfrm>
              <a:custGeom>
                <a:avLst/>
                <a:gdLst/>
                <a:ahLst/>
                <a:cxnLst>
                  <a:cxn ang="0">
                    <a:pos x="8" y="16"/>
                  </a:cxn>
                  <a:cxn ang="0">
                    <a:pos x="0" y="8"/>
                  </a:cxn>
                  <a:cxn ang="0">
                    <a:pos x="0" y="320"/>
                  </a:cxn>
                  <a:cxn ang="0">
                    <a:pos x="16" y="320"/>
                  </a:cxn>
                  <a:cxn ang="0">
                    <a:pos x="16" y="8"/>
                  </a:cxn>
                  <a:cxn ang="0">
                    <a:pos x="8" y="0"/>
                  </a:cxn>
                  <a:cxn ang="0">
                    <a:pos x="16" y="8"/>
                  </a:cxn>
                  <a:cxn ang="0">
                    <a:pos x="16" y="0"/>
                  </a:cxn>
                  <a:cxn ang="0">
                    <a:pos x="8" y="0"/>
                  </a:cxn>
                  <a:cxn ang="0">
                    <a:pos x="8" y="16"/>
                  </a:cxn>
                </a:cxnLst>
                <a:rect l="0" t="0" r="r" b="b"/>
                <a:pathLst>
                  <a:path w="16" h="320">
                    <a:moveTo>
                      <a:pt x="8" y="16"/>
                    </a:moveTo>
                    <a:lnTo>
                      <a:pt x="0" y="8"/>
                    </a:lnTo>
                    <a:lnTo>
                      <a:pt x="0" y="320"/>
                    </a:lnTo>
                    <a:lnTo>
                      <a:pt x="16" y="320"/>
                    </a:lnTo>
                    <a:lnTo>
                      <a:pt x="16" y="8"/>
                    </a:lnTo>
                    <a:lnTo>
                      <a:pt x="8" y="0"/>
                    </a:lnTo>
                    <a:lnTo>
                      <a:pt x="16" y="8"/>
                    </a:lnTo>
                    <a:lnTo>
                      <a:pt x="16" y="0"/>
                    </a:lnTo>
                    <a:lnTo>
                      <a:pt x="8" y="0"/>
                    </a:lnTo>
                    <a:lnTo>
                      <a:pt x="8" y="16"/>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544" name="Freeform 306"/>
              <p:cNvSpPr/>
              <p:nvPr/>
            </p:nvSpPr>
            <p:spPr bwMode="auto">
              <a:xfrm>
                <a:off x="5059" y="2819"/>
                <a:ext cx="187" cy="21"/>
              </a:xfrm>
              <a:custGeom>
                <a:avLst/>
                <a:gdLst/>
                <a:ahLst/>
                <a:cxnLst>
                  <a:cxn ang="0">
                    <a:pos x="16" y="8"/>
                  </a:cxn>
                  <a:cxn ang="0">
                    <a:pos x="8" y="16"/>
                  </a:cxn>
                  <a:cxn ang="0">
                    <a:pos x="187" y="16"/>
                  </a:cxn>
                  <a:cxn ang="0">
                    <a:pos x="187" y="0"/>
                  </a:cxn>
                  <a:cxn ang="0">
                    <a:pos x="8" y="0"/>
                  </a:cxn>
                  <a:cxn ang="0">
                    <a:pos x="0" y="8"/>
                  </a:cxn>
                  <a:cxn ang="0">
                    <a:pos x="8" y="0"/>
                  </a:cxn>
                  <a:cxn ang="0">
                    <a:pos x="0" y="0"/>
                  </a:cxn>
                  <a:cxn ang="0">
                    <a:pos x="0" y="8"/>
                  </a:cxn>
                  <a:cxn ang="0">
                    <a:pos x="16" y="8"/>
                  </a:cxn>
                </a:cxnLst>
                <a:rect l="0" t="0" r="r" b="b"/>
                <a:pathLst>
                  <a:path w="187" h="16">
                    <a:moveTo>
                      <a:pt x="16" y="8"/>
                    </a:moveTo>
                    <a:lnTo>
                      <a:pt x="8" y="16"/>
                    </a:lnTo>
                    <a:lnTo>
                      <a:pt x="187" y="16"/>
                    </a:lnTo>
                    <a:lnTo>
                      <a:pt x="187" y="0"/>
                    </a:lnTo>
                    <a:lnTo>
                      <a:pt x="8" y="0"/>
                    </a:lnTo>
                    <a:lnTo>
                      <a:pt x="0" y="8"/>
                    </a:lnTo>
                    <a:lnTo>
                      <a:pt x="8" y="0"/>
                    </a:lnTo>
                    <a:lnTo>
                      <a:pt x="0" y="0"/>
                    </a:lnTo>
                    <a:lnTo>
                      <a:pt x="0" y="8"/>
                    </a:lnTo>
                    <a:lnTo>
                      <a:pt x="16"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545" name="Freeform 307"/>
              <p:cNvSpPr/>
              <p:nvPr/>
            </p:nvSpPr>
            <p:spPr bwMode="auto">
              <a:xfrm>
                <a:off x="5059" y="2826"/>
                <a:ext cx="16" cy="318"/>
              </a:xfrm>
              <a:custGeom>
                <a:avLst/>
                <a:gdLst/>
                <a:ahLst/>
                <a:cxnLst>
                  <a:cxn ang="0">
                    <a:pos x="8" y="304"/>
                  </a:cxn>
                  <a:cxn ang="0">
                    <a:pos x="16" y="312"/>
                  </a:cxn>
                  <a:cxn ang="0">
                    <a:pos x="16" y="0"/>
                  </a:cxn>
                  <a:cxn ang="0">
                    <a:pos x="0" y="0"/>
                  </a:cxn>
                  <a:cxn ang="0">
                    <a:pos x="0" y="312"/>
                  </a:cxn>
                  <a:cxn ang="0">
                    <a:pos x="8" y="320"/>
                  </a:cxn>
                  <a:cxn ang="0">
                    <a:pos x="0" y="312"/>
                  </a:cxn>
                  <a:cxn ang="0">
                    <a:pos x="0" y="320"/>
                  </a:cxn>
                  <a:cxn ang="0">
                    <a:pos x="8" y="320"/>
                  </a:cxn>
                  <a:cxn ang="0">
                    <a:pos x="8" y="304"/>
                  </a:cxn>
                </a:cxnLst>
                <a:rect l="0" t="0" r="r" b="b"/>
                <a:pathLst>
                  <a:path w="16" h="320">
                    <a:moveTo>
                      <a:pt x="8" y="304"/>
                    </a:moveTo>
                    <a:lnTo>
                      <a:pt x="16" y="312"/>
                    </a:lnTo>
                    <a:lnTo>
                      <a:pt x="16" y="0"/>
                    </a:lnTo>
                    <a:lnTo>
                      <a:pt x="0" y="0"/>
                    </a:lnTo>
                    <a:lnTo>
                      <a:pt x="0" y="312"/>
                    </a:lnTo>
                    <a:lnTo>
                      <a:pt x="8" y="320"/>
                    </a:lnTo>
                    <a:lnTo>
                      <a:pt x="0" y="312"/>
                    </a:lnTo>
                    <a:lnTo>
                      <a:pt x="0" y="320"/>
                    </a:lnTo>
                    <a:lnTo>
                      <a:pt x="8" y="320"/>
                    </a:lnTo>
                    <a:lnTo>
                      <a:pt x="8" y="304"/>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546" name="Freeform 308"/>
              <p:cNvSpPr/>
              <p:nvPr/>
            </p:nvSpPr>
            <p:spPr bwMode="auto">
              <a:xfrm>
                <a:off x="5069" y="3130"/>
                <a:ext cx="187" cy="14"/>
              </a:xfrm>
              <a:custGeom>
                <a:avLst/>
                <a:gdLst/>
                <a:ahLst/>
                <a:cxnLst>
                  <a:cxn ang="0">
                    <a:pos x="171" y="8"/>
                  </a:cxn>
                  <a:cxn ang="0">
                    <a:pos x="179" y="0"/>
                  </a:cxn>
                  <a:cxn ang="0">
                    <a:pos x="0" y="0"/>
                  </a:cxn>
                  <a:cxn ang="0">
                    <a:pos x="0" y="16"/>
                  </a:cxn>
                  <a:cxn ang="0">
                    <a:pos x="179" y="16"/>
                  </a:cxn>
                  <a:cxn ang="0">
                    <a:pos x="187" y="8"/>
                  </a:cxn>
                  <a:cxn ang="0">
                    <a:pos x="179" y="16"/>
                  </a:cxn>
                  <a:cxn ang="0">
                    <a:pos x="187" y="16"/>
                  </a:cxn>
                  <a:cxn ang="0">
                    <a:pos x="187" y="8"/>
                  </a:cxn>
                  <a:cxn ang="0">
                    <a:pos x="171" y="8"/>
                  </a:cxn>
                </a:cxnLst>
                <a:rect l="0" t="0" r="r" b="b"/>
                <a:pathLst>
                  <a:path w="187" h="16">
                    <a:moveTo>
                      <a:pt x="171" y="8"/>
                    </a:moveTo>
                    <a:lnTo>
                      <a:pt x="179" y="0"/>
                    </a:lnTo>
                    <a:lnTo>
                      <a:pt x="0" y="0"/>
                    </a:lnTo>
                    <a:lnTo>
                      <a:pt x="0" y="16"/>
                    </a:lnTo>
                    <a:lnTo>
                      <a:pt x="179" y="16"/>
                    </a:lnTo>
                    <a:lnTo>
                      <a:pt x="187" y="8"/>
                    </a:lnTo>
                    <a:lnTo>
                      <a:pt x="179" y="16"/>
                    </a:lnTo>
                    <a:lnTo>
                      <a:pt x="187" y="16"/>
                    </a:lnTo>
                    <a:lnTo>
                      <a:pt x="187" y="8"/>
                    </a:lnTo>
                    <a:lnTo>
                      <a:pt x="171"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547" name="Freeform 309"/>
              <p:cNvSpPr/>
              <p:nvPr/>
            </p:nvSpPr>
            <p:spPr bwMode="auto">
              <a:xfrm>
                <a:off x="5069" y="2916"/>
                <a:ext cx="174" cy="11"/>
              </a:xfrm>
              <a:custGeom>
                <a:avLst/>
                <a:gdLst/>
                <a:ahLst/>
                <a:cxnLst>
                  <a:cxn ang="0">
                    <a:pos x="175" y="8"/>
                  </a:cxn>
                  <a:cxn ang="0">
                    <a:pos x="175" y="0"/>
                  </a:cxn>
                  <a:cxn ang="0">
                    <a:pos x="0" y="0"/>
                  </a:cxn>
                  <a:cxn ang="0">
                    <a:pos x="0" y="16"/>
                  </a:cxn>
                  <a:cxn ang="0">
                    <a:pos x="175" y="16"/>
                  </a:cxn>
                  <a:cxn ang="0">
                    <a:pos x="175" y="8"/>
                  </a:cxn>
                </a:cxnLst>
                <a:rect l="0" t="0" r="r" b="b"/>
                <a:pathLst>
                  <a:path w="175" h="16">
                    <a:moveTo>
                      <a:pt x="175" y="8"/>
                    </a:moveTo>
                    <a:lnTo>
                      <a:pt x="175" y="0"/>
                    </a:lnTo>
                    <a:lnTo>
                      <a:pt x="0" y="0"/>
                    </a:lnTo>
                    <a:lnTo>
                      <a:pt x="0" y="16"/>
                    </a:lnTo>
                    <a:lnTo>
                      <a:pt x="175" y="16"/>
                    </a:lnTo>
                    <a:lnTo>
                      <a:pt x="175"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548" name="Freeform 310"/>
              <p:cNvSpPr/>
              <p:nvPr/>
            </p:nvSpPr>
            <p:spPr bwMode="auto">
              <a:xfrm>
                <a:off x="5069" y="3026"/>
                <a:ext cx="174" cy="18"/>
              </a:xfrm>
              <a:custGeom>
                <a:avLst/>
                <a:gdLst/>
                <a:ahLst/>
                <a:cxnLst>
                  <a:cxn ang="0">
                    <a:pos x="175" y="8"/>
                  </a:cxn>
                  <a:cxn ang="0">
                    <a:pos x="175" y="0"/>
                  </a:cxn>
                  <a:cxn ang="0">
                    <a:pos x="0" y="0"/>
                  </a:cxn>
                  <a:cxn ang="0">
                    <a:pos x="0" y="16"/>
                  </a:cxn>
                  <a:cxn ang="0">
                    <a:pos x="175" y="16"/>
                  </a:cxn>
                  <a:cxn ang="0">
                    <a:pos x="175" y="8"/>
                  </a:cxn>
                </a:cxnLst>
                <a:rect l="0" t="0" r="r" b="b"/>
                <a:pathLst>
                  <a:path w="175" h="16">
                    <a:moveTo>
                      <a:pt x="175" y="8"/>
                    </a:moveTo>
                    <a:lnTo>
                      <a:pt x="175" y="0"/>
                    </a:lnTo>
                    <a:lnTo>
                      <a:pt x="0" y="0"/>
                    </a:lnTo>
                    <a:lnTo>
                      <a:pt x="0" y="16"/>
                    </a:lnTo>
                    <a:lnTo>
                      <a:pt x="175" y="16"/>
                    </a:lnTo>
                    <a:lnTo>
                      <a:pt x="175"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549" name="Freeform 311"/>
              <p:cNvSpPr/>
              <p:nvPr/>
            </p:nvSpPr>
            <p:spPr bwMode="auto">
              <a:xfrm>
                <a:off x="5148" y="2837"/>
                <a:ext cx="13" cy="300"/>
              </a:xfrm>
              <a:custGeom>
                <a:avLst/>
                <a:gdLst/>
                <a:ahLst/>
                <a:cxnLst>
                  <a:cxn ang="0">
                    <a:pos x="8" y="302"/>
                  </a:cxn>
                  <a:cxn ang="0">
                    <a:pos x="16" y="302"/>
                  </a:cxn>
                  <a:cxn ang="0">
                    <a:pos x="16" y="0"/>
                  </a:cxn>
                  <a:cxn ang="0">
                    <a:pos x="0" y="0"/>
                  </a:cxn>
                  <a:cxn ang="0">
                    <a:pos x="0" y="302"/>
                  </a:cxn>
                  <a:cxn ang="0">
                    <a:pos x="8" y="302"/>
                  </a:cxn>
                </a:cxnLst>
                <a:rect l="0" t="0" r="r" b="b"/>
                <a:pathLst>
                  <a:path w="16" h="302">
                    <a:moveTo>
                      <a:pt x="8" y="302"/>
                    </a:moveTo>
                    <a:lnTo>
                      <a:pt x="16" y="302"/>
                    </a:lnTo>
                    <a:lnTo>
                      <a:pt x="16" y="0"/>
                    </a:lnTo>
                    <a:lnTo>
                      <a:pt x="0" y="0"/>
                    </a:lnTo>
                    <a:lnTo>
                      <a:pt x="0" y="302"/>
                    </a:lnTo>
                    <a:lnTo>
                      <a:pt x="8" y="302"/>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550" name="Freeform 312"/>
              <p:cNvSpPr/>
              <p:nvPr/>
            </p:nvSpPr>
            <p:spPr bwMode="auto">
              <a:xfrm>
                <a:off x="4850" y="2237"/>
                <a:ext cx="101" cy="111"/>
              </a:xfrm>
              <a:custGeom>
                <a:avLst/>
                <a:gdLst/>
                <a:ahLst/>
                <a:cxnLst>
                  <a:cxn ang="0">
                    <a:pos x="59" y="112"/>
                  </a:cxn>
                  <a:cxn ang="0">
                    <a:pos x="76" y="112"/>
                  </a:cxn>
                  <a:cxn ang="0">
                    <a:pos x="89" y="109"/>
                  </a:cxn>
                  <a:cxn ang="0">
                    <a:pos x="99" y="107"/>
                  </a:cxn>
                  <a:cxn ang="0">
                    <a:pos x="102" y="104"/>
                  </a:cxn>
                  <a:cxn ang="0">
                    <a:pos x="103" y="103"/>
                  </a:cxn>
                  <a:cxn ang="0">
                    <a:pos x="103" y="98"/>
                  </a:cxn>
                  <a:cxn ang="0">
                    <a:pos x="100" y="88"/>
                  </a:cxn>
                  <a:cxn ang="0">
                    <a:pos x="97" y="79"/>
                  </a:cxn>
                  <a:cxn ang="0">
                    <a:pos x="95" y="73"/>
                  </a:cxn>
                  <a:cxn ang="0">
                    <a:pos x="95" y="68"/>
                  </a:cxn>
                  <a:cxn ang="0">
                    <a:pos x="94" y="66"/>
                  </a:cxn>
                  <a:cxn ang="0">
                    <a:pos x="92" y="60"/>
                  </a:cxn>
                  <a:cxn ang="0">
                    <a:pos x="91" y="50"/>
                  </a:cxn>
                  <a:cxn ang="0">
                    <a:pos x="91" y="42"/>
                  </a:cxn>
                  <a:cxn ang="0">
                    <a:pos x="91" y="41"/>
                  </a:cxn>
                  <a:cxn ang="0">
                    <a:pos x="89" y="33"/>
                  </a:cxn>
                  <a:cxn ang="0">
                    <a:pos x="89" y="22"/>
                  </a:cxn>
                  <a:cxn ang="0">
                    <a:pos x="87" y="9"/>
                  </a:cxn>
                  <a:cxn ang="0">
                    <a:pos x="75" y="1"/>
                  </a:cxn>
                  <a:cxn ang="0">
                    <a:pos x="59" y="0"/>
                  </a:cxn>
                  <a:cxn ang="0">
                    <a:pos x="45" y="3"/>
                  </a:cxn>
                  <a:cxn ang="0">
                    <a:pos x="38" y="14"/>
                  </a:cxn>
                  <a:cxn ang="0">
                    <a:pos x="34" y="25"/>
                  </a:cxn>
                  <a:cxn ang="0">
                    <a:pos x="30" y="31"/>
                  </a:cxn>
                  <a:cxn ang="0">
                    <a:pos x="30" y="33"/>
                  </a:cxn>
                  <a:cxn ang="0">
                    <a:pos x="27" y="39"/>
                  </a:cxn>
                  <a:cxn ang="0">
                    <a:pos x="23" y="49"/>
                  </a:cxn>
                  <a:cxn ang="0">
                    <a:pos x="19" y="54"/>
                  </a:cxn>
                  <a:cxn ang="0">
                    <a:pos x="19" y="55"/>
                  </a:cxn>
                  <a:cxn ang="0">
                    <a:pos x="16" y="58"/>
                  </a:cxn>
                  <a:cxn ang="0">
                    <a:pos x="11" y="63"/>
                  </a:cxn>
                  <a:cxn ang="0">
                    <a:pos x="5" y="73"/>
                  </a:cxn>
                  <a:cxn ang="0">
                    <a:pos x="0" y="82"/>
                  </a:cxn>
                  <a:cxn ang="0">
                    <a:pos x="0" y="87"/>
                  </a:cxn>
                  <a:cxn ang="0">
                    <a:pos x="0" y="88"/>
                  </a:cxn>
                  <a:cxn ang="0">
                    <a:pos x="7" y="93"/>
                  </a:cxn>
                  <a:cxn ang="0">
                    <a:pos x="29" y="106"/>
                  </a:cxn>
                </a:cxnLst>
                <a:rect l="0" t="0" r="r" b="b"/>
                <a:pathLst>
                  <a:path w="103" h="112">
                    <a:moveTo>
                      <a:pt x="48" y="110"/>
                    </a:moveTo>
                    <a:lnTo>
                      <a:pt x="59" y="112"/>
                    </a:lnTo>
                    <a:lnTo>
                      <a:pt x="68" y="112"/>
                    </a:lnTo>
                    <a:lnTo>
                      <a:pt x="76" y="112"/>
                    </a:lnTo>
                    <a:lnTo>
                      <a:pt x="84" y="110"/>
                    </a:lnTo>
                    <a:lnTo>
                      <a:pt x="89" y="109"/>
                    </a:lnTo>
                    <a:lnTo>
                      <a:pt x="94" y="107"/>
                    </a:lnTo>
                    <a:lnTo>
                      <a:pt x="99" y="107"/>
                    </a:lnTo>
                    <a:lnTo>
                      <a:pt x="100" y="106"/>
                    </a:lnTo>
                    <a:lnTo>
                      <a:pt x="102" y="104"/>
                    </a:lnTo>
                    <a:lnTo>
                      <a:pt x="102" y="103"/>
                    </a:lnTo>
                    <a:lnTo>
                      <a:pt x="103" y="103"/>
                    </a:lnTo>
                    <a:lnTo>
                      <a:pt x="103" y="101"/>
                    </a:lnTo>
                    <a:lnTo>
                      <a:pt x="103" y="98"/>
                    </a:lnTo>
                    <a:lnTo>
                      <a:pt x="103" y="93"/>
                    </a:lnTo>
                    <a:lnTo>
                      <a:pt x="100" y="88"/>
                    </a:lnTo>
                    <a:lnTo>
                      <a:pt x="99" y="82"/>
                    </a:lnTo>
                    <a:lnTo>
                      <a:pt x="97" y="79"/>
                    </a:lnTo>
                    <a:lnTo>
                      <a:pt x="97" y="76"/>
                    </a:lnTo>
                    <a:lnTo>
                      <a:pt x="95" y="73"/>
                    </a:lnTo>
                    <a:lnTo>
                      <a:pt x="95" y="69"/>
                    </a:lnTo>
                    <a:lnTo>
                      <a:pt x="95" y="68"/>
                    </a:lnTo>
                    <a:lnTo>
                      <a:pt x="95" y="68"/>
                    </a:lnTo>
                    <a:lnTo>
                      <a:pt x="94" y="66"/>
                    </a:lnTo>
                    <a:lnTo>
                      <a:pt x="94" y="66"/>
                    </a:lnTo>
                    <a:lnTo>
                      <a:pt x="92" y="60"/>
                    </a:lnTo>
                    <a:lnTo>
                      <a:pt x="92" y="55"/>
                    </a:lnTo>
                    <a:lnTo>
                      <a:pt x="91" y="50"/>
                    </a:lnTo>
                    <a:lnTo>
                      <a:pt x="91" y="44"/>
                    </a:lnTo>
                    <a:lnTo>
                      <a:pt x="91" y="42"/>
                    </a:lnTo>
                    <a:lnTo>
                      <a:pt x="91" y="42"/>
                    </a:lnTo>
                    <a:lnTo>
                      <a:pt x="91" y="41"/>
                    </a:lnTo>
                    <a:lnTo>
                      <a:pt x="91" y="41"/>
                    </a:lnTo>
                    <a:lnTo>
                      <a:pt x="89" y="33"/>
                    </a:lnTo>
                    <a:lnTo>
                      <a:pt x="89" y="27"/>
                    </a:lnTo>
                    <a:lnTo>
                      <a:pt x="89" y="22"/>
                    </a:lnTo>
                    <a:lnTo>
                      <a:pt x="89" y="17"/>
                    </a:lnTo>
                    <a:lnTo>
                      <a:pt x="87" y="9"/>
                    </a:lnTo>
                    <a:lnTo>
                      <a:pt x="83" y="5"/>
                    </a:lnTo>
                    <a:lnTo>
                      <a:pt x="75" y="1"/>
                    </a:lnTo>
                    <a:lnTo>
                      <a:pt x="67" y="0"/>
                    </a:lnTo>
                    <a:lnTo>
                      <a:pt x="59" y="0"/>
                    </a:lnTo>
                    <a:lnTo>
                      <a:pt x="51" y="0"/>
                    </a:lnTo>
                    <a:lnTo>
                      <a:pt x="45" y="3"/>
                    </a:lnTo>
                    <a:lnTo>
                      <a:pt x="40" y="9"/>
                    </a:lnTo>
                    <a:lnTo>
                      <a:pt x="38" y="14"/>
                    </a:lnTo>
                    <a:lnTo>
                      <a:pt x="37" y="19"/>
                    </a:lnTo>
                    <a:lnTo>
                      <a:pt x="34" y="25"/>
                    </a:lnTo>
                    <a:lnTo>
                      <a:pt x="30" y="31"/>
                    </a:lnTo>
                    <a:lnTo>
                      <a:pt x="30" y="31"/>
                    </a:lnTo>
                    <a:lnTo>
                      <a:pt x="30" y="33"/>
                    </a:lnTo>
                    <a:lnTo>
                      <a:pt x="30" y="33"/>
                    </a:lnTo>
                    <a:lnTo>
                      <a:pt x="30" y="35"/>
                    </a:lnTo>
                    <a:lnTo>
                      <a:pt x="27" y="39"/>
                    </a:lnTo>
                    <a:lnTo>
                      <a:pt x="26" y="44"/>
                    </a:lnTo>
                    <a:lnTo>
                      <a:pt x="23" y="49"/>
                    </a:lnTo>
                    <a:lnTo>
                      <a:pt x="19" y="54"/>
                    </a:lnTo>
                    <a:lnTo>
                      <a:pt x="19" y="54"/>
                    </a:lnTo>
                    <a:lnTo>
                      <a:pt x="19" y="54"/>
                    </a:lnTo>
                    <a:lnTo>
                      <a:pt x="19" y="55"/>
                    </a:lnTo>
                    <a:lnTo>
                      <a:pt x="18" y="55"/>
                    </a:lnTo>
                    <a:lnTo>
                      <a:pt x="16" y="58"/>
                    </a:lnTo>
                    <a:lnTo>
                      <a:pt x="15" y="61"/>
                    </a:lnTo>
                    <a:lnTo>
                      <a:pt x="11" y="63"/>
                    </a:lnTo>
                    <a:lnTo>
                      <a:pt x="10" y="66"/>
                    </a:lnTo>
                    <a:lnTo>
                      <a:pt x="5" y="73"/>
                    </a:lnTo>
                    <a:lnTo>
                      <a:pt x="2" y="77"/>
                    </a:lnTo>
                    <a:lnTo>
                      <a:pt x="0" y="82"/>
                    </a:lnTo>
                    <a:lnTo>
                      <a:pt x="0" y="85"/>
                    </a:lnTo>
                    <a:lnTo>
                      <a:pt x="0" y="87"/>
                    </a:lnTo>
                    <a:lnTo>
                      <a:pt x="0" y="87"/>
                    </a:lnTo>
                    <a:lnTo>
                      <a:pt x="0" y="88"/>
                    </a:lnTo>
                    <a:lnTo>
                      <a:pt x="2" y="88"/>
                    </a:lnTo>
                    <a:lnTo>
                      <a:pt x="7" y="93"/>
                    </a:lnTo>
                    <a:lnTo>
                      <a:pt x="15" y="99"/>
                    </a:lnTo>
                    <a:lnTo>
                      <a:pt x="29" y="106"/>
                    </a:lnTo>
                    <a:lnTo>
                      <a:pt x="48" y="110"/>
                    </a:lnTo>
                    <a:close/>
                  </a:path>
                </a:pathLst>
              </a:custGeom>
              <a:solidFill>
                <a:srgbClr val="000000"/>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551" name="Freeform 313"/>
              <p:cNvSpPr/>
              <p:nvPr/>
            </p:nvSpPr>
            <p:spPr bwMode="auto">
              <a:xfrm>
                <a:off x="4850" y="2316"/>
                <a:ext cx="101" cy="29"/>
              </a:xfrm>
              <a:custGeom>
                <a:avLst/>
                <a:gdLst/>
                <a:ahLst/>
                <a:cxnLst>
                  <a:cxn ang="0">
                    <a:pos x="40" y="3"/>
                  </a:cxn>
                  <a:cxn ang="0">
                    <a:pos x="49" y="5"/>
                  </a:cxn>
                  <a:cxn ang="0">
                    <a:pos x="59" y="6"/>
                  </a:cxn>
                  <a:cxn ang="0">
                    <a:pos x="67" y="8"/>
                  </a:cxn>
                  <a:cxn ang="0">
                    <a:pos x="75" y="11"/>
                  </a:cxn>
                  <a:cxn ang="0">
                    <a:pos x="83" y="14"/>
                  </a:cxn>
                  <a:cxn ang="0">
                    <a:pos x="89" y="17"/>
                  </a:cxn>
                  <a:cxn ang="0">
                    <a:pos x="95" y="22"/>
                  </a:cxn>
                  <a:cxn ang="0">
                    <a:pos x="100" y="27"/>
                  </a:cxn>
                  <a:cxn ang="0">
                    <a:pos x="102" y="25"/>
                  </a:cxn>
                  <a:cxn ang="0">
                    <a:pos x="102" y="24"/>
                  </a:cxn>
                  <a:cxn ang="0">
                    <a:pos x="103" y="24"/>
                  </a:cxn>
                  <a:cxn ang="0">
                    <a:pos x="103" y="22"/>
                  </a:cxn>
                  <a:cxn ang="0">
                    <a:pos x="94" y="14"/>
                  </a:cxn>
                  <a:cxn ang="0">
                    <a:pos x="81" y="9"/>
                  </a:cxn>
                  <a:cxn ang="0">
                    <a:pos x="68" y="5"/>
                  </a:cxn>
                  <a:cxn ang="0">
                    <a:pos x="53" y="1"/>
                  </a:cxn>
                  <a:cxn ang="0">
                    <a:pos x="38" y="0"/>
                  </a:cxn>
                  <a:cxn ang="0">
                    <a:pos x="24" y="0"/>
                  </a:cxn>
                  <a:cxn ang="0">
                    <a:pos x="11" y="1"/>
                  </a:cxn>
                  <a:cxn ang="0">
                    <a:pos x="0" y="6"/>
                  </a:cxn>
                  <a:cxn ang="0">
                    <a:pos x="0" y="8"/>
                  </a:cxn>
                  <a:cxn ang="0">
                    <a:pos x="0" y="8"/>
                  </a:cxn>
                  <a:cxn ang="0">
                    <a:pos x="0" y="9"/>
                  </a:cxn>
                  <a:cxn ang="0">
                    <a:pos x="2" y="9"/>
                  </a:cxn>
                  <a:cxn ang="0">
                    <a:pos x="10" y="6"/>
                  </a:cxn>
                  <a:cxn ang="0">
                    <a:pos x="18" y="5"/>
                  </a:cxn>
                  <a:cxn ang="0">
                    <a:pos x="27" y="3"/>
                  </a:cxn>
                  <a:cxn ang="0">
                    <a:pos x="37" y="3"/>
                  </a:cxn>
                  <a:cxn ang="0">
                    <a:pos x="35" y="5"/>
                  </a:cxn>
                  <a:cxn ang="0">
                    <a:pos x="35" y="6"/>
                  </a:cxn>
                  <a:cxn ang="0">
                    <a:pos x="35" y="8"/>
                  </a:cxn>
                  <a:cxn ang="0">
                    <a:pos x="34" y="9"/>
                  </a:cxn>
                  <a:cxn ang="0">
                    <a:pos x="30" y="9"/>
                  </a:cxn>
                  <a:cxn ang="0">
                    <a:pos x="27" y="11"/>
                  </a:cxn>
                  <a:cxn ang="0">
                    <a:pos x="26" y="14"/>
                  </a:cxn>
                  <a:cxn ang="0">
                    <a:pos x="24" y="16"/>
                  </a:cxn>
                  <a:cxn ang="0">
                    <a:pos x="24" y="17"/>
                  </a:cxn>
                  <a:cxn ang="0">
                    <a:pos x="24" y="20"/>
                  </a:cxn>
                  <a:cxn ang="0">
                    <a:pos x="24" y="24"/>
                  </a:cxn>
                  <a:cxn ang="0">
                    <a:pos x="26" y="27"/>
                  </a:cxn>
                  <a:cxn ang="0">
                    <a:pos x="27" y="27"/>
                  </a:cxn>
                  <a:cxn ang="0">
                    <a:pos x="27" y="27"/>
                  </a:cxn>
                  <a:cxn ang="0">
                    <a:pos x="27" y="27"/>
                  </a:cxn>
                  <a:cxn ang="0">
                    <a:pos x="29" y="27"/>
                  </a:cxn>
                  <a:cxn ang="0">
                    <a:pos x="29" y="28"/>
                  </a:cxn>
                  <a:cxn ang="0">
                    <a:pos x="30" y="28"/>
                  </a:cxn>
                  <a:cxn ang="0">
                    <a:pos x="30" y="28"/>
                  </a:cxn>
                  <a:cxn ang="0">
                    <a:pos x="32" y="28"/>
                  </a:cxn>
                  <a:cxn ang="0">
                    <a:pos x="35" y="28"/>
                  </a:cxn>
                  <a:cxn ang="0">
                    <a:pos x="38" y="25"/>
                  </a:cxn>
                  <a:cxn ang="0">
                    <a:pos x="40" y="24"/>
                  </a:cxn>
                  <a:cxn ang="0">
                    <a:pos x="40" y="22"/>
                  </a:cxn>
                  <a:cxn ang="0">
                    <a:pos x="42" y="19"/>
                  </a:cxn>
                  <a:cxn ang="0">
                    <a:pos x="42" y="16"/>
                  </a:cxn>
                  <a:cxn ang="0">
                    <a:pos x="40" y="12"/>
                  </a:cxn>
                  <a:cxn ang="0">
                    <a:pos x="37" y="11"/>
                  </a:cxn>
                  <a:cxn ang="0">
                    <a:pos x="38" y="9"/>
                  </a:cxn>
                  <a:cxn ang="0">
                    <a:pos x="38" y="6"/>
                  </a:cxn>
                  <a:cxn ang="0">
                    <a:pos x="38" y="5"/>
                  </a:cxn>
                  <a:cxn ang="0">
                    <a:pos x="40" y="3"/>
                  </a:cxn>
                </a:cxnLst>
                <a:rect l="0" t="0" r="r" b="b"/>
                <a:pathLst>
                  <a:path w="103" h="28">
                    <a:moveTo>
                      <a:pt x="40" y="3"/>
                    </a:moveTo>
                    <a:lnTo>
                      <a:pt x="49" y="5"/>
                    </a:lnTo>
                    <a:lnTo>
                      <a:pt x="59" y="6"/>
                    </a:lnTo>
                    <a:lnTo>
                      <a:pt x="67" y="8"/>
                    </a:lnTo>
                    <a:lnTo>
                      <a:pt x="75" y="11"/>
                    </a:lnTo>
                    <a:lnTo>
                      <a:pt x="83" y="14"/>
                    </a:lnTo>
                    <a:lnTo>
                      <a:pt x="89" y="17"/>
                    </a:lnTo>
                    <a:lnTo>
                      <a:pt x="95" y="22"/>
                    </a:lnTo>
                    <a:lnTo>
                      <a:pt x="100" y="27"/>
                    </a:lnTo>
                    <a:lnTo>
                      <a:pt x="102" y="25"/>
                    </a:lnTo>
                    <a:lnTo>
                      <a:pt x="102" y="24"/>
                    </a:lnTo>
                    <a:lnTo>
                      <a:pt x="103" y="24"/>
                    </a:lnTo>
                    <a:lnTo>
                      <a:pt x="103" y="22"/>
                    </a:lnTo>
                    <a:lnTo>
                      <a:pt x="94" y="14"/>
                    </a:lnTo>
                    <a:lnTo>
                      <a:pt x="81" y="9"/>
                    </a:lnTo>
                    <a:lnTo>
                      <a:pt x="68" y="5"/>
                    </a:lnTo>
                    <a:lnTo>
                      <a:pt x="53" y="1"/>
                    </a:lnTo>
                    <a:lnTo>
                      <a:pt x="38" y="0"/>
                    </a:lnTo>
                    <a:lnTo>
                      <a:pt x="24" y="0"/>
                    </a:lnTo>
                    <a:lnTo>
                      <a:pt x="11" y="1"/>
                    </a:lnTo>
                    <a:lnTo>
                      <a:pt x="0" y="6"/>
                    </a:lnTo>
                    <a:lnTo>
                      <a:pt x="0" y="8"/>
                    </a:lnTo>
                    <a:lnTo>
                      <a:pt x="0" y="8"/>
                    </a:lnTo>
                    <a:lnTo>
                      <a:pt x="0" y="9"/>
                    </a:lnTo>
                    <a:lnTo>
                      <a:pt x="2" y="9"/>
                    </a:lnTo>
                    <a:lnTo>
                      <a:pt x="10" y="6"/>
                    </a:lnTo>
                    <a:lnTo>
                      <a:pt x="18" y="5"/>
                    </a:lnTo>
                    <a:lnTo>
                      <a:pt x="27" y="3"/>
                    </a:lnTo>
                    <a:lnTo>
                      <a:pt x="37" y="3"/>
                    </a:lnTo>
                    <a:lnTo>
                      <a:pt x="35" y="5"/>
                    </a:lnTo>
                    <a:lnTo>
                      <a:pt x="35" y="6"/>
                    </a:lnTo>
                    <a:lnTo>
                      <a:pt x="35" y="8"/>
                    </a:lnTo>
                    <a:lnTo>
                      <a:pt x="34" y="9"/>
                    </a:lnTo>
                    <a:lnTo>
                      <a:pt x="30" y="9"/>
                    </a:lnTo>
                    <a:lnTo>
                      <a:pt x="27" y="11"/>
                    </a:lnTo>
                    <a:lnTo>
                      <a:pt x="26" y="14"/>
                    </a:lnTo>
                    <a:lnTo>
                      <a:pt x="24" y="16"/>
                    </a:lnTo>
                    <a:lnTo>
                      <a:pt x="24" y="17"/>
                    </a:lnTo>
                    <a:lnTo>
                      <a:pt x="24" y="20"/>
                    </a:lnTo>
                    <a:lnTo>
                      <a:pt x="24" y="24"/>
                    </a:lnTo>
                    <a:lnTo>
                      <a:pt x="26" y="27"/>
                    </a:lnTo>
                    <a:lnTo>
                      <a:pt x="27" y="27"/>
                    </a:lnTo>
                    <a:lnTo>
                      <a:pt x="27" y="27"/>
                    </a:lnTo>
                    <a:lnTo>
                      <a:pt x="27" y="27"/>
                    </a:lnTo>
                    <a:lnTo>
                      <a:pt x="29" y="27"/>
                    </a:lnTo>
                    <a:lnTo>
                      <a:pt x="29" y="28"/>
                    </a:lnTo>
                    <a:lnTo>
                      <a:pt x="30" y="28"/>
                    </a:lnTo>
                    <a:lnTo>
                      <a:pt x="30" y="28"/>
                    </a:lnTo>
                    <a:lnTo>
                      <a:pt x="32" y="28"/>
                    </a:lnTo>
                    <a:lnTo>
                      <a:pt x="35" y="28"/>
                    </a:lnTo>
                    <a:lnTo>
                      <a:pt x="38" y="25"/>
                    </a:lnTo>
                    <a:lnTo>
                      <a:pt x="40" y="24"/>
                    </a:lnTo>
                    <a:lnTo>
                      <a:pt x="40" y="22"/>
                    </a:lnTo>
                    <a:lnTo>
                      <a:pt x="42" y="19"/>
                    </a:lnTo>
                    <a:lnTo>
                      <a:pt x="42" y="16"/>
                    </a:lnTo>
                    <a:lnTo>
                      <a:pt x="40" y="12"/>
                    </a:lnTo>
                    <a:lnTo>
                      <a:pt x="37" y="11"/>
                    </a:lnTo>
                    <a:lnTo>
                      <a:pt x="38" y="9"/>
                    </a:lnTo>
                    <a:lnTo>
                      <a:pt x="38" y="6"/>
                    </a:lnTo>
                    <a:lnTo>
                      <a:pt x="38" y="5"/>
                    </a:lnTo>
                    <a:lnTo>
                      <a:pt x="40" y="3"/>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552" name="Freeform 314"/>
              <p:cNvSpPr/>
              <p:nvPr/>
            </p:nvSpPr>
            <p:spPr bwMode="auto">
              <a:xfrm>
                <a:off x="4875" y="2341"/>
                <a:ext cx="3" cy="7"/>
              </a:xfrm>
              <a:custGeom>
                <a:avLst/>
                <a:gdLst/>
                <a:ahLst/>
                <a:cxnLst>
                  <a:cxn ang="0">
                    <a:pos x="0" y="0"/>
                  </a:cxn>
                  <a:cxn ang="0">
                    <a:pos x="1" y="0"/>
                  </a:cxn>
                  <a:cxn ang="0">
                    <a:pos x="1" y="0"/>
                  </a:cxn>
                  <a:cxn ang="0">
                    <a:pos x="1" y="0"/>
                  </a:cxn>
                  <a:cxn ang="0">
                    <a:pos x="3" y="0"/>
                  </a:cxn>
                  <a:cxn ang="0">
                    <a:pos x="3" y="1"/>
                  </a:cxn>
                  <a:cxn ang="0">
                    <a:pos x="4" y="1"/>
                  </a:cxn>
                  <a:cxn ang="0">
                    <a:pos x="4" y="1"/>
                  </a:cxn>
                  <a:cxn ang="0">
                    <a:pos x="6" y="1"/>
                  </a:cxn>
                  <a:cxn ang="0">
                    <a:pos x="6" y="3"/>
                  </a:cxn>
                  <a:cxn ang="0">
                    <a:pos x="6" y="3"/>
                  </a:cxn>
                  <a:cxn ang="0">
                    <a:pos x="4" y="4"/>
                  </a:cxn>
                  <a:cxn ang="0">
                    <a:pos x="3" y="6"/>
                  </a:cxn>
                  <a:cxn ang="0">
                    <a:pos x="1" y="6"/>
                  </a:cxn>
                  <a:cxn ang="0">
                    <a:pos x="0" y="6"/>
                  </a:cxn>
                  <a:cxn ang="0">
                    <a:pos x="0" y="4"/>
                  </a:cxn>
                  <a:cxn ang="0">
                    <a:pos x="0" y="4"/>
                  </a:cxn>
                  <a:cxn ang="0">
                    <a:pos x="0" y="3"/>
                  </a:cxn>
                  <a:cxn ang="0">
                    <a:pos x="0" y="1"/>
                  </a:cxn>
                  <a:cxn ang="0">
                    <a:pos x="0" y="0"/>
                  </a:cxn>
                </a:cxnLst>
                <a:rect l="0" t="0" r="r" b="b"/>
                <a:pathLst>
                  <a:path w="6" h="6">
                    <a:moveTo>
                      <a:pt x="0" y="0"/>
                    </a:moveTo>
                    <a:lnTo>
                      <a:pt x="1" y="0"/>
                    </a:lnTo>
                    <a:lnTo>
                      <a:pt x="1" y="0"/>
                    </a:lnTo>
                    <a:lnTo>
                      <a:pt x="1" y="0"/>
                    </a:lnTo>
                    <a:lnTo>
                      <a:pt x="3" y="0"/>
                    </a:lnTo>
                    <a:lnTo>
                      <a:pt x="3" y="1"/>
                    </a:lnTo>
                    <a:lnTo>
                      <a:pt x="4" y="1"/>
                    </a:lnTo>
                    <a:lnTo>
                      <a:pt x="4" y="1"/>
                    </a:lnTo>
                    <a:lnTo>
                      <a:pt x="6" y="1"/>
                    </a:lnTo>
                    <a:lnTo>
                      <a:pt x="6" y="3"/>
                    </a:lnTo>
                    <a:lnTo>
                      <a:pt x="6" y="3"/>
                    </a:lnTo>
                    <a:lnTo>
                      <a:pt x="4" y="4"/>
                    </a:lnTo>
                    <a:lnTo>
                      <a:pt x="3" y="6"/>
                    </a:lnTo>
                    <a:lnTo>
                      <a:pt x="1" y="6"/>
                    </a:lnTo>
                    <a:lnTo>
                      <a:pt x="0" y="6"/>
                    </a:lnTo>
                    <a:lnTo>
                      <a:pt x="0" y="4"/>
                    </a:lnTo>
                    <a:lnTo>
                      <a:pt x="0" y="4"/>
                    </a:lnTo>
                    <a:lnTo>
                      <a:pt x="0" y="3"/>
                    </a:lnTo>
                    <a:lnTo>
                      <a:pt x="0" y="1"/>
                    </a:lnTo>
                    <a:lnTo>
                      <a:pt x="0" y="0"/>
                    </a:lnTo>
                    <a:close/>
                  </a:path>
                </a:pathLst>
              </a:custGeom>
              <a:solidFill>
                <a:srgbClr val="7A1111"/>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553" name="Freeform 315"/>
              <p:cNvSpPr/>
              <p:nvPr/>
            </p:nvSpPr>
            <p:spPr bwMode="auto">
              <a:xfrm>
                <a:off x="4996" y="2819"/>
                <a:ext cx="19" cy="14"/>
              </a:xfrm>
              <a:custGeom>
                <a:avLst/>
                <a:gdLst/>
                <a:ahLst/>
                <a:cxnLst>
                  <a:cxn ang="0">
                    <a:pos x="0" y="0"/>
                  </a:cxn>
                  <a:cxn ang="0">
                    <a:pos x="0" y="0"/>
                  </a:cxn>
                  <a:cxn ang="0">
                    <a:pos x="0" y="9"/>
                  </a:cxn>
                  <a:cxn ang="0">
                    <a:pos x="0" y="14"/>
                  </a:cxn>
                  <a:cxn ang="0">
                    <a:pos x="0" y="15"/>
                  </a:cxn>
                  <a:cxn ang="0">
                    <a:pos x="8" y="15"/>
                  </a:cxn>
                  <a:cxn ang="0">
                    <a:pos x="8" y="15"/>
                  </a:cxn>
                  <a:cxn ang="0">
                    <a:pos x="16" y="15"/>
                  </a:cxn>
                  <a:cxn ang="0">
                    <a:pos x="16" y="14"/>
                  </a:cxn>
                  <a:cxn ang="0">
                    <a:pos x="16" y="9"/>
                  </a:cxn>
                  <a:cxn ang="0">
                    <a:pos x="16" y="0"/>
                  </a:cxn>
                  <a:cxn ang="0">
                    <a:pos x="16" y="0"/>
                  </a:cxn>
                  <a:cxn ang="0">
                    <a:pos x="0" y="0"/>
                  </a:cxn>
                </a:cxnLst>
                <a:rect l="0" t="0" r="r" b="b"/>
                <a:pathLst>
                  <a:path w="16" h="15">
                    <a:moveTo>
                      <a:pt x="0" y="0"/>
                    </a:moveTo>
                    <a:lnTo>
                      <a:pt x="0" y="0"/>
                    </a:lnTo>
                    <a:lnTo>
                      <a:pt x="0" y="9"/>
                    </a:lnTo>
                    <a:lnTo>
                      <a:pt x="0" y="14"/>
                    </a:lnTo>
                    <a:lnTo>
                      <a:pt x="0" y="15"/>
                    </a:lnTo>
                    <a:lnTo>
                      <a:pt x="8" y="15"/>
                    </a:lnTo>
                    <a:lnTo>
                      <a:pt x="8" y="15"/>
                    </a:lnTo>
                    <a:lnTo>
                      <a:pt x="16" y="15"/>
                    </a:lnTo>
                    <a:lnTo>
                      <a:pt x="16" y="14"/>
                    </a:lnTo>
                    <a:lnTo>
                      <a:pt x="16" y="9"/>
                    </a:lnTo>
                    <a:lnTo>
                      <a:pt x="16" y="0"/>
                    </a:lnTo>
                    <a:lnTo>
                      <a:pt x="16" y="0"/>
                    </a:lnTo>
                    <a:lnTo>
                      <a:pt x="0" y="0"/>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554" name="Freeform 316"/>
              <p:cNvSpPr/>
              <p:nvPr/>
            </p:nvSpPr>
            <p:spPr bwMode="auto">
              <a:xfrm>
                <a:off x="4803" y="2726"/>
                <a:ext cx="212" cy="93"/>
              </a:xfrm>
              <a:custGeom>
                <a:avLst/>
                <a:gdLst/>
                <a:ahLst/>
                <a:cxnLst>
                  <a:cxn ang="0">
                    <a:pos x="16" y="94"/>
                  </a:cxn>
                  <a:cxn ang="0">
                    <a:pos x="16" y="94"/>
                  </a:cxn>
                  <a:cxn ang="0">
                    <a:pos x="23" y="59"/>
                  </a:cxn>
                  <a:cxn ang="0">
                    <a:pos x="43" y="35"/>
                  </a:cxn>
                  <a:cxn ang="0">
                    <a:pos x="72" y="21"/>
                  </a:cxn>
                  <a:cxn ang="0">
                    <a:pos x="107" y="16"/>
                  </a:cxn>
                  <a:cxn ang="0">
                    <a:pos x="140" y="21"/>
                  </a:cxn>
                  <a:cxn ang="0">
                    <a:pos x="168" y="37"/>
                  </a:cxn>
                  <a:cxn ang="0">
                    <a:pos x="189" y="60"/>
                  </a:cxn>
                  <a:cxn ang="0">
                    <a:pos x="195" y="94"/>
                  </a:cxn>
                  <a:cxn ang="0">
                    <a:pos x="211" y="94"/>
                  </a:cxn>
                  <a:cxn ang="0">
                    <a:pos x="202" y="54"/>
                  </a:cxn>
                  <a:cxn ang="0">
                    <a:pos x="178" y="24"/>
                  </a:cxn>
                  <a:cxn ang="0">
                    <a:pos x="143" y="5"/>
                  </a:cxn>
                  <a:cxn ang="0">
                    <a:pos x="107" y="0"/>
                  </a:cxn>
                  <a:cxn ang="0">
                    <a:pos x="69" y="5"/>
                  </a:cxn>
                  <a:cxn ang="0">
                    <a:pos x="34" y="23"/>
                  </a:cxn>
                  <a:cxn ang="0">
                    <a:pos x="10" y="53"/>
                  </a:cxn>
                  <a:cxn ang="0">
                    <a:pos x="0" y="94"/>
                  </a:cxn>
                  <a:cxn ang="0">
                    <a:pos x="0" y="94"/>
                  </a:cxn>
                  <a:cxn ang="0">
                    <a:pos x="16" y="94"/>
                  </a:cxn>
                </a:cxnLst>
                <a:rect l="0" t="0" r="r" b="b"/>
                <a:pathLst>
                  <a:path w="211" h="94">
                    <a:moveTo>
                      <a:pt x="16" y="94"/>
                    </a:moveTo>
                    <a:lnTo>
                      <a:pt x="16" y="94"/>
                    </a:lnTo>
                    <a:lnTo>
                      <a:pt x="23" y="59"/>
                    </a:lnTo>
                    <a:lnTo>
                      <a:pt x="43" y="35"/>
                    </a:lnTo>
                    <a:lnTo>
                      <a:pt x="72" y="21"/>
                    </a:lnTo>
                    <a:lnTo>
                      <a:pt x="107" y="16"/>
                    </a:lnTo>
                    <a:lnTo>
                      <a:pt x="140" y="21"/>
                    </a:lnTo>
                    <a:lnTo>
                      <a:pt x="168" y="37"/>
                    </a:lnTo>
                    <a:lnTo>
                      <a:pt x="189" y="60"/>
                    </a:lnTo>
                    <a:lnTo>
                      <a:pt x="195" y="94"/>
                    </a:lnTo>
                    <a:lnTo>
                      <a:pt x="211" y="94"/>
                    </a:lnTo>
                    <a:lnTo>
                      <a:pt x="202" y="54"/>
                    </a:lnTo>
                    <a:lnTo>
                      <a:pt x="178" y="24"/>
                    </a:lnTo>
                    <a:lnTo>
                      <a:pt x="143" y="5"/>
                    </a:lnTo>
                    <a:lnTo>
                      <a:pt x="107" y="0"/>
                    </a:lnTo>
                    <a:lnTo>
                      <a:pt x="69" y="5"/>
                    </a:lnTo>
                    <a:lnTo>
                      <a:pt x="34" y="23"/>
                    </a:lnTo>
                    <a:lnTo>
                      <a:pt x="10" y="53"/>
                    </a:lnTo>
                    <a:lnTo>
                      <a:pt x="0" y="94"/>
                    </a:lnTo>
                    <a:lnTo>
                      <a:pt x="0" y="94"/>
                    </a:lnTo>
                    <a:lnTo>
                      <a:pt x="16" y="94"/>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555" name="Freeform 317"/>
              <p:cNvSpPr/>
              <p:nvPr/>
            </p:nvSpPr>
            <p:spPr bwMode="auto">
              <a:xfrm>
                <a:off x="4803" y="2819"/>
                <a:ext cx="16" cy="21"/>
              </a:xfrm>
              <a:custGeom>
                <a:avLst/>
                <a:gdLst/>
                <a:ahLst/>
                <a:cxnLst>
                  <a:cxn ang="0">
                    <a:pos x="8" y="8"/>
                  </a:cxn>
                  <a:cxn ang="0">
                    <a:pos x="8" y="15"/>
                  </a:cxn>
                  <a:cxn ang="0">
                    <a:pos x="16" y="15"/>
                  </a:cxn>
                  <a:cxn ang="0">
                    <a:pos x="16" y="14"/>
                  </a:cxn>
                  <a:cxn ang="0">
                    <a:pos x="16" y="9"/>
                  </a:cxn>
                  <a:cxn ang="0">
                    <a:pos x="16" y="0"/>
                  </a:cxn>
                  <a:cxn ang="0">
                    <a:pos x="0" y="0"/>
                  </a:cxn>
                  <a:cxn ang="0">
                    <a:pos x="0" y="9"/>
                  </a:cxn>
                  <a:cxn ang="0">
                    <a:pos x="0" y="14"/>
                  </a:cxn>
                  <a:cxn ang="0">
                    <a:pos x="0" y="15"/>
                  </a:cxn>
                  <a:cxn ang="0">
                    <a:pos x="8" y="15"/>
                  </a:cxn>
                  <a:cxn ang="0">
                    <a:pos x="8" y="23"/>
                  </a:cxn>
                  <a:cxn ang="0">
                    <a:pos x="0" y="15"/>
                  </a:cxn>
                  <a:cxn ang="0">
                    <a:pos x="0" y="23"/>
                  </a:cxn>
                  <a:cxn ang="0">
                    <a:pos x="8" y="23"/>
                  </a:cxn>
                  <a:cxn ang="0">
                    <a:pos x="8" y="8"/>
                  </a:cxn>
                </a:cxnLst>
                <a:rect l="0" t="0" r="r" b="b"/>
                <a:pathLst>
                  <a:path w="16" h="23">
                    <a:moveTo>
                      <a:pt x="8" y="8"/>
                    </a:moveTo>
                    <a:lnTo>
                      <a:pt x="8" y="15"/>
                    </a:lnTo>
                    <a:lnTo>
                      <a:pt x="16" y="15"/>
                    </a:lnTo>
                    <a:lnTo>
                      <a:pt x="16" y="14"/>
                    </a:lnTo>
                    <a:lnTo>
                      <a:pt x="16" y="9"/>
                    </a:lnTo>
                    <a:lnTo>
                      <a:pt x="16" y="0"/>
                    </a:lnTo>
                    <a:lnTo>
                      <a:pt x="0" y="0"/>
                    </a:lnTo>
                    <a:lnTo>
                      <a:pt x="0" y="9"/>
                    </a:lnTo>
                    <a:lnTo>
                      <a:pt x="0" y="14"/>
                    </a:lnTo>
                    <a:lnTo>
                      <a:pt x="0" y="15"/>
                    </a:lnTo>
                    <a:lnTo>
                      <a:pt x="8" y="15"/>
                    </a:lnTo>
                    <a:lnTo>
                      <a:pt x="8" y="23"/>
                    </a:lnTo>
                    <a:lnTo>
                      <a:pt x="0" y="15"/>
                    </a:lnTo>
                    <a:lnTo>
                      <a:pt x="0" y="23"/>
                    </a:lnTo>
                    <a:lnTo>
                      <a:pt x="8" y="23"/>
                    </a:lnTo>
                    <a:lnTo>
                      <a:pt x="8"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556" name="Freeform 318"/>
              <p:cNvSpPr/>
              <p:nvPr/>
            </p:nvSpPr>
            <p:spPr bwMode="auto">
              <a:xfrm>
                <a:off x="4812" y="2826"/>
                <a:ext cx="203" cy="14"/>
              </a:xfrm>
              <a:custGeom>
                <a:avLst/>
                <a:gdLst/>
                <a:ahLst/>
                <a:cxnLst>
                  <a:cxn ang="0">
                    <a:pos x="187" y="7"/>
                  </a:cxn>
                  <a:cxn ang="0">
                    <a:pos x="195" y="0"/>
                  </a:cxn>
                  <a:cxn ang="0">
                    <a:pos x="0" y="0"/>
                  </a:cxn>
                  <a:cxn ang="0">
                    <a:pos x="0" y="15"/>
                  </a:cxn>
                  <a:cxn ang="0">
                    <a:pos x="195" y="15"/>
                  </a:cxn>
                  <a:cxn ang="0">
                    <a:pos x="203" y="7"/>
                  </a:cxn>
                  <a:cxn ang="0">
                    <a:pos x="195" y="15"/>
                  </a:cxn>
                  <a:cxn ang="0">
                    <a:pos x="203" y="15"/>
                  </a:cxn>
                  <a:cxn ang="0">
                    <a:pos x="203" y="7"/>
                  </a:cxn>
                  <a:cxn ang="0">
                    <a:pos x="187" y="7"/>
                  </a:cxn>
                </a:cxnLst>
                <a:rect l="0" t="0" r="r" b="b"/>
                <a:pathLst>
                  <a:path w="203" h="15">
                    <a:moveTo>
                      <a:pt x="187" y="7"/>
                    </a:moveTo>
                    <a:lnTo>
                      <a:pt x="195" y="0"/>
                    </a:lnTo>
                    <a:lnTo>
                      <a:pt x="0" y="0"/>
                    </a:lnTo>
                    <a:lnTo>
                      <a:pt x="0" y="15"/>
                    </a:lnTo>
                    <a:lnTo>
                      <a:pt x="195" y="15"/>
                    </a:lnTo>
                    <a:lnTo>
                      <a:pt x="203" y="7"/>
                    </a:lnTo>
                    <a:lnTo>
                      <a:pt x="195" y="15"/>
                    </a:lnTo>
                    <a:lnTo>
                      <a:pt x="203" y="15"/>
                    </a:lnTo>
                    <a:lnTo>
                      <a:pt x="203" y="7"/>
                    </a:lnTo>
                    <a:lnTo>
                      <a:pt x="187" y="7"/>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557" name="Freeform 319"/>
              <p:cNvSpPr/>
              <p:nvPr/>
            </p:nvSpPr>
            <p:spPr bwMode="auto">
              <a:xfrm>
                <a:off x="4901" y="2734"/>
                <a:ext cx="13" cy="100"/>
              </a:xfrm>
              <a:custGeom>
                <a:avLst/>
                <a:gdLst/>
                <a:ahLst/>
                <a:cxnLst>
                  <a:cxn ang="0">
                    <a:pos x="8" y="101"/>
                  </a:cxn>
                  <a:cxn ang="0">
                    <a:pos x="16" y="101"/>
                  </a:cxn>
                  <a:cxn ang="0">
                    <a:pos x="16" y="0"/>
                  </a:cxn>
                  <a:cxn ang="0">
                    <a:pos x="0" y="0"/>
                  </a:cxn>
                  <a:cxn ang="0">
                    <a:pos x="0" y="101"/>
                  </a:cxn>
                  <a:cxn ang="0">
                    <a:pos x="8" y="101"/>
                  </a:cxn>
                </a:cxnLst>
                <a:rect l="0" t="0" r="r" b="b"/>
                <a:pathLst>
                  <a:path w="16" h="101">
                    <a:moveTo>
                      <a:pt x="8" y="101"/>
                    </a:moveTo>
                    <a:lnTo>
                      <a:pt x="16" y="101"/>
                    </a:lnTo>
                    <a:lnTo>
                      <a:pt x="16" y="0"/>
                    </a:lnTo>
                    <a:lnTo>
                      <a:pt x="0" y="0"/>
                    </a:lnTo>
                    <a:lnTo>
                      <a:pt x="0" y="101"/>
                    </a:lnTo>
                    <a:lnTo>
                      <a:pt x="8" y="101"/>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558" name="Freeform 320"/>
              <p:cNvSpPr/>
              <p:nvPr/>
            </p:nvSpPr>
            <p:spPr bwMode="auto">
              <a:xfrm>
                <a:off x="4904" y="2755"/>
                <a:ext cx="86" cy="86"/>
              </a:xfrm>
              <a:custGeom>
                <a:avLst/>
                <a:gdLst/>
                <a:ahLst/>
                <a:cxnLst>
                  <a:cxn ang="0">
                    <a:pos x="5" y="79"/>
                  </a:cxn>
                  <a:cxn ang="0">
                    <a:pos x="10" y="84"/>
                  </a:cxn>
                  <a:cxn ang="0">
                    <a:pos x="87" y="10"/>
                  </a:cxn>
                  <a:cxn ang="0">
                    <a:pos x="78" y="0"/>
                  </a:cxn>
                  <a:cxn ang="0">
                    <a:pos x="0" y="75"/>
                  </a:cxn>
                  <a:cxn ang="0">
                    <a:pos x="5" y="79"/>
                  </a:cxn>
                </a:cxnLst>
                <a:rect l="0" t="0" r="r" b="b"/>
                <a:pathLst>
                  <a:path w="87" h="84">
                    <a:moveTo>
                      <a:pt x="5" y="79"/>
                    </a:moveTo>
                    <a:lnTo>
                      <a:pt x="10" y="84"/>
                    </a:lnTo>
                    <a:lnTo>
                      <a:pt x="87" y="10"/>
                    </a:lnTo>
                    <a:lnTo>
                      <a:pt x="78" y="0"/>
                    </a:lnTo>
                    <a:lnTo>
                      <a:pt x="0" y="75"/>
                    </a:lnTo>
                    <a:lnTo>
                      <a:pt x="5" y="79"/>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559" name="Freeform 321"/>
              <p:cNvSpPr/>
              <p:nvPr/>
            </p:nvSpPr>
            <p:spPr bwMode="auto">
              <a:xfrm>
                <a:off x="4828" y="2755"/>
                <a:ext cx="86" cy="86"/>
              </a:xfrm>
              <a:custGeom>
                <a:avLst/>
                <a:gdLst/>
                <a:ahLst/>
                <a:cxnLst>
                  <a:cxn ang="0">
                    <a:pos x="78" y="80"/>
                  </a:cxn>
                  <a:cxn ang="0">
                    <a:pos x="83" y="76"/>
                  </a:cxn>
                  <a:cxn ang="0">
                    <a:pos x="10" y="0"/>
                  </a:cxn>
                  <a:cxn ang="0">
                    <a:pos x="0" y="9"/>
                  </a:cxn>
                  <a:cxn ang="0">
                    <a:pos x="73" y="85"/>
                  </a:cxn>
                  <a:cxn ang="0">
                    <a:pos x="78" y="80"/>
                  </a:cxn>
                </a:cxnLst>
                <a:rect l="0" t="0" r="r" b="b"/>
                <a:pathLst>
                  <a:path w="83" h="85">
                    <a:moveTo>
                      <a:pt x="78" y="80"/>
                    </a:moveTo>
                    <a:lnTo>
                      <a:pt x="83" y="76"/>
                    </a:lnTo>
                    <a:lnTo>
                      <a:pt x="10" y="0"/>
                    </a:lnTo>
                    <a:lnTo>
                      <a:pt x="0" y="9"/>
                    </a:lnTo>
                    <a:lnTo>
                      <a:pt x="73" y="85"/>
                    </a:lnTo>
                    <a:lnTo>
                      <a:pt x="78" y="80"/>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grpSp>
        <p:sp>
          <p:nvSpPr>
            <p:cNvPr id="27819" name="Text Box 322"/>
            <p:cNvSpPr txBox="1"/>
            <p:nvPr/>
          </p:nvSpPr>
          <p:spPr>
            <a:xfrm>
              <a:off x="4729" y="650"/>
              <a:ext cx="804" cy="845"/>
            </a:xfrm>
            <a:prstGeom prst="rect">
              <a:avLst/>
            </a:prstGeom>
            <a:noFill/>
            <a:ln w="12700">
              <a:noFill/>
            </a:ln>
          </p:spPr>
          <p:txBody>
            <a:bodyPr wrap="none">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ct val="0"/>
                </a:spcBef>
                <a:spcAft>
                  <a:spcPts val="590"/>
                </a:spcAft>
                <a:buSzPct val="80000"/>
                <a:buNone/>
              </a:pPr>
              <a:endParaRPr lang="zh-CN" altLang="en-US" sz="2800" dirty="0">
                <a:ea typeface="宋体" pitchFamily="2" charset="-122"/>
              </a:endParaRPr>
            </a:p>
          </p:txBody>
        </p:sp>
      </p:grpSp>
      <p:grpSp>
        <p:nvGrpSpPr>
          <p:cNvPr id="30181" name="Group 323"/>
          <p:cNvGrpSpPr/>
          <p:nvPr/>
        </p:nvGrpSpPr>
        <p:grpSpPr>
          <a:xfrm>
            <a:off x="8955088" y="2671763"/>
            <a:ext cx="536575" cy="846137"/>
            <a:chOff x="4368" y="0"/>
            <a:chExt cx="1392" cy="1495"/>
          </a:xfrm>
        </p:grpSpPr>
        <p:grpSp>
          <p:nvGrpSpPr>
            <p:cNvPr id="27784" name="Group 324"/>
            <p:cNvGrpSpPr/>
            <p:nvPr/>
          </p:nvGrpSpPr>
          <p:grpSpPr>
            <a:xfrm>
              <a:off x="4368" y="0"/>
              <a:ext cx="1392" cy="1056"/>
              <a:chOff x="4368" y="2016"/>
              <a:chExt cx="1072" cy="1344"/>
            </a:xfrm>
          </p:grpSpPr>
          <p:sp>
            <p:nvSpPr>
              <p:cNvPr id="563" name="Freeform 325"/>
              <p:cNvSpPr/>
              <p:nvPr/>
            </p:nvSpPr>
            <p:spPr bwMode="auto">
              <a:xfrm>
                <a:off x="4457" y="2462"/>
                <a:ext cx="898" cy="825"/>
              </a:xfrm>
              <a:custGeom>
                <a:avLst/>
                <a:gdLst/>
                <a:ahLst/>
                <a:cxnLst>
                  <a:cxn ang="0">
                    <a:pos x="445" y="0"/>
                  </a:cxn>
                  <a:cxn ang="0">
                    <a:pos x="897" y="293"/>
                  </a:cxn>
                  <a:cxn ang="0">
                    <a:pos x="897" y="829"/>
                  </a:cxn>
                  <a:cxn ang="0">
                    <a:pos x="601" y="829"/>
                  </a:cxn>
                  <a:cxn ang="0">
                    <a:pos x="296" y="829"/>
                  </a:cxn>
                  <a:cxn ang="0">
                    <a:pos x="0" y="829"/>
                  </a:cxn>
                  <a:cxn ang="0">
                    <a:pos x="0" y="293"/>
                  </a:cxn>
                  <a:cxn ang="0">
                    <a:pos x="445" y="0"/>
                  </a:cxn>
                </a:cxnLst>
                <a:rect l="0" t="0" r="r" b="b"/>
                <a:pathLst>
                  <a:path w="897" h="829">
                    <a:moveTo>
                      <a:pt x="445" y="0"/>
                    </a:moveTo>
                    <a:lnTo>
                      <a:pt x="897" y="293"/>
                    </a:lnTo>
                    <a:lnTo>
                      <a:pt x="897" y="829"/>
                    </a:lnTo>
                    <a:lnTo>
                      <a:pt x="601" y="829"/>
                    </a:lnTo>
                    <a:lnTo>
                      <a:pt x="296" y="829"/>
                    </a:lnTo>
                    <a:lnTo>
                      <a:pt x="0" y="829"/>
                    </a:lnTo>
                    <a:lnTo>
                      <a:pt x="0" y="293"/>
                    </a:lnTo>
                    <a:lnTo>
                      <a:pt x="445" y="0"/>
                    </a:lnTo>
                    <a:close/>
                  </a:path>
                </a:pathLst>
              </a:custGeom>
              <a:solidFill>
                <a:srgbClr val="00B050"/>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564" name="Freeform 326"/>
              <p:cNvSpPr/>
              <p:nvPr/>
            </p:nvSpPr>
            <p:spPr bwMode="auto">
              <a:xfrm>
                <a:off x="4368" y="2462"/>
                <a:ext cx="415" cy="289"/>
              </a:xfrm>
              <a:custGeom>
                <a:avLst/>
                <a:gdLst/>
                <a:ahLst/>
                <a:cxnLst>
                  <a:cxn ang="0">
                    <a:pos x="0" y="288"/>
                  </a:cxn>
                  <a:cxn ang="0">
                    <a:pos x="416" y="32"/>
                  </a:cxn>
                  <a:cxn ang="0">
                    <a:pos x="416" y="27"/>
                  </a:cxn>
                  <a:cxn ang="0">
                    <a:pos x="416" y="19"/>
                  </a:cxn>
                  <a:cxn ang="0">
                    <a:pos x="416" y="9"/>
                  </a:cxn>
                  <a:cxn ang="0">
                    <a:pos x="416" y="0"/>
                  </a:cxn>
                  <a:cxn ang="0">
                    <a:pos x="0" y="254"/>
                  </a:cxn>
                  <a:cxn ang="0">
                    <a:pos x="0" y="288"/>
                  </a:cxn>
                </a:cxnLst>
                <a:rect l="0" t="0" r="r" b="b"/>
                <a:pathLst>
                  <a:path w="416" h="288">
                    <a:moveTo>
                      <a:pt x="0" y="288"/>
                    </a:moveTo>
                    <a:lnTo>
                      <a:pt x="416" y="32"/>
                    </a:lnTo>
                    <a:lnTo>
                      <a:pt x="416" y="27"/>
                    </a:lnTo>
                    <a:lnTo>
                      <a:pt x="416" y="19"/>
                    </a:lnTo>
                    <a:lnTo>
                      <a:pt x="416" y="9"/>
                    </a:lnTo>
                    <a:lnTo>
                      <a:pt x="416" y="0"/>
                    </a:lnTo>
                    <a:lnTo>
                      <a:pt x="0" y="254"/>
                    </a:lnTo>
                    <a:lnTo>
                      <a:pt x="0" y="288"/>
                    </a:lnTo>
                    <a:close/>
                  </a:path>
                </a:pathLst>
              </a:custGeom>
              <a:solidFill>
                <a:srgbClr val="000000"/>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565" name="Rectangle 327"/>
              <p:cNvSpPr>
                <a:spLocks noChangeArrowheads="1"/>
              </p:cNvSpPr>
              <p:nvPr/>
            </p:nvSpPr>
            <p:spPr bwMode="auto">
              <a:xfrm>
                <a:off x="4457" y="3330"/>
                <a:ext cx="898" cy="29"/>
              </a:xfrm>
              <a:prstGeom prst="rect">
                <a:avLst/>
              </a:prstGeom>
              <a:solidFill>
                <a:srgbClr val="000000"/>
              </a:solidFill>
              <a:ln w="9525">
                <a:noFill/>
                <a:miter lim="800000"/>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566" name="Freeform 328"/>
              <p:cNvSpPr/>
              <p:nvPr/>
            </p:nvSpPr>
            <p:spPr bwMode="auto">
              <a:xfrm>
                <a:off x="4787" y="2170"/>
                <a:ext cx="241" cy="328"/>
              </a:xfrm>
              <a:custGeom>
                <a:avLst/>
                <a:gdLst/>
                <a:ahLst/>
                <a:cxnLst>
                  <a:cxn ang="0">
                    <a:pos x="242" y="327"/>
                  </a:cxn>
                  <a:cxn ang="0">
                    <a:pos x="242" y="0"/>
                  </a:cxn>
                  <a:cxn ang="0">
                    <a:pos x="0" y="0"/>
                  </a:cxn>
                  <a:cxn ang="0">
                    <a:pos x="0" y="321"/>
                  </a:cxn>
                  <a:cxn ang="0">
                    <a:pos x="116" y="240"/>
                  </a:cxn>
                  <a:cxn ang="0">
                    <a:pos x="242" y="327"/>
                  </a:cxn>
                </a:cxnLst>
                <a:rect l="0" t="0" r="r" b="b"/>
                <a:pathLst>
                  <a:path w="242" h="327">
                    <a:moveTo>
                      <a:pt x="242" y="327"/>
                    </a:moveTo>
                    <a:lnTo>
                      <a:pt x="242" y="0"/>
                    </a:lnTo>
                    <a:lnTo>
                      <a:pt x="0" y="0"/>
                    </a:lnTo>
                    <a:lnTo>
                      <a:pt x="0" y="321"/>
                    </a:lnTo>
                    <a:lnTo>
                      <a:pt x="116" y="240"/>
                    </a:lnTo>
                    <a:lnTo>
                      <a:pt x="242" y="327"/>
                    </a:lnTo>
                    <a:close/>
                  </a:path>
                </a:pathLst>
              </a:custGeom>
              <a:solidFill>
                <a:srgbClr val="000000"/>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567" name="Freeform 329"/>
              <p:cNvSpPr/>
              <p:nvPr/>
            </p:nvSpPr>
            <p:spPr bwMode="auto">
              <a:xfrm>
                <a:off x="4723" y="2016"/>
                <a:ext cx="358" cy="125"/>
              </a:xfrm>
              <a:custGeom>
                <a:avLst/>
                <a:gdLst/>
                <a:ahLst/>
                <a:cxnLst>
                  <a:cxn ang="0">
                    <a:pos x="181" y="0"/>
                  </a:cxn>
                  <a:cxn ang="0">
                    <a:pos x="0" y="126"/>
                  </a:cxn>
                  <a:cxn ang="0">
                    <a:pos x="361" y="126"/>
                  </a:cxn>
                  <a:cxn ang="0">
                    <a:pos x="181" y="0"/>
                  </a:cxn>
                </a:cxnLst>
                <a:rect l="0" t="0" r="r" b="b"/>
                <a:pathLst>
                  <a:path w="361" h="126">
                    <a:moveTo>
                      <a:pt x="181" y="0"/>
                    </a:moveTo>
                    <a:lnTo>
                      <a:pt x="0" y="126"/>
                    </a:lnTo>
                    <a:lnTo>
                      <a:pt x="361" y="126"/>
                    </a:lnTo>
                    <a:lnTo>
                      <a:pt x="181" y="0"/>
                    </a:lnTo>
                    <a:close/>
                  </a:path>
                </a:pathLst>
              </a:custGeom>
              <a:solidFill>
                <a:srgbClr val="000000"/>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568" name="Freeform 330"/>
              <p:cNvSpPr/>
              <p:nvPr/>
            </p:nvSpPr>
            <p:spPr bwMode="auto">
              <a:xfrm>
                <a:off x="5028" y="2469"/>
                <a:ext cx="412" cy="282"/>
              </a:xfrm>
              <a:custGeom>
                <a:avLst/>
                <a:gdLst/>
                <a:ahLst/>
                <a:cxnLst>
                  <a:cxn ang="0">
                    <a:pos x="413" y="287"/>
                  </a:cxn>
                  <a:cxn ang="0">
                    <a:pos x="0" y="31"/>
                  </a:cxn>
                  <a:cxn ang="0">
                    <a:pos x="0" y="25"/>
                  </a:cxn>
                  <a:cxn ang="0">
                    <a:pos x="0" y="17"/>
                  </a:cxn>
                  <a:cxn ang="0">
                    <a:pos x="0" y="9"/>
                  </a:cxn>
                  <a:cxn ang="0">
                    <a:pos x="0" y="0"/>
                  </a:cxn>
                  <a:cxn ang="0">
                    <a:pos x="413" y="253"/>
                  </a:cxn>
                  <a:cxn ang="0">
                    <a:pos x="413" y="287"/>
                  </a:cxn>
                </a:cxnLst>
                <a:rect l="0" t="0" r="r" b="b"/>
                <a:pathLst>
                  <a:path w="413" h="287">
                    <a:moveTo>
                      <a:pt x="413" y="287"/>
                    </a:moveTo>
                    <a:lnTo>
                      <a:pt x="0" y="31"/>
                    </a:lnTo>
                    <a:lnTo>
                      <a:pt x="0" y="25"/>
                    </a:lnTo>
                    <a:lnTo>
                      <a:pt x="0" y="17"/>
                    </a:lnTo>
                    <a:lnTo>
                      <a:pt x="0" y="9"/>
                    </a:lnTo>
                    <a:lnTo>
                      <a:pt x="0" y="0"/>
                    </a:lnTo>
                    <a:lnTo>
                      <a:pt x="413" y="253"/>
                    </a:lnTo>
                    <a:lnTo>
                      <a:pt x="413" y="287"/>
                    </a:lnTo>
                    <a:close/>
                  </a:path>
                </a:pathLst>
              </a:custGeom>
              <a:solidFill>
                <a:srgbClr val="000000"/>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569" name="Freeform 331"/>
              <p:cNvSpPr/>
              <p:nvPr/>
            </p:nvSpPr>
            <p:spPr bwMode="auto">
              <a:xfrm>
                <a:off x="4841" y="2209"/>
                <a:ext cx="127" cy="164"/>
              </a:xfrm>
              <a:custGeom>
                <a:avLst/>
                <a:gdLst/>
                <a:ahLst/>
                <a:cxnLst>
                  <a:cxn ang="0">
                    <a:pos x="65" y="0"/>
                  </a:cxn>
                  <a:cxn ang="0">
                    <a:pos x="51" y="1"/>
                  </a:cxn>
                  <a:cxn ang="0">
                    <a:pos x="38" y="6"/>
                  </a:cxn>
                  <a:cxn ang="0">
                    <a:pos x="27" y="13"/>
                  </a:cxn>
                  <a:cxn ang="0">
                    <a:pos x="17" y="20"/>
                  </a:cxn>
                  <a:cxn ang="0">
                    <a:pos x="9" y="32"/>
                  </a:cxn>
                  <a:cxn ang="0">
                    <a:pos x="5" y="44"/>
                  </a:cxn>
                  <a:cxn ang="0">
                    <a:pos x="1" y="58"/>
                  </a:cxn>
                  <a:cxn ang="0">
                    <a:pos x="0" y="74"/>
                  </a:cxn>
                  <a:cxn ang="0">
                    <a:pos x="0" y="103"/>
                  </a:cxn>
                  <a:cxn ang="0">
                    <a:pos x="0" y="126"/>
                  </a:cxn>
                  <a:cxn ang="0">
                    <a:pos x="0" y="145"/>
                  </a:cxn>
                  <a:cxn ang="0">
                    <a:pos x="0" y="164"/>
                  </a:cxn>
                  <a:cxn ang="0">
                    <a:pos x="27" y="164"/>
                  </a:cxn>
                  <a:cxn ang="0">
                    <a:pos x="44" y="164"/>
                  </a:cxn>
                  <a:cxn ang="0">
                    <a:pos x="55" y="164"/>
                  </a:cxn>
                  <a:cxn ang="0">
                    <a:pos x="63" y="164"/>
                  </a:cxn>
                  <a:cxn ang="0">
                    <a:pos x="71" y="164"/>
                  </a:cxn>
                  <a:cxn ang="0">
                    <a:pos x="82" y="164"/>
                  </a:cxn>
                  <a:cxn ang="0">
                    <a:pos x="100" y="164"/>
                  </a:cxn>
                  <a:cxn ang="0">
                    <a:pos x="127" y="164"/>
                  </a:cxn>
                  <a:cxn ang="0">
                    <a:pos x="127" y="139"/>
                  </a:cxn>
                  <a:cxn ang="0">
                    <a:pos x="127" y="114"/>
                  </a:cxn>
                  <a:cxn ang="0">
                    <a:pos x="127" y="90"/>
                  </a:cxn>
                  <a:cxn ang="0">
                    <a:pos x="127" y="71"/>
                  </a:cxn>
                  <a:cxn ang="0">
                    <a:pos x="127" y="62"/>
                  </a:cxn>
                  <a:cxn ang="0">
                    <a:pos x="123" y="51"/>
                  </a:cxn>
                  <a:cxn ang="0">
                    <a:pos x="119" y="38"/>
                  </a:cxn>
                  <a:cxn ang="0">
                    <a:pos x="112" y="27"/>
                  </a:cxn>
                  <a:cxn ang="0">
                    <a:pos x="104" y="16"/>
                  </a:cxn>
                  <a:cxn ang="0">
                    <a:pos x="93" y="8"/>
                  </a:cxn>
                  <a:cxn ang="0">
                    <a:pos x="81" y="1"/>
                  </a:cxn>
                  <a:cxn ang="0">
                    <a:pos x="65" y="0"/>
                  </a:cxn>
                </a:cxnLst>
                <a:rect l="0" t="0" r="r" b="b"/>
                <a:pathLst>
                  <a:path w="127" h="164">
                    <a:moveTo>
                      <a:pt x="65" y="0"/>
                    </a:moveTo>
                    <a:lnTo>
                      <a:pt x="51" y="1"/>
                    </a:lnTo>
                    <a:lnTo>
                      <a:pt x="38" y="6"/>
                    </a:lnTo>
                    <a:lnTo>
                      <a:pt x="27" y="13"/>
                    </a:lnTo>
                    <a:lnTo>
                      <a:pt x="17" y="20"/>
                    </a:lnTo>
                    <a:lnTo>
                      <a:pt x="9" y="32"/>
                    </a:lnTo>
                    <a:lnTo>
                      <a:pt x="5" y="44"/>
                    </a:lnTo>
                    <a:lnTo>
                      <a:pt x="1" y="58"/>
                    </a:lnTo>
                    <a:lnTo>
                      <a:pt x="0" y="74"/>
                    </a:lnTo>
                    <a:lnTo>
                      <a:pt x="0" y="103"/>
                    </a:lnTo>
                    <a:lnTo>
                      <a:pt x="0" y="126"/>
                    </a:lnTo>
                    <a:lnTo>
                      <a:pt x="0" y="145"/>
                    </a:lnTo>
                    <a:lnTo>
                      <a:pt x="0" y="164"/>
                    </a:lnTo>
                    <a:lnTo>
                      <a:pt x="27" y="164"/>
                    </a:lnTo>
                    <a:lnTo>
                      <a:pt x="44" y="164"/>
                    </a:lnTo>
                    <a:lnTo>
                      <a:pt x="55" y="164"/>
                    </a:lnTo>
                    <a:lnTo>
                      <a:pt x="63" y="164"/>
                    </a:lnTo>
                    <a:lnTo>
                      <a:pt x="71" y="164"/>
                    </a:lnTo>
                    <a:lnTo>
                      <a:pt x="82" y="164"/>
                    </a:lnTo>
                    <a:lnTo>
                      <a:pt x="100" y="164"/>
                    </a:lnTo>
                    <a:lnTo>
                      <a:pt x="127" y="164"/>
                    </a:lnTo>
                    <a:lnTo>
                      <a:pt x="127" y="139"/>
                    </a:lnTo>
                    <a:lnTo>
                      <a:pt x="127" y="114"/>
                    </a:lnTo>
                    <a:lnTo>
                      <a:pt x="127" y="90"/>
                    </a:lnTo>
                    <a:lnTo>
                      <a:pt x="127" y="71"/>
                    </a:lnTo>
                    <a:lnTo>
                      <a:pt x="127" y="62"/>
                    </a:lnTo>
                    <a:lnTo>
                      <a:pt x="123" y="51"/>
                    </a:lnTo>
                    <a:lnTo>
                      <a:pt x="119" y="38"/>
                    </a:lnTo>
                    <a:lnTo>
                      <a:pt x="112" y="27"/>
                    </a:lnTo>
                    <a:lnTo>
                      <a:pt x="104" y="16"/>
                    </a:lnTo>
                    <a:lnTo>
                      <a:pt x="93" y="8"/>
                    </a:lnTo>
                    <a:lnTo>
                      <a:pt x="81" y="1"/>
                    </a:lnTo>
                    <a:lnTo>
                      <a:pt x="65" y="0"/>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570" name="Rectangle 332"/>
              <p:cNvSpPr>
                <a:spLocks noChangeArrowheads="1"/>
              </p:cNvSpPr>
              <p:nvPr/>
            </p:nvSpPr>
            <p:spPr bwMode="auto">
              <a:xfrm>
                <a:off x="4803" y="2901"/>
                <a:ext cx="206" cy="386"/>
              </a:xfrm>
              <a:prstGeom prst="rect">
                <a:avLst/>
              </a:prstGeom>
              <a:solidFill>
                <a:srgbClr val="FFFFFF"/>
              </a:solidFill>
              <a:ln w="9525">
                <a:noFill/>
                <a:miter lim="800000"/>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571" name="Freeform 333"/>
              <p:cNvSpPr/>
              <p:nvPr/>
            </p:nvSpPr>
            <p:spPr bwMode="auto">
              <a:xfrm>
                <a:off x="4736" y="2819"/>
                <a:ext cx="13" cy="318"/>
              </a:xfrm>
              <a:custGeom>
                <a:avLst/>
                <a:gdLst/>
                <a:ahLst/>
                <a:cxnLst>
                  <a:cxn ang="0">
                    <a:pos x="8" y="16"/>
                  </a:cxn>
                  <a:cxn ang="0">
                    <a:pos x="0" y="8"/>
                  </a:cxn>
                  <a:cxn ang="0">
                    <a:pos x="0" y="320"/>
                  </a:cxn>
                  <a:cxn ang="0">
                    <a:pos x="16" y="320"/>
                  </a:cxn>
                  <a:cxn ang="0">
                    <a:pos x="16" y="8"/>
                  </a:cxn>
                  <a:cxn ang="0">
                    <a:pos x="8" y="0"/>
                  </a:cxn>
                  <a:cxn ang="0">
                    <a:pos x="16" y="8"/>
                  </a:cxn>
                  <a:cxn ang="0">
                    <a:pos x="16" y="0"/>
                  </a:cxn>
                  <a:cxn ang="0">
                    <a:pos x="8" y="0"/>
                  </a:cxn>
                  <a:cxn ang="0">
                    <a:pos x="8" y="16"/>
                  </a:cxn>
                </a:cxnLst>
                <a:rect l="0" t="0" r="r" b="b"/>
                <a:pathLst>
                  <a:path w="16" h="320">
                    <a:moveTo>
                      <a:pt x="8" y="16"/>
                    </a:moveTo>
                    <a:lnTo>
                      <a:pt x="0" y="8"/>
                    </a:lnTo>
                    <a:lnTo>
                      <a:pt x="0" y="320"/>
                    </a:lnTo>
                    <a:lnTo>
                      <a:pt x="16" y="320"/>
                    </a:lnTo>
                    <a:lnTo>
                      <a:pt x="16" y="8"/>
                    </a:lnTo>
                    <a:lnTo>
                      <a:pt x="8" y="0"/>
                    </a:lnTo>
                    <a:lnTo>
                      <a:pt x="16" y="8"/>
                    </a:lnTo>
                    <a:lnTo>
                      <a:pt x="16" y="0"/>
                    </a:lnTo>
                    <a:lnTo>
                      <a:pt x="8" y="0"/>
                    </a:lnTo>
                    <a:lnTo>
                      <a:pt x="8" y="16"/>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572" name="Freeform 334"/>
              <p:cNvSpPr/>
              <p:nvPr/>
            </p:nvSpPr>
            <p:spPr bwMode="auto">
              <a:xfrm>
                <a:off x="4558" y="2819"/>
                <a:ext cx="184" cy="21"/>
              </a:xfrm>
              <a:custGeom>
                <a:avLst/>
                <a:gdLst/>
                <a:ahLst/>
                <a:cxnLst>
                  <a:cxn ang="0">
                    <a:pos x="16" y="8"/>
                  </a:cxn>
                  <a:cxn ang="0">
                    <a:pos x="8" y="16"/>
                  </a:cxn>
                  <a:cxn ang="0">
                    <a:pos x="187" y="16"/>
                  </a:cxn>
                  <a:cxn ang="0">
                    <a:pos x="187" y="0"/>
                  </a:cxn>
                  <a:cxn ang="0">
                    <a:pos x="8" y="0"/>
                  </a:cxn>
                  <a:cxn ang="0">
                    <a:pos x="0" y="8"/>
                  </a:cxn>
                  <a:cxn ang="0">
                    <a:pos x="8" y="0"/>
                  </a:cxn>
                  <a:cxn ang="0">
                    <a:pos x="0" y="0"/>
                  </a:cxn>
                  <a:cxn ang="0">
                    <a:pos x="0" y="8"/>
                  </a:cxn>
                  <a:cxn ang="0">
                    <a:pos x="16" y="8"/>
                  </a:cxn>
                </a:cxnLst>
                <a:rect l="0" t="0" r="r" b="b"/>
                <a:pathLst>
                  <a:path w="187" h="16">
                    <a:moveTo>
                      <a:pt x="16" y="8"/>
                    </a:moveTo>
                    <a:lnTo>
                      <a:pt x="8" y="16"/>
                    </a:lnTo>
                    <a:lnTo>
                      <a:pt x="187" y="16"/>
                    </a:lnTo>
                    <a:lnTo>
                      <a:pt x="187" y="0"/>
                    </a:lnTo>
                    <a:lnTo>
                      <a:pt x="8" y="0"/>
                    </a:lnTo>
                    <a:lnTo>
                      <a:pt x="0" y="8"/>
                    </a:lnTo>
                    <a:lnTo>
                      <a:pt x="8" y="0"/>
                    </a:lnTo>
                    <a:lnTo>
                      <a:pt x="0" y="0"/>
                    </a:lnTo>
                    <a:lnTo>
                      <a:pt x="0" y="8"/>
                    </a:lnTo>
                    <a:lnTo>
                      <a:pt x="16"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573" name="Freeform 335"/>
              <p:cNvSpPr/>
              <p:nvPr/>
            </p:nvSpPr>
            <p:spPr bwMode="auto">
              <a:xfrm>
                <a:off x="4558" y="2826"/>
                <a:ext cx="13" cy="318"/>
              </a:xfrm>
              <a:custGeom>
                <a:avLst/>
                <a:gdLst/>
                <a:ahLst/>
                <a:cxnLst>
                  <a:cxn ang="0">
                    <a:pos x="8" y="304"/>
                  </a:cxn>
                  <a:cxn ang="0">
                    <a:pos x="16" y="312"/>
                  </a:cxn>
                  <a:cxn ang="0">
                    <a:pos x="16" y="0"/>
                  </a:cxn>
                  <a:cxn ang="0">
                    <a:pos x="0" y="0"/>
                  </a:cxn>
                  <a:cxn ang="0">
                    <a:pos x="0" y="312"/>
                  </a:cxn>
                  <a:cxn ang="0">
                    <a:pos x="8" y="320"/>
                  </a:cxn>
                  <a:cxn ang="0">
                    <a:pos x="0" y="312"/>
                  </a:cxn>
                  <a:cxn ang="0">
                    <a:pos x="0" y="320"/>
                  </a:cxn>
                  <a:cxn ang="0">
                    <a:pos x="8" y="320"/>
                  </a:cxn>
                  <a:cxn ang="0">
                    <a:pos x="8" y="304"/>
                  </a:cxn>
                </a:cxnLst>
                <a:rect l="0" t="0" r="r" b="b"/>
                <a:pathLst>
                  <a:path w="16" h="320">
                    <a:moveTo>
                      <a:pt x="8" y="304"/>
                    </a:moveTo>
                    <a:lnTo>
                      <a:pt x="16" y="312"/>
                    </a:lnTo>
                    <a:lnTo>
                      <a:pt x="16" y="0"/>
                    </a:lnTo>
                    <a:lnTo>
                      <a:pt x="0" y="0"/>
                    </a:lnTo>
                    <a:lnTo>
                      <a:pt x="0" y="312"/>
                    </a:lnTo>
                    <a:lnTo>
                      <a:pt x="8" y="320"/>
                    </a:lnTo>
                    <a:lnTo>
                      <a:pt x="0" y="312"/>
                    </a:lnTo>
                    <a:lnTo>
                      <a:pt x="0" y="320"/>
                    </a:lnTo>
                    <a:lnTo>
                      <a:pt x="8" y="320"/>
                    </a:lnTo>
                    <a:lnTo>
                      <a:pt x="8" y="304"/>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574" name="Freeform 336"/>
              <p:cNvSpPr/>
              <p:nvPr/>
            </p:nvSpPr>
            <p:spPr bwMode="auto">
              <a:xfrm>
                <a:off x="4565" y="3130"/>
                <a:ext cx="184" cy="14"/>
              </a:xfrm>
              <a:custGeom>
                <a:avLst/>
                <a:gdLst/>
                <a:ahLst/>
                <a:cxnLst>
                  <a:cxn ang="0">
                    <a:pos x="171" y="8"/>
                  </a:cxn>
                  <a:cxn ang="0">
                    <a:pos x="179" y="0"/>
                  </a:cxn>
                  <a:cxn ang="0">
                    <a:pos x="0" y="0"/>
                  </a:cxn>
                  <a:cxn ang="0">
                    <a:pos x="0" y="16"/>
                  </a:cxn>
                  <a:cxn ang="0">
                    <a:pos x="179" y="16"/>
                  </a:cxn>
                  <a:cxn ang="0">
                    <a:pos x="187" y="8"/>
                  </a:cxn>
                  <a:cxn ang="0">
                    <a:pos x="179" y="16"/>
                  </a:cxn>
                  <a:cxn ang="0">
                    <a:pos x="187" y="16"/>
                  </a:cxn>
                  <a:cxn ang="0">
                    <a:pos x="187" y="8"/>
                  </a:cxn>
                  <a:cxn ang="0">
                    <a:pos x="171" y="8"/>
                  </a:cxn>
                </a:cxnLst>
                <a:rect l="0" t="0" r="r" b="b"/>
                <a:pathLst>
                  <a:path w="187" h="16">
                    <a:moveTo>
                      <a:pt x="171" y="8"/>
                    </a:moveTo>
                    <a:lnTo>
                      <a:pt x="179" y="0"/>
                    </a:lnTo>
                    <a:lnTo>
                      <a:pt x="0" y="0"/>
                    </a:lnTo>
                    <a:lnTo>
                      <a:pt x="0" y="16"/>
                    </a:lnTo>
                    <a:lnTo>
                      <a:pt x="179" y="16"/>
                    </a:lnTo>
                    <a:lnTo>
                      <a:pt x="187" y="8"/>
                    </a:lnTo>
                    <a:lnTo>
                      <a:pt x="179" y="16"/>
                    </a:lnTo>
                    <a:lnTo>
                      <a:pt x="187" y="16"/>
                    </a:lnTo>
                    <a:lnTo>
                      <a:pt x="187" y="8"/>
                    </a:lnTo>
                    <a:lnTo>
                      <a:pt x="171"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575" name="Freeform 337"/>
              <p:cNvSpPr/>
              <p:nvPr/>
            </p:nvSpPr>
            <p:spPr bwMode="auto">
              <a:xfrm>
                <a:off x="4568" y="2916"/>
                <a:ext cx="174" cy="11"/>
              </a:xfrm>
              <a:custGeom>
                <a:avLst/>
                <a:gdLst/>
                <a:ahLst/>
                <a:cxnLst>
                  <a:cxn ang="0">
                    <a:pos x="176" y="8"/>
                  </a:cxn>
                  <a:cxn ang="0">
                    <a:pos x="176" y="0"/>
                  </a:cxn>
                  <a:cxn ang="0">
                    <a:pos x="0" y="0"/>
                  </a:cxn>
                  <a:cxn ang="0">
                    <a:pos x="0" y="16"/>
                  </a:cxn>
                  <a:cxn ang="0">
                    <a:pos x="176" y="16"/>
                  </a:cxn>
                  <a:cxn ang="0">
                    <a:pos x="176" y="8"/>
                  </a:cxn>
                </a:cxnLst>
                <a:rect l="0" t="0" r="r" b="b"/>
                <a:pathLst>
                  <a:path w="176" h="16">
                    <a:moveTo>
                      <a:pt x="176" y="8"/>
                    </a:moveTo>
                    <a:lnTo>
                      <a:pt x="176" y="0"/>
                    </a:lnTo>
                    <a:lnTo>
                      <a:pt x="0" y="0"/>
                    </a:lnTo>
                    <a:lnTo>
                      <a:pt x="0" y="16"/>
                    </a:lnTo>
                    <a:lnTo>
                      <a:pt x="176" y="16"/>
                    </a:lnTo>
                    <a:lnTo>
                      <a:pt x="176"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576" name="Freeform 338"/>
              <p:cNvSpPr/>
              <p:nvPr/>
            </p:nvSpPr>
            <p:spPr bwMode="auto">
              <a:xfrm>
                <a:off x="4568" y="3026"/>
                <a:ext cx="174" cy="18"/>
              </a:xfrm>
              <a:custGeom>
                <a:avLst/>
                <a:gdLst/>
                <a:ahLst/>
                <a:cxnLst>
                  <a:cxn ang="0">
                    <a:pos x="176" y="8"/>
                  </a:cxn>
                  <a:cxn ang="0">
                    <a:pos x="176" y="0"/>
                  </a:cxn>
                  <a:cxn ang="0">
                    <a:pos x="0" y="0"/>
                  </a:cxn>
                  <a:cxn ang="0">
                    <a:pos x="0" y="16"/>
                  </a:cxn>
                  <a:cxn ang="0">
                    <a:pos x="176" y="16"/>
                  </a:cxn>
                  <a:cxn ang="0">
                    <a:pos x="176" y="8"/>
                  </a:cxn>
                </a:cxnLst>
                <a:rect l="0" t="0" r="r" b="b"/>
                <a:pathLst>
                  <a:path w="176" h="16">
                    <a:moveTo>
                      <a:pt x="176" y="8"/>
                    </a:moveTo>
                    <a:lnTo>
                      <a:pt x="176" y="0"/>
                    </a:lnTo>
                    <a:lnTo>
                      <a:pt x="0" y="0"/>
                    </a:lnTo>
                    <a:lnTo>
                      <a:pt x="0" y="16"/>
                    </a:lnTo>
                    <a:lnTo>
                      <a:pt x="176" y="16"/>
                    </a:lnTo>
                    <a:lnTo>
                      <a:pt x="176"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577" name="Freeform 339"/>
              <p:cNvSpPr/>
              <p:nvPr/>
            </p:nvSpPr>
            <p:spPr bwMode="auto">
              <a:xfrm>
                <a:off x="4644" y="2837"/>
                <a:ext cx="16" cy="300"/>
              </a:xfrm>
              <a:custGeom>
                <a:avLst/>
                <a:gdLst/>
                <a:ahLst/>
                <a:cxnLst>
                  <a:cxn ang="0">
                    <a:pos x="7" y="302"/>
                  </a:cxn>
                  <a:cxn ang="0">
                    <a:pos x="15" y="302"/>
                  </a:cxn>
                  <a:cxn ang="0">
                    <a:pos x="15" y="0"/>
                  </a:cxn>
                  <a:cxn ang="0">
                    <a:pos x="0" y="0"/>
                  </a:cxn>
                  <a:cxn ang="0">
                    <a:pos x="0" y="302"/>
                  </a:cxn>
                  <a:cxn ang="0">
                    <a:pos x="7" y="302"/>
                  </a:cxn>
                </a:cxnLst>
                <a:rect l="0" t="0" r="r" b="b"/>
                <a:pathLst>
                  <a:path w="15" h="302">
                    <a:moveTo>
                      <a:pt x="7" y="302"/>
                    </a:moveTo>
                    <a:lnTo>
                      <a:pt x="15" y="302"/>
                    </a:lnTo>
                    <a:lnTo>
                      <a:pt x="15" y="0"/>
                    </a:lnTo>
                    <a:lnTo>
                      <a:pt x="0" y="0"/>
                    </a:lnTo>
                    <a:lnTo>
                      <a:pt x="0" y="302"/>
                    </a:lnTo>
                    <a:lnTo>
                      <a:pt x="7" y="302"/>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578" name="Freeform 340"/>
              <p:cNvSpPr/>
              <p:nvPr/>
            </p:nvSpPr>
            <p:spPr bwMode="auto">
              <a:xfrm>
                <a:off x="5240" y="2819"/>
                <a:ext cx="16" cy="318"/>
              </a:xfrm>
              <a:custGeom>
                <a:avLst/>
                <a:gdLst/>
                <a:ahLst/>
                <a:cxnLst>
                  <a:cxn ang="0">
                    <a:pos x="8" y="16"/>
                  </a:cxn>
                  <a:cxn ang="0">
                    <a:pos x="0" y="8"/>
                  </a:cxn>
                  <a:cxn ang="0">
                    <a:pos x="0" y="320"/>
                  </a:cxn>
                  <a:cxn ang="0">
                    <a:pos x="16" y="320"/>
                  </a:cxn>
                  <a:cxn ang="0">
                    <a:pos x="16" y="8"/>
                  </a:cxn>
                  <a:cxn ang="0">
                    <a:pos x="8" y="0"/>
                  </a:cxn>
                  <a:cxn ang="0">
                    <a:pos x="16" y="8"/>
                  </a:cxn>
                  <a:cxn ang="0">
                    <a:pos x="16" y="0"/>
                  </a:cxn>
                  <a:cxn ang="0">
                    <a:pos x="8" y="0"/>
                  </a:cxn>
                  <a:cxn ang="0">
                    <a:pos x="8" y="16"/>
                  </a:cxn>
                </a:cxnLst>
                <a:rect l="0" t="0" r="r" b="b"/>
                <a:pathLst>
                  <a:path w="16" h="320">
                    <a:moveTo>
                      <a:pt x="8" y="16"/>
                    </a:moveTo>
                    <a:lnTo>
                      <a:pt x="0" y="8"/>
                    </a:lnTo>
                    <a:lnTo>
                      <a:pt x="0" y="320"/>
                    </a:lnTo>
                    <a:lnTo>
                      <a:pt x="16" y="320"/>
                    </a:lnTo>
                    <a:lnTo>
                      <a:pt x="16" y="8"/>
                    </a:lnTo>
                    <a:lnTo>
                      <a:pt x="8" y="0"/>
                    </a:lnTo>
                    <a:lnTo>
                      <a:pt x="16" y="8"/>
                    </a:lnTo>
                    <a:lnTo>
                      <a:pt x="16" y="0"/>
                    </a:lnTo>
                    <a:lnTo>
                      <a:pt x="8" y="0"/>
                    </a:lnTo>
                    <a:lnTo>
                      <a:pt x="8" y="16"/>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579" name="Freeform 341"/>
              <p:cNvSpPr/>
              <p:nvPr/>
            </p:nvSpPr>
            <p:spPr bwMode="auto">
              <a:xfrm>
                <a:off x="5059" y="2819"/>
                <a:ext cx="187" cy="21"/>
              </a:xfrm>
              <a:custGeom>
                <a:avLst/>
                <a:gdLst/>
                <a:ahLst/>
                <a:cxnLst>
                  <a:cxn ang="0">
                    <a:pos x="16" y="8"/>
                  </a:cxn>
                  <a:cxn ang="0">
                    <a:pos x="8" y="16"/>
                  </a:cxn>
                  <a:cxn ang="0">
                    <a:pos x="187" y="16"/>
                  </a:cxn>
                  <a:cxn ang="0">
                    <a:pos x="187" y="0"/>
                  </a:cxn>
                  <a:cxn ang="0">
                    <a:pos x="8" y="0"/>
                  </a:cxn>
                  <a:cxn ang="0">
                    <a:pos x="0" y="8"/>
                  </a:cxn>
                  <a:cxn ang="0">
                    <a:pos x="8" y="0"/>
                  </a:cxn>
                  <a:cxn ang="0">
                    <a:pos x="0" y="0"/>
                  </a:cxn>
                  <a:cxn ang="0">
                    <a:pos x="0" y="8"/>
                  </a:cxn>
                  <a:cxn ang="0">
                    <a:pos x="16" y="8"/>
                  </a:cxn>
                </a:cxnLst>
                <a:rect l="0" t="0" r="r" b="b"/>
                <a:pathLst>
                  <a:path w="187" h="16">
                    <a:moveTo>
                      <a:pt x="16" y="8"/>
                    </a:moveTo>
                    <a:lnTo>
                      <a:pt x="8" y="16"/>
                    </a:lnTo>
                    <a:lnTo>
                      <a:pt x="187" y="16"/>
                    </a:lnTo>
                    <a:lnTo>
                      <a:pt x="187" y="0"/>
                    </a:lnTo>
                    <a:lnTo>
                      <a:pt x="8" y="0"/>
                    </a:lnTo>
                    <a:lnTo>
                      <a:pt x="0" y="8"/>
                    </a:lnTo>
                    <a:lnTo>
                      <a:pt x="8" y="0"/>
                    </a:lnTo>
                    <a:lnTo>
                      <a:pt x="0" y="0"/>
                    </a:lnTo>
                    <a:lnTo>
                      <a:pt x="0" y="8"/>
                    </a:lnTo>
                    <a:lnTo>
                      <a:pt x="16"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580" name="Freeform 342"/>
              <p:cNvSpPr/>
              <p:nvPr/>
            </p:nvSpPr>
            <p:spPr bwMode="auto">
              <a:xfrm>
                <a:off x="5059" y="2826"/>
                <a:ext cx="16" cy="318"/>
              </a:xfrm>
              <a:custGeom>
                <a:avLst/>
                <a:gdLst/>
                <a:ahLst/>
                <a:cxnLst>
                  <a:cxn ang="0">
                    <a:pos x="8" y="304"/>
                  </a:cxn>
                  <a:cxn ang="0">
                    <a:pos x="16" y="312"/>
                  </a:cxn>
                  <a:cxn ang="0">
                    <a:pos x="16" y="0"/>
                  </a:cxn>
                  <a:cxn ang="0">
                    <a:pos x="0" y="0"/>
                  </a:cxn>
                  <a:cxn ang="0">
                    <a:pos x="0" y="312"/>
                  </a:cxn>
                  <a:cxn ang="0">
                    <a:pos x="8" y="320"/>
                  </a:cxn>
                  <a:cxn ang="0">
                    <a:pos x="0" y="312"/>
                  </a:cxn>
                  <a:cxn ang="0">
                    <a:pos x="0" y="320"/>
                  </a:cxn>
                  <a:cxn ang="0">
                    <a:pos x="8" y="320"/>
                  </a:cxn>
                  <a:cxn ang="0">
                    <a:pos x="8" y="304"/>
                  </a:cxn>
                </a:cxnLst>
                <a:rect l="0" t="0" r="r" b="b"/>
                <a:pathLst>
                  <a:path w="16" h="320">
                    <a:moveTo>
                      <a:pt x="8" y="304"/>
                    </a:moveTo>
                    <a:lnTo>
                      <a:pt x="16" y="312"/>
                    </a:lnTo>
                    <a:lnTo>
                      <a:pt x="16" y="0"/>
                    </a:lnTo>
                    <a:lnTo>
                      <a:pt x="0" y="0"/>
                    </a:lnTo>
                    <a:lnTo>
                      <a:pt x="0" y="312"/>
                    </a:lnTo>
                    <a:lnTo>
                      <a:pt x="8" y="320"/>
                    </a:lnTo>
                    <a:lnTo>
                      <a:pt x="0" y="312"/>
                    </a:lnTo>
                    <a:lnTo>
                      <a:pt x="0" y="320"/>
                    </a:lnTo>
                    <a:lnTo>
                      <a:pt x="8" y="320"/>
                    </a:lnTo>
                    <a:lnTo>
                      <a:pt x="8" y="304"/>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581" name="Freeform 343"/>
              <p:cNvSpPr/>
              <p:nvPr/>
            </p:nvSpPr>
            <p:spPr bwMode="auto">
              <a:xfrm>
                <a:off x="5069" y="3130"/>
                <a:ext cx="187" cy="14"/>
              </a:xfrm>
              <a:custGeom>
                <a:avLst/>
                <a:gdLst/>
                <a:ahLst/>
                <a:cxnLst>
                  <a:cxn ang="0">
                    <a:pos x="171" y="8"/>
                  </a:cxn>
                  <a:cxn ang="0">
                    <a:pos x="179" y="0"/>
                  </a:cxn>
                  <a:cxn ang="0">
                    <a:pos x="0" y="0"/>
                  </a:cxn>
                  <a:cxn ang="0">
                    <a:pos x="0" y="16"/>
                  </a:cxn>
                  <a:cxn ang="0">
                    <a:pos x="179" y="16"/>
                  </a:cxn>
                  <a:cxn ang="0">
                    <a:pos x="187" y="8"/>
                  </a:cxn>
                  <a:cxn ang="0">
                    <a:pos x="179" y="16"/>
                  </a:cxn>
                  <a:cxn ang="0">
                    <a:pos x="187" y="16"/>
                  </a:cxn>
                  <a:cxn ang="0">
                    <a:pos x="187" y="8"/>
                  </a:cxn>
                  <a:cxn ang="0">
                    <a:pos x="171" y="8"/>
                  </a:cxn>
                </a:cxnLst>
                <a:rect l="0" t="0" r="r" b="b"/>
                <a:pathLst>
                  <a:path w="187" h="16">
                    <a:moveTo>
                      <a:pt x="171" y="8"/>
                    </a:moveTo>
                    <a:lnTo>
                      <a:pt x="179" y="0"/>
                    </a:lnTo>
                    <a:lnTo>
                      <a:pt x="0" y="0"/>
                    </a:lnTo>
                    <a:lnTo>
                      <a:pt x="0" y="16"/>
                    </a:lnTo>
                    <a:lnTo>
                      <a:pt x="179" y="16"/>
                    </a:lnTo>
                    <a:lnTo>
                      <a:pt x="187" y="8"/>
                    </a:lnTo>
                    <a:lnTo>
                      <a:pt x="179" y="16"/>
                    </a:lnTo>
                    <a:lnTo>
                      <a:pt x="187" y="16"/>
                    </a:lnTo>
                    <a:lnTo>
                      <a:pt x="187" y="8"/>
                    </a:lnTo>
                    <a:lnTo>
                      <a:pt x="171"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582" name="Freeform 344"/>
              <p:cNvSpPr/>
              <p:nvPr/>
            </p:nvSpPr>
            <p:spPr bwMode="auto">
              <a:xfrm>
                <a:off x="5069" y="2916"/>
                <a:ext cx="174" cy="11"/>
              </a:xfrm>
              <a:custGeom>
                <a:avLst/>
                <a:gdLst/>
                <a:ahLst/>
                <a:cxnLst>
                  <a:cxn ang="0">
                    <a:pos x="175" y="8"/>
                  </a:cxn>
                  <a:cxn ang="0">
                    <a:pos x="175" y="0"/>
                  </a:cxn>
                  <a:cxn ang="0">
                    <a:pos x="0" y="0"/>
                  </a:cxn>
                  <a:cxn ang="0">
                    <a:pos x="0" y="16"/>
                  </a:cxn>
                  <a:cxn ang="0">
                    <a:pos x="175" y="16"/>
                  </a:cxn>
                  <a:cxn ang="0">
                    <a:pos x="175" y="8"/>
                  </a:cxn>
                </a:cxnLst>
                <a:rect l="0" t="0" r="r" b="b"/>
                <a:pathLst>
                  <a:path w="175" h="16">
                    <a:moveTo>
                      <a:pt x="175" y="8"/>
                    </a:moveTo>
                    <a:lnTo>
                      <a:pt x="175" y="0"/>
                    </a:lnTo>
                    <a:lnTo>
                      <a:pt x="0" y="0"/>
                    </a:lnTo>
                    <a:lnTo>
                      <a:pt x="0" y="16"/>
                    </a:lnTo>
                    <a:lnTo>
                      <a:pt x="175" y="16"/>
                    </a:lnTo>
                    <a:lnTo>
                      <a:pt x="175"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583" name="Freeform 345"/>
              <p:cNvSpPr/>
              <p:nvPr/>
            </p:nvSpPr>
            <p:spPr bwMode="auto">
              <a:xfrm>
                <a:off x="5069" y="3026"/>
                <a:ext cx="174" cy="18"/>
              </a:xfrm>
              <a:custGeom>
                <a:avLst/>
                <a:gdLst/>
                <a:ahLst/>
                <a:cxnLst>
                  <a:cxn ang="0">
                    <a:pos x="175" y="8"/>
                  </a:cxn>
                  <a:cxn ang="0">
                    <a:pos x="175" y="0"/>
                  </a:cxn>
                  <a:cxn ang="0">
                    <a:pos x="0" y="0"/>
                  </a:cxn>
                  <a:cxn ang="0">
                    <a:pos x="0" y="16"/>
                  </a:cxn>
                  <a:cxn ang="0">
                    <a:pos x="175" y="16"/>
                  </a:cxn>
                  <a:cxn ang="0">
                    <a:pos x="175" y="8"/>
                  </a:cxn>
                </a:cxnLst>
                <a:rect l="0" t="0" r="r" b="b"/>
                <a:pathLst>
                  <a:path w="175" h="16">
                    <a:moveTo>
                      <a:pt x="175" y="8"/>
                    </a:moveTo>
                    <a:lnTo>
                      <a:pt x="175" y="0"/>
                    </a:lnTo>
                    <a:lnTo>
                      <a:pt x="0" y="0"/>
                    </a:lnTo>
                    <a:lnTo>
                      <a:pt x="0" y="16"/>
                    </a:lnTo>
                    <a:lnTo>
                      <a:pt x="175" y="16"/>
                    </a:lnTo>
                    <a:lnTo>
                      <a:pt x="175"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584" name="Freeform 346"/>
              <p:cNvSpPr/>
              <p:nvPr/>
            </p:nvSpPr>
            <p:spPr bwMode="auto">
              <a:xfrm>
                <a:off x="5148" y="2837"/>
                <a:ext cx="13" cy="300"/>
              </a:xfrm>
              <a:custGeom>
                <a:avLst/>
                <a:gdLst/>
                <a:ahLst/>
                <a:cxnLst>
                  <a:cxn ang="0">
                    <a:pos x="8" y="302"/>
                  </a:cxn>
                  <a:cxn ang="0">
                    <a:pos x="16" y="302"/>
                  </a:cxn>
                  <a:cxn ang="0">
                    <a:pos x="16" y="0"/>
                  </a:cxn>
                  <a:cxn ang="0">
                    <a:pos x="0" y="0"/>
                  </a:cxn>
                  <a:cxn ang="0">
                    <a:pos x="0" y="302"/>
                  </a:cxn>
                  <a:cxn ang="0">
                    <a:pos x="8" y="302"/>
                  </a:cxn>
                </a:cxnLst>
                <a:rect l="0" t="0" r="r" b="b"/>
                <a:pathLst>
                  <a:path w="16" h="302">
                    <a:moveTo>
                      <a:pt x="8" y="302"/>
                    </a:moveTo>
                    <a:lnTo>
                      <a:pt x="16" y="302"/>
                    </a:lnTo>
                    <a:lnTo>
                      <a:pt x="16" y="0"/>
                    </a:lnTo>
                    <a:lnTo>
                      <a:pt x="0" y="0"/>
                    </a:lnTo>
                    <a:lnTo>
                      <a:pt x="0" y="302"/>
                    </a:lnTo>
                    <a:lnTo>
                      <a:pt x="8" y="302"/>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585" name="Freeform 347"/>
              <p:cNvSpPr/>
              <p:nvPr/>
            </p:nvSpPr>
            <p:spPr bwMode="auto">
              <a:xfrm>
                <a:off x="4850" y="2237"/>
                <a:ext cx="101" cy="111"/>
              </a:xfrm>
              <a:custGeom>
                <a:avLst/>
                <a:gdLst/>
                <a:ahLst/>
                <a:cxnLst>
                  <a:cxn ang="0">
                    <a:pos x="59" y="112"/>
                  </a:cxn>
                  <a:cxn ang="0">
                    <a:pos x="76" y="112"/>
                  </a:cxn>
                  <a:cxn ang="0">
                    <a:pos x="89" y="109"/>
                  </a:cxn>
                  <a:cxn ang="0">
                    <a:pos x="99" y="107"/>
                  </a:cxn>
                  <a:cxn ang="0">
                    <a:pos x="102" y="104"/>
                  </a:cxn>
                  <a:cxn ang="0">
                    <a:pos x="103" y="103"/>
                  </a:cxn>
                  <a:cxn ang="0">
                    <a:pos x="103" y="98"/>
                  </a:cxn>
                  <a:cxn ang="0">
                    <a:pos x="100" y="88"/>
                  </a:cxn>
                  <a:cxn ang="0">
                    <a:pos x="97" y="79"/>
                  </a:cxn>
                  <a:cxn ang="0">
                    <a:pos x="95" y="73"/>
                  </a:cxn>
                  <a:cxn ang="0">
                    <a:pos x="95" y="68"/>
                  </a:cxn>
                  <a:cxn ang="0">
                    <a:pos x="94" y="66"/>
                  </a:cxn>
                  <a:cxn ang="0">
                    <a:pos x="92" y="60"/>
                  </a:cxn>
                  <a:cxn ang="0">
                    <a:pos x="91" y="50"/>
                  </a:cxn>
                  <a:cxn ang="0">
                    <a:pos x="91" y="42"/>
                  </a:cxn>
                  <a:cxn ang="0">
                    <a:pos x="91" y="41"/>
                  </a:cxn>
                  <a:cxn ang="0">
                    <a:pos x="89" y="33"/>
                  </a:cxn>
                  <a:cxn ang="0">
                    <a:pos x="89" y="22"/>
                  </a:cxn>
                  <a:cxn ang="0">
                    <a:pos x="87" y="9"/>
                  </a:cxn>
                  <a:cxn ang="0">
                    <a:pos x="75" y="1"/>
                  </a:cxn>
                  <a:cxn ang="0">
                    <a:pos x="59" y="0"/>
                  </a:cxn>
                  <a:cxn ang="0">
                    <a:pos x="45" y="3"/>
                  </a:cxn>
                  <a:cxn ang="0">
                    <a:pos x="38" y="14"/>
                  </a:cxn>
                  <a:cxn ang="0">
                    <a:pos x="34" y="25"/>
                  </a:cxn>
                  <a:cxn ang="0">
                    <a:pos x="30" y="31"/>
                  </a:cxn>
                  <a:cxn ang="0">
                    <a:pos x="30" y="33"/>
                  </a:cxn>
                  <a:cxn ang="0">
                    <a:pos x="27" y="39"/>
                  </a:cxn>
                  <a:cxn ang="0">
                    <a:pos x="23" y="49"/>
                  </a:cxn>
                  <a:cxn ang="0">
                    <a:pos x="19" y="54"/>
                  </a:cxn>
                  <a:cxn ang="0">
                    <a:pos x="19" y="55"/>
                  </a:cxn>
                  <a:cxn ang="0">
                    <a:pos x="16" y="58"/>
                  </a:cxn>
                  <a:cxn ang="0">
                    <a:pos x="11" y="63"/>
                  </a:cxn>
                  <a:cxn ang="0">
                    <a:pos x="5" y="73"/>
                  </a:cxn>
                  <a:cxn ang="0">
                    <a:pos x="0" y="82"/>
                  </a:cxn>
                  <a:cxn ang="0">
                    <a:pos x="0" y="87"/>
                  </a:cxn>
                  <a:cxn ang="0">
                    <a:pos x="0" y="88"/>
                  </a:cxn>
                  <a:cxn ang="0">
                    <a:pos x="7" y="93"/>
                  </a:cxn>
                  <a:cxn ang="0">
                    <a:pos x="29" y="106"/>
                  </a:cxn>
                </a:cxnLst>
                <a:rect l="0" t="0" r="r" b="b"/>
                <a:pathLst>
                  <a:path w="103" h="112">
                    <a:moveTo>
                      <a:pt x="48" y="110"/>
                    </a:moveTo>
                    <a:lnTo>
                      <a:pt x="59" y="112"/>
                    </a:lnTo>
                    <a:lnTo>
                      <a:pt x="68" y="112"/>
                    </a:lnTo>
                    <a:lnTo>
                      <a:pt x="76" y="112"/>
                    </a:lnTo>
                    <a:lnTo>
                      <a:pt x="84" y="110"/>
                    </a:lnTo>
                    <a:lnTo>
                      <a:pt x="89" y="109"/>
                    </a:lnTo>
                    <a:lnTo>
                      <a:pt x="94" y="107"/>
                    </a:lnTo>
                    <a:lnTo>
                      <a:pt x="99" y="107"/>
                    </a:lnTo>
                    <a:lnTo>
                      <a:pt x="100" y="106"/>
                    </a:lnTo>
                    <a:lnTo>
                      <a:pt x="102" y="104"/>
                    </a:lnTo>
                    <a:lnTo>
                      <a:pt x="102" y="103"/>
                    </a:lnTo>
                    <a:lnTo>
                      <a:pt x="103" y="103"/>
                    </a:lnTo>
                    <a:lnTo>
                      <a:pt x="103" y="101"/>
                    </a:lnTo>
                    <a:lnTo>
                      <a:pt x="103" y="98"/>
                    </a:lnTo>
                    <a:lnTo>
                      <a:pt x="103" y="93"/>
                    </a:lnTo>
                    <a:lnTo>
                      <a:pt x="100" y="88"/>
                    </a:lnTo>
                    <a:lnTo>
                      <a:pt x="99" y="82"/>
                    </a:lnTo>
                    <a:lnTo>
                      <a:pt x="97" y="79"/>
                    </a:lnTo>
                    <a:lnTo>
                      <a:pt x="97" y="76"/>
                    </a:lnTo>
                    <a:lnTo>
                      <a:pt x="95" y="73"/>
                    </a:lnTo>
                    <a:lnTo>
                      <a:pt x="95" y="69"/>
                    </a:lnTo>
                    <a:lnTo>
                      <a:pt x="95" y="68"/>
                    </a:lnTo>
                    <a:lnTo>
                      <a:pt x="95" y="68"/>
                    </a:lnTo>
                    <a:lnTo>
                      <a:pt x="94" y="66"/>
                    </a:lnTo>
                    <a:lnTo>
                      <a:pt x="94" y="66"/>
                    </a:lnTo>
                    <a:lnTo>
                      <a:pt x="92" y="60"/>
                    </a:lnTo>
                    <a:lnTo>
                      <a:pt x="92" y="55"/>
                    </a:lnTo>
                    <a:lnTo>
                      <a:pt x="91" y="50"/>
                    </a:lnTo>
                    <a:lnTo>
                      <a:pt x="91" y="44"/>
                    </a:lnTo>
                    <a:lnTo>
                      <a:pt x="91" y="42"/>
                    </a:lnTo>
                    <a:lnTo>
                      <a:pt x="91" y="42"/>
                    </a:lnTo>
                    <a:lnTo>
                      <a:pt x="91" y="41"/>
                    </a:lnTo>
                    <a:lnTo>
                      <a:pt x="91" y="41"/>
                    </a:lnTo>
                    <a:lnTo>
                      <a:pt x="89" y="33"/>
                    </a:lnTo>
                    <a:lnTo>
                      <a:pt x="89" y="27"/>
                    </a:lnTo>
                    <a:lnTo>
                      <a:pt x="89" y="22"/>
                    </a:lnTo>
                    <a:lnTo>
                      <a:pt x="89" y="17"/>
                    </a:lnTo>
                    <a:lnTo>
                      <a:pt x="87" y="9"/>
                    </a:lnTo>
                    <a:lnTo>
                      <a:pt x="83" y="5"/>
                    </a:lnTo>
                    <a:lnTo>
                      <a:pt x="75" y="1"/>
                    </a:lnTo>
                    <a:lnTo>
                      <a:pt x="67" y="0"/>
                    </a:lnTo>
                    <a:lnTo>
                      <a:pt x="59" y="0"/>
                    </a:lnTo>
                    <a:lnTo>
                      <a:pt x="51" y="0"/>
                    </a:lnTo>
                    <a:lnTo>
                      <a:pt x="45" y="3"/>
                    </a:lnTo>
                    <a:lnTo>
                      <a:pt x="40" y="9"/>
                    </a:lnTo>
                    <a:lnTo>
                      <a:pt x="38" y="14"/>
                    </a:lnTo>
                    <a:lnTo>
                      <a:pt x="37" y="19"/>
                    </a:lnTo>
                    <a:lnTo>
                      <a:pt x="34" y="25"/>
                    </a:lnTo>
                    <a:lnTo>
                      <a:pt x="30" y="31"/>
                    </a:lnTo>
                    <a:lnTo>
                      <a:pt x="30" y="31"/>
                    </a:lnTo>
                    <a:lnTo>
                      <a:pt x="30" y="33"/>
                    </a:lnTo>
                    <a:lnTo>
                      <a:pt x="30" y="33"/>
                    </a:lnTo>
                    <a:lnTo>
                      <a:pt x="30" y="35"/>
                    </a:lnTo>
                    <a:lnTo>
                      <a:pt x="27" y="39"/>
                    </a:lnTo>
                    <a:lnTo>
                      <a:pt x="26" y="44"/>
                    </a:lnTo>
                    <a:lnTo>
                      <a:pt x="23" y="49"/>
                    </a:lnTo>
                    <a:lnTo>
                      <a:pt x="19" y="54"/>
                    </a:lnTo>
                    <a:lnTo>
                      <a:pt x="19" y="54"/>
                    </a:lnTo>
                    <a:lnTo>
                      <a:pt x="19" y="54"/>
                    </a:lnTo>
                    <a:lnTo>
                      <a:pt x="19" y="55"/>
                    </a:lnTo>
                    <a:lnTo>
                      <a:pt x="18" y="55"/>
                    </a:lnTo>
                    <a:lnTo>
                      <a:pt x="16" y="58"/>
                    </a:lnTo>
                    <a:lnTo>
                      <a:pt x="15" y="61"/>
                    </a:lnTo>
                    <a:lnTo>
                      <a:pt x="11" y="63"/>
                    </a:lnTo>
                    <a:lnTo>
                      <a:pt x="10" y="66"/>
                    </a:lnTo>
                    <a:lnTo>
                      <a:pt x="5" y="73"/>
                    </a:lnTo>
                    <a:lnTo>
                      <a:pt x="2" y="77"/>
                    </a:lnTo>
                    <a:lnTo>
                      <a:pt x="0" y="82"/>
                    </a:lnTo>
                    <a:lnTo>
                      <a:pt x="0" y="85"/>
                    </a:lnTo>
                    <a:lnTo>
                      <a:pt x="0" y="87"/>
                    </a:lnTo>
                    <a:lnTo>
                      <a:pt x="0" y="87"/>
                    </a:lnTo>
                    <a:lnTo>
                      <a:pt x="0" y="88"/>
                    </a:lnTo>
                    <a:lnTo>
                      <a:pt x="2" y="88"/>
                    </a:lnTo>
                    <a:lnTo>
                      <a:pt x="7" y="93"/>
                    </a:lnTo>
                    <a:lnTo>
                      <a:pt x="15" y="99"/>
                    </a:lnTo>
                    <a:lnTo>
                      <a:pt x="29" y="106"/>
                    </a:lnTo>
                    <a:lnTo>
                      <a:pt x="48" y="110"/>
                    </a:lnTo>
                    <a:close/>
                  </a:path>
                </a:pathLst>
              </a:custGeom>
              <a:solidFill>
                <a:srgbClr val="000000"/>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586" name="Freeform 348"/>
              <p:cNvSpPr/>
              <p:nvPr/>
            </p:nvSpPr>
            <p:spPr bwMode="auto">
              <a:xfrm>
                <a:off x="4850" y="2316"/>
                <a:ext cx="101" cy="29"/>
              </a:xfrm>
              <a:custGeom>
                <a:avLst/>
                <a:gdLst/>
                <a:ahLst/>
                <a:cxnLst>
                  <a:cxn ang="0">
                    <a:pos x="40" y="3"/>
                  </a:cxn>
                  <a:cxn ang="0">
                    <a:pos x="49" y="5"/>
                  </a:cxn>
                  <a:cxn ang="0">
                    <a:pos x="59" y="6"/>
                  </a:cxn>
                  <a:cxn ang="0">
                    <a:pos x="67" y="8"/>
                  </a:cxn>
                  <a:cxn ang="0">
                    <a:pos x="75" y="11"/>
                  </a:cxn>
                  <a:cxn ang="0">
                    <a:pos x="83" y="14"/>
                  </a:cxn>
                  <a:cxn ang="0">
                    <a:pos x="89" y="17"/>
                  </a:cxn>
                  <a:cxn ang="0">
                    <a:pos x="95" y="22"/>
                  </a:cxn>
                  <a:cxn ang="0">
                    <a:pos x="100" y="27"/>
                  </a:cxn>
                  <a:cxn ang="0">
                    <a:pos x="102" y="25"/>
                  </a:cxn>
                  <a:cxn ang="0">
                    <a:pos x="102" y="24"/>
                  </a:cxn>
                  <a:cxn ang="0">
                    <a:pos x="103" y="24"/>
                  </a:cxn>
                  <a:cxn ang="0">
                    <a:pos x="103" y="22"/>
                  </a:cxn>
                  <a:cxn ang="0">
                    <a:pos x="94" y="14"/>
                  </a:cxn>
                  <a:cxn ang="0">
                    <a:pos x="81" y="9"/>
                  </a:cxn>
                  <a:cxn ang="0">
                    <a:pos x="68" y="5"/>
                  </a:cxn>
                  <a:cxn ang="0">
                    <a:pos x="53" y="1"/>
                  </a:cxn>
                  <a:cxn ang="0">
                    <a:pos x="38" y="0"/>
                  </a:cxn>
                  <a:cxn ang="0">
                    <a:pos x="24" y="0"/>
                  </a:cxn>
                  <a:cxn ang="0">
                    <a:pos x="11" y="1"/>
                  </a:cxn>
                  <a:cxn ang="0">
                    <a:pos x="0" y="6"/>
                  </a:cxn>
                  <a:cxn ang="0">
                    <a:pos x="0" y="8"/>
                  </a:cxn>
                  <a:cxn ang="0">
                    <a:pos x="0" y="8"/>
                  </a:cxn>
                  <a:cxn ang="0">
                    <a:pos x="0" y="9"/>
                  </a:cxn>
                  <a:cxn ang="0">
                    <a:pos x="2" y="9"/>
                  </a:cxn>
                  <a:cxn ang="0">
                    <a:pos x="10" y="6"/>
                  </a:cxn>
                  <a:cxn ang="0">
                    <a:pos x="18" y="5"/>
                  </a:cxn>
                  <a:cxn ang="0">
                    <a:pos x="27" y="3"/>
                  </a:cxn>
                  <a:cxn ang="0">
                    <a:pos x="37" y="3"/>
                  </a:cxn>
                  <a:cxn ang="0">
                    <a:pos x="35" y="5"/>
                  </a:cxn>
                  <a:cxn ang="0">
                    <a:pos x="35" y="6"/>
                  </a:cxn>
                  <a:cxn ang="0">
                    <a:pos x="35" y="8"/>
                  </a:cxn>
                  <a:cxn ang="0">
                    <a:pos x="34" y="9"/>
                  </a:cxn>
                  <a:cxn ang="0">
                    <a:pos x="30" y="9"/>
                  </a:cxn>
                  <a:cxn ang="0">
                    <a:pos x="27" y="11"/>
                  </a:cxn>
                  <a:cxn ang="0">
                    <a:pos x="26" y="14"/>
                  </a:cxn>
                  <a:cxn ang="0">
                    <a:pos x="24" y="16"/>
                  </a:cxn>
                  <a:cxn ang="0">
                    <a:pos x="24" y="17"/>
                  </a:cxn>
                  <a:cxn ang="0">
                    <a:pos x="24" y="20"/>
                  </a:cxn>
                  <a:cxn ang="0">
                    <a:pos x="24" y="24"/>
                  </a:cxn>
                  <a:cxn ang="0">
                    <a:pos x="26" y="27"/>
                  </a:cxn>
                  <a:cxn ang="0">
                    <a:pos x="27" y="27"/>
                  </a:cxn>
                  <a:cxn ang="0">
                    <a:pos x="27" y="27"/>
                  </a:cxn>
                  <a:cxn ang="0">
                    <a:pos x="27" y="27"/>
                  </a:cxn>
                  <a:cxn ang="0">
                    <a:pos x="29" y="27"/>
                  </a:cxn>
                  <a:cxn ang="0">
                    <a:pos x="29" y="28"/>
                  </a:cxn>
                  <a:cxn ang="0">
                    <a:pos x="30" y="28"/>
                  </a:cxn>
                  <a:cxn ang="0">
                    <a:pos x="30" y="28"/>
                  </a:cxn>
                  <a:cxn ang="0">
                    <a:pos x="32" y="28"/>
                  </a:cxn>
                  <a:cxn ang="0">
                    <a:pos x="35" y="28"/>
                  </a:cxn>
                  <a:cxn ang="0">
                    <a:pos x="38" y="25"/>
                  </a:cxn>
                  <a:cxn ang="0">
                    <a:pos x="40" y="24"/>
                  </a:cxn>
                  <a:cxn ang="0">
                    <a:pos x="40" y="22"/>
                  </a:cxn>
                  <a:cxn ang="0">
                    <a:pos x="42" y="19"/>
                  </a:cxn>
                  <a:cxn ang="0">
                    <a:pos x="42" y="16"/>
                  </a:cxn>
                  <a:cxn ang="0">
                    <a:pos x="40" y="12"/>
                  </a:cxn>
                  <a:cxn ang="0">
                    <a:pos x="37" y="11"/>
                  </a:cxn>
                  <a:cxn ang="0">
                    <a:pos x="38" y="9"/>
                  </a:cxn>
                  <a:cxn ang="0">
                    <a:pos x="38" y="6"/>
                  </a:cxn>
                  <a:cxn ang="0">
                    <a:pos x="38" y="5"/>
                  </a:cxn>
                  <a:cxn ang="0">
                    <a:pos x="40" y="3"/>
                  </a:cxn>
                </a:cxnLst>
                <a:rect l="0" t="0" r="r" b="b"/>
                <a:pathLst>
                  <a:path w="103" h="28">
                    <a:moveTo>
                      <a:pt x="40" y="3"/>
                    </a:moveTo>
                    <a:lnTo>
                      <a:pt x="49" y="5"/>
                    </a:lnTo>
                    <a:lnTo>
                      <a:pt x="59" y="6"/>
                    </a:lnTo>
                    <a:lnTo>
                      <a:pt x="67" y="8"/>
                    </a:lnTo>
                    <a:lnTo>
                      <a:pt x="75" y="11"/>
                    </a:lnTo>
                    <a:lnTo>
                      <a:pt x="83" y="14"/>
                    </a:lnTo>
                    <a:lnTo>
                      <a:pt x="89" y="17"/>
                    </a:lnTo>
                    <a:lnTo>
                      <a:pt x="95" y="22"/>
                    </a:lnTo>
                    <a:lnTo>
                      <a:pt x="100" y="27"/>
                    </a:lnTo>
                    <a:lnTo>
                      <a:pt x="102" y="25"/>
                    </a:lnTo>
                    <a:lnTo>
                      <a:pt x="102" y="24"/>
                    </a:lnTo>
                    <a:lnTo>
                      <a:pt x="103" y="24"/>
                    </a:lnTo>
                    <a:lnTo>
                      <a:pt x="103" y="22"/>
                    </a:lnTo>
                    <a:lnTo>
                      <a:pt x="94" y="14"/>
                    </a:lnTo>
                    <a:lnTo>
                      <a:pt x="81" y="9"/>
                    </a:lnTo>
                    <a:lnTo>
                      <a:pt x="68" y="5"/>
                    </a:lnTo>
                    <a:lnTo>
                      <a:pt x="53" y="1"/>
                    </a:lnTo>
                    <a:lnTo>
                      <a:pt x="38" y="0"/>
                    </a:lnTo>
                    <a:lnTo>
                      <a:pt x="24" y="0"/>
                    </a:lnTo>
                    <a:lnTo>
                      <a:pt x="11" y="1"/>
                    </a:lnTo>
                    <a:lnTo>
                      <a:pt x="0" y="6"/>
                    </a:lnTo>
                    <a:lnTo>
                      <a:pt x="0" y="8"/>
                    </a:lnTo>
                    <a:lnTo>
                      <a:pt x="0" y="8"/>
                    </a:lnTo>
                    <a:lnTo>
                      <a:pt x="0" y="9"/>
                    </a:lnTo>
                    <a:lnTo>
                      <a:pt x="2" y="9"/>
                    </a:lnTo>
                    <a:lnTo>
                      <a:pt x="10" y="6"/>
                    </a:lnTo>
                    <a:lnTo>
                      <a:pt x="18" y="5"/>
                    </a:lnTo>
                    <a:lnTo>
                      <a:pt x="27" y="3"/>
                    </a:lnTo>
                    <a:lnTo>
                      <a:pt x="37" y="3"/>
                    </a:lnTo>
                    <a:lnTo>
                      <a:pt x="35" y="5"/>
                    </a:lnTo>
                    <a:lnTo>
                      <a:pt x="35" y="6"/>
                    </a:lnTo>
                    <a:lnTo>
                      <a:pt x="35" y="8"/>
                    </a:lnTo>
                    <a:lnTo>
                      <a:pt x="34" y="9"/>
                    </a:lnTo>
                    <a:lnTo>
                      <a:pt x="30" y="9"/>
                    </a:lnTo>
                    <a:lnTo>
                      <a:pt x="27" y="11"/>
                    </a:lnTo>
                    <a:lnTo>
                      <a:pt x="26" y="14"/>
                    </a:lnTo>
                    <a:lnTo>
                      <a:pt x="24" y="16"/>
                    </a:lnTo>
                    <a:lnTo>
                      <a:pt x="24" y="17"/>
                    </a:lnTo>
                    <a:lnTo>
                      <a:pt x="24" y="20"/>
                    </a:lnTo>
                    <a:lnTo>
                      <a:pt x="24" y="24"/>
                    </a:lnTo>
                    <a:lnTo>
                      <a:pt x="26" y="27"/>
                    </a:lnTo>
                    <a:lnTo>
                      <a:pt x="27" y="27"/>
                    </a:lnTo>
                    <a:lnTo>
                      <a:pt x="27" y="27"/>
                    </a:lnTo>
                    <a:lnTo>
                      <a:pt x="27" y="27"/>
                    </a:lnTo>
                    <a:lnTo>
                      <a:pt x="29" y="27"/>
                    </a:lnTo>
                    <a:lnTo>
                      <a:pt x="29" y="28"/>
                    </a:lnTo>
                    <a:lnTo>
                      <a:pt x="30" y="28"/>
                    </a:lnTo>
                    <a:lnTo>
                      <a:pt x="30" y="28"/>
                    </a:lnTo>
                    <a:lnTo>
                      <a:pt x="32" y="28"/>
                    </a:lnTo>
                    <a:lnTo>
                      <a:pt x="35" y="28"/>
                    </a:lnTo>
                    <a:lnTo>
                      <a:pt x="38" y="25"/>
                    </a:lnTo>
                    <a:lnTo>
                      <a:pt x="40" y="24"/>
                    </a:lnTo>
                    <a:lnTo>
                      <a:pt x="40" y="22"/>
                    </a:lnTo>
                    <a:lnTo>
                      <a:pt x="42" y="19"/>
                    </a:lnTo>
                    <a:lnTo>
                      <a:pt x="42" y="16"/>
                    </a:lnTo>
                    <a:lnTo>
                      <a:pt x="40" y="12"/>
                    </a:lnTo>
                    <a:lnTo>
                      <a:pt x="37" y="11"/>
                    </a:lnTo>
                    <a:lnTo>
                      <a:pt x="38" y="9"/>
                    </a:lnTo>
                    <a:lnTo>
                      <a:pt x="38" y="6"/>
                    </a:lnTo>
                    <a:lnTo>
                      <a:pt x="38" y="5"/>
                    </a:lnTo>
                    <a:lnTo>
                      <a:pt x="40" y="3"/>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587" name="Freeform 349"/>
              <p:cNvSpPr/>
              <p:nvPr/>
            </p:nvSpPr>
            <p:spPr bwMode="auto">
              <a:xfrm>
                <a:off x="4875" y="2341"/>
                <a:ext cx="3" cy="7"/>
              </a:xfrm>
              <a:custGeom>
                <a:avLst/>
                <a:gdLst/>
                <a:ahLst/>
                <a:cxnLst>
                  <a:cxn ang="0">
                    <a:pos x="0" y="0"/>
                  </a:cxn>
                  <a:cxn ang="0">
                    <a:pos x="1" y="0"/>
                  </a:cxn>
                  <a:cxn ang="0">
                    <a:pos x="1" y="0"/>
                  </a:cxn>
                  <a:cxn ang="0">
                    <a:pos x="1" y="0"/>
                  </a:cxn>
                  <a:cxn ang="0">
                    <a:pos x="3" y="0"/>
                  </a:cxn>
                  <a:cxn ang="0">
                    <a:pos x="3" y="1"/>
                  </a:cxn>
                  <a:cxn ang="0">
                    <a:pos x="4" y="1"/>
                  </a:cxn>
                  <a:cxn ang="0">
                    <a:pos x="4" y="1"/>
                  </a:cxn>
                  <a:cxn ang="0">
                    <a:pos x="6" y="1"/>
                  </a:cxn>
                  <a:cxn ang="0">
                    <a:pos x="6" y="3"/>
                  </a:cxn>
                  <a:cxn ang="0">
                    <a:pos x="6" y="3"/>
                  </a:cxn>
                  <a:cxn ang="0">
                    <a:pos x="4" y="4"/>
                  </a:cxn>
                  <a:cxn ang="0">
                    <a:pos x="3" y="6"/>
                  </a:cxn>
                  <a:cxn ang="0">
                    <a:pos x="1" y="6"/>
                  </a:cxn>
                  <a:cxn ang="0">
                    <a:pos x="0" y="6"/>
                  </a:cxn>
                  <a:cxn ang="0">
                    <a:pos x="0" y="4"/>
                  </a:cxn>
                  <a:cxn ang="0">
                    <a:pos x="0" y="4"/>
                  </a:cxn>
                  <a:cxn ang="0">
                    <a:pos x="0" y="3"/>
                  </a:cxn>
                  <a:cxn ang="0">
                    <a:pos x="0" y="1"/>
                  </a:cxn>
                  <a:cxn ang="0">
                    <a:pos x="0" y="0"/>
                  </a:cxn>
                </a:cxnLst>
                <a:rect l="0" t="0" r="r" b="b"/>
                <a:pathLst>
                  <a:path w="6" h="6">
                    <a:moveTo>
                      <a:pt x="0" y="0"/>
                    </a:moveTo>
                    <a:lnTo>
                      <a:pt x="1" y="0"/>
                    </a:lnTo>
                    <a:lnTo>
                      <a:pt x="1" y="0"/>
                    </a:lnTo>
                    <a:lnTo>
                      <a:pt x="1" y="0"/>
                    </a:lnTo>
                    <a:lnTo>
                      <a:pt x="3" y="0"/>
                    </a:lnTo>
                    <a:lnTo>
                      <a:pt x="3" y="1"/>
                    </a:lnTo>
                    <a:lnTo>
                      <a:pt x="4" y="1"/>
                    </a:lnTo>
                    <a:lnTo>
                      <a:pt x="4" y="1"/>
                    </a:lnTo>
                    <a:lnTo>
                      <a:pt x="6" y="1"/>
                    </a:lnTo>
                    <a:lnTo>
                      <a:pt x="6" y="3"/>
                    </a:lnTo>
                    <a:lnTo>
                      <a:pt x="6" y="3"/>
                    </a:lnTo>
                    <a:lnTo>
                      <a:pt x="4" y="4"/>
                    </a:lnTo>
                    <a:lnTo>
                      <a:pt x="3" y="6"/>
                    </a:lnTo>
                    <a:lnTo>
                      <a:pt x="1" y="6"/>
                    </a:lnTo>
                    <a:lnTo>
                      <a:pt x="0" y="6"/>
                    </a:lnTo>
                    <a:lnTo>
                      <a:pt x="0" y="4"/>
                    </a:lnTo>
                    <a:lnTo>
                      <a:pt x="0" y="4"/>
                    </a:lnTo>
                    <a:lnTo>
                      <a:pt x="0" y="3"/>
                    </a:lnTo>
                    <a:lnTo>
                      <a:pt x="0" y="1"/>
                    </a:lnTo>
                    <a:lnTo>
                      <a:pt x="0" y="0"/>
                    </a:lnTo>
                    <a:close/>
                  </a:path>
                </a:pathLst>
              </a:custGeom>
              <a:solidFill>
                <a:srgbClr val="7A1111"/>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588" name="Freeform 350"/>
              <p:cNvSpPr/>
              <p:nvPr/>
            </p:nvSpPr>
            <p:spPr bwMode="auto">
              <a:xfrm>
                <a:off x="4996" y="2819"/>
                <a:ext cx="19" cy="14"/>
              </a:xfrm>
              <a:custGeom>
                <a:avLst/>
                <a:gdLst/>
                <a:ahLst/>
                <a:cxnLst>
                  <a:cxn ang="0">
                    <a:pos x="0" y="0"/>
                  </a:cxn>
                  <a:cxn ang="0">
                    <a:pos x="0" y="0"/>
                  </a:cxn>
                  <a:cxn ang="0">
                    <a:pos x="0" y="9"/>
                  </a:cxn>
                  <a:cxn ang="0">
                    <a:pos x="0" y="14"/>
                  </a:cxn>
                  <a:cxn ang="0">
                    <a:pos x="0" y="15"/>
                  </a:cxn>
                  <a:cxn ang="0">
                    <a:pos x="8" y="15"/>
                  </a:cxn>
                  <a:cxn ang="0">
                    <a:pos x="8" y="15"/>
                  </a:cxn>
                  <a:cxn ang="0">
                    <a:pos x="16" y="15"/>
                  </a:cxn>
                  <a:cxn ang="0">
                    <a:pos x="16" y="14"/>
                  </a:cxn>
                  <a:cxn ang="0">
                    <a:pos x="16" y="9"/>
                  </a:cxn>
                  <a:cxn ang="0">
                    <a:pos x="16" y="0"/>
                  </a:cxn>
                  <a:cxn ang="0">
                    <a:pos x="16" y="0"/>
                  </a:cxn>
                  <a:cxn ang="0">
                    <a:pos x="0" y="0"/>
                  </a:cxn>
                </a:cxnLst>
                <a:rect l="0" t="0" r="r" b="b"/>
                <a:pathLst>
                  <a:path w="16" h="15">
                    <a:moveTo>
                      <a:pt x="0" y="0"/>
                    </a:moveTo>
                    <a:lnTo>
                      <a:pt x="0" y="0"/>
                    </a:lnTo>
                    <a:lnTo>
                      <a:pt x="0" y="9"/>
                    </a:lnTo>
                    <a:lnTo>
                      <a:pt x="0" y="14"/>
                    </a:lnTo>
                    <a:lnTo>
                      <a:pt x="0" y="15"/>
                    </a:lnTo>
                    <a:lnTo>
                      <a:pt x="8" y="15"/>
                    </a:lnTo>
                    <a:lnTo>
                      <a:pt x="8" y="15"/>
                    </a:lnTo>
                    <a:lnTo>
                      <a:pt x="16" y="15"/>
                    </a:lnTo>
                    <a:lnTo>
                      <a:pt x="16" y="14"/>
                    </a:lnTo>
                    <a:lnTo>
                      <a:pt x="16" y="9"/>
                    </a:lnTo>
                    <a:lnTo>
                      <a:pt x="16" y="0"/>
                    </a:lnTo>
                    <a:lnTo>
                      <a:pt x="16" y="0"/>
                    </a:lnTo>
                    <a:lnTo>
                      <a:pt x="0" y="0"/>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589" name="Freeform 351"/>
              <p:cNvSpPr/>
              <p:nvPr/>
            </p:nvSpPr>
            <p:spPr bwMode="auto">
              <a:xfrm>
                <a:off x="4803" y="2726"/>
                <a:ext cx="212" cy="93"/>
              </a:xfrm>
              <a:custGeom>
                <a:avLst/>
                <a:gdLst/>
                <a:ahLst/>
                <a:cxnLst>
                  <a:cxn ang="0">
                    <a:pos x="16" y="94"/>
                  </a:cxn>
                  <a:cxn ang="0">
                    <a:pos x="16" y="94"/>
                  </a:cxn>
                  <a:cxn ang="0">
                    <a:pos x="23" y="59"/>
                  </a:cxn>
                  <a:cxn ang="0">
                    <a:pos x="43" y="35"/>
                  </a:cxn>
                  <a:cxn ang="0">
                    <a:pos x="72" y="21"/>
                  </a:cxn>
                  <a:cxn ang="0">
                    <a:pos x="107" y="16"/>
                  </a:cxn>
                  <a:cxn ang="0">
                    <a:pos x="140" y="21"/>
                  </a:cxn>
                  <a:cxn ang="0">
                    <a:pos x="168" y="37"/>
                  </a:cxn>
                  <a:cxn ang="0">
                    <a:pos x="189" y="60"/>
                  </a:cxn>
                  <a:cxn ang="0">
                    <a:pos x="195" y="94"/>
                  </a:cxn>
                  <a:cxn ang="0">
                    <a:pos x="211" y="94"/>
                  </a:cxn>
                  <a:cxn ang="0">
                    <a:pos x="202" y="54"/>
                  </a:cxn>
                  <a:cxn ang="0">
                    <a:pos x="178" y="24"/>
                  </a:cxn>
                  <a:cxn ang="0">
                    <a:pos x="143" y="5"/>
                  </a:cxn>
                  <a:cxn ang="0">
                    <a:pos x="107" y="0"/>
                  </a:cxn>
                  <a:cxn ang="0">
                    <a:pos x="69" y="5"/>
                  </a:cxn>
                  <a:cxn ang="0">
                    <a:pos x="34" y="23"/>
                  </a:cxn>
                  <a:cxn ang="0">
                    <a:pos x="10" y="53"/>
                  </a:cxn>
                  <a:cxn ang="0">
                    <a:pos x="0" y="94"/>
                  </a:cxn>
                  <a:cxn ang="0">
                    <a:pos x="0" y="94"/>
                  </a:cxn>
                  <a:cxn ang="0">
                    <a:pos x="16" y="94"/>
                  </a:cxn>
                </a:cxnLst>
                <a:rect l="0" t="0" r="r" b="b"/>
                <a:pathLst>
                  <a:path w="211" h="94">
                    <a:moveTo>
                      <a:pt x="16" y="94"/>
                    </a:moveTo>
                    <a:lnTo>
                      <a:pt x="16" y="94"/>
                    </a:lnTo>
                    <a:lnTo>
                      <a:pt x="23" y="59"/>
                    </a:lnTo>
                    <a:lnTo>
                      <a:pt x="43" y="35"/>
                    </a:lnTo>
                    <a:lnTo>
                      <a:pt x="72" y="21"/>
                    </a:lnTo>
                    <a:lnTo>
                      <a:pt x="107" y="16"/>
                    </a:lnTo>
                    <a:lnTo>
                      <a:pt x="140" y="21"/>
                    </a:lnTo>
                    <a:lnTo>
                      <a:pt x="168" y="37"/>
                    </a:lnTo>
                    <a:lnTo>
                      <a:pt x="189" y="60"/>
                    </a:lnTo>
                    <a:lnTo>
                      <a:pt x="195" y="94"/>
                    </a:lnTo>
                    <a:lnTo>
                      <a:pt x="211" y="94"/>
                    </a:lnTo>
                    <a:lnTo>
                      <a:pt x="202" y="54"/>
                    </a:lnTo>
                    <a:lnTo>
                      <a:pt x="178" y="24"/>
                    </a:lnTo>
                    <a:lnTo>
                      <a:pt x="143" y="5"/>
                    </a:lnTo>
                    <a:lnTo>
                      <a:pt x="107" y="0"/>
                    </a:lnTo>
                    <a:lnTo>
                      <a:pt x="69" y="5"/>
                    </a:lnTo>
                    <a:lnTo>
                      <a:pt x="34" y="23"/>
                    </a:lnTo>
                    <a:lnTo>
                      <a:pt x="10" y="53"/>
                    </a:lnTo>
                    <a:lnTo>
                      <a:pt x="0" y="94"/>
                    </a:lnTo>
                    <a:lnTo>
                      <a:pt x="0" y="94"/>
                    </a:lnTo>
                    <a:lnTo>
                      <a:pt x="16" y="94"/>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590" name="Freeform 352"/>
              <p:cNvSpPr/>
              <p:nvPr/>
            </p:nvSpPr>
            <p:spPr bwMode="auto">
              <a:xfrm>
                <a:off x="4803" y="2819"/>
                <a:ext cx="16" cy="21"/>
              </a:xfrm>
              <a:custGeom>
                <a:avLst/>
                <a:gdLst/>
                <a:ahLst/>
                <a:cxnLst>
                  <a:cxn ang="0">
                    <a:pos x="8" y="8"/>
                  </a:cxn>
                  <a:cxn ang="0">
                    <a:pos x="8" y="15"/>
                  </a:cxn>
                  <a:cxn ang="0">
                    <a:pos x="16" y="15"/>
                  </a:cxn>
                  <a:cxn ang="0">
                    <a:pos x="16" y="14"/>
                  </a:cxn>
                  <a:cxn ang="0">
                    <a:pos x="16" y="9"/>
                  </a:cxn>
                  <a:cxn ang="0">
                    <a:pos x="16" y="0"/>
                  </a:cxn>
                  <a:cxn ang="0">
                    <a:pos x="0" y="0"/>
                  </a:cxn>
                  <a:cxn ang="0">
                    <a:pos x="0" y="9"/>
                  </a:cxn>
                  <a:cxn ang="0">
                    <a:pos x="0" y="14"/>
                  </a:cxn>
                  <a:cxn ang="0">
                    <a:pos x="0" y="15"/>
                  </a:cxn>
                  <a:cxn ang="0">
                    <a:pos x="8" y="15"/>
                  </a:cxn>
                  <a:cxn ang="0">
                    <a:pos x="8" y="23"/>
                  </a:cxn>
                  <a:cxn ang="0">
                    <a:pos x="0" y="15"/>
                  </a:cxn>
                  <a:cxn ang="0">
                    <a:pos x="0" y="23"/>
                  </a:cxn>
                  <a:cxn ang="0">
                    <a:pos x="8" y="23"/>
                  </a:cxn>
                  <a:cxn ang="0">
                    <a:pos x="8" y="8"/>
                  </a:cxn>
                </a:cxnLst>
                <a:rect l="0" t="0" r="r" b="b"/>
                <a:pathLst>
                  <a:path w="16" h="23">
                    <a:moveTo>
                      <a:pt x="8" y="8"/>
                    </a:moveTo>
                    <a:lnTo>
                      <a:pt x="8" y="15"/>
                    </a:lnTo>
                    <a:lnTo>
                      <a:pt x="16" y="15"/>
                    </a:lnTo>
                    <a:lnTo>
                      <a:pt x="16" y="14"/>
                    </a:lnTo>
                    <a:lnTo>
                      <a:pt x="16" y="9"/>
                    </a:lnTo>
                    <a:lnTo>
                      <a:pt x="16" y="0"/>
                    </a:lnTo>
                    <a:lnTo>
                      <a:pt x="0" y="0"/>
                    </a:lnTo>
                    <a:lnTo>
                      <a:pt x="0" y="9"/>
                    </a:lnTo>
                    <a:lnTo>
                      <a:pt x="0" y="14"/>
                    </a:lnTo>
                    <a:lnTo>
                      <a:pt x="0" y="15"/>
                    </a:lnTo>
                    <a:lnTo>
                      <a:pt x="8" y="15"/>
                    </a:lnTo>
                    <a:lnTo>
                      <a:pt x="8" y="23"/>
                    </a:lnTo>
                    <a:lnTo>
                      <a:pt x="0" y="15"/>
                    </a:lnTo>
                    <a:lnTo>
                      <a:pt x="0" y="23"/>
                    </a:lnTo>
                    <a:lnTo>
                      <a:pt x="8" y="23"/>
                    </a:lnTo>
                    <a:lnTo>
                      <a:pt x="8"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591" name="Freeform 353"/>
              <p:cNvSpPr/>
              <p:nvPr/>
            </p:nvSpPr>
            <p:spPr bwMode="auto">
              <a:xfrm>
                <a:off x="4812" y="2826"/>
                <a:ext cx="203" cy="14"/>
              </a:xfrm>
              <a:custGeom>
                <a:avLst/>
                <a:gdLst/>
                <a:ahLst/>
                <a:cxnLst>
                  <a:cxn ang="0">
                    <a:pos x="187" y="7"/>
                  </a:cxn>
                  <a:cxn ang="0">
                    <a:pos x="195" y="0"/>
                  </a:cxn>
                  <a:cxn ang="0">
                    <a:pos x="0" y="0"/>
                  </a:cxn>
                  <a:cxn ang="0">
                    <a:pos x="0" y="15"/>
                  </a:cxn>
                  <a:cxn ang="0">
                    <a:pos x="195" y="15"/>
                  </a:cxn>
                  <a:cxn ang="0">
                    <a:pos x="203" y="7"/>
                  </a:cxn>
                  <a:cxn ang="0">
                    <a:pos x="195" y="15"/>
                  </a:cxn>
                  <a:cxn ang="0">
                    <a:pos x="203" y="15"/>
                  </a:cxn>
                  <a:cxn ang="0">
                    <a:pos x="203" y="7"/>
                  </a:cxn>
                  <a:cxn ang="0">
                    <a:pos x="187" y="7"/>
                  </a:cxn>
                </a:cxnLst>
                <a:rect l="0" t="0" r="r" b="b"/>
                <a:pathLst>
                  <a:path w="203" h="15">
                    <a:moveTo>
                      <a:pt x="187" y="7"/>
                    </a:moveTo>
                    <a:lnTo>
                      <a:pt x="195" y="0"/>
                    </a:lnTo>
                    <a:lnTo>
                      <a:pt x="0" y="0"/>
                    </a:lnTo>
                    <a:lnTo>
                      <a:pt x="0" y="15"/>
                    </a:lnTo>
                    <a:lnTo>
                      <a:pt x="195" y="15"/>
                    </a:lnTo>
                    <a:lnTo>
                      <a:pt x="203" y="7"/>
                    </a:lnTo>
                    <a:lnTo>
                      <a:pt x="195" y="15"/>
                    </a:lnTo>
                    <a:lnTo>
                      <a:pt x="203" y="15"/>
                    </a:lnTo>
                    <a:lnTo>
                      <a:pt x="203" y="7"/>
                    </a:lnTo>
                    <a:lnTo>
                      <a:pt x="187" y="7"/>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592" name="Freeform 354"/>
              <p:cNvSpPr/>
              <p:nvPr/>
            </p:nvSpPr>
            <p:spPr bwMode="auto">
              <a:xfrm>
                <a:off x="4901" y="2734"/>
                <a:ext cx="13" cy="100"/>
              </a:xfrm>
              <a:custGeom>
                <a:avLst/>
                <a:gdLst/>
                <a:ahLst/>
                <a:cxnLst>
                  <a:cxn ang="0">
                    <a:pos x="8" y="101"/>
                  </a:cxn>
                  <a:cxn ang="0">
                    <a:pos x="16" y="101"/>
                  </a:cxn>
                  <a:cxn ang="0">
                    <a:pos x="16" y="0"/>
                  </a:cxn>
                  <a:cxn ang="0">
                    <a:pos x="0" y="0"/>
                  </a:cxn>
                  <a:cxn ang="0">
                    <a:pos x="0" y="101"/>
                  </a:cxn>
                  <a:cxn ang="0">
                    <a:pos x="8" y="101"/>
                  </a:cxn>
                </a:cxnLst>
                <a:rect l="0" t="0" r="r" b="b"/>
                <a:pathLst>
                  <a:path w="16" h="101">
                    <a:moveTo>
                      <a:pt x="8" y="101"/>
                    </a:moveTo>
                    <a:lnTo>
                      <a:pt x="16" y="101"/>
                    </a:lnTo>
                    <a:lnTo>
                      <a:pt x="16" y="0"/>
                    </a:lnTo>
                    <a:lnTo>
                      <a:pt x="0" y="0"/>
                    </a:lnTo>
                    <a:lnTo>
                      <a:pt x="0" y="101"/>
                    </a:lnTo>
                    <a:lnTo>
                      <a:pt x="8" y="101"/>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593" name="Freeform 355"/>
              <p:cNvSpPr/>
              <p:nvPr/>
            </p:nvSpPr>
            <p:spPr bwMode="auto">
              <a:xfrm>
                <a:off x="4904" y="2755"/>
                <a:ext cx="86" cy="86"/>
              </a:xfrm>
              <a:custGeom>
                <a:avLst/>
                <a:gdLst/>
                <a:ahLst/>
                <a:cxnLst>
                  <a:cxn ang="0">
                    <a:pos x="5" y="79"/>
                  </a:cxn>
                  <a:cxn ang="0">
                    <a:pos x="10" y="84"/>
                  </a:cxn>
                  <a:cxn ang="0">
                    <a:pos x="87" y="10"/>
                  </a:cxn>
                  <a:cxn ang="0">
                    <a:pos x="78" y="0"/>
                  </a:cxn>
                  <a:cxn ang="0">
                    <a:pos x="0" y="75"/>
                  </a:cxn>
                  <a:cxn ang="0">
                    <a:pos x="5" y="79"/>
                  </a:cxn>
                </a:cxnLst>
                <a:rect l="0" t="0" r="r" b="b"/>
                <a:pathLst>
                  <a:path w="87" h="84">
                    <a:moveTo>
                      <a:pt x="5" y="79"/>
                    </a:moveTo>
                    <a:lnTo>
                      <a:pt x="10" y="84"/>
                    </a:lnTo>
                    <a:lnTo>
                      <a:pt x="87" y="10"/>
                    </a:lnTo>
                    <a:lnTo>
                      <a:pt x="78" y="0"/>
                    </a:lnTo>
                    <a:lnTo>
                      <a:pt x="0" y="75"/>
                    </a:lnTo>
                    <a:lnTo>
                      <a:pt x="5" y="79"/>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594" name="Freeform 356"/>
              <p:cNvSpPr/>
              <p:nvPr/>
            </p:nvSpPr>
            <p:spPr bwMode="auto">
              <a:xfrm>
                <a:off x="4828" y="2755"/>
                <a:ext cx="86" cy="86"/>
              </a:xfrm>
              <a:custGeom>
                <a:avLst/>
                <a:gdLst/>
                <a:ahLst/>
                <a:cxnLst>
                  <a:cxn ang="0">
                    <a:pos x="78" y="80"/>
                  </a:cxn>
                  <a:cxn ang="0">
                    <a:pos x="83" y="76"/>
                  </a:cxn>
                  <a:cxn ang="0">
                    <a:pos x="10" y="0"/>
                  </a:cxn>
                  <a:cxn ang="0">
                    <a:pos x="0" y="9"/>
                  </a:cxn>
                  <a:cxn ang="0">
                    <a:pos x="73" y="85"/>
                  </a:cxn>
                  <a:cxn ang="0">
                    <a:pos x="78" y="80"/>
                  </a:cxn>
                </a:cxnLst>
                <a:rect l="0" t="0" r="r" b="b"/>
                <a:pathLst>
                  <a:path w="83" h="85">
                    <a:moveTo>
                      <a:pt x="78" y="80"/>
                    </a:moveTo>
                    <a:lnTo>
                      <a:pt x="83" y="76"/>
                    </a:lnTo>
                    <a:lnTo>
                      <a:pt x="10" y="0"/>
                    </a:lnTo>
                    <a:lnTo>
                      <a:pt x="0" y="9"/>
                    </a:lnTo>
                    <a:lnTo>
                      <a:pt x="73" y="85"/>
                    </a:lnTo>
                    <a:lnTo>
                      <a:pt x="78" y="80"/>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grpSp>
        <p:sp>
          <p:nvSpPr>
            <p:cNvPr id="27785" name="Text Box 357"/>
            <p:cNvSpPr txBox="1"/>
            <p:nvPr/>
          </p:nvSpPr>
          <p:spPr>
            <a:xfrm>
              <a:off x="4729" y="650"/>
              <a:ext cx="804" cy="845"/>
            </a:xfrm>
            <a:prstGeom prst="rect">
              <a:avLst/>
            </a:prstGeom>
            <a:noFill/>
            <a:ln w="12700">
              <a:noFill/>
            </a:ln>
          </p:spPr>
          <p:txBody>
            <a:bodyPr wrap="none">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ct val="0"/>
                </a:spcBef>
                <a:spcAft>
                  <a:spcPts val="590"/>
                </a:spcAft>
                <a:buSzPct val="80000"/>
                <a:buNone/>
              </a:pPr>
              <a:endParaRPr lang="zh-CN" altLang="en-US" sz="2800" dirty="0">
                <a:ea typeface="宋体" pitchFamily="2" charset="-122"/>
              </a:endParaRPr>
            </a:p>
          </p:txBody>
        </p:sp>
      </p:grpSp>
      <p:grpSp>
        <p:nvGrpSpPr>
          <p:cNvPr id="30183" name="Group 358"/>
          <p:cNvGrpSpPr/>
          <p:nvPr/>
        </p:nvGrpSpPr>
        <p:grpSpPr>
          <a:xfrm>
            <a:off x="8955088" y="3305175"/>
            <a:ext cx="536575" cy="846138"/>
            <a:chOff x="4368" y="0"/>
            <a:chExt cx="1392" cy="1495"/>
          </a:xfrm>
        </p:grpSpPr>
        <p:grpSp>
          <p:nvGrpSpPr>
            <p:cNvPr id="27750" name="Group 359"/>
            <p:cNvGrpSpPr/>
            <p:nvPr/>
          </p:nvGrpSpPr>
          <p:grpSpPr>
            <a:xfrm>
              <a:off x="4368" y="0"/>
              <a:ext cx="1392" cy="1056"/>
              <a:chOff x="4368" y="2016"/>
              <a:chExt cx="1072" cy="1344"/>
            </a:xfrm>
          </p:grpSpPr>
          <p:sp>
            <p:nvSpPr>
              <p:cNvPr id="598" name="Freeform 360"/>
              <p:cNvSpPr/>
              <p:nvPr/>
            </p:nvSpPr>
            <p:spPr bwMode="auto">
              <a:xfrm>
                <a:off x="4457" y="2462"/>
                <a:ext cx="898" cy="825"/>
              </a:xfrm>
              <a:custGeom>
                <a:avLst/>
                <a:gdLst/>
                <a:ahLst/>
                <a:cxnLst>
                  <a:cxn ang="0">
                    <a:pos x="445" y="0"/>
                  </a:cxn>
                  <a:cxn ang="0">
                    <a:pos x="897" y="293"/>
                  </a:cxn>
                  <a:cxn ang="0">
                    <a:pos x="897" y="829"/>
                  </a:cxn>
                  <a:cxn ang="0">
                    <a:pos x="601" y="829"/>
                  </a:cxn>
                  <a:cxn ang="0">
                    <a:pos x="296" y="829"/>
                  </a:cxn>
                  <a:cxn ang="0">
                    <a:pos x="0" y="829"/>
                  </a:cxn>
                  <a:cxn ang="0">
                    <a:pos x="0" y="293"/>
                  </a:cxn>
                  <a:cxn ang="0">
                    <a:pos x="445" y="0"/>
                  </a:cxn>
                </a:cxnLst>
                <a:rect l="0" t="0" r="r" b="b"/>
                <a:pathLst>
                  <a:path w="897" h="829">
                    <a:moveTo>
                      <a:pt x="445" y="0"/>
                    </a:moveTo>
                    <a:lnTo>
                      <a:pt x="897" y="293"/>
                    </a:lnTo>
                    <a:lnTo>
                      <a:pt x="897" y="829"/>
                    </a:lnTo>
                    <a:lnTo>
                      <a:pt x="601" y="829"/>
                    </a:lnTo>
                    <a:lnTo>
                      <a:pt x="296" y="829"/>
                    </a:lnTo>
                    <a:lnTo>
                      <a:pt x="0" y="829"/>
                    </a:lnTo>
                    <a:lnTo>
                      <a:pt x="0" y="293"/>
                    </a:lnTo>
                    <a:lnTo>
                      <a:pt x="445" y="0"/>
                    </a:lnTo>
                    <a:close/>
                  </a:path>
                </a:pathLst>
              </a:custGeom>
              <a:solidFill>
                <a:srgbClr val="00B050"/>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599" name="Freeform 361"/>
              <p:cNvSpPr/>
              <p:nvPr/>
            </p:nvSpPr>
            <p:spPr bwMode="auto">
              <a:xfrm>
                <a:off x="4368" y="2462"/>
                <a:ext cx="415" cy="289"/>
              </a:xfrm>
              <a:custGeom>
                <a:avLst/>
                <a:gdLst/>
                <a:ahLst/>
                <a:cxnLst>
                  <a:cxn ang="0">
                    <a:pos x="0" y="288"/>
                  </a:cxn>
                  <a:cxn ang="0">
                    <a:pos x="416" y="32"/>
                  </a:cxn>
                  <a:cxn ang="0">
                    <a:pos x="416" y="27"/>
                  </a:cxn>
                  <a:cxn ang="0">
                    <a:pos x="416" y="19"/>
                  </a:cxn>
                  <a:cxn ang="0">
                    <a:pos x="416" y="9"/>
                  </a:cxn>
                  <a:cxn ang="0">
                    <a:pos x="416" y="0"/>
                  </a:cxn>
                  <a:cxn ang="0">
                    <a:pos x="0" y="254"/>
                  </a:cxn>
                  <a:cxn ang="0">
                    <a:pos x="0" y="288"/>
                  </a:cxn>
                </a:cxnLst>
                <a:rect l="0" t="0" r="r" b="b"/>
                <a:pathLst>
                  <a:path w="416" h="288">
                    <a:moveTo>
                      <a:pt x="0" y="288"/>
                    </a:moveTo>
                    <a:lnTo>
                      <a:pt x="416" y="32"/>
                    </a:lnTo>
                    <a:lnTo>
                      <a:pt x="416" y="27"/>
                    </a:lnTo>
                    <a:lnTo>
                      <a:pt x="416" y="19"/>
                    </a:lnTo>
                    <a:lnTo>
                      <a:pt x="416" y="9"/>
                    </a:lnTo>
                    <a:lnTo>
                      <a:pt x="416" y="0"/>
                    </a:lnTo>
                    <a:lnTo>
                      <a:pt x="0" y="254"/>
                    </a:lnTo>
                    <a:lnTo>
                      <a:pt x="0" y="288"/>
                    </a:lnTo>
                    <a:close/>
                  </a:path>
                </a:pathLst>
              </a:custGeom>
              <a:solidFill>
                <a:srgbClr val="000000"/>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600" name="Rectangle 362"/>
              <p:cNvSpPr>
                <a:spLocks noChangeArrowheads="1"/>
              </p:cNvSpPr>
              <p:nvPr/>
            </p:nvSpPr>
            <p:spPr bwMode="auto">
              <a:xfrm>
                <a:off x="4457" y="3330"/>
                <a:ext cx="898" cy="29"/>
              </a:xfrm>
              <a:prstGeom prst="rect">
                <a:avLst/>
              </a:prstGeom>
              <a:solidFill>
                <a:srgbClr val="000000"/>
              </a:solidFill>
              <a:ln w="9525">
                <a:noFill/>
                <a:miter lim="800000"/>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601" name="Freeform 363"/>
              <p:cNvSpPr/>
              <p:nvPr/>
            </p:nvSpPr>
            <p:spPr bwMode="auto">
              <a:xfrm>
                <a:off x="4787" y="2170"/>
                <a:ext cx="241" cy="328"/>
              </a:xfrm>
              <a:custGeom>
                <a:avLst/>
                <a:gdLst/>
                <a:ahLst/>
                <a:cxnLst>
                  <a:cxn ang="0">
                    <a:pos x="242" y="327"/>
                  </a:cxn>
                  <a:cxn ang="0">
                    <a:pos x="242" y="0"/>
                  </a:cxn>
                  <a:cxn ang="0">
                    <a:pos x="0" y="0"/>
                  </a:cxn>
                  <a:cxn ang="0">
                    <a:pos x="0" y="321"/>
                  </a:cxn>
                  <a:cxn ang="0">
                    <a:pos x="116" y="240"/>
                  </a:cxn>
                  <a:cxn ang="0">
                    <a:pos x="242" y="327"/>
                  </a:cxn>
                </a:cxnLst>
                <a:rect l="0" t="0" r="r" b="b"/>
                <a:pathLst>
                  <a:path w="242" h="327">
                    <a:moveTo>
                      <a:pt x="242" y="327"/>
                    </a:moveTo>
                    <a:lnTo>
                      <a:pt x="242" y="0"/>
                    </a:lnTo>
                    <a:lnTo>
                      <a:pt x="0" y="0"/>
                    </a:lnTo>
                    <a:lnTo>
                      <a:pt x="0" y="321"/>
                    </a:lnTo>
                    <a:lnTo>
                      <a:pt x="116" y="240"/>
                    </a:lnTo>
                    <a:lnTo>
                      <a:pt x="242" y="327"/>
                    </a:lnTo>
                    <a:close/>
                  </a:path>
                </a:pathLst>
              </a:custGeom>
              <a:solidFill>
                <a:srgbClr val="000000"/>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602" name="Freeform 364"/>
              <p:cNvSpPr/>
              <p:nvPr/>
            </p:nvSpPr>
            <p:spPr bwMode="auto">
              <a:xfrm>
                <a:off x="4723" y="2016"/>
                <a:ext cx="358" cy="125"/>
              </a:xfrm>
              <a:custGeom>
                <a:avLst/>
                <a:gdLst/>
                <a:ahLst/>
                <a:cxnLst>
                  <a:cxn ang="0">
                    <a:pos x="181" y="0"/>
                  </a:cxn>
                  <a:cxn ang="0">
                    <a:pos x="0" y="126"/>
                  </a:cxn>
                  <a:cxn ang="0">
                    <a:pos x="361" y="126"/>
                  </a:cxn>
                  <a:cxn ang="0">
                    <a:pos x="181" y="0"/>
                  </a:cxn>
                </a:cxnLst>
                <a:rect l="0" t="0" r="r" b="b"/>
                <a:pathLst>
                  <a:path w="361" h="126">
                    <a:moveTo>
                      <a:pt x="181" y="0"/>
                    </a:moveTo>
                    <a:lnTo>
                      <a:pt x="0" y="126"/>
                    </a:lnTo>
                    <a:lnTo>
                      <a:pt x="361" y="126"/>
                    </a:lnTo>
                    <a:lnTo>
                      <a:pt x="181" y="0"/>
                    </a:lnTo>
                    <a:close/>
                  </a:path>
                </a:pathLst>
              </a:custGeom>
              <a:solidFill>
                <a:srgbClr val="000000"/>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603" name="Freeform 365"/>
              <p:cNvSpPr/>
              <p:nvPr/>
            </p:nvSpPr>
            <p:spPr bwMode="auto">
              <a:xfrm>
                <a:off x="5028" y="2469"/>
                <a:ext cx="412" cy="282"/>
              </a:xfrm>
              <a:custGeom>
                <a:avLst/>
                <a:gdLst/>
                <a:ahLst/>
                <a:cxnLst>
                  <a:cxn ang="0">
                    <a:pos x="413" y="287"/>
                  </a:cxn>
                  <a:cxn ang="0">
                    <a:pos x="0" y="31"/>
                  </a:cxn>
                  <a:cxn ang="0">
                    <a:pos x="0" y="25"/>
                  </a:cxn>
                  <a:cxn ang="0">
                    <a:pos x="0" y="17"/>
                  </a:cxn>
                  <a:cxn ang="0">
                    <a:pos x="0" y="9"/>
                  </a:cxn>
                  <a:cxn ang="0">
                    <a:pos x="0" y="0"/>
                  </a:cxn>
                  <a:cxn ang="0">
                    <a:pos x="413" y="253"/>
                  </a:cxn>
                  <a:cxn ang="0">
                    <a:pos x="413" y="287"/>
                  </a:cxn>
                </a:cxnLst>
                <a:rect l="0" t="0" r="r" b="b"/>
                <a:pathLst>
                  <a:path w="413" h="287">
                    <a:moveTo>
                      <a:pt x="413" y="287"/>
                    </a:moveTo>
                    <a:lnTo>
                      <a:pt x="0" y="31"/>
                    </a:lnTo>
                    <a:lnTo>
                      <a:pt x="0" y="25"/>
                    </a:lnTo>
                    <a:lnTo>
                      <a:pt x="0" y="17"/>
                    </a:lnTo>
                    <a:lnTo>
                      <a:pt x="0" y="9"/>
                    </a:lnTo>
                    <a:lnTo>
                      <a:pt x="0" y="0"/>
                    </a:lnTo>
                    <a:lnTo>
                      <a:pt x="413" y="253"/>
                    </a:lnTo>
                    <a:lnTo>
                      <a:pt x="413" y="287"/>
                    </a:lnTo>
                    <a:close/>
                  </a:path>
                </a:pathLst>
              </a:custGeom>
              <a:solidFill>
                <a:srgbClr val="000000"/>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604" name="Freeform 366"/>
              <p:cNvSpPr/>
              <p:nvPr/>
            </p:nvSpPr>
            <p:spPr bwMode="auto">
              <a:xfrm>
                <a:off x="4841" y="2209"/>
                <a:ext cx="127" cy="164"/>
              </a:xfrm>
              <a:custGeom>
                <a:avLst/>
                <a:gdLst/>
                <a:ahLst/>
                <a:cxnLst>
                  <a:cxn ang="0">
                    <a:pos x="65" y="0"/>
                  </a:cxn>
                  <a:cxn ang="0">
                    <a:pos x="51" y="1"/>
                  </a:cxn>
                  <a:cxn ang="0">
                    <a:pos x="38" y="6"/>
                  </a:cxn>
                  <a:cxn ang="0">
                    <a:pos x="27" y="13"/>
                  </a:cxn>
                  <a:cxn ang="0">
                    <a:pos x="17" y="20"/>
                  </a:cxn>
                  <a:cxn ang="0">
                    <a:pos x="9" y="32"/>
                  </a:cxn>
                  <a:cxn ang="0">
                    <a:pos x="5" y="44"/>
                  </a:cxn>
                  <a:cxn ang="0">
                    <a:pos x="1" y="58"/>
                  </a:cxn>
                  <a:cxn ang="0">
                    <a:pos x="0" y="74"/>
                  </a:cxn>
                  <a:cxn ang="0">
                    <a:pos x="0" y="103"/>
                  </a:cxn>
                  <a:cxn ang="0">
                    <a:pos x="0" y="126"/>
                  </a:cxn>
                  <a:cxn ang="0">
                    <a:pos x="0" y="145"/>
                  </a:cxn>
                  <a:cxn ang="0">
                    <a:pos x="0" y="164"/>
                  </a:cxn>
                  <a:cxn ang="0">
                    <a:pos x="27" y="164"/>
                  </a:cxn>
                  <a:cxn ang="0">
                    <a:pos x="44" y="164"/>
                  </a:cxn>
                  <a:cxn ang="0">
                    <a:pos x="55" y="164"/>
                  </a:cxn>
                  <a:cxn ang="0">
                    <a:pos x="63" y="164"/>
                  </a:cxn>
                  <a:cxn ang="0">
                    <a:pos x="71" y="164"/>
                  </a:cxn>
                  <a:cxn ang="0">
                    <a:pos x="82" y="164"/>
                  </a:cxn>
                  <a:cxn ang="0">
                    <a:pos x="100" y="164"/>
                  </a:cxn>
                  <a:cxn ang="0">
                    <a:pos x="127" y="164"/>
                  </a:cxn>
                  <a:cxn ang="0">
                    <a:pos x="127" y="139"/>
                  </a:cxn>
                  <a:cxn ang="0">
                    <a:pos x="127" y="114"/>
                  </a:cxn>
                  <a:cxn ang="0">
                    <a:pos x="127" y="90"/>
                  </a:cxn>
                  <a:cxn ang="0">
                    <a:pos x="127" y="71"/>
                  </a:cxn>
                  <a:cxn ang="0">
                    <a:pos x="127" y="62"/>
                  </a:cxn>
                  <a:cxn ang="0">
                    <a:pos x="123" y="51"/>
                  </a:cxn>
                  <a:cxn ang="0">
                    <a:pos x="119" y="38"/>
                  </a:cxn>
                  <a:cxn ang="0">
                    <a:pos x="112" y="27"/>
                  </a:cxn>
                  <a:cxn ang="0">
                    <a:pos x="104" y="16"/>
                  </a:cxn>
                  <a:cxn ang="0">
                    <a:pos x="93" y="8"/>
                  </a:cxn>
                  <a:cxn ang="0">
                    <a:pos x="81" y="1"/>
                  </a:cxn>
                  <a:cxn ang="0">
                    <a:pos x="65" y="0"/>
                  </a:cxn>
                </a:cxnLst>
                <a:rect l="0" t="0" r="r" b="b"/>
                <a:pathLst>
                  <a:path w="127" h="164">
                    <a:moveTo>
                      <a:pt x="65" y="0"/>
                    </a:moveTo>
                    <a:lnTo>
                      <a:pt x="51" y="1"/>
                    </a:lnTo>
                    <a:lnTo>
                      <a:pt x="38" y="6"/>
                    </a:lnTo>
                    <a:lnTo>
                      <a:pt x="27" y="13"/>
                    </a:lnTo>
                    <a:lnTo>
                      <a:pt x="17" y="20"/>
                    </a:lnTo>
                    <a:lnTo>
                      <a:pt x="9" y="32"/>
                    </a:lnTo>
                    <a:lnTo>
                      <a:pt x="5" y="44"/>
                    </a:lnTo>
                    <a:lnTo>
                      <a:pt x="1" y="58"/>
                    </a:lnTo>
                    <a:lnTo>
                      <a:pt x="0" y="74"/>
                    </a:lnTo>
                    <a:lnTo>
                      <a:pt x="0" y="103"/>
                    </a:lnTo>
                    <a:lnTo>
                      <a:pt x="0" y="126"/>
                    </a:lnTo>
                    <a:lnTo>
                      <a:pt x="0" y="145"/>
                    </a:lnTo>
                    <a:lnTo>
                      <a:pt x="0" y="164"/>
                    </a:lnTo>
                    <a:lnTo>
                      <a:pt x="27" y="164"/>
                    </a:lnTo>
                    <a:lnTo>
                      <a:pt x="44" y="164"/>
                    </a:lnTo>
                    <a:lnTo>
                      <a:pt x="55" y="164"/>
                    </a:lnTo>
                    <a:lnTo>
                      <a:pt x="63" y="164"/>
                    </a:lnTo>
                    <a:lnTo>
                      <a:pt x="71" y="164"/>
                    </a:lnTo>
                    <a:lnTo>
                      <a:pt x="82" y="164"/>
                    </a:lnTo>
                    <a:lnTo>
                      <a:pt x="100" y="164"/>
                    </a:lnTo>
                    <a:lnTo>
                      <a:pt x="127" y="164"/>
                    </a:lnTo>
                    <a:lnTo>
                      <a:pt x="127" y="139"/>
                    </a:lnTo>
                    <a:lnTo>
                      <a:pt x="127" y="114"/>
                    </a:lnTo>
                    <a:lnTo>
                      <a:pt x="127" y="90"/>
                    </a:lnTo>
                    <a:lnTo>
                      <a:pt x="127" y="71"/>
                    </a:lnTo>
                    <a:lnTo>
                      <a:pt x="127" y="62"/>
                    </a:lnTo>
                    <a:lnTo>
                      <a:pt x="123" y="51"/>
                    </a:lnTo>
                    <a:lnTo>
                      <a:pt x="119" y="38"/>
                    </a:lnTo>
                    <a:lnTo>
                      <a:pt x="112" y="27"/>
                    </a:lnTo>
                    <a:lnTo>
                      <a:pt x="104" y="16"/>
                    </a:lnTo>
                    <a:lnTo>
                      <a:pt x="93" y="8"/>
                    </a:lnTo>
                    <a:lnTo>
                      <a:pt x="81" y="1"/>
                    </a:lnTo>
                    <a:lnTo>
                      <a:pt x="65" y="0"/>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605" name="Rectangle 367"/>
              <p:cNvSpPr>
                <a:spLocks noChangeArrowheads="1"/>
              </p:cNvSpPr>
              <p:nvPr/>
            </p:nvSpPr>
            <p:spPr bwMode="auto">
              <a:xfrm>
                <a:off x="4803" y="2901"/>
                <a:ext cx="206" cy="386"/>
              </a:xfrm>
              <a:prstGeom prst="rect">
                <a:avLst/>
              </a:prstGeom>
              <a:solidFill>
                <a:srgbClr val="FFFFFF"/>
              </a:solidFill>
              <a:ln w="9525">
                <a:noFill/>
                <a:miter lim="800000"/>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606" name="Freeform 368"/>
              <p:cNvSpPr/>
              <p:nvPr/>
            </p:nvSpPr>
            <p:spPr bwMode="auto">
              <a:xfrm>
                <a:off x="4736" y="2819"/>
                <a:ext cx="13" cy="318"/>
              </a:xfrm>
              <a:custGeom>
                <a:avLst/>
                <a:gdLst/>
                <a:ahLst/>
                <a:cxnLst>
                  <a:cxn ang="0">
                    <a:pos x="8" y="16"/>
                  </a:cxn>
                  <a:cxn ang="0">
                    <a:pos x="0" y="8"/>
                  </a:cxn>
                  <a:cxn ang="0">
                    <a:pos x="0" y="320"/>
                  </a:cxn>
                  <a:cxn ang="0">
                    <a:pos x="16" y="320"/>
                  </a:cxn>
                  <a:cxn ang="0">
                    <a:pos x="16" y="8"/>
                  </a:cxn>
                  <a:cxn ang="0">
                    <a:pos x="8" y="0"/>
                  </a:cxn>
                  <a:cxn ang="0">
                    <a:pos x="16" y="8"/>
                  </a:cxn>
                  <a:cxn ang="0">
                    <a:pos x="16" y="0"/>
                  </a:cxn>
                  <a:cxn ang="0">
                    <a:pos x="8" y="0"/>
                  </a:cxn>
                  <a:cxn ang="0">
                    <a:pos x="8" y="16"/>
                  </a:cxn>
                </a:cxnLst>
                <a:rect l="0" t="0" r="r" b="b"/>
                <a:pathLst>
                  <a:path w="16" h="320">
                    <a:moveTo>
                      <a:pt x="8" y="16"/>
                    </a:moveTo>
                    <a:lnTo>
                      <a:pt x="0" y="8"/>
                    </a:lnTo>
                    <a:lnTo>
                      <a:pt x="0" y="320"/>
                    </a:lnTo>
                    <a:lnTo>
                      <a:pt x="16" y="320"/>
                    </a:lnTo>
                    <a:lnTo>
                      <a:pt x="16" y="8"/>
                    </a:lnTo>
                    <a:lnTo>
                      <a:pt x="8" y="0"/>
                    </a:lnTo>
                    <a:lnTo>
                      <a:pt x="16" y="8"/>
                    </a:lnTo>
                    <a:lnTo>
                      <a:pt x="16" y="0"/>
                    </a:lnTo>
                    <a:lnTo>
                      <a:pt x="8" y="0"/>
                    </a:lnTo>
                    <a:lnTo>
                      <a:pt x="8" y="16"/>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607" name="Freeform 369"/>
              <p:cNvSpPr/>
              <p:nvPr/>
            </p:nvSpPr>
            <p:spPr bwMode="auto">
              <a:xfrm>
                <a:off x="4558" y="2819"/>
                <a:ext cx="184" cy="21"/>
              </a:xfrm>
              <a:custGeom>
                <a:avLst/>
                <a:gdLst/>
                <a:ahLst/>
                <a:cxnLst>
                  <a:cxn ang="0">
                    <a:pos x="16" y="8"/>
                  </a:cxn>
                  <a:cxn ang="0">
                    <a:pos x="8" y="16"/>
                  </a:cxn>
                  <a:cxn ang="0">
                    <a:pos x="187" y="16"/>
                  </a:cxn>
                  <a:cxn ang="0">
                    <a:pos x="187" y="0"/>
                  </a:cxn>
                  <a:cxn ang="0">
                    <a:pos x="8" y="0"/>
                  </a:cxn>
                  <a:cxn ang="0">
                    <a:pos x="0" y="8"/>
                  </a:cxn>
                  <a:cxn ang="0">
                    <a:pos x="8" y="0"/>
                  </a:cxn>
                  <a:cxn ang="0">
                    <a:pos x="0" y="0"/>
                  </a:cxn>
                  <a:cxn ang="0">
                    <a:pos x="0" y="8"/>
                  </a:cxn>
                  <a:cxn ang="0">
                    <a:pos x="16" y="8"/>
                  </a:cxn>
                </a:cxnLst>
                <a:rect l="0" t="0" r="r" b="b"/>
                <a:pathLst>
                  <a:path w="187" h="16">
                    <a:moveTo>
                      <a:pt x="16" y="8"/>
                    </a:moveTo>
                    <a:lnTo>
                      <a:pt x="8" y="16"/>
                    </a:lnTo>
                    <a:lnTo>
                      <a:pt x="187" y="16"/>
                    </a:lnTo>
                    <a:lnTo>
                      <a:pt x="187" y="0"/>
                    </a:lnTo>
                    <a:lnTo>
                      <a:pt x="8" y="0"/>
                    </a:lnTo>
                    <a:lnTo>
                      <a:pt x="0" y="8"/>
                    </a:lnTo>
                    <a:lnTo>
                      <a:pt x="8" y="0"/>
                    </a:lnTo>
                    <a:lnTo>
                      <a:pt x="0" y="0"/>
                    </a:lnTo>
                    <a:lnTo>
                      <a:pt x="0" y="8"/>
                    </a:lnTo>
                    <a:lnTo>
                      <a:pt x="16"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608" name="Freeform 370"/>
              <p:cNvSpPr/>
              <p:nvPr/>
            </p:nvSpPr>
            <p:spPr bwMode="auto">
              <a:xfrm>
                <a:off x="4558" y="2826"/>
                <a:ext cx="13" cy="318"/>
              </a:xfrm>
              <a:custGeom>
                <a:avLst/>
                <a:gdLst/>
                <a:ahLst/>
                <a:cxnLst>
                  <a:cxn ang="0">
                    <a:pos x="8" y="304"/>
                  </a:cxn>
                  <a:cxn ang="0">
                    <a:pos x="16" y="312"/>
                  </a:cxn>
                  <a:cxn ang="0">
                    <a:pos x="16" y="0"/>
                  </a:cxn>
                  <a:cxn ang="0">
                    <a:pos x="0" y="0"/>
                  </a:cxn>
                  <a:cxn ang="0">
                    <a:pos x="0" y="312"/>
                  </a:cxn>
                  <a:cxn ang="0">
                    <a:pos x="8" y="320"/>
                  </a:cxn>
                  <a:cxn ang="0">
                    <a:pos x="0" y="312"/>
                  </a:cxn>
                  <a:cxn ang="0">
                    <a:pos x="0" y="320"/>
                  </a:cxn>
                  <a:cxn ang="0">
                    <a:pos x="8" y="320"/>
                  </a:cxn>
                  <a:cxn ang="0">
                    <a:pos x="8" y="304"/>
                  </a:cxn>
                </a:cxnLst>
                <a:rect l="0" t="0" r="r" b="b"/>
                <a:pathLst>
                  <a:path w="16" h="320">
                    <a:moveTo>
                      <a:pt x="8" y="304"/>
                    </a:moveTo>
                    <a:lnTo>
                      <a:pt x="16" y="312"/>
                    </a:lnTo>
                    <a:lnTo>
                      <a:pt x="16" y="0"/>
                    </a:lnTo>
                    <a:lnTo>
                      <a:pt x="0" y="0"/>
                    </a:lnTo>
                    <a:lnTo>
                      <a:pt x="0" y="312"/>
                    </a:lnTo>
                    <a:lnTo>
                      <a:pt x="8" y="320"/>
                    </a:lnTo>
                    <a:lnTo>
                      <a:pt x="0" y="312"/>
                    </a:lnTo>
                    <a:lnTo>
                      <a:pt x="0" y="320"/>
                    </a:lnTo>
                    <a:lnTo>
                      <a:pt x="8" y="320"/>
                    </a:lnTo>
                    <a:lnTo>
                      <a:pt x="8" y="304"/>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609" name="Freeform 371"/>
              <p:cNvSpPr/>
              <p:nvPr/>
            </p:nvSpPr>
            <p:spPr bwMode="auto">
              <a:xfrm>
                <a:off x="4565" y="3130"/>
                <a:ext cx="184" cy="14"/>
              </a:xfrm>
              <a:custGeom>
                <a:avLst/>
                <a:gdLst/>
                <a:ahLst/>
                <a:cxnLst>
                  <a:cxn ang="0">
                    <a:pos x="171" y="8"/>
                  </a:cxn>
                  <a:cxn ang="0">
                    <a:pos x="179" y="0"/>
                  </a:cxn>
                  <a:cxn ang="0">
                    <a:pos x="0" y="0"/>
                  </a:cxn>
                  <a:cxn ang="0">
                    <a:pos x="0" y="16"/>
                  </a:cxn>
                  <a:cxn ang="0">
                    <a:pos x="179" y="16"/>
                  </a:cxn>
                  <a:cxn ang="0">
                    <a:pos x="187" y="8"/>
                  </a:cxn>
                  <a:cxn ang="0">
                    <a:pos x="179" y="16"/>
                  </a:cxn>
                  <a:cxn ang="0">
                    <a:pos x="187" y="16"/>
                  </a:cxn>
                  <a:cxn ang="0">
                    <a:pos x="187" y="8"/>
                  </a:cxn>
                  <a:cxn ang="0">
                    <a:pos x="171" y="8"/>
                  </a:cxn>
                </a:cxnLst>
                <a:rect l="0" t="0" r="r" b="b"/>
                <a:pathLst>
                  <a:path w="187" h="16">
                    <a:moveTo>
                      <a:pt x="171" y="8"/>
                    </a:moveTo>
                    <a:lnTo>
                      <a:pt x="179" y="0"/>
                    </a:lnTo>
                    <a:lnTo>
                      <a:pt x="0" y="0"/>
                    </a:lnTo>
                    <a:lnTo>
                      <a:pt x="0" y="16"/>
                    </a:lnTo>
                    <a:lnTo>
                      <a:pt x="179" y="16"/>
                    </a:lnTo>
                    <a:lnTo>
                      <a:pt x="187" y="8"/>
                    </a:lnTo>
                    <a:lnTo>
                      <a:pt x="179" y="16"/>
                    </a:lnTo>
                    <a:lnTo>
                      <a:pt x="187" y="16"/>
                    </a:lnTo>
                    <a:lnTo>
                      <a:pt x="187" y="8"/>
                    </a:lnTo>
                    <a:lnTo>
                      <a:pt x="171"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610" name="Freeform 372"/>
              <p:cNvSpPr/>
              <p:nvPr/>
            </p:nvSpPr>
            <p:spPr bwMode="auto">
              <a:xfrm>
                <a:off x="4568" y="2916"/>
                <a:ext cx="174" cy="11"/>
              </a:xfrm>
              <a:custGeom>
                <a:avLst/>
                <a:gdLst/>
                <a:ahLst/>
                <a:cxnLst>
                  <a:cxn ang="0">
                    <a:pos x="176" y="8"/>
                  </a:cxn>
                  <a:cxn ang="0">
                    <a:pos x="176" y="0"/>
                  </a:cxn>
                  <a:cxn ang="0">
                    <a:pos x="0" y="0"/>
                  </a:cxn>
                  <a:cxn ang="0">
                    <a:pos x="0" y="16"/>
                  </a:cxn>
                  <a:cxn ang="0">
                    <a:pos x="176" y="16"/>
                  </a:cxn>
                  <a:cxn ang="0">
                    <a:pos x="176" y="8"/>
                  </a:cxn>
                </a:cxnLst>
                <a:rect l="0" t="0" r="r" b="b"/>
                <a:pathLst>
                  <a:path w="176" h="16">
                    <a:moveTo>
                      <a:pt x="176" y="8"/>
                    </a:moveTo>
                    <a:lnTo>
                      <a:pt x="176" y="0"/>
                    </a:lnTo>
                    <a:lnTo>
                      <a:pt x="0" y="0"/>
                    </a:lnTo>
                    <a:lnTo>
                      <a:pt x="0" y="16"/>
                    </a:lnTo>
                    <a:lnTo>
                      <a:pt x="176" y="16"/>
                    </a:lnTo>
                    <a:lnTo>
                      <a:pt x="176"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611" name="Freeform 373"/>
              <p:cNvSpPr/>
              <p:nvPr/>
            </p:nvSpPr>
            <p:spPr bwMode="auto">
              <a:xfrm>
                <a:off x="4568" y="3026"/>
                <a:ext cx="174" cy="18"/>
              </a:xfrm>
              <a:custGeom>
                <a:avLst/>
                <a:gdLst/>
                <a:ahLst/>
                <a:cxnLst>
                  <a:cxn ang="0">
                    <a:pos x="176" y="8"/>
                  </a:cxn>
                  <a:cxn ang="0">
                    <a:pos x="176" y="0"/>
                  </a:cxn>
                  <a:cxn ang="0">
                    <a:pos x="0" y="0"/>
                  </a:cxn>
                  <a:cxn ang="0">
                    <a:pos x="0" y="16"/>
                  </a:cxn>
                  <a:cxn ang="0">
                    <a:pos x="176" y="16"/>
                  </a:cxn>
                  <a:cxn ang="0">
                    <a:pos x="176" y="8"/>
                  </a:cxn>
                </a:cxnLst>
                <a:rect l="0" t="0" r="r" b="b"/>
                <a:pathLst>
                  <a:path w="176" h="16">
                    <a:moveTo>
                      <a:pt x="176" y="8"/>
                    </a:moveTo>
                    <a:lnTo>
                      <a:pt x="176" y="0"/>
                    </a:lnTo>
                    <a:lnTo>
                      <a:pt x="0" y="0"/>
                    </a:lnTo>
                    <a:lnTo>
                      <a:pt x="0" y="16"/>
                    </a:lnTo>
                    <a:lnTo>
                      <a:pt x="176" y="16"/>
                    </a:lnTo>
                    <a:lnTo>
                      <a:pt x="176"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612" name="Freeform 374"/>
              <p:cNvSpPr/>
              <p:nvPr/>
            </p:nvSpPr>
            <p:spPr bwMode="auto">
              <a:xfrm>
                <a:off x="4644" y="2837"/>
                <a:ext cx="16" cy="300"/>
              </a:xfrm>
              <a:custGeom>
                <a:avLst/>
                <a:gdLst/>
                <a:ahLst/>
                <a:cxnLst>
                  <a:cxn ang="0">
                    <a:pos x="7" y="302"/>
                  </a:cxn>
                  <a:cxn ang="0">
                    <a:pos x="15" y="302"/>
                  </a:cxn>
                  <a:cxn ang="0">
                    <a:pos x="15" y="0"/>
                  </a:cxn>
                  <a:cxn ang="0">
                    <a:pos x="0" y="0"/>
                  </a:cxn>
                  <a:cxn ang="0">
                    <a:pos x="0" y="302"/>
                  </a:cxn>
                  <a:cxn ang="0">
                    <a:pos x="7" y="302"/>
                  </a:cxn>
                </a:cxnLst>
                <a:rect l="0" t="0" r="r" b="b"/>
                <a:pathLst>
                  <a:path w="15" h="302">
                    <a:moveTo>
                      <a:pt x="7" y="302"/>
                    </a:moveTo>
                    <a:lnTo>
                      <a:pt x="15" y="302"/>
                    </a:lnTo>
                    <a:lnTo>
                      <a:pt x="15" y="0"/>
                    </a:lnTo>
                    <a:lnTo>
                      <a:pt x="0" y="0"/>
                    </a:lnTo>
                    <a:lnTo>
                      <a:pt x="0" y="302"/>
                    </a:lnTo>
                    <a:lnTo>
                      <a:pt x="7" y="302"/>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613" name="Freeform 375"/>
              <p:cNvSpPr/>
              <p:nvPr/>
            </p:nvSpPr>
            <p:spPr bwMode="auto">
              <a:xfrm>
                <a:off x="5240" y="2819"/>
                <a:ext cx="16" cy="318"/>
              </a:xfrm>
              <a:custGeom>
                <a:avLst/>
                <a:gdLst/>
                <a:ahLst/>
                <a:cxnLst>
                  <a:cxn ang="0">
                    <a:pos x="8" y="16"/>
                  </a:cxn>
                  <a:cxn ang="0">
                    <a:pos x="0" y="8"/>
                  </a:cxn>
                  <a:cxn ang="0">
                    <a:pos x="0" y="320"/>
                  </a:cxn>
                  <a:cxn ang="0">
                    <a:pos x="16" y="320"/>
                  </a:cxn>
                  <a:cxn ang="0">
                    <a:pos x="16" y="8"/>
                  </a:cxn>
                  <a:cxn ang="0">
                    <a:pos x="8" y="0"/>
                  </a:cxn>
                  <a:cxn ang="0">
                    <a:pos x="16" y="8"/>
                  </a:cxn>
                  <a:cxn ang="0">
                    <a:pos x="16" y="0"/>
                  </a:cxn>
                  <a:cxn ang="0">
                    <a:pos x="8" y="0"/>
                  </a:cxn>
                  <a:cxn ang="0">
                    <a:pos x="8" y="16"/>
                  </a:cxn>
                </a:cxnLst>
                <a:rect l="0" t="0" r="r" b="b"/>
                <a:pathLst>
                  <a:path w="16" h="320">
                    <a:moveTo>
                      <a:pt x="8" y="16"/>
                    </a:moveTo>
                    <a:lnTo>
                      <a:pt x="0" y="8"/>
                    </a:lnTo>
                    <a:lnTo>
                      <a:pt x="0" y="320"/>
                    </a:lnTo>
                    <a:lnTo>
                      <a:pt x="16" y="320"/>
                    </a:lnTo>
                    <a:lnTo>
                      <a:pt x="16" y="8"/>
                    </a:lnTo>
                    <a:lnTo>
                      <a:pt x="8" y="0"/>
                    </a:lnTo>
                    <a:lnTo>
                      <a:pt x="16" y="8"/>
                    </a:lnTo>
                    <a:lnTo>
                      <a:pt x="16" y="0"/>
                    </a:lnTo>
                    <a:lnTo>
                      <a:pt x="8" y="0"/>
                    </a:lnTo>
                    <a:lnTo>
                      <a:pt x="8" y="16"/>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614" name="Freeform 376"/>
              <p:cNvSpPr/>
              <p:nvPr/>
            </p:nvSpPr>
            <p:spPr bwMode="auto">
              <a:xfrm>
                <a:off x="5059" y="2819"/>
                <a:ext cx="187" cy="21"/>
              </a:xfrm>
              <a:custGeom>
                <a:avLst/>
                <a:gdLst/>
                <a:ahLst/>
                <a:cxnLst>
                  <a:cxn ang="0">
                    <a:pos x="16" y="8"/>
                  </a:cxn>
                  <a:cxn ang="0">
                    <a:pos x="8" y="16"/>
                  </a:cxn>
                  <a:cxn ang="0">
                    <a:pos x="187" y="16"/>
                  </a:cxn>
                  <a:cxn ang="0">
                    <a:pos x="187" y="0"/>
                  </a:cxn>
                  <a:cxn ang="0">
                    <a:pos x="8" y="0"/>
                  </a:cxn>
                  <a:cxn ang="0">
                    <a:pos x="0" y="8"/>
                  </a:cxn>
                  <a:cxn ang="0">
                    <a:pos x="8" y="0"/>
                  </a:cxn>
                  <a:cxn ang="0">
                    <a:pos x="0" y="0"/>
                  </a:cxn>
                  <a:cxn ang="0">
                    <a:pos x="0" y="8"/>
                  </a:cxn>
                  <a:cxn ang="0">
                    <a:pos x="16" y="8"/>
                  </a:cxn>
                </a:cxnLst>
                <a:rect l="0" t="0" r="r" b="b"/>
                <a:pathLst>
                  <a:path w="187" h="16">
                    <a:moveTo>
                      <a:pt x="16" y="8"/>
                    </a:moveTo>
                    <a:lnTo>
                      <a:pt x="8" y="16"/>
                    </a:lnTo>
                    <a:lnTo>
                      <a:pt x="187" y="16"/>
                    </a:lnTo>
                    <a:lnTo>
                      <a:pt x="187" y="0"/>
                    </a:lnTo>
                    <a:lnTo>
                      <a:pt x="8" y="0"/>
                    </a:lnTo>
                    <a:lnTo>
                      <a:pt x="0" y="8"/>
                    </a:lnTo>
                    <a:lnTo>
                      <a:pt x="8" y="0"/>
                    </a:lnTo>
                    <a:lnTo>
                      <a:pt x="0" y="0"/>
                    </a:lnTo>
                    <a:lnTo>
                      <a:pt x="0" y="8"/>
                    </a:lnTo>
                    <a:lnTo>
                      <a:pt x="16"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615" name="Freeform 377"/>
              <p:cNvSpPr/>
              <p:nvPr/>
            </p:nvSpPr>
            <p:spPr bwMode="auto">
              <a:xfrm>
                <a:off x="5059" y="2826"/>
                <a:ext cx="16" cy="318"/>
              </a:xfrm>
              <a:custGeom>
                <a:avLst/>
                <a:gdLst/>
                <a:ahLst/>
                <a:cxnLst>
                  <a:cxn ang="0">
                    <a:pos x="8" y="304"/>
                  </a:cxn>
                  <a:cxn ang="0">
                    <a:pos x="16" y="312"/>
                  </a:cxn>
                  <a:cxn ang="0">
                    <a:pos x="16" y="0"/>
                  </a:cxn>
                  <a:cxn ang="0">
                    <a:pos x="0" y="0"/>
                  </a:cxn>
                  <a:cxn ang="0">
                    <a:pos x="0" y="312"/>
                  </a:cxn>
                  <a:cxn ang="0">
                    <a:pos x="8" y="320"/>
                  </a:cxn>
                  <a:cxn ang="0">
                    <a:pos x="0" y="312"/>
                  </a:cxn>
                  <a:cxn ang="0">
                    <a:pos x="0" y="320"/>
                  </a:cxn>
                  <a:cxn ang="0">
                    <a:pos x="8" y="320"/>
                  </a:cxn>
                  <a:cxn ang="0">
                    <a:pos x="8" y="304"/>
                  </a:cxn>
                </a:cxnLst>
                <a:rect l="0" t="0" r="r" b="b"/>
                <a:pathLst>
                  <a:path w="16" h="320">
                    <a:moveTo>
                      <a:pt x="8" y="304"/>
                    </a:moveTo>
                    <a:lnTo>
                      <a:pt x="16" y="312"/>
                    </a:lnTo>
                    <a:lnTo>
                      <a:pt x="16" y="0"/>
                    </a:lnTo>
                    <a:lnTo>
                      <a:pt x="0" y="0"/>
                    </a:lnTo>
                    <a:lnTo>
                      <a:pt x="0" y="312"/>
                    </a:lnTo>
                    <a:lnTo>
                      <a:pt x="8" y="320"/>
                    </a:lnTo>
                    <a:lnTo>
                      <a:pt x="0" y="312"/>
                    </a:lnTo>
                    <a:lnTo>
                      <a:pt x="0" y="320"/>
                    </a:lnTo>
                    <a:lnTo>
                      <a:pt x="8" y="320"/>
                    </a:lnTo>
                    <a:lnTo>
                      <a:pt x="8" y="304"/>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616" name="Freeform 378"/>
              <p:cNvSpPr/>
              <p:nvPr/>
            </p:nvSpPr>
            <p:spPr bwMode="auto">
              <a:xfrm>
                <a:off x="5069" y="3130"/>
                <a:ext cx="187" cy="14"/>
              </a:xfrm>
              <a:custGeom>
                <a:avLst/>
                <a:gdLst/>
                <a:ahLst/>
                <a:cxnLst>
                  <a:cxn ang="0">
                    <a:pos x="171" y="8"/>
                  </a:cxn>
                  <a:cxn ang="0">
                    <a:pos x="179" y="0"/>
                  </a:cxn>
                  <a:cxn ang="0">
                    <a:pos x="0" y="0"/>
                  </a:cxn>
                  <a:cxn ang="0">
                    <a:pos x="0" y="16"/>
                  </a:cxn>
                  <a:cxn ang="0">
                    <a:pos x="179" y="16"/>
                  </a:cxn>
                  <a:cxn ang="0">
                    <a:pos x="187" y="8"/>
                  </a:cxn>
                  <a:cxn ang="0">
                    <a:pos x="179" y="16"/>
                  </a:cxn>
                  <a:cxn ang="0">
                    <a:pos x="187" y="16"/>
                  </a:cxn>
                  <a:cxn ang="0">
                    <a:pos x="187" y="8"/>
                  </a:cxn>
                  <a:cxn ang="0">
                    <a:pos x="171" y="8"/>
                  </a:cxn>
                </a:cxnLst>
                <a:rect l="0" t="0" r="r" b="b"/>
                <a:pathLst>
                  <a:path w="187" h="16">
                    <a:moveTo>
                      <a:pt x="171" y="8"/>
                    </a:moveTo>
                    <a:lnTo>
                      <a:pt x="179" y="0"/>
                    </a:lnTo>
                    <a:lnTo>
                      <a:pt x="0" y="0"/>
                    </a:lnTo>
                    <a:lnTo>
                      <a:pt x="0" y="16"/>
                    </a:lnTo>
                    <a:lnTo>
                      <a:pt x="179" y="16"/>
                    </a:lnTo>
                    <a:lnTo>
                      <a:pt x="187" y="8"/>
                    </a:lnTo>
                    <a:lnTo>
                      <a:pt x="179" y="16"/>
                    </a:lnTo>
                    <a:lnTo>
                      <a:pt x="187" y="16"/>
                    </a:lnTo>
                    <a:lnTo>
                      <a:pt x="187" y="8"/>
                    </a:lnTo>
                    <a:lnTo>
                      <a:pt x="171"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617" name="Freeform 379"/>
              <p:cNvSpPr/>
              <p:nvPr/>
            </p:nvSpPr>
            <p:spPr bwMode="auto">
              <a:xfrm>
                <a:off x="5069" y="2916"/>
                <a:ext cx="174" cy="11"/>
              </a:xfrm>
              <a:custGeom>
                <a:avLst/>
                <a:gdLst/>
                <a:ahLst/>
                <a:cxnLst>
                  <a:cxn ang="0">
                    <a:pos x="175" y="8"/>
                  </a:cxn>
                  <a:cxn ang="0">
                    <a:pos x="175" y="0"/>
                  </a:cxn>
                  <a:cxn ang="0">
                    <a:pos x="0" y="0"/>
                  </a:cxn>
                  <a:cxn ang="0">
                    <a:pos x="0" y="16"/>
                  </a:cxn>
                  <a:cxn ang="0">
                    <a:pos x="175" y="16"/>
                  </a:cxn>
                  <a:cxn ang="0">
                    <a:pos x="175" y="8"/>
                  </a:cxn>
                </a:cxnLst>
                <a:rect l="0" t="0" r="r" b="b"/>
                <a:pathLst>
                  <a:path w="175" h="16">
                    <a:moveTo>
                      <a:pt x="175" y="8"/>
                    </a:moveTo>
                    <a:lnTo>
                      <a:pt x="175" y="0"/>
                    </a:lnTo>
                    <a:lnTo>
                      <a:pt x="0" y="0"/>
                    </a:lnTo>
                    <a:lnTo>
                      <a:pt x="0" y="16"/>
                    </a:lnTo>
                    <a:lnTo>
                      <a:pt x="175" y="16"/>
                    </a:lnTo>
                    <a:lnTo>
                      <a:pt x="175"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618" name="Freeform 380"/>
              <p:cNvSpPr/>
              <p:nvPr/>
            </p:nvSpPr>
            <p:spPr bwMode="auto">
              <a:xfrm>
                <a:off x="5069" y="3026"/>
                <a:ext cx="174" cy="18"/>
              </a:xfrm>
              <a:custGeom>
                <a:avLst/>
                <a:gdLst/>
                <a:ahLst/>
                <a:cxnLst>
                  <a:cxn ang="0">
                    <a:pos x="175" y="8"/>
                  </a:cxn>
                  <a:cxn ang="0">
                    <a:pos x="175" y="0"/>
                  </a:cxn>
                  <a:cxn ang="0">
                    <a:pos x="0" y="0"/>
                  </a:cxn>
                  <a:cxn ang="0">
                    <a:pos x="0" y="16"/>
                  </a:cxn>
                  <a:cxn ang="0">
                    <a:pos x="175" y="16"/>
                  </a:cxn>
                  <a:cxn ang="0">
                    <a:pos x="175" y="8"/>
                  </a:cxn>
                </a:cxnLst>
                <a:rect l="0" t="0" r="r" b="b"/>
                <a:pathLst>
                  <a:path w="175" h="16">
                    <a:moveTo>
                      <a:pt x="175" y="8"/>
                    </a:moveTo>
                    <a:lnTo>
                      <a:pt x="175" y="0"/>
                    </a:lnTo>
                    <a:lnTo>
                      <a:pt x="0" y="0"/>
                    </a:lnTo>
                    <a:lnTo>
                      <a:pt x="0" y="16"/>
                    </a:lnTo>
                    <a:lnTo>
                      <a:pt x="175" y="16"/>
                    </a:lnTo>
                    <a:lnTo>
                      <a:pt x="175"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619" name="Freeform 381"/>
              <p:cNvSpPr/>
              <p:nvPr/>
            </p:nvSpPr>
            <p:spPr bwMode="auto">
              <a:xfrm>
                <a:off x="5148" y="2837"/>
                <a:ext cx="13" cy="300"/>
              </a:xfrm>
              <a:custGeom>
                <a:avLst/>
                <a:gdLst/>
                <a:ahLst/>
                <a:cxnLst>
                  <a:cxn ang="0">
                    <a:pos x="8" y="302"/>
                  </a:cxn>
                  <a:cxn ang="0">
                    <a:pos x="16" y="302"/>
                  </a:cxn>
                  <a:cxn ang="0">
                    <a:pos x="16" y="0"/>
                  </a:cxn>
                  <a:cxn ang="0">
                    <a:pos x="0" y="0"/>
                  </a:cxn>
                  <a:cxn ang="0">
                    <a:pos x="0" y="302"/>
                  </a:cxn>
                  <a:cxn ang="0">
                    <a:pos x="8" y="302"/>
                  </a:cxn>
                </a:cxnLst>
                <a:rect l="0" t="0" r="r" b="b"/>
                <a:pathLst>
                  <a:path w="16" h="302">
                    <a:moveTo>
                      <a:pt x="8" y="302"/>
                    </a:moveTo>
                    <a:lnTo>
                      <a:pt x="16" y="302"/>
                    </a:lnTo>
                    <a:lnTo>
                      <a:pt x="16" y="0"/>
                    </a:lnTo>
                    <a:lnTo>
                      <a:pt x="0" y="0"/>
                    </a:lnTo>
                    <a:lnTo>
                      <a:pt x="0" y="302"/>
                    </a:lnTo>
                    <a:lnTo>
                      <a:pt x="8" y="302"/>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620" name="Freeform 382"/>
              <p:cNvSpPr/>
              <p:nvPr/>
            </p:nvSpPr>
            <p:spPr bwMode="auto">
              <a:xfrm>
                <a:off x="4850" y="2237"/>
                <a:ext cx="101" cy="111"/>
              </a:xfrm>
              <a:custGeom>
                <a:avLst/>
                <a:gdLst/>
                <a:ahLst/>
                <a:cxnLst>
                  <a:cxn ang="0">
                    <a:pos x="59" y="112"/>
                  </a:cxn>
                  <a:cxn ang="0">
                    <a:pos x="76" y="112"/>
                  </a:cxn>
                  <a:cxn ang="0">
                    <a:pos x="89" y="109"/>
                  </a:cxn>
                  <a:cxn ang="0">
                    <a:pos x="99" y="107"/>
                  </a:cxn>
                  <a:cxn ang="0">
                    <a:pos x="102" y="104"/>
                  </a:cxn>
                  <a:cxn ang="0">
                    <a:pos x="103" y="103"/>
                  </a:cxn>
                  <a:cxn ang="0">
                    <a:pos x="103" y="98"/>
                  </a:cxn>
                  <a:cxn ang="0">
                    <a:pos x="100" y="88"/>
                  </a:cxn>
                  <a:cxn ang="0">
                    <a:pos x="97" y="79"/>
                  </a:cxn>
                  <a:cxn ang="0">
                    <a:pos x="95" y="73"/>
                  </a:cxn>
                  <a:cxn ang="0">
                    <a:pos x="95" y="68"/>
                  </a:cxn>
                  <a:cxn ang="0">
                    <a:pos x="94" y="66"/>
                  </a:cxn>
                  <a:cxn ang="0">
                    <a:pos x="92" y="60"/>
                  </a:cxn>
                  <a:cxn ang="0">
                    <a:pos x="91" y="50"/>
                  </a:cxn>
                  <a:cxn ang="0">
                    <a:pos x="91" y="42"/>
                  </a:cxn>
                  <a:cxn ang="0">
                    <a:pos x="91" y="41"/>
                  </a:cxn>
                  <a:cxn ang="0">
                    <a:pos x="89" y="33"/>
                  </a:cxn>
                  <a:cxn ang="0">
                    <a:pos x="89" y="22"/>
                  </a:cxn>
                  <a:cxn ang="0">
                    <a:pos x="87" y="9"/>
                  </a:cxn>
                  <a:cxn ang="0">
                    <a:pos x="75" y="1"/>
                  </a:cxn>
                  <a:cxn ang="0">
                    <a:pos x="59" y="0"/>
                  </a:cxn>
                  <a:cxn ang="0">
                    <a:pos x="45" y="3"/>
                  </a:cxn>
                  <a:cxn ang="0">
                    <a:pos x="38" y="14"/>
                  </a:cxn>
                  <a:cxn ang="0">
                    <a:pos x="34" y="25"/>
                  </a:cxn>
                  <a:cxn ang="0">
                    <a:pos x="30" y="31"/>
                  </a:cxn>
                  <a:cxn ang="0">
                    <a:pos x="30" y="33"/>
                  </a:cxn>
                  <a:cxn ang="0">
                    <a:pos x="27" y="39"/>
                  </a:cxn>
                  <a:cxn ang="0">
                    <a:pos x="23" y="49"/>
                  </a:cxn>
                  <a:cxn ang="0">
                    <a:pos x="19" y="54"/>
                  </a:cxn>
                  <a:cxn ang="0">
                    <a:pos x="19" y="55"/>
                  </a:cxn>
                  <a:cxn ang="0">
                    <a:pos x="16" y="58"/>
                  </a:cxn>
                  <a:cxn ang="0">
                    <a:pos x="11" y="63"/>
                  </a:cxn>
                  <a:cxn ang="0">
                    <a:pos x="5" y="73"/>
                  </a:cxn>
                  <a:cxn ang="0">
                    <a:pos x="0" y="82"/>
                  </a:cxn>
                  <a:cxn ang="0">
                    <a:pos x="0" y="87"/>
                  </a:cxn>
                  <a:cxn ang="0">
                    <a:pos x="0" y="88"/>
                  </a:cxn>
                  <a:cxn ang="0">
                    <a:pos x="7" y="93"/>
                  </a:cxn>
                  <a:cxn ang="0">
                    <a:pos x="29" y="106"/>
                  </a:cxn>
                </a:cxnLst>
                <a:rect l="0" t="0" r="r" b="b"/>
                <a:pathLst>
                  <a:path w="103" h="112">
                    <a:moveTo>
                      <a:pt x="48" y="110"/>
                    </a:moveTo>
                    <a:lnTo>
                      <a:pt x="59" y="112"/>
                    </a:lnTo>
                    <a:lnTo>
                      <a:pt x="68" y="112"/>
                    </a:lnTo>
                    <a:lnTo>
                      <a:pt x="76" y="112"/>
                    </a:lnTo>
                    <a:lnTo>
                      <a:pt x="84" y="110"/>
                    </a:lnTo>
                    <a:lnTo>
                      <a:pt x="89" y="109"/>
                    </a:lnTo>
                    <a:lnTo>
                      <a:pt x="94" y="107"/>
                    </a:lnTo>
                    <a:lnTo>
                      <a:pt x="99" y="107"/>
                    </a:lnTo>
                    <a:lnTo>
                      <a:pt x="100" y="106"/>
                    </a:lnTo>
                    <a:lnTo>
                      <a:pt x="102" y="104"/>
                    </a:lnTo>
                    <a:lnTo>
                      <a:pt x="102" y="103"/>
                    </a:lnTo>
                    <a:lnTo>
                      <a:pt x="103" y="103"/>
                    </a:lnTo>
                    <a:lnTo>
                      <a:pt x="103" y="101"/>
                    </a:lnTo>
                    <a:lnTo>
                      <a:pt x="103" y="98"/>
                    </a:lnTo>
                    <a:lnTo>
                      <a:pt x="103" y="93"/>
                    </a:lnTo>
                    <a:lnTo>
                      <a:pt x="100" y="88"/>
                    </a:lnTo>
                    <a:lnTo>
                      <a:pt x="99" y="82"/>
                    </a:lnTo>
                    <a:lnTo>
                      <a:pt x="97" y="79"/>
                    </a:lnTo>
                    <a:lnTo>
                      <a:pt x="97" y="76"/>
                    </a:lnTo>
                    <a:lnTo>
                      <a:pt x="95" y="73"/>
                    </a:lnTo>
                    <a:lnTo>
                      <a:pt x="95" y="69"/>
                    </a:lnTo>
                    <a:lnTo>
                      <a:pt x="95" y="68"/>
                    </a:lnTo>
                    <a:lnTo>
                      <a:pt x="95" y="68"/>
                    </a:lnTo>
                    <a:lnTo>
                      <a:pt x="94" y="66"/>
                    </a:lnTo>
                    <a:lnTo>
                      <a:pt x="94" y="66"/>
                    </a:lnTo>
                    <a:lnTo>
                      <a:pt x="92" y="60"/>
                    </a:lnTo>
                    <a:lnTo>
                      <a:pt x="92" y="55"/>
                    </a:lnTo>
                    <a:lnTo>
                      <a:pt x="91" y="50"/>
                    </a:lnTo>
                    <a:lnTo>
                      <a:pt x="91" y="44"/>
                    </a:lnTo>
                    <a:lnTo>
                      <a:pt x="91" y="42"/>
                    </a:lnTo>
                    <a:lnTo>
                      <a:pt x="91" y="42"/>
                    </a:lnTo>
                    <a:lnTo>
                      <a:pt x="91" y="41"/>
                    </a:lnTo>
                    <a:lnTo>
                      <a:pt x="91" y="41"/>
                    </a:lnTo>
                    <a:lnTo>
                      <a:pt x="89" y="33"/>
                    </a:lnTo>
                    <a:lnTo>
                      <a:pt x="89" y="27"/>
                    </a:lnTo>
                    <a:lnTo>
                      <a:pt x="89" y="22"/>
                    </a:lnTo>
                    <a:lnTo>
                      <a:pt x="89" y="17"/>
                    </a:lnTo>
                    <a:lnTo>
                      <a:pt x="87" y="9"/>
                    </a:lnTo>
                    <a:lnTo>
                      <a:pt x="83" y="5"/>
                    </a:lnTo>
                    <a:lnTo>
                      <a:pt x="75" y="1"/>
                    </a:lnTo>
                    <a:lnTo>
                      <a:pt x="67" y="0"/>
                    </a:lnTo>
                    <a:lnTo>
                      <a:pt x="59" y="0"/>
                    </a:lnTo>
                    <a:lnTo>
                      <a:pt x="51" y="0"/>
                    </a:lnTo>
                    <a:lnTo>
                      <a:pt x="45" y="3"/>
                    </a:lnTo>
                    <a:lnTo>
                      <a:pt x="40" y="9"/>
                    </a:lnTo>
                    <a:lnTo>
                      <a:pt x="38" y="14"/>
                    </a:lnTo>
                    <a:lnTo>
                      <a:pt x="37" y="19"/>
                    </a:lnTo>
                    <a:lnTo>
                      <a:pt x="34" y="25"/>
                    </a:lnTo>
                    <a:lnTo>
                      <a:pt x="30" y="31"/>
                    </a:lnTo>
                    <a:lnTo>
                      <a:pt x="30" y="31"/>
                    </a:lnTo>
                    <a:lnTo>
                      <a:pt x="30" y="33"/>
                    </a:lnTo>
                    <a:lnTo>
                      <a:pt x="30" y="33"/>
                    </a:lnTo>
                    <a:lnTo>
                      <a:pt x="30" y="35"/>
                    </a:lnTo>
                    <a:lnTo>
                      <a:pt x="27" y="39"/>
                    </a:lnTo>
                    <a:lnTo>
                      <a:pt x="26" y="44"/>
                    </a:lnTo>
                    <a:lnTo>
                      <a:pt x="23" y="49"/>
                    </a:lnTo>
                    <a:lnTo>
                      <a:pt x="19" y="54"/>
                    </a:lnTo>
                    <a:lnTo>
                      <a:pt x="19" y="54"/>
                    </a:lnTo>
                    <a:lnTo>
                      <a:pt x="19" y="54"/>
                    </a:lnTo>
                    <a:lnTo>
                      <a:pt x="19" y="55"/>
                    </a:lnTo>
                    <a:lnTo>
                      <a:pt x="18" y="55"/>
                    </a:lnTo>
                    <a:lnTo>
                      <a:pt x="16" y="58"/>
                    </a:lnTo>
                    <a:lnTo>
                      <a:pt x="15" y="61"/>
                    </a:lnTo>
                    <a:lnTo>
                      <a:pt x="11" y="63"/>
                    </a:lnTo>
                    <a:lnTo>
                      <a:pt x="10" y="66"/>
                    </a:lnTo>
                    <a:lnTo>
                      <a:pt x="5" y="73"/>
                    </a:lnTo>
                    <a:lnTo>
                      <a:pt x="2" y="77"/>
                    </a:lnTo>
                    <a:lnTo>
                      <a:pt x="0" y="82"/>
                    </a:lnTo>
                    <a:lnTo>
                      <a:pt x="0" y="85"/>
                    </a:lnTo>
                    <a:lnTo>
                      <a:pt x="0" y="87"/>
                    </a:lnTo>
                    <a:lnTo>
                      <a:pt x="0" y="87"/>
                    </a:lnTo>
                    <a:lnTo>
                      <a:pt x="0" y="88"/>
                    </a:lnTo>
                    <a:lnTo>
                      <a:pt x="2" y="88"/>
                    </a:lnTo>
                    <a:lnTo>
                      <a:pt x="7" y="93"/>
                    </a:lnTo>
                    <a:lnTo>
                      <a:pt x="15" y="99"/>
                    </a:lnTo>
                    <a:lnTo>
                      <a:pt x="29" y="106"/>
                    </a:lnTo>
                    <a:lnTo>
                      <a:pt x="48" y="110"/>
                    </a:lnTo>
                    <a:close/>
                  </a:path>
                </a:pathLst>
              </a:custGeom>
              <a:solidFill>
                <a:srgbClr val="000000"/>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621" name="Freeform 383"/>
              <p:cNvSpPr/>
              <p:nvPr/>
            </p:nvSpPr>
            <p:spPr bwMode="auto">
              <a:xfrm>
                <a:off x="4850" y="2316"/>
                <a:ext cx="101" cy="29"/>
              </a:xfrm>
              <a:custGeom>
                <a:avLst/>
                <a:gdLst/>
                <a:ahLst/>
                <a:cxnLst>
                  <a:cxn ang="0">
                    <a:pos x="40" y="3"/>
                  </a:cxn>
                  <a:cxn ang="0">
                    <a:pos x="49" y="5"/>
                  </a:cxn>
                  <a:cxn ang="0">
                    <a:pos x="59" y="6"/>
                  </a:cxn>
                  <a:cxn ang="0">
                    <a:pos x="67" y="8"/>
                  </a:cxn>
                  <a:cxn ang="0">
                    <a:pos x="75" y="11"/>
                  </a:cxn>
                  <a:cxn ang="0">
                    <a:pos x="83" y="14"/>
                  </a:cxn>
                  <a:cxn ang="0">
                    <a:pos x="89" y="17"/>
                  </a:cxn>
                  <a:cxn ang="0">
                    <a:pos x="95" y="22"/>
                  </a:cxn>
                  <a:cxn ang="0">
                    <a:pos x="100" y="27"/>
                  </a:cxn>
                  <a:cxn ang="0">
                    <a:pos x="102" y="25"/>
                  </a:cxn>
                  <a:cxn ang="0">
                    <a:pos x="102" y="24"/>
                  </a:cxn>
                  <a:cxn ang="0">
                    <a:pos x="103" y="24"/>
                  </a:cxn>
                  <a:cxn ang="0">
                    <a:pos x="103" y="22"/>
                  </a:cxn>
                  <a:cxn ang="0">
                    <a:pos x="94" y="14"/>
                  </a:cxn>
                  <a:cxn ang="0">
                    <a:pos x="81" y="9"/>
                  </a:cxn>
                  <a:cxn ang="0">
                    <a:pos x="68" y="5"/>
                  </a:cxn>
                  <a:cxn ang="0">
                    <a:pos x="53" y="1"/>
                  </a:cxn>
                  <a:cxn ang="0">
                    <a:pos x="38" y="0"/>
                  </a:cxn>
                  <a:cxn ang="0">
                    <a:pos x="24" y="0"/>
                  </a:cxn>
                  <a:cxn ang="0">
                    <a:pos x="11" y="1"/>
                  </a:cxn>
                  <a:cxn ang="0">
                    <a:pos x="0" y="6"/>
                  </a:cxn>
                  <a:cxn ang="0">
                    <a:pos x="0" y="8"/>
                  </a:cxn>
                  <a:cxn ang="0">
                    <a:pos x="0" y="8"/>
                  </a:cxn>
                  <a:cxn ang="0">
                    <a:pos x="0" y="9"/>
                  </a:cxn>
                  <a:cxn ang="0">
                    <a:pos x="2" y="9"/>
                  </a:cxn>
                  <a:cxn ang="0">
                    <a:pos x="10" y="6"/>
                  </a:cxn>
                  <a:cxn ang="0">
                    <a:pos x="18" y="5"/>
                  </a:cxn>
                  <a:cxn ang="0">
                    <a:pos x="27" y="3"/>
                  </a:cxn>
                  <a:cxn ang="0">
                    <a:pos x="37" y="3"/>
                  </a:cxn>
                  <a:cxn ang="0">
                    <a:pos x="35" y="5"/>
                  </a:cxn>
                  <a:cxn ang="0">
                    <a:pos x="35" y="6"/>
                  </a:cxn>
                  <a:cxn ang="0">
                    <a:pos x="35" y="8"/>
                  </a:cxn>
                  <a:cxn ang="0">
                    <a:pos x="34" y="9"/>
                  </a:cxn>
                  <a:cxn ang="0">
                    <a:pos x="30" y="9"/>
                  </a:cxn>
                  <a:cxn ang="0">
                    <a:pos x="27" y="11"/>
                  </a:cxn>
                  <a:cxn ang="0">
                    <a:pos x="26" y="14"/>
                  </a:cxn>
                  <a:cxn ang="0">
                    <a:pos x="24" y="16"/>
                  </a:cxn>
                  <a:cxn ang="0">
                    <a:pos x="24" y="17"/>
                  </a:cxn>
                  <a:cxn ang="0">
                    <a:pos x="24" y="20"/>
                  </a:cxn>
                  <a:cxn ang="0">
                    <a:pos x="24" y="24"/>
                  </a:cxn>
                  <a:cxn ang="0">
                    <a:pos x="26" y="27"/>
                  </a:cxn>
                  <a:cxn ang="0">
                    <a:pos x="27" y="27"/>
                  </a:cxn>
                  <a:cxn ang="0">
                    <a:pos x="27" y="27"/>
                  </a:cxn>
                  <a:cxn ang="0">
                    <a:pos x="27" y="27"/>
                  </a:cxn>
                  <a:cxn ang="0">
                    <a:pos x="29" y="27"/>
                  </a:cxn>
                  <a:cxn ang="0">
                    <a:pos x="29" y="28"/>
                  </a:cxn>
                  <a:cxn ang="0">
                    <a:pos x="30" y="28"/>
                  </a:cxn>
                  <a:cxn ang="0">
                    <a:pos x="30" y="28"/>
                  </a:cxn>
                  <a:cxn ang="0">
                    <a:pos x="32" y="28"/>
                  </a:cxn>
                  <a:cxn ang="0">
                    <a:pos x="35" y="28"/>
                  </a:cxn>
                  <a:cxn ang="0">
                    <a:pos x="38" y="25"/>
                  </a:cxn>
                  <a:cxn ang="0">
                    <a:pos x="40" y="24"/>
                  </a:cxn>
                  <a:cxn ang="0">
                    <a:pos x="40" y="22"/>
                  </a:cxn>
                  <a:cxn ang="0">
                    <a:pos x="42" y="19"/>
                  </a:cxn>
                  <a:cxn ang="0">
                    <a:pos x="42" y="16"/>
                  </a:cxn>
                  <a:cxn ang="0">
                    <a:pos x="40" y="12"/>
                  </a:cxn>
                  <a:cxn ang="0">
                    <a:pos x="37" y="11"/>
                  </a:cxn>
                  <a:cxn ang="0">
                    <a:pos x="38" y="9"/>
                  </a:cxn>
                  <a:cxn ang="0">
                    <a:pos x="38" y="6"/>
                  </a:cxn>
                  <a:cxn ang="0">
                    <a:pos x="38" y="5"/>
                  </a:cxn>
                  <a:cxn ang="0">
                    <a:pos x="40" y="3"/>
                  </a:cxn>
                </a:cxnLst>
                <a:rect l="0" t="0" r="r" b="b"/>
                <a:pathLst>
                  <a:path w="103" h="28">
                    <a:moveTo>
                      <a:pt x="40" y="3"/>
                    </a:moveTo>
                    <a:lnTo>
                      <a:pt x="49" y="5"/>
                    </a:lnTo>
                    <a:lnTo>
                      <a:pt x="59" y="6"/>
                    </a:lnTo>
                    <a:lnTo>
                      <a:pt x="67" y="8"/>
                    </a:lnTo>
                    <a:lnTo>
                      <a:pt x="75" y="11"/>
                    </a:lnTo>
                    <a:lnTo>
                      <a:pt x="83" y="14"/>
                    </a:lnTo>
                    <a:lnTo>
                      <a:pt x="89" y="17"/>
                    </a:lnTo>
                    <a:lnTo>
                      <a:pt x="95" y="22"/>
                    </a:lnTo>
                    <a:lnTo>
                      <a:pt x="100" y="27"/>
                    </a:lnTo>
                    <a:lnTo>
                      <a:pt x="102" y="25"/>
                    </a:lnTo>
                    <a:lnTo>
                      <a:pt x="102" y="24"/>
                    </a:lnTo>
                    <a:lnTo>
                      <a:pt x="103" y="24"/>
                    </a:lnTo>
                    <a:lnTo>
                      <a:pt x="103" y="22"/>
                    </a:lnTo>
                    <a:lnTo>
                      <a:pt x="94" y="14"/>
                    </a:lnTo>
                    <a:lnTo>
                      <a:pt x="81" y="9"/>
                    </a:lnTo>
                    <a:lnTo>
                      <a:pt x="68" y="5"/>
                    </a:lnTo>
                    <a:lnTo>
                      <a:pt x="53" y="1"/>
                    </a:lnTo>
                    <a:lnTo>
                      <a:pt x="38" y="0"/>
                    </a:lnTo>
                    <a:lnTo>
                      <a:pt x="24" y="0"/>
                    </a:lnTo>
                    <a:lnTo>
                      <a:pt x="11" y="1"/>
                    </a:lnTo>
                    <a:lnTo>
                      <a:pt x="0" y="6"/>
                    </a:lnTo>
                    <a:lnTo>
                      <a:pt x="0" y="8"/>
                    </a:lnTo>
                    <a:lnTo>
                      <a:pt x="0" y="8"/>
                    </a:lnTo>
                    <a:lnTo>
                      <a:pt x="0" y="9"/>
                    </a:lnTo>
                    <a:lnTo>
                      <a:pt x="2" y="9"/>
                    </a:lnTo>
                    <a:lnTo>
                      <a:pt x="10" y="6"/>
                    </a:lnTo>
                    <a:lnTo>
                      <a:pt x="18" y="5"/>
                    </a:lnTo>
                    <a:lnTo>
                      <a:pt x="27" y="3"/>
                    </a:lnTo>
                    <a:lnTo>
                      <a:pt x="37" y="3"/>
                    </a:lnTo>
                    <a:lnTo>
                      <a:pt x="35" y="5"/>
                    </a:lnTo>
                    <a:lnTo>
                      <a:pt x="35" y="6"/>
                    </a:lnTo>
                    <a:lnTo>
                      <a:pt x="35" y="8"/>
                    </a:lnTo>
                    <a:lnTo>
                      <a:pt x="34" y="9"/>
                    </a:lnTo>
                    <a:lnTo>
                      <a:pt x="30" y="9"/>
                    </a:lnTo>
                    <a:lnTo>
                      <a:pt x="27" y="11"/>
                    </a:lnTo>
                    <a:lnTo>
                      <a:pt x="26" y="14"/>
                    </a:lnTo>
                    <a:lnTo>
                      <a:pt x="24" y="16"/>
                    </a:lnTo>
                    <a:lnTo>
                      <a:pt x="24" y="17"/>
                    </a:lnTo>
                    <a:lnTo>
                      <a:pt x="24" y="20"/>
                    </a:lnTo>
                    <a:lnTo>
                      <a:pt x="24" y="24"/>
                    </a:lnTo>
                    <a:lnTo>
                      <a:pt x="26" y="27"/>
                    </a:lnTo>
                    <a:lnTo>
                      <a:pt x="27" y="27"/>
                    </a:lnTo>
                    <a:lnTo>
                      <a:pt x="27" y="27"/>
                    </a:lnTo>
                    <a:lnTo>
                      <a:pt x="27" y="27"/>
                    </a:lnTo>
                    <a:lnTo>
                      <a:pt x="29" y="27"/>
                    </a:lnTo>
                    <a:lnTo>
                      <a:pt x="29" y="28"/>
                    </a:lnTo>
                    <a:lnTo>
                      <a:pt x="30" y="28"/>
                    </a:lnTo>
                    <a:lnTo>
                      <a:pt x="30" y="28"/>
                    </a:lnTo>
                    <a:lnTo>
                      <a:pt x="32" y="28"/>
                    </a:lnTo>
                    <a:lnTo>
                      <a:pt x="35" y="28"/>
                    </a:lnTo>
                    <a:lnTo>
                      <a:pt x="38" y="25"/>
                    </a:lnTo>
                    <a:lnTo>
                      <a:pt x="40" y="24"/>
                    </a:lnTo>
                    <a:lnTo>
                      <a:pt x="40" y="22"/>
                    </a:lnTo>
                    <a:lnTo>
                      <a:pt x="42" y="19"/>
                    </a:lnTo>
                    <a:lnTo>
                      <a:pt x="42" y="16"/>
                    </a:lnTo>
                    <a:lnTo>
                      <a:pt x="40" y="12"/>
                    </a:lnTo>
                    <a:lnTo>
                      <a:pt x="37" y="11"/>
                    </a:lnTo>
                    <a:lnTo>
                      <a:pt x="38" y="9"/>
                    </a:lnTo>
                    <a:lnTo>
                      <a:pt x="38" y="6"/>
                    </a:lnTo>
                    <a:lnTo>
                      <a:pt x="38" y="5"/>
                    </a:lnTo>
                    <a:lnTo>
                      <a:pt x="40" y="3"/>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622" name="Freeform 384"/>
              <p:cNvSpPr/>
              <p:nvPr/>
            </p:nvSpPr>
            <p:spPr bwMode="auto">
              <a:xfrm>
                <a:off x="4875" y="2341"/>
                <a:ext cx="3" cy="7"/>
              </a:xfrm>
              <a:custGeom>
                <a:avLst/>
                <a:gdLst/>
                <a:ahLst/>
                <a:cxnLst>
                  <a:cxn ang="0">
                    <a:pos x="0" y="0"/>
                  </a:cxn>
                  <a:cxn ang="0">
                    <a:pos x="1" y="0"/>
                  </a:cxn>
                  <a:cxn ang="0">
                    <a:pos x="1" y="0"/>
                  </a:cxn>
                  <a:cxn ang="0">
                    <a:pos x="1" y="0"/>
                  </a:cxn>
                  <a:cxn ang="0">
                    <a:pos x="3" y="0"/>
                  </a:cxn>
                  <a:cxn ang="0">
                    <a:pos x="3" y="1"/>
                  </a:cxn>
                  <a:cxn ang="0">
                    <a:pos x="4" y="1"/>
                  </a:cxn>
                  <a:cxn ang="0">
                    <a:pos x="4" y="1"/>
                  </a:cxn>
                  <a:cxn ang="0">
                    <a:pos x="6" y="1"/>
                  </a:cxn>
                  <a:cxn ang="0">
                    <a:pos x="6" y="3"/>
                  </a:cxn>
                  <a:cxn ang="0">
                    <a:pos x="6" y="3"/>
                  </a:cxn>
                  <a:cxn ang="0">
                    <a:pos x="4" y="4"/>
                  </a:cxn>
                  <a:cxn ang="0">
                    <a:pos x="3" y="6"/>
                  </a:cxn>
                  <a:cxn ang="0">
                    <a:pos x="1" y="6"/>
                  </a:cxn>
                  <a:cxn ang="0">
                    <a:pos x="0" y="6"/>
                  </a:cxn>
                  <a:cxn ang="0">
                    <a:pos x="0" y="4"/>
                  </a:cxn>
                  <a:cxn ang="0">
                    <a:pos x="0" y="4"/>
                  </a:cxn>
                  <a:cxn ang="0">
                    <a:pos x="0" y="3"/>
                  </a:cxn>
                  <a:cxn ang="0">
                    <a:pos x="0" y="1"/>
                  </a:cxn>
                  <a:cxn ang="0">
                    <a:pos x="0" y="0"/>
                  </a:cxn>
                </a:cxnLst>
                <a:rect l="0" t="0" r="r" b="b"/>
                <a:pathLst>
                  <a:path w="6" h="6">
                    <a:moveTo>
                      <a:pt x="0" y="0"/>
                    </a:moveTo>
                    <a:lnTo>
                      <a:pt x="1" y="0"/>
                    </a:lnTo>
                    <a:lnTo>
                      <a:pt x="1" y="0"/>
                    </a:lnTo>
                    <a:lnTo>
                      <a:pt x="1" y="0"/>
                    </a:lnTo>
                    <a:lnTo>
                      <a:pt x="3" y="0"/>
                    </a:lnTo>
                    <a:lnTo>
                      <a:pt x="3" y="1"/>
                    </a:lnTo>
                    <a:lnTo>
                      <a:pt x="4" y="1"/>
                    </a:lnTo>
                    <a:lnTo>
                      <a:pt x="4" y="1"/>
                    </a:lnTo>
                    <a:lnTo>
                      <a:pt x="6" y="1"/>
                    </a:lnTo>
                    <a:lnTo>
                      <a:pt x="6" y="3"/>
                    </a:lnTo>
                    <a:lnTo>
                      <a:pt x="6" y="3"/>
                    </a:lnTo>
                    <a:lnTo>
                      <a:pt x="4" y="4"/>
                    </a:lnTo>
                    <a:lnTo>
                      <a:pt x="3" y="6"/>
                    </a:lnTo>
                    <a:lnTo>
                      <a:pt x="1" y="6"/>
                    </a:lnTo>
                    <a:lnTo>
                      <a:pt x="0" y="6"/>
                    </a:lnTo>
                    <a:lnTo>
                      <a:pt x="0" y="4"/>
                    </a:lnTo>
                    <a:lnTo>
                      <a:pt x="0" y="4"/>
                    </a:lnTo>
                    <a:lnTo>
                      <a:pt x="0" y="3"/>
                    </a:lnTo>
                    <a:lnTo>
                      <a:pt x="0" y="1"/>
                    </a:lnTo>
                    <a:lnTo>
                      <a:pt x="0" y="0"/>
                    </a:lnTo>
                    <a:close/>
                  </a:path>
                </a:pathLst>
              </a:custGeom>
              <a:solidFill>
                <a:srgbClr val="7A1111"/>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623" name="Freeform 385"/>
              <p:cNvSpPr/>
              <p:nvPr/>
            </p:nvSpPr>
            <p:spPr bwMode="auto">
              <a:xfrm>
                <a:off x="4996" y="2819"/>
                <a:ext cx="19" cy="14"/>
              </a:xfrm>
              <a:custGeom>
                <a:avLst/>
                <a:gdLst/>
                <a:ahLst/>
                <a:cxnLst>
                  <a:cxn ang="0">
                    <a:pos x="0" y="0"/>
                  </a:cxn>
                  <a:cxn ang="0">
                    <a:pos x="0" y="0"/>
                  </a:cxn>
                  <a:cxn ang="0">
                    <a:pos x="0" y="9"/>
                  </a:cxn>
                  <a:cxn ang="0">
                    <a:pos x="0" y="14"/>
                  </a:cxn>
                  <a:cxn ang="0">
                    <a:pos x="0" y="15"/>
                  </a:cxn>
                  <a:cxn ang="0">
                    <a:pos x="8" y="15"/>
                  </a:cxn>
                  <a:cxn ang="0">
                    <a:pos x="8" y="15"/>
                  </a:cxn>
                  <a:cxn ang="0">
                    <a:pos x="16" y="15"/>
                  </a:cxn>
                  <a:cxn ang="0">
                    <a:pos x="16" y="14"/>
                  </a:cxn>
                  <a:cxn ang="0">
                    <a:pos x="16" y="9"/>
                  </a:cxn>
                  <a:cxn ang="0">
                    <a:pos x="16" y="0"/>
                  </a:cxn>
                  <a:cxn ang="0">
                    <a:pos x="16" y="0"/>
                  </a:cxn>
                  <a:cxn ang="0">
                    <a:pos x="0" y="0"/>
                  </a:cxn>
                </a:cxnLst>
                <a:rect l="0" t="0" r="r" b="b"/>
                <a:pathLst>
                  <a:path w="16" h="15">
                    <a:moveTo>
                      <a:pt x="0" y="0"/>
                    </a:moveTo>
                    <a:lnTo>
                      <a:pt x="0" y="0"/>
                    </a:lnTo>
                    <a:lnTo>
                      <a:pt x="0" y="9"/>
                    </a:lnTo>
                    <a:lnTo>
                      <a:pt x="0" y="14"/>
                    </a:lnTo>
                    <a:lnTo>
                      <a:pt x="0" y="15"/>
                    </a:lnTo>
                    <a:lnTo>
                      <a:pt x="8" y="15"/>
                    </a:lnTo>
                    <a:lnTo>
                      <a:pt x="8" y="15"/>
                    </a:lnTo>
                    <a:lnTo>
                      <a:pt x="16" y="15"/>
                    </a:lnTo>
                    <a:lnTo>
                      <a:pt x="16" y="14"/>
                    </a:lnTo>
                    <a:lnTo>
                      <a:pt x="16" y="9"/>
                    </a:lnTo>
                    <a:lnTo>
                      <a:pt x="16" y="0"/>
                    </a:lnTo>
                    <a:lnTo>
                      <a:pt x="16" y="0"/>
                    </a:lnTo>
                    <a:lnTo>
                      <a:pt x="0" y="0"/>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624" name="Freeform 386"/>
              <p:cNvSpPr/>
              <p:nvPr/>
            </p:nvSpPr>
            <p:spPr bwMode="auto">
              <a:xfrm>
                <a:off x="4803" y="2726"/>
                <a:ext cx="212" cy="93"/>
              </a:xfrm>
              <a:custGeom>
                <a:avLst/>
                <a:gdLst/>
                <a:ahLst/>
                <a:cxnLst>
                  <a:cxn ang="0">
                    <a:pos x="16" y="94"/>
                  </a:cxn>
                  <a:cxn ang="0">
                    <a:pos x="16" y="94"/>
                  </a:cxn>
                  <a:cxn ang="0">
                    <a:pos x="23" y="59"/>
                  </a:cxn>
                  <a:cxn ang="0">
                    <a:pos x="43" y="35"/>
                  </a:cxn>
                  <a:cxn ang="0">
                    <a:pos x="72" y="21"/>
                  </a:cxn>
                  <a:cxn ang="0">
                    <a:pos x="107" y="16"/>
                  </a:cxn>
                  <a:cxn ang="0">
                    <a:pos x="140" y="21"/>
                  </a:cxn>
                  <a:cxn ang="0">
                    <a:pos x="168" y="37"/>
                  </a:cxn>
                  <a:cxn ang="0">
                    <a:pos x="189" y="60"/>
                  </a:cxn>
                  <a:cxn ang="0">
                    <a:pos x="195" y="94"/>
                  </a:cxn>
                  <a:cxn ang="0">
                    <a:pos x="211" y="94"/>
                  </a:cxn>
                  <a:cxn ang="0">
                    <a:pos x="202" y="54"/>
                  </a:cxn>
                  <a:cxn ang="0">
                    <a:pos x="178" y="24"/>
                  </a:cxn>
                  <a:cxn ang="0">
                    <a:pos x="143" y="5"/>
                  </a:cxn>
                  <a:cxn ang="0">
                    <a:pos x="107" y="0"/>
                  </a:cxn>
                  <a:cxn ang="0">
                    <a:pos x="69" y="5"/>
                  </a:cxn>
                  <a:cxn ang="0">
                    <a:pos x="34" y="23"/>
                  </a:cxn>
                  <a:cxn ang="0">
                    <a:pos x="10" y="53"/>
                  </a:cxn>
                  <a:cxn ang="0">
                    <a:pos x="0" y="94"/>
                  </a:cxn>
                  <a:cxn ang="0">
                    <a:pos x="0" y="94"/>
                  </a:cxn>
                  <a:cxn ang="0">
                    <a:pos x="16" y="94"/>
                  </a:cxn>
                </a:cxnLst>
                <a:rect l="0" t="0" r="r" b="b"/>
                <a:pathLst>
                  <a:path w="211" h="94">
                    <a:moveTo>
                      <a:pt x="16" y="94"/>
                    </a:moveTo>
                    <a:lnTo>
                      <a:pt x="16" y="94"/>
                    </a:lnTo>
                    <a:lnTo>
                      <a:pt x="23" y="59"/>
                    </a:lnTo>
                    <a:lnTo>
                      <a:pt x="43" y="35"/>
                    </a:lnTo>
                    <a:lnTo>
                      <a:pt x="72" y="21"/>
                    </a:lnTo>
                    <a:lnTo>
                      <a:pt x="107" y="16"/>
                    </a:lnTo>
                    <a:lnTo>
                      <a:pt x="140" y="21"/>
                    </a:lnTo>
                    <a:lnTo>
                      <a:pt x="168" y="37"/>
                    </a:lnTo>
                    <a:lnTo>
                      <a:pt x="189" y="60"/>
                    </a:lnTo>
                    <a:lnTo>
                      <a:pt x="195" y="94"/>
                    </a:lnTo>
                    <a:lnTo>
                      <a:pt x="211" y="94"/>
                    </a:lnTo>
                    <a:lnTo>
                      <a:pt x="202" y="54"/>
                    </a:lnTo>
                    <a:lnTo>
                      <a:pt x="178" y="24"/>
                    </a:lnTo>
                    <a:lnTo>
                      <a:pt x="143" y="5"/>
                    </a:lnTo>
                    <a:lnTo>
                      <a:pt x="107" y="0"/>
                    </a:lnTo>
                    <a:lnTo>
                      <a:pt x="69" y="5"/>
                    </a:lnTo>
                    <a:lnTo>
                      <a:pt x="34" y="23"/>
                    </a:lnTo>
                    <a:lnTo>
                      <a:pt x="10" y="53"/>
                    </a:lnTo>
                    <a:lnTo>
                      <a:pt x="0" y="94"/>
                    </a:lnTo>
                    <a:lnTo>
                      <a:pt x="0" y="94"/>
                    </a:lnTo>
                    <a:lnTo>
                      <a:pt x="16" y="94"/>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625" name="Freeform 387"/>
              <p:cNvSpPr/>
              <p:nvPr/>
            </p:nvSpPr>
            <p:spPr bwMode="auto">
              <a:xfrm>
                <a:off x="4803" y="2819"/>
                <a:ext cx="16" cy="21"/>
              </a:xfrm>
              <a:custGeom>
                <a:avLst/>
                <a:gdLst/>
                <a:ahLst/>
                <a:cxnLst>
                  <a:cxn ang="0">
                    <a:pos x="8" y="8"/>
                  </a:cxn>
                  <a:cxn ang="0">
                    <a:pos x="8" y="15"/>
                  </a:cxn>
                  <a:cxn ang="0">
                    <a:pos x="16" y="15"/>
                  </a:cxn>
                  <a:cxn ang="0">
                    <a:pos x="16" y="14"/>
                  </a:cxn>
                  <a:cxn ang="0">
                    <a:pos x="16" y="9"/>
                  </a:cxn>
                  <a:cxn ang="0">
                    <a:pos x="16" y="0"/>
                  </a:cxn>
                  <a:cxn ang="0">
                    <a:pos x="0" y="0"/>
                  </a:cxn>
                  <a:cxn ang="0">
                    <a:pos x="0" y="9"/>
                  </a:cxn>
                  <a:cxn ang="0">
                    <a:pos x="0" y="14"/>
                  </a:cxn>
                  <a:cxn ang="0">
                    <a:pos x="0" y="15"/>
                  </a:cxn>
                  <a:cxn ang="0">
                    <a:pos x="8" y="15"/>
                  </a:cxn>
                  <a:cxn ang="0">
                    <a:pos x="8" y="23"/>
                  </a:cxn>
                  <a:cxn ang="0">
                    <a:pos x="0" y="15"/>
                  </a:cxn>
                  <a:cxn ang="0">
                    <a:pos x="0" y="23"/>
                  </a:cxn>
                  <a:cxn ang="0">
                    <a:pos x="8" y="23"/>
                  </a:cxn>
                  <a:cxn ang="0">
                    <a:pos x="8" y="8"/>
                  </a:cxn>
                </a:cxnLst>
                <a:rect l="0" t="0" r="r" b="b"/>
                <a:pathLst>
                  <a:path w="16" h="23">
                    <a:moveTo>
                      <a:pt x="8" y="8"/>
                    </a:moveTo>
                    <a:lnTo>
                      <a:pt x="8" y="15"/>
                    </a:lnTo>
                    <a:lnTo>
                      <a:pt x="16" y="15"/>
                    </a:lnTo>
                    <a:lnTo>
                      <a:pt x="16" y="14"/>
                    </a:lnTo>
                    <a:lnTo>
                      <a:pt x="16" y="9"/>
                    </a:lnTo>
                    <a:lnTo>
                      <a:pt x="16" y="0"/>
                    </a:lnTo>
                    <a:lnTo>
                      <a:pt x="0" y="0"/>
                    </a:lnTo>
                    <a:lnTo>
                      <a:pt x="0" y="9"/>
                    </a:lnTo>
                    <a:lnTo>
                      <a:pt x="0" y="14"/>
                    </a:lnTo>
                    <a:lnTo>
                      <a:pt x="0" y="15"/>
                    </a:lnTo>
                    <a:lnTo>
                      <a:pt x="8" y="15"/>
                    </a:lnTo>
                    <a:lnTo>
                      <a:pt x="8" y="23"/>
                    </a:lnTo>
                    <a:lnTo>
                      <a:pt x="0" y="15"/>
                    </a:lnTo>
                    <a:lnTo>
                      <a:pt x="0" y="23"/>
                    </a:lnTo>
                    <a:lnTo>
                      <a:pt x="8" y="23"/>
                    </a:lnTo>
                    <a:lnTo>
                      <a:pt x="8"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626" name="Freeform 388"/>
              <p:cNvSpPr/>
              <p:nvPr/>
            </p:nvSpPr>
            <p:spPr bwMode="auto">
              <a:xfrm>
                <a:off x="4812" y="2826"/>
                <a:ext cx="203" cy="14"/>
              </a:xfrm>
              <a:custGeom>
                <a:avLst/>
                <a:gdLst/>
                <a:ahLst/>
                <a:cxnLst>
                  <a:cxn ang="0">
                    <a:pos x="187" y="7"/>
                  </a:cxn>
                  <a:cxn ang="0">
                    <a:pos x="195" y="0"/>
                  </a:cxn>
                  <a:cxn ang="0">
                    <a:pos x="0" y="0"/>
                  </a:cxn>
                  <a:cxn ang="0">
                    <a:pos x="0" y="15"/>
                  </a:cxn>
                  <a:cxn ang="0">
                    <a:pos x="195" y="15"/>
                  </a:cxn>
                  <a:cxn ang="0">
                    <a:pos x="203" y="7"/>
                  </a:cxn>
                  <a:cxn ang="0">
                    <a:pos x="195" y="15"/>
                  </a:cxn>
                  <a:cxn ang="0">
                    <a:pos x="203" y="15"/>
                  </a:cxn>
                  <a:cxn ang="0">
                    <a:pos x="203" y="7"/>
                  </a:cxn>
                  <a:cxn ang="0">
                    <a:pos x="187" y="7"/>
                  </a:cxn>
                </a:cxnLst>
                <a:rect l="0" t="0" r="r" b="b"/>
                <a:pathLst>
                  <a:path w="203" h="15">
                    <a:moveTo>
                      <a:pt x="187" y="7"/>
                    </a:moveTo>
                    <a:lnTo>
                      <a:pt x="195" y="0"/>
                    </a:lnTo>
                    <a:lnTo>
                      <a:pt x="0" y="0"/>
                    </a:lnTo>
                    <a:lnTo>
                      <a:pt x="0" y="15"/>
                    </a:lnTo>
                    <a:lnTo>
                      <a:pt x="195" y="15"/>
                    </a:lnTo>
                    <a:lnTo>
                      <a:pt x="203" y="7"/>
                    </a:lnTo>
                    <a:lnTo>
                      <a:pt x="195" y="15"/>
                    </a:lnTo>
                    <a:lnTo>
                      <a:pt x="203" y="15"/>
                    </a:lnTo>
                    <a:lnTo>
                      <a:pt x="203" y="7"/>
                    </a:lnTo>
                    <a:lnTo>
                      <a:pt x="187" y="7"/>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627" name="Freeform 389"/>
              <p:cNvSpPr/>
              <p:nvPr/>
            </p:nvSpPr>
            <p:spPr bwMode="auto">
              <a:xfrm>
                <a:off x="4901" y="2734"/>
                <a:ext cx="13" cy="100"/>
              </a:xfrm>
              <a:custGeom>
                <a:avLst/>
                <a:gdLst/>
                <a:ahLst/>
                <a:cxnLst>
                  <a:cxn ang="0">
                    <a:pos x="8" y="101"/>
                  </a:cxn>
                  <a:cxn ang="0">
                    <a:pos x="16" y="101"/>
                  </a:cxn>
                  <a:cxn ang="0">
                    <a:pos x="16" y="0"/>
                  </a:cxn>
                  <a:cxn ang="0">
                    <a:pos x="0" y="0"/>
                  </a:cxn>
                  <a:cxn ang="0">
                    <a:pos x="0" y="101"/>
                  </a:cxn>
                  <a:cxn ang="0">
                    <a:pos x="8" y="101"/>
                  </a:cxn>
                </a:cxnLst>
                <a:rect l="0" t="0" r="r" b="b"/>
                <a:pathLst>
                  <a:path w="16" h="101">
                    <a:moveTo>
                      <a:pt x="8" y="101"/>
                    </a:moveTo>
                    <a:lnTo>
                      <a:pt x="16" y="101"/>
                    </a:lnTo>
                    <a:lnTo>
                      <a:pt x="16" y="0"/>
                    </a:lnTo>
                    <a:lnTo>
                      <a:pt x="0" y="0"/>
                    </a:lnTo>
                    <a:lnTo>
                      <a:pt x="0" y="101"/>
                    </a:lnTo>
                    <a:lnTo>
                      <a:pt x="8" y="101"/>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628" name="Freeform 390"/>
              <p:cNvSpPr/>
              <p:nvPr/>
            </p:nvSpPr>
            <p:spPr bwMode="auto">
              <a:xfrm>
                <a:off x="4904" y="2755"/>
                <a:ext cx="86" cy="86"/>
              </a:xfrm>
              <a:custGeom>
                <a:avLst/>
                <a:gdLst/>
                <a:ahLst/>
                <a:cxnLst>
                  <a:cxn ang="0">
                    <a:pos x="5" y="79"/>
                  </a:cxn>
                  <a:cxn ang="0">
                    <a:pos x="10" y="84"/>
                  </a:cxn>
                  <a:cxn ang="0">
                    <a:pos x="87" y="10"/>
                  </a:cxn>
                  <a:cxn ang="0">
                    <a:pos x="78" y="0"/>
                  </a:cxn>
                  <a:cxn ang="0">
                    <a:pos x="0" y="75"/>
                  </a:cxn>
                  <a:cxn ang="0">
                    <a:pos x="5" y="79"/>
                  </a:cxn>
                </a:cxnLst>
                <a:rect l="0" t="0" r="r" b="b"/>
                <a:pathLst>
                  <a:path w="87" h="84">
                    <a:moveTo>
                      <a:pt x="5" y="79"/>
                    </a:moveTo>
                    <a:lnTo>
                      <a:pt x="10" y="84"/>
                    </a:lnTo>
                    <a:lnTo>
                      <a:pt x="87" y="10"/>
                    </a:lnTo>
                    <a:lnTo>
                      <a:pt x="78" y="0"/>
                    </a:lnTo>
                    <a:lnTo>
                      <a:pt x="0" y="75"/>
                    </a:lnTo>
                    <a:lnTo>
                      <a:pt x="5" y="79"/>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629" name="Freeform 391"/>
              <p:cNvSpPr/>
              <p:nvPr/>
            </p:nvSpPr>
            <p:spPr bwMode="auto">
              <a:xfrm>
                <a:off x="4828" y="2755"/>
                <a:ext cx="86" cy="86"/>
              </a:xfrm>
              <a:custGeom>
                <a:avLst/>
                <a:gdLst/>
                <a:ahLst/>
                <a:cxnLst>
                  <a:cxn ang="0">
                    <a:pos x="78" y="80"/>
                  </a:cxn>
                  <a:cxn ang="0">
                    <a:pos x="83" y="76"/>
                  </a:cxn>
                  <a:cxn ang="0">
                    <a:pos x="10" y="0"/>
                  </a:cxn>
                  <a:cxn ang="0">
                    <a:pos x="0" y="9"/>
                  </a:cxn>
                  <a:cxn ang="0">
                    <a:pos x="73" y="85"/>
                  </a:cxn>
                  <a:cxn ang="0">
                    <a:pos x="78" y="80"/>
                  </a:cxn>
                </a:cxnLst>
                <a:rect l="0" t="0" r="r" b="b"/>
                <a:pathLst>
                  <a:path w="83" h="85">
                    <a:moveTo>
                      <a:pt x="78" y="80"/>
                    </a:moveTo>
                    <a:lnTo>
                      <a:pt x="83" y="76"/>
                    </a:lnTo>
                    <a:lnTo>
                      <a:pt x="10" y="0"/>
                    </a:lnTo>
                    <a:lnTo>
                      <a:pt x="0" y="9"/>
                    </a:lnTo>
                    <a:lnTo>
                      <a:pt x="73" y="85"/>
                    </a:lnTo>
                    <a:lnTo>
                      <a:pt x="78" y="80"/>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grpSp>
        <p:sp>
          <p:nvSpPr>
            <p:cNvPr id="27751" name="Text Box 392"/>
            <p:cNvSpPr txBox="1"/>
            <p:nvPr/>
          </p:nvSpPr>
          <p:spPr>
            <a:xfrm>
              <a:off x="4729" y="650"/>
              <a:ext cx="804" cy="845"/>
            </a:xfrm>
            <a:prstGeom prst="rect">
              <a:avLst/>
            </a:prstGeom>
            <a:noFill/>
            <a:ln w="12700">
              <a:noFill/>
            </a:ln>
          </p:spPr>
          <p:txBody>
            <a:bodyPr wrap="none">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ct val="0"/>
                </a:spcBef>
                <a:spcAft>
                  <a:spcPts val="590"/>
                </a:spcAft>
                <a:buSzPct val="80000"/>
                <a:buNone/>
              </a:pPr>
              <a:endParaRPr lang="zh-CN" altLang="en-US" sz="2800" dirty="0">
                <a:ea typeface="宋体" pitchFamily="2" charset="-122"/>
              </a:endParaRPr>
            </a:p>
          </p:txBody>
        </p:sp>
      </p:grpSp>
      <p:grpSp>
        <p:nvGrpSpPr>
          <p:cNvPr id="30185" name="Group 393"/>
          <p:cNvGrpSpPr/>
          <p:nvPr/>
        </p:nvGrpSpPr>
        <p:grpSpPr>
          <a:xfrm>
            <a:off x="8955088" y="3895725"/>
            <a:ext cx="536575" cy="846138"/>
            <a:chOff x="4368" y="0"/>
            <a:chExt cx="1392" cy="1495"/>
          </a:xfrm>
        </p:grpSpPr>
        <p:grpSp>
          <p:nvGrpSpPr>
            <p:cNvPr id="27716" name="Group 394"/>
            <p:cNvGrpSpPr/>
            <p:nvPr/>
          </p:nvGrpSpPr>
          <p:grpSpPr>
            <a:xfrm>
              <a:off x="4368" y="0"/>
              <a:ext cx="1392" cy="1056"/>
              <a:chOff x="4368" y="2016"/>
              <a:chExt cx="1072" cy="1344"/>
            </a:xfrm>
          </p:grpSpPr>
          <p:sp>
            <p:nvSpPr>
              <p:cNvPr id="633" name="Freeform 395"/>
              <p:cNvSpPr/>
              <p:nvPr/>
            </p:nvSpPr>
            <p:spPr bwMode="auto">
              <a:xfrm>
                <a:off x="4457" y="2462"/>
                <a:ext cx="898" cy="825"/>
              </a:xfrm>
              <a:custGeom>
                <a:avLst/>
                <a:gdLst/>
                <a:ahLst/>
                <a:cxnLst>
                  <a:cxn ang="0">
                    <a:pos x="445" y="0"/>
                  </a:cxn>
                  <a:cxn ang="0">
                    <a:pos x="897" y="293"/>
                  </a:cxn>
                  <a:cxn ang="0">
                    <a:pos x="897" y="829"/>
                  </a:cxn>
                  <a:cxn ang="0">
                    <a:pos x="601" y="829"/>
                  </a:cxn>
                  <a:cxn ang="0">
                    <a:pos x="296" y="829"/>
                  </a:cxn>
                  <a:cxn ang="0">
                    <a:pos x="0" y="829"/>
                  </a:cxn>
                  <a:cxn ang="0">
                    <a:pos x="0" y="293"/>
                  </a:cxn>
                  <a:cxn ang="0">
                    <a:pos x="445" y="0"/>
                  </a:cxn>
                </a:cxnLst>
                <a:rect l="0" t="0" r="r" b="b"/>
                <a:pathLst>
                  <a:path w="897" h="829">
                    <a:moveTo>
                      <a:pt x="445" y="0"/>
                    </a:moveTo>
                    <a:lnTo>
                      <a:pt x="897" y="293"/>
                    </a:lnTo>
                    <a:lnTo>
                      <a:pt x="897" y="829"/>
                    </a:lnTo>
                    <a:lnTo>
                      <a:pt x="601" y="829"/>
                    </a:lnTo>
                    <a:lnTo>
                      <a:pt x="296" y="829"/>
                    </a:lnTo>
                    <a:lnTo>
                      <a:pt x="0" y="829"/>
                    </a:lnTo>
                    <a:lnTo>
                      <a:pt x="0" y="293"/>
                    </a:lnTo>
                    <a:lnTo>
                      <a:pt x="445" y="0"/>
                    </a:lnTo>
                    <a:close/>
                  </a:path>
                </a:pathLst>
              </a:custGeom>
              <a:solidFill>
                <a:srgbClr val="0000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634" name="Freeform 396"/>
              <p:cNvSpPr/>
              <p:nvPr/>
            </p:nvSpPr>
            <p:spPr bwMode="auto">
              <a:xfrm>
                <a:off x="4368" y="2462"/>
                <a:ext cx="415" cy="289"/>
              </a:xfrm>
              <a:custGeom>
                <a:avLst/>
                <a:gdLst/>
                <a:ahLst/>
                <a:cxnLst>
                  <a:cxn ang="0">
                    <a:pos x="0" y="288"/>
                  </a:cxn>
                  <a:cxn ang="0">
                    <a:pos x="416" y="32"/>
                  </a:cxn>
                  <a:cxn ang="0">
                    <a:pos x="416" y="27"/>
                  </a:cxn>
                  <a:cxn ang="0">
                    <a:pos x="416" y="19"/>
                  </a:cxn>
                  <a:cxn ang="0">
                    <a:pos x="416" y="9"/>
                  </a:cxn>
                  <a:cxn ang="0">
                    <a:pos x="416" y="0"/>
                  </a:cxn>
                  <a:cxn ang="0">
                    <a:pos x="0" y="254"/>
                  </a:cxn>
                  <a:cxn ang="0">
                    <a:pos x="0" y="288"/>
                  </a:cxn>
                </a:cxnLst>
                <a:rect l="0" t="0" r="r" b="b"/>
                <a:pathLst>
                  <a:path w="416" h="288">
                    <a:moveTo>
                      <a:pt x="0" y="288"/>
                    </a:moveTo>
                    <a:lnTo>
                      <a:pt x="416" y="32"/>
                    </a:lnTo>
                    <a:lnTo>
                      <a:pt x="416" y="27"/>
                    </a:lnTo>
                    <a:lnTo>
                      <a:pt x="416" y="19"/>
                    </a:lnTo>
                    <a:lnTo>
                      <a:pt x="416" y="9"/>
                    </a:lnTo>
                    <a:lnTo>
                      <a:pt x="416" y="0"/>
                    </a:lnTo>
                    <a:lnTo>
                      <a:pt x="0" y="254"/>
                    </a:lnTo>
                    <a:lnTo>
                      <a:pt x="0" y="288"/>
                    </a:lnTo>
                    <a:close/>
                  </a:path>
                </a:pathLst>
              </a:custGeom>
              <a:solidFill>
                <a:srgbClr val="000000"/>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635" name="Rectangle 397"/>
              <p:cNvSpPr>
                <a:spLocks noChangeArrowheads="1"/>
              </p:cNvSpPr>
              <p:nvPr/>
            </p:nvSpPr>
            <p:spPr bwMode="auto">
              <a:xfrm>
                <a:off x="4457" y="3330"/>
                <a:ext cx="898" cy="29"/>
              </a:xfrm>
              <a:prstGeom prst="rect">
                <a:avLst/>
              </a:prstGeom>
              <a:solidFill>
                <a:srgbClr val="000000"/>
              </a:solidFill>
              <a:ln w="9525">
                <a:noFill/>
                <a:miter lim="800000"/>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636" name="Freeform 398"/>
              <p:cNvSpPr/>
              <p:nvPr/>
            </p:nvSpPr>
            <p:spPr bwMode="auto">
              <a:xfrm>
                <a:off x="4787" y="2170"/>
                <a:ext cx="241" cy="328"/>
              </a:xfrm>
              <a:custGeom>
                <a:avLst/>
                <a:gdLst/>
                <a:ahLst/>
                <a:cxnLst>
                  <a:cxn ang="0">
                    <a:pos x="242" y="327"/>
                  </a:cxn>
                  <a:cxn ang="0">
                    <a:pos x="242" y="0"/>
                  </a:cxn>
                  <a:cxn ang="0">
                    <a:pos x="0" y="0"/>
                  </a:cxn>
                  <a:cxn ang="0">
                    <a:pos x="0" y="321"/>
                  </a:cxn>
                  <a:cxn ang="0">
                    <a:pos x="116" y="240"/>
                  </a:cxn>
                  <a:cxn ang="0">
                    <a:pos x="242" y="327"/>
                  </a:cxn>
                </a:cxnLst>
                <a:rect l="0" t="0" r="r" b="b"/>
                <a:pathLst>
                  <a:path w="242" h="327">
                    <a:moveTo>
                      <a:pt x="242" y="327"/>
                    </a:moveTo>
                    <a:lnTo>
                      <a:pt x="242" y="0"/>
                    </a:lnTo>
                    <a:lnTo>
                      <a:pt x="0" y="0"/>
                    </a:lnTo>
                    <a:lnTo>
                      <a:pt x="0" y="321"/>
                    </a:lnTo>
                    <a:lnTo>
                      <a:pt x="116" y="240"/>
                    </a:lnTo>
                    <a:lnTo>
                      <a:pt x="242" y="327"/>
                    </a:lnTo>
                    <a:close/>
                  </a:path>
                </a:pathLst>
              </a:custGeom>
              <a:solidFill>
                <a:srgbClr val="000000"/>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637" name="Freeform 399"/>
              <p:cNvSpPr/>
              <p:nvPr/>
            </p:nvSpPr>
            <p:spPr bwMode="auto">
              <a:xfrm>
                <a:off x="4723" y="2016"/>
                <a:ext cx="358" cy="125"/>
              </a:xfrm>
              <a:custGeom>
                <a:avLst/>
                <a:gdLst/>
                <a:ahLst/>
                <a:cxnLst>
                  <a:cxn ang="0">
                    <a:pos x="181" y="0"/>
                  </a:cxn>
                  <a:cxn ang="0">
                    <a:pos x="0" y="126"/>
                  </a:cxn>
                  <a:cxn ang="0">
                    <a:pos x="361" y="126"/>
                  </a:cxn>
                  <a:cxn ang="0">
                    <a:pos x="181" y="0"/>
                  </a:cxn>
                </a:cxnLst>
                <a:rect l="0" t="0" r="r" b="b"/>
                <a:pathLst>
                  <a:path w="361" h="126">
                    <a:moveTo>
                      <a:pt x="181" y="0"/>
                    </a:moveTo>
                    <a:lnTo>
                      <a:pt x="0" y="126"/>
                    </a:lnTo>
                    <a:lnTo>
                      <a:pt x="361" y="126"/>
                    </a:lnTo>
                    <a:lnTo>
                      <a:pt x="181" y="0"/>
                    </a:lnTo>
                    <a:close/>
                  </a:path>
                </a:pathLst>
              </a:custGeom>
              <a:solidFill>
                <a:srgbClr val="000000"/>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638" name="Freeform 400"/>
              <p:cNvSpPr/>
              <p:nvPr/>
            </p:nvSpPr>
            <p:spPr bwMode="auto">
              <a:xfrm>
                <a:off x="5028" y="2469"/>
                <a:ext cx="412" cy="282"/>
              </a:xfrm>
              <a:custGeom>
                <a:avLst/>
                <a:gdLst/>
                <a:ahLst/>
                <a:cxnLst>
                  <a:cxn ang="0">
                    <a:pos x="413" y="287"/>
                  </a:cxn>
                  <a:cxn ang="0">
                    <a:pos x="0" y="31"/>
                  </a:cxn>
                  <a:cxn ang="0">
                    <a:pos x="0" y="25"/>
                  </a:cxn>
                  <a:cxn ang="0">
                    <a:pos x="0" y="17"/>
                  </a:cxn>
                  <a:cxn ang="0">
                    <a:pos x="0" y="9"/>
                  </a:cxn>
                  <a:cxn ang="0">
                    <a:pos x="0" y="0"/>
                  </a:cxn>
                  <a:cxn ang="0">
                    <a:pos x="413" y="253"/>
                  </a:cxn>
                  <a:cxn ang="0">
                    <a:pos x="413" y="287"/>
                  </a:cxn>
                </a:cxnLst>
                <a:rect l="0" t="0" r="r" b="b"/>
                <a:pathLst>
                  <a:path w="413" h="287">
                    <a:moveTo>
                      <a:pt x="413" y="287"/>
                    </a:moveTo>
                    <a:lnTo>
                      <a:pt x="0" y="31"/>
                    </a:lnTo>
                    <a:lnTo>
                      <a:pt x="0" y="25"/>
                    </a:lnTo>
                    <a:lnTo>
                      <a:pt x="0" y="17"/>
                    </a:lnTo>
                    <a:lnTo>
                      <a:pt x="0" y="9"/>
                    </a:lnTo>
                    <a:lnTo>
                      <a:pt x="0" y="0"/>
                    </a:lnTo>
                    <a:lnTo>
                      <a:pt x="413" y="253"/>
                    </a:lnTo>
                    <a:lnTo>
                      <a:pt x="413" y="287"/>
                    </a:lnTo>
                    <a:close/>
                  </a:path>
                </a:pathLst>
              </a:custGeom>
              <a:solidFill>
                <a:srgbClr val="000000"/>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639" name="Freeform 401"/>
              <p:cNvSpPr/>
              <p:nvPr/>
            </p:nvSpPr>
            <p:spPr bwMode="auto">
              <a:xfrm>
                <a:off x="4841" y="2209"/>
                <a:ext cx="127" cy="164"/>
              </a:xfrm>
              <a:custGeom>
                <a:avLst/>
                <a:gdLst/>
                <a:ahLst/>
                <a:cxnLst>
                  <a:cxn ang="0">
                    <a:pos x="65" y="0"/>
                  </a:cxn>
                  <a:cxn ang="0">
                    <a:pos x="51" y="1"/>
                  </a:cxn>
                  <a:cxn ang="0">
                    <a:pos x="38" y="6"/>
                  </a:cxn>
                  <a:cxn ang="0">
                    <a:pos x="27" y="13"/>
                  </a:cxn>
                  <a:cxn ang="0">
                    <a:pos x="17" y="20"/>
                  </a:cxn>
                  <a:cxn ang="0">
                    <a:pos x="9" y="32"/>
                  </a:cxn>
                  <a:cxn ang="0">
                    <a:pos x="5" y="44"/>
                  </a:cxn>
                  <a:cxn ang="0">
                    <a:pos x="1" y="58"/>
                  </a:cxn>
                  <a:cxn ang="0">
                    <a:pos x="0" y="74"/>
                  </a:cxn>
                  <a:cxn ang="0">
                    <a:pos x="0" y="103"/>
                  </a:cxn>
                  <a:cxn ang="0">
                    <a:pos x="0" y="126"/>
                  </a:cxn>
                  <a:cxn ang="0">
                    <a:pos x="0" y="145"/>
                  </a:cxn>
                  <a:cxn ang="0">
                    <a:pos x="0" y="164"/>
                  </a:cxn>
                  <a:cxn ang="0">
                    <a:pos x="27" y="164"/>
                  </a:cxn>
                  <a:cxn ang="0">
                    <a:pos x="44" y="164"/>
                  </a:cxn>
                  <a:cxn ang="0">
                    <a:pos x="55" y="164"/>
                  </a:cxn>
                  <a:cxn ang="0">
                    <a:pos x="63" y="164"/>
                  </a:cxn>
                  <a:cxn ang="0">
                    <a:pos x="71" y="164"/>
                  </a:cxn>
                  <a:cxn ang="0">
                    <a:pos x="82" y="164"/>
                  </a:cxn>
                  <a:cxn ang="0">
                    <a:pos x="100" y="164"/>
                  </a:cxn>
                  <a:cxn ang="0">
                    <a:pos x="127" y="164"/>
                  </a:cxn>
                  <a:cxn ang="0">
                    <a:pos x="127" y="139"/>
                  </a:cxn>
                  <a:cxn ang="0">
                    <a:pos x="127" y="114"/>
                  </a:cxn>
                  <a:cxn ang="0">
                    <a:pos x="127" y="90"/>
                  </a:cxn>
                  <a:cxn ang="0">
                    <a:pos x="127" y="71"/>
                  </a:cxn>
                  <a:cxn ang="0">
                    <a:pos x="127" y="62"/>
                  </a:cxn>
                  <a:cxn ang="0">
                    <a:pos x="123" y="51"/>
                  </a:cxn>
                  <a:cxn ang="0">
                    <a:pos x="119" y="38"/>
                  </a:cxn>
                  <a:cxn ang="0">
                    <a:pos x="112" y="27"/>
                  </a:cxn>
                  <a:cxn ang="0">
                    <a:pos x="104" y="16"/>
                  </a:cxn>
                  <a:cxn ang="0">
                    <a:pos x="93" y="8"/>
                  </a:cxn>
                  <a:cxn ang="0">
                    <a:pos x="81" y="1"/>
                  </a:cxn>
                  <a:cxn ang="0">
                    <a:pos x="65" y="0"/>
                  </a:cxn>
                </a:cxnLst>
                <a:rect l="0" t="0" r="r" b="b"/>
                <a:pathLst>
                  <a:path w="127" h="164">
                    <a:moveTo>
                      <a:pt x="65" y="0"/>
                    </a:moveTo>
                    <a:lnTo>
                      <a:pt x="51" y="1"/>
                    </a:lnTo>
                    <a:lnTo>
                      <a:pt x="38" y="6"/>
                    </a:lnTo>
                    <a:lnTo>
                      <a:pt x="27" y="13"/>
                    </a:lnTo>
                    <a:lnTo>
                      <a:pt x="17" y="20"/>
                    </a:lnTo>
                    <a:lnTo>
                      <a:pt x="9" y="32"/>
                    </a:lnTo>
                    <a:lnTo>
                      <a:pt x="5" y="44"/>
                    </a:lnTo>
                    <a:lnTo>
                      <a:pt x="1" y="58"/>
                    </a:lnTo>
                    <a:lnTo>
                      <a:pt x="0" y="74"/>
                    </a:lnTo>
                    <a:lnTo>
                      <a:pt x="0" y="103"/>
                    </a:lnTo>
                    <a:lnTo>
                      <a:pt x="0" y="126"/>
                    </a:lnTo>
                    <a:lnTo>
                      <a:pt x="0" y="145"/>
                    </a:lnTo>
                    <a:lnTo>
                      <a:pt x="0" y="164"/>
                    </a:lnTo>
                    <a:lnTo>
                      <a:pt x="27" y="164"/>
                    </a:lnTo>
                    <a:lnTo>
                      <a:pt x="44" y="164"/>
                    </a:lnTo>
                    <a:lnTo>
                      <a:pt x="55" y="164"/>
                    </a:lnTo>
                    <a:lnTo>
                      <a:pt x="63" y="164"/>
                    </a:lnTo>
                    <a:lnTo>
                      <a:pt x="71" y="164"/>
                    </a:lnTo>
                    <a:lnTo>
                      <a:pt x="82" y="164"/>
                    </a:lnTo>
                    <a:lnTo>
                      <a:pt x="100" y="164"/>
                    </a:lnTo>
                    <a:lnTo>
                      <a:pt x="127" y="164"/>
                    </a:lnTo>
                    <a:lnTo>
                      <a:pt x="127" y="139"/>
                    </a:lnTo>
                    <a:lnTo>
                      <a:pt x="127" y="114"/>
                    </a:lnTo>
                    <a:lnTo>
                      <a:pt x="127" y="90"/>
                    </a:lnTo>
                    <a:lnTo>
                      <a:pt x="127" y="71"/>
                    </a:lnTo>
                    <a:lnTo>
                      <a:pt x="127" y="62"/>
                    </a:lnTo>
                    <a:lnTo>
                      <a:pt x="123" y="51"/>
                    </a:lnTo>
                    <a:lnTo>
                      <a:pt x="119" y="38"/>
                    </a:lnTo>
                    <a:lnTo>
                      <a:pt x="112" y="27"/>
                    </a:lnTo>
                    <a:lnTo>
                      <a:pt x="104" y="16"/>
                    </a:lnTo>
                    <a:lnTo>
                      <a:pt x="93" y="8"/>
                    </a:lnTo>
                    <a:lnTo>
                      <a:pt x="81" y="1"/>
                    </a:lnTo>
                    <a:lnTo>
                      <a:pt x="65" y="0"/>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640" name="Rectangle 402"/>
              <p:cNvSpPr>
                <a:spLocks noChangeArrowheads="1"/>
              </p:cNvSpPr>
              <p:nvPr/>
            </p:nvSpPr>
            <p:spPr bwMode="auto">
              <a:xfrm>
                <a:off x="4803" y="2901"/>
                <a:ext cx="206" cy="386"/>
              </a:xfrm>
              <a:prstGeom prst="rect">
                <a:avLst/>
              </a:prstGeom>
              <a:solidFill>
                <a:srgbClr val="FFFFFF"/>
              </a:solidFill>
              <a:ln w="9525">
                <a:noFill/>
                <a:miter lim="800000"/>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641" name="Freeform 403"/>
              <p:cNvSpPr/>
              <p:nvPr/>
            </p:nvSpPr>
            <p:spPr bwMode="auto">
              <a:xfrm>
                <a:off x="4736" y="2819"/>
                <a:ext cx="13" cy="318"/>
              </a:xfrm>
              <a:custGeom>
                <a:avLst/>
                <a:gdLst/>
                <a:ahLst/>
                <a:cxnLst>
                  <a:cxn ang="0">
                    <a:pos x="8" y="16"/>
                  </a:cxn>
                  <a:cxn ang="0">
                    <a:pos x="0" y="8"/>
                  </a:cxn>
                  <a:cxn ang="0">
                    <a:pos x="0" y="320"/>
                  </a:cxn>
                  <a:cxn ang="0">
                    <a:pos x="16" y="320"/>
                  </a:cxn>
                  <a:cxn ang="0">
                    <a:pos x="16" y="8"/>
                  </a:cxn>
                  <a:cxn ang="0">
                    <a:pos x="8" y="0"/>
                  </a:cxn>
                  <a:cxn ang="0">
                    <a:pos x="16" y="8"/>
                  </a:cxn>
                  <a:cxn ang="0">
                    <a:pos x="16" y="0"/>
                  </a:cxn>
                  <a:cxn ang="0">
                    <a:pos x="8" y="0"/>
                  </a:cxn>
                  <a:cxn ang="0">
                    <a:pos x="8" y="16"/>
                  </a:cxn>
                </a:cxnLst>
                <a:rect l="0" t="0" r="r" b="b"/>
                <a:pathLst>
                  <a:path w="16" h="320">
                    <a:moveTo>
                      <a:pt x="8" y="16"/>
                    </a:moveTo>
                    <a:lnTo>
                      <a:pt x="0" y="8"/>
                    </a:lnTo>
                    <a:lnTo>
                      <a:pt x="0" y="320"/>
                    </a:lnTo>
                    <a:lnTo>
                      <a:pt x="16" y="320"/>
                    </a:lnTo>
                    <a:lnTo>
                      <a:pt x="16" y="8"/>
                    </a:lnTo>
                    <a:lnTo>
                      <a:pt x="8" y="0"/>
                    </a:lnTo>
                    <a:lnTo>
                      <a:pt x="16" y="8"/>
                    </a:lnTo>
                    <a:lnTo>
                      <a:pt x="16" y="0"/>
                    </a:lnTo>
                    <a:lnTo>
                      <a:pt x="8" y="0"/>
                    </a:lnTo>
                    <a:lnTo>
                      <a:pt x="8" y="16"/>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642" name="Freeform 404"/>
              <p:cNvSpPr/>
              <p:nvPr/>
            </p:nvSpPr>
            <p:spPr bwMode="auto">
              <a:xfrm>
                <a:off x="4558" y="2819"/>
                <a:ext cx="184" cy="21"/>
              </a:xfrm>
              <a:custGeom>
                <a:avLst/>
                <a:gdLst/>
                <a:ahLst/>
                <a:cxnLst>
                  <a:cxn ang="0">
                    <a:pos x="16" y="8"/>
                  </a:cxn>
                  <a:cxn ang="0">
                    <a:pos x="8" y="16"/>
                  </a:cxn>
                  <a:cxn ang="0">
                    <a:pos x="187" y="16"/>
                  </a:cxn>
                  <a:cxn ang="0">
                    <a:pos x="187" y="0"/>
                  </a:cxn>
                  <a:cxn ang="0">
                    <a:pos x="8" y="0"/>
                  </a:cxn>
                  <a:cxn ang="0">
                    <a:pos x="0" y="8"/>
                  </a:cxn>
                  <a:cxn ang="0">
                    <a:pos x="8" y="0"/>
                  </a:cxn>
                  <a:cxn ang="0">
                    <a:pos x="0" y="0"/>
                  </a:cxn>
                  <a:cxn ang="0">
                    <a:pos x="0" y="8"/>
                  </a:cxn>
                  <a:cxn ang="0">
                    <a:pos x="16" y="8"/>
                  </a:cxn>
                </a:cxnLst>
                <a:rect l="0" t="0" r="r" b="b"/>
                <a:pathLst>
                  <a:path w="187" h="16">
                    <a:moveTo>
                      <a:pt x="16" y="8"/>
                    </a:moveTo>
                    <a:lnTo>
                      <a:pt x="8" y="16"/>
                    </a:lnTo>
                    <a:lnTo>
                      <a:pt x="187" y="16"/>
                    </a:lnTo>
                    <a:lnTo>
                      <a:pt x="187" y="0"/>
                    </a:lnTo>
                    <a:lnTo>
                      <a:pt x="8" y="0"/>
                    </a:lnTo>
                    <a:lnTo>
                      <a:pt x="0" y="8"/>
                    </a:lnTo>
                    <a:lnTo>
                      <a:pt x="8" y="0"/>
                    </a:lnTo>
                    <a:lnTo>
                      <a:pt x="0" y="0"/>
                    </a:lnTo>
                    <a:lnTo>
                      <a:pt x="0" y="8"/>
                    </a:lnTo>
                    <a:lnTo>
                      <a:pt x="16"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643" name="Freeform 405"/>
              <p:cNvSpPr/>
              <p:nvPr/>
            </p:nvSpPr>
            <p:spPr bwMode="auto">
              <a:xfrm>
                <a:off x="4558" y="2826"/>
                <a:ext cx="13" cy="318"/>
              </a:xfrm>
              <a:custGeom>
                <a:avLst/>
                <a:gdLst/>
                <a:ahLst/>
                <a:cxnLst>
                  <a:cxn ang="0">
                    <a:pos x="8" y="304"/>
                  </a:cxn>
                  <a:cxn ang="0">
                    <a:pos x="16" y="312"/>
                  </a:cxn>
                  <a:cxn ang="0">
                    <a:pos x="16" y="0"/>
                  </a:cxn>
                  <a:cxn ang="0">
                    <a:pos x="0" y="0"/>
                  </a:cxn>
                  <a:cxn ang="0">
                    <a:pos x="0" y="312"/>
                  </a:cxn>
                  <a:cxn ang="0">
                    <a:pos x="8" y="320"/>
                  </a:cxn>
                  <a:cxn ang="0">
                    <a:pos x="0" y="312"/>
                  </a:cxn>
                  <a:cxn ang="0">
                    <a:pos x="0" y="320"/>
                  </a:cxn>
                  <a:cxn ang="0">
                    <a:pos x="8" y="320"/>
                  </a:cxn>
                  <a:cxn ang="0">
                    <a:pos x="8" y="304"/>
                  </a:cxn>
                </a:cxnLst>
                <a:rect l="0" t="0" r="r" b="b"/>
                <a:pathLst>
                  <a:path w="16" h="320">
                    <a:moveTo>
                      <a:pt x="8" y="304"/>
                    </a:moveTo>
                    <a:lnTo>
                      <a:pt x="16" y="312"/>
                    </a:lnTo>
                    <a:lnTo>
                      <a:pt x="16" y="0"/>
                    </a:lnTo>
                    <a:lnTo>
                      <a:pt x="0" y="0"/>
                    </a:lnTo>
                    <a:lnTo>
                      <a:pt x="0" y="312"/>
                    </a:lnTo>
                    <a:lnTo>
                      <a:pt x="8" y="320"/>
                    </a:lnTo>
                    <a:lnTo>
                      <a:pt x="0" y="312"/>
                    </a:lnTo>
                    <a:lnTo>
                      <a:pt x="0" y="320"/>
                    </a:lnTo>
                    <a:lnTo>
                      <a:pt x="8" y="320"/>
                    </a:lnTo>
                    <a:lnTo>
                      <a:pt x="8" y="304"/>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644" name="Freeform 406"/>
              <p:cNvSpPr/>
              <p:nvPr/>
            </p:nvSpPr>
            <p:spPr bwMode="auto">
              <a:xfrm>
                <a:off x="4565" y="3130"/>
                <a:ext cx="184" cy="14"/>
              </a:xfrm>
              <a:custGeom>
                <a:avLst/>
                <a:gdLst/>
                <a:ahLst/>
                <a:cxnLst>
                  <a:cxn ang="0">
                    <a:pos x="171" y="8"/>
                  </a:cxn>
                  <a:cxn ang="0">
                    <a:pos x="179" y="0"/>
                  </a:cxn>
                  <a:cxn ang="0">
                    <a:pos x="0" y="0"/>
                  </a:cxn>
                  <a:cxn ang="0">
                    <a:pos x="0" y="16"/>
                  </a:cxn>
                  <a:cxn ang="0">
                    <a:pos x="179" y="16"/>
                  </a:cxn>
                  <a:cxn ang="0">
                    <a:pos x="187" y="8"/>
                  </a:cxn>
                  <a:cxn ang="0">
                    <a:pos x="179" y="16"/>
                  </a:cxn>
                  <a:cxn ang="0">
                    <a:pos x="187" y="16"/>
                  </a:cxn>
                  <a:cxn ang="0">
                    <a:pos x="187" y="8"/>
                  </a:cxn>
                  <a:cxn ang="0">
                    <a:pos x="171" y="8"/>
                  </a:cxn>
                </a:cxnLst>
                <a:rect l="0" t="0" r="r" b="b"/>
                <a:pathLst>
                  <a:path w="187" h="16">
                    <a:moveTo>
                      <a:pt x="171" y="8"/>
                    </a:moveTo>
                    <a:lnTo>
                      <a:pt x="179" y="0"/>
                    </a:lnTo>
                    <a:lnTo>
                      <a:pt x="0" y="0"/>
                    </a:lnTo>
                    <a:lnTo>
                      <a:pt x="0" y="16"/>
                    </a:lnTo>
                    <a:lnTo>
                      <a:pt x="179" y="16"/>
                    </a:lnTo>
                    <a:lnTo>
                      <a:pt x="187" y="8"/>
                    </a:lnTo>
                    <a:lnTo>
                      <a:pt x="179" y="16"/>
                    </a:lnTo>
                    <a:lnTo>
                      <a:pt x="187" y="16"/>
                    </a:lnTo>
                    <a:lnTo>
                      <a:pt x="187" y="8"/>
                    </a:lnTo>
                    <a:lnTo>
                      <a:pt x="171"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645" name="Freeform 407"/>
              <p:cNvSpPr/>
              <p:nvPr/>
            </p:nvSpPr>
            <p:spPr bwMode="auto">
              <a:xfrm>
                <a:off x="4568" y="2916"/>
                <a:ext cx="174" cy="11"/>
              </a:xfrm>
              <a:custGeom>
                <a:avLst/>
                <a:gdLst/>
                <a:ahLst/>
                <a:cxnLst>
                  <a:cxn ang="0">
                    <a:pos x="176" y="8"/>
                  </a:cxn>
                  <a:cxn ang="0">
                    <a:pos x="176" y="0"/>
                  </a:cxn>
                  <a:cxn ang="0">
                    <a:pos x="0" y="0"/>
                  </a:cxn>
                  <a:cxn ang="0">
                    <a:pos x="0" y="16"/>
                  </a:cxn>
                  <a:cxn ang="0">
                    <a:pos x="176" y="16"/>
                  </a:cxn>
                  <a:cxn ang="0">
                    <a:pos x="176" y="8"/>
                  </a:cxn>
                </a:cxnLst>
                <a:rect l="0" t="0" r="r" b="b"/>
                <a:pathLst>
                  <a:path w="176" h="16">
                    <a:moveTo>
                      <a:pt x="176" y="8"/>
                    </a:moveTo>
                    <a:lnTo>
                      <a:pt x="176" y="0"/>
                    </a:lnTo>
                    <a:lnTo>
                      <a:pt x="0" y="0"/>
                    </a:lnTo>
                    <a:lnTo>
                      <a:pt x="0" y="16"/>
                    </a:lnTo>
                    <a:lnTo>
                      <a:pt x="176" y="16"/>
                    </a:lnTo>
                    <a:lnTo>
                      <a:pt x="176"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646" name="Freeform 408"/>
              <p:cNvSpPr/>
              <p:nvPr/>
            </p:nvSpPr>
            <p:spPr bwMode="auto">
              <a:xfrm>
                <a:off x="4568" y="3026"/>
                <a:ext cx="174" cy="18"/>
              </a:xfrm>
              <a:custGeom>
                <a:avLst/>
                <a:gdLst/>
                <a:ahLst/>
                <a:cxnLst>
                  <a:cxn ang="0">
                    <a:pos x="176" y="8"/>
                  </a:cxn>
                  <a:cxn ang="0">
                    <a:pos x="176" y="0"/>
                  </a:cxn>
                  <a:cxn ang="0">
                    <a:pos x="0" y="0"/>
                  </a:cxn>
                  <a:cxn ang="0">
                    <a:pos x="0" y="16"/>
                  </a:cxn>
                  <a:cxn ang="0">
                    <a:pos x="176" y="16"/>
                  </a:cxn>
                  <a:cxn ang="0">
                    <a:pos x="176" y="8"/>
                  </a:cxn>
                </a:cxnLst>
                <a:rect l="0" t="0" r="r" b="b"/>
                <a:pathLst>
                  <a:path w="176" h="16">
                    <a:moveTo>
                      <a:pt x="176" y="8"/>
                    </a:moveTo>
                    <a:lnTo>
                      <a:pt x="176" y="0"/>
                    </a:lnTo>
                    <a:lnTo>
                      <a:pt x="0" y="0"/>
                    </a:lnTo>
                    <a:lnTo>
                      <a:pt x="0" y="16"/>
                    </a:lnTo>
                    <a:lnTo>
                      <a:pt x="176" y="16"/>
                    </a:lnTo>
                    <a:lnTo>
                      <a:pt x="176"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647" name="Freeform 409"/>
              <p:cNvSpPr/>
              <p:nvPr/>
            </p:nvSpPr>
            <p:spPr bwMode="auto">
              <a:xfrm>
                <a:off x="4644" y="2837"/>
                <a:ext cx="16" cy="300"/>
              </a:xfrm>
              <a:custGeom>
                <a:avLst/>
                <a:gdLst/>
                <a:ahLst/>
                <a:cxnLst>
                  <a:cxn ang="0">
                    <a:pos x="7" y="302"/>
                  </a:cxn>
                  <a:cxn ang="0">
                    <a:pos x="15" y="302"/>
                  </a:cxn>
                  <a:cxn ang="0">
                    <a:pos x="15" y="0"/>
                  </a:cxn>
                  <a:cxn ang="0">
                    <a:pos x="0" y="0"/>
                  </a:cxn>
                  <a:cxn ang="0">
                    <a:pos x="0" y="302"/>
                  </a:cxn>
                  <a:cxn ang="0">
                    <a:pos x="7" y="302"/>
                  </a:cxn>
                </a:cxnLst>
                <a:rect l="0" t="0" r="r" b="b"/>
                <a:pathLst>
                  <a:path w="15" h="302">
                    <a:moveTo>
                      <a:pt x="7" y="302"/>
                    </a:moveTo>
                    <a:lnTo>
                      <a:pt x="15" y="302"/>
                    </a:lnTo>
                    <a:lnTo>
                      <a:pt x="15" y="0"/>
                    </a:lnTo>
                    <a:lnTo>
                      <a:pt x="0" y="0"/>
                    </a:lnTo>
                    <a:lnTo>
                      <a:pt x="0" y="302"/>
                    </a:lnTo>
                    <a:lnTo>
                      <a:pt x="7" y="302"/>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648" name="Freeform 410"/>
              <p:cNvSpPr/>
              <p:nvPr/>
            </p:nvSpPr>
            <p:spPr bwMode="auto">
              <a:xfrm>
                <a:off x="5240" y="2819"/>
                <a:ext cx="16" cy="318"/>
              </a:xfrm>
              <a:custGeom>
                <a:avLst/>
                <a:gdLst/>
                <a:ahLst/>
                <a:cxnLst>
                  <a:cxn ang="0">
                    <a:pos x="8" y="16"/>
                  </a:cxn>
                  <a:cxn ang="0">
                    <a:pos x="0" y="8"/>
                  </a:cxn>
                  <a:cxn ang="0">
                    <a:pos x="0" y="320"/>
                  </a:cxn>
                  <a:cxn ang="0">
                    <a:pos x="16" y="320"/>
                  </a:cxn>
                  <a:cxn ang="0">
                    <a:pos x="16" y="8"/>
                  </a:cxn>
                  <a:cxn ang="0">
                    <a:pos x="8" y="0"/>
                  </a:cxn>
                  <a:cxn ang="0">
                    <a:pos x="16" y="8"/>
                  </a:cxn>
                  <a:cxn ang="0">
                    <a:pos x="16" y="0"/>
                  </a:cxn>
                  <a:cxn ang="0">
                    <a:pos x="8" y="0"/>
                  </a:cxn>
                  <a:cxn ang="0">
                    <a:pos x="8" y="16"/>
                  </a:cxn>
                </a:cxnLst>
                <a:rect l="0" t="0" r="r" b="b"/>
                <a:pathLst>
                  <a:path w="16" h="320">
                    <a:moveTo>
                      <a:pt x="8" y="16"/>
                    </a:moveTo>
                    <a:lnTo>
                      <a:pt x="0" y="8"/>
                    </a:lnTo>
                    <a:lnTo>
                      <a:pt x="0" y="320"/>
                    </a:lnTo>
                    <a:lnTo>
                      <a:pt x="16" y="320"/>
                    </a:lnTo>
                    <a:lnTo>
                      <a:pt x="16" y="8"/>
                    </a:lnTo>
                    <a:lnTo>
                      <a:pt x="8" y="0"/>
                    </a:lnTo>
                    <a:lnTo>
                      <a:pt x="16" y="8"/>
                    </a:lnTo>
                    <a:lnTo>
                      <a:pt x="16" y="0"/>
                    </a:lnTo>
                    <a:lnTo>
                      <a:pt x="8" y="0"/>
                    </a:lnTo>
                    <a:lnTo>
                      <a:pt x="8" y="16"/>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649" name="Freeform 411"/>
              <p:cNvSpPr/>
              <p:nvPr/>
            </p:nvSpPr>
            <p:spPr bwMode="auto">
              <a:xfrm>
                <a:off x="5059" y="2819"/>
                <a:ext cx="187" cy="21"/>
              </a:xfrm>
              <a:custGeom>
                <a:avLst/>
                <a:gdLst/>
                <a:ahLst/>
                <a:cxnLst>
                  <a:cxn ang="0">
                    <a:pos x="16" y="8"/>
                  </a:cxn>
                  <a:cxn ang="0">
                    <a:pos x="8" y="16"/>
                  </a:cxn>
                  <a:cxn ang="0">
                    <a:pos x="187" y="16"/>
                  </a:cxn>
                  <a:cxn ang="0">
                    <a:pos x="187" y="0"/>
                  </a:cxn>
                  <a:cxn ang="0">
                    <a:pos x="8" y="0"/>
                  </a:cxn>
                  <a:cxn ang="0">
                    <a:pos x="0" y="8"/>
                  </a:cxn>
                  <a:cxn ang="0">
                    <a:pos x="8" y="0"/>
                  </a:cxn>
                  <a:cxn ang="0">
                    <a:pos x="0" y="0"/>
                  </a:cxn>
                  <a:cxn ang="0">
                    <a:pos x="0" y="8"/>
                  </a:cxn>
                  <a:cxn ang="0">
                    <a:pos x="16" y="8"/>
                  </a:cxn>
                </a:cxnLst>
                <a:rect l="0" t="0" r="r" b="b"/>
                <a:pathLst>
                  <a:path w="187" h="16">
                    <a:moveTo>
                      <a:pt x="16" y="8"/>
                    </a:moveTo>
                    <a:lnTo>
                      <a:pt x="8" y="16"/>
                    </a:lnTo>
                    <a:lnTo>
                      <a:pt x="187" y="16"/>
                    </a:lnTo>
                    <a:lnTo>
                      <a:pt x="187" y="0"/>
                    </a:lnTo>
                    <a:lnTo>
                      <a:pt x="8" y="0"/>
                    </a:lnTo>
                    <a:lnTo>
                      <a:pt x="0" y="8"/>
                    </a:lnTo>
                    <a:lnTo>
                      <a:pt x="8" y="0"/>
                    </a:lnTo>
                    <a:lnTo>
                      <a:pt x="0" y="0"/>
                    </a:lnTo>
                    <a:lnTo>
                      <a:pt x="0" y="8"/>
                    </a:lnTo>
                    <a:lnTo>
                      <a:pt x="16"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650" name="Freeform 412"/>
              <p:cNvSpPr/>
              <p:nvPr/>
            </p:nvSpPr>
            <p:spPr bwMode="auto">
              <a:xfrm>
                <a:off x="5059" y="2826"/>
                <a:ext cx="16" cy="318"/>
              </a:xfrm>
              <a:custGeom>
                <a:avLst/>
                <a:gdLst/>
                <a:ahLst/>
                <a:cxnLst>
                  <a:cxn ang="0">
                    <a:pos x="8" y="304"/>
                  </a:cxn>
                  <a:cxn ang="0">
                    <a:pos x="16" y="312"/>
                  </a:cxn>
                  <a:cxn ang="0">
                    <a:pos x="16" y="0"/>
                  </a:cxn>
                  <a:cxn ang="0">
                    <a:pos x="0" y="0"/>
                  </a:cxn>
                  <a:cxn ang="0">
                    <a:pos x="0" y="312"/>
                  </a:cxn>
                  <a:cxn ang="0">
                    <a:pos x="8" y="320"/>
                  </a:cxn>
                  <a:cxn ang="0">
                    <a:pos x="0" y="312"/>
                  </a:cxn>
                  <a:cxn ang="0">
                    <a:pos x="0" y="320"/>
                  </a:cxn>
                  <a:cxn ang="0">
                    <a:pos x="8" y="320"/>
                  </a:cxn>
                  <a:cxn ang="0">
                    <a:pos x="8" y="304"/>
                  </a:cxn>
                </a:cxnLst>
                <a:rect l="0" t="0" r="r" b="b"/>
                <a:pathLst>
                  <a:path w="16" h="320">
                    <a:moveTo>
                      <a:pt x="8" y="304"/>
                    </a:moveTo>
                    <a:lnTo>
                      <a:pt x="16" y="312"/>
                    </a:lnTo>
                    <a:lnTo>
                      <a:pt x="16" y="0"/>
                    </a:lnTo>
                    <a:lnTo>
                      <a:pt x="0" y="0"/>
                    </a:lnTo>
                    <a:lnTo>
                      <a:pt x="0" y="312"/>
                    </a:lnTo>
                    <a:lnTo>
                      <a:pt x="8" y="320"/>
                    </a:lnTo>
                    <a:lnTo>
                      <a:pt x="0" y="312"/>
                    </a:lnTo>
                    <a:lnTo>
                      <a:pt x="0" y="320"/>
                    </a:lnTo>
                    <a:lnTo>
                      <a:pt x="8" y="320"/>
                    </a:lnTo>
                    <a:lnTo>
                      <a:pt x="8" y="304"/>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651" name="Freeform 413"/>
              <p:cNvSpPr/>
              <p:nvPr/>
            </p:nvSpPr>
            <p:spPr bwMode="auto">
              <a:xfrm>
                <a:off x="5069" y="3130"/>
                <a:ext cx="187" cy="14"/>
              </a:xfrm>
              <a:custGeom>
                <a:avLst/>
                <a:gdLst/>
                <a:ahLst/>
                <a:cxnLst>
                  <a:cxn ang="0">
                    <a:pos x="171" y="8"/>
                  </a:cxn>
                  <a:cxn ang="0">
                    <a:pos x="179" y="0"/>
                  </a:cxn>
                  <a:cxn ang="0">
                    <a:pos x="0" y="0"/>
                  </a:cxn>
                  <a:cxn ang="0">
                    <a:pos x="0" y="16"/>
                  </a:cxn>
                  <a:cxn ang="0">
                    <a:pos x="179" y="16"/>
                  </a:cxn>
                  <a:cxn ang="0">
                    <a:pos x="187" y="8"/>
                  </a:cxn>
                  <a:cxn ang="0">
                    <a:pos x="179" y="16"/>
                  </a:cxn>
                  <a:cxn ang="0">
                    <a:pos x="187" y="16"/>
                  </a:cxn>
                  <a:cxn ang="0">
                    <a:pos x="187" y="8"/>
                  </a:cxn>
                  <a:cxn ang="0">
                    <a:pos x="171" y="8"/>
                  </a:cxn>
                </a:cxnLst>
                <a:rect l="0" t="0" r="r" b="b"/>
                <a:pathLst>
                  <a:path w="187" h="16">
                    <a:moveTo>
                      <a:pt x="171" y="8"/>
                    </a:moveTo>
                    <a:lnTo>
                      <a:pt x="179" y="0"/>
                    </a:lnTo>
                    <a:lnTo>
                      <a:pt x="0" y="0"/>
                    </a:lnTo>
                    <a:lnTo>
                      <a:pt x="0" y="16"/>
                    </a:lnTo>
                    <a:lnTo>
                      <a:pt x="179" y="16"/>
                    </a:lnTo>
                    <a:lnTo>
                      <a:pt x="187" y="8"/>
                    </a:lnTo>
                    <a:lnTo>
                      <a:pt x="179" y="16"/>
                    </a:lnTo>
                    <a:lnTo>
                      <a:pt x="187" y="16"/>
                    </a:lnTo>
                    <a:lnTo>
                      <a:pt x="187" y="8"/>
                    </a:lnTo>
                    <a:lnTo>
                      <a:pt x="171"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652" name="Freeform 414"/>
              <p:cNvSpPr/>
              <p:nvPr/>
            </p:nvSpPr>
            <p:spPr bwMode="auto">
              <a:xfrm>
                <a:off x="5069" y="2916"/>
                <a:ext cx="174" cy="11"/>
              </a:xfrm>
              <a:custGeom>
                <a:avLst/>
                <a:gdLst/>
                <a:ahLst/>
                <a:cxnLst>
                  <a:cxn ang="0">
                    <a:pos x="175" y="8"/>
                  </a:cxn>
                  <a:cxn ang="0">
                    <a:pos x="175" y="0"/>
                  </a:cxn>
                  <a:cxn ang="0">
                    <a:pos x="0" y="0"/>
                  </a:cxn>
                  <a:cxn ang="0">
                    <a:pos x="0" y="16"/>
                  </a:cxn>
                  <a:cxn ang="0">
                    <a:pos x="175" y="16"/>
                  </a:cxn>
                  <a:cxn ang="0">
                    <a:pos x="175" y="8"/>
                  </a:cxn>
                </a:cxnLst>
                <a:rect l="0" t="0" r="r" b="b"/>
                <a:pathLst>
                  <a:path w="175" h="16">
                    <a:moveTo>
                      <a:pt x="175" y="8"/>
                    </a:moveTo>
                    <a:lnTo>
                      <a:pt x="175" y="0"/>
                    </a:lnTo>
                    <a:lnTo>
                      <a:pt x="0" y="0"/>
                    </a:lnTo>
                    <a:lnTo>
                      <a:pt x="0" y="16"/>
                    </a:lnTo>
                    <a:lnTo>
                      <a:pt x="175" y="16"/>
                    </a:lnTo>
                    <a:lnTo>
                      <a:pt x="175"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653" name="Freeform 415"/>
              <p:cNvSpPr/>
              <p:nvPr/>
            </p:nvSpPr>
            <p:spPr bwMode="auto">
              <a:xfrm>
                <a:off x="5069" y="3026"/>
                <a:ext cx="174" cy="18"/>
              </a:xfrm>
              <a:custGeom>
                <a:avLst/>
                <a:gdLst/>
                <a:ahLst/>
                <a:cxnLst>
                  <a:cxn ang="0">
                    <a:pos x="175" y="8"/>
                  </a:cxn>
                  <a:cxn ang="0">
                    <a:pos x="175" y="0"/>
                  </a:cxn>
                  <a:cxn ang="0">
                    <a:pos x="0" y="0"/>
                  </a:cxn>
                  <a:cxn ang="0">
                    <a:pos x="0" y="16"/>
                  </a:cxn>
                  <a:cxn ang="0">
                    <a:pos x="175" y="16"/>
                  </a:cxn>
                  <a:cxn ang="0">
                    <a:pos x="175" y="8"/>
                  </a:cxn>
                </a:cxnLst>
                <a:rect l="0" t="0" r="r" b="b"/>
                <a:pathLst>
                  <a:path w="175" h="16">
                    <a:moveTo>
                      <a:pt x="175" y="8"/>
                    </a:moveTo>
                    <a:lnTo>
                      <a:pt x="175" y="0"/>
                    </a:lnTo>
                    <a:lnTo>
                      <a:pt x="0" y="0"/>
                    </a:lnTo>
                    <a:lnTo>
                      <a:pt x="0" y="16"/>
                    </a:lnTo>
                    <a:lnTo>
                      <a:pt x="175" y="16"/>
                    </a:lnTo>
                    <a:lnTo>
                      <a:pt x="175"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654" name="Freeform 416"/>
              <p:cNvSpPr/>
              <p:nvPr/>
            </p:nvSpPr>
            <p:spPr bwMode="auto">
              <a:xfrm>
                <a:off x="5148" y="2837"/>
                <a:ext cx="13" cy="300"/>
              </a:xfrm>
              <a:custGeom>
                <a:avLst/>
                <a:gdLst/>
                <a:ahLst/>
                <a:cxnLst>
                  <a:cxn ang="0">
                    <a:pos x="8" y="302"/>
                  </a:cxn>
                  <a:cxn ang="0">
                    <a:pos x="16" y="302"/>
                  </a:cxn>
                  <a:cxn ang="0">
                    <a:pos x="16" y="0"/>
                  </a:cxn>
                  <a:cxn ang="0">
                    <a:pos x="0" y="0"/>
                  </a:cxn>
                  <a:cxn ang="0">
                    <a:pos x="0" y="302"/>
                  </a:cxn>
                  <a:cxn ang="0">
                    <a:pos x="8" y="302"/>
                  </a:cxn>
                </a:cxnLst>
                <a:rect l="0" t="0" r="r" b="b"/>
                <a:pathLst>
                  <a:path w="16" h="302">
                    <a:moveTo>
                      <a:pt x="8" y="302"/>
                    </a:moveTo>
                    <a:lnTo>
                      <a:pt x="16" y="302"/>
                    </a:lnTo>
                    <a:lnTo>
                      <a:pt x="16" y="0"/>
                    </a:lnTo>
                    <a:lnTo>
                      <a:pt x="0" y="0"/>
                    </a:lnTo>
                    <a:lnTo>
                      <a:pt x="0" y="302"/>
                    </a:lnTo>
                    <a:lnTo>
                      <a:pt x="8" y="302"/>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655" name="Freeform 417"/>
              <p:cNvSpPr/>
              <p:nvPr/>
            </p:nvSpPr>
            <p:spPr bwMode="auto">
              <a:xfrm>
                <a:off x="4850" y="2237"/>
                <a:ext cx="101" cy="111"/>
              </a:xfrm>
              <a:custGeom>
                <a:avLst/>
                <a:gdLst/>
                <a:ahLst/>
                <a:cxnLst>
                  <a:cxn ang="0">
                    <a:pos x="59" y="112"/>
                  </a:cxn>
                  <a:cxn ang="0">
                    <a:pos x="76" y="112"/>
                  </a:cxn>
                  <a:cxn ang="0">
                    <a:pos x="89" y="109"/>
                  </a:cxn>
                  <a:cxn ang="0">
                    <a:pos x="99" y="107"/>
                  </a:cxn>
                  <a:cxn ang="0">
                    <a:pos x="102" y="104"/>
                  </a:cxn>
                  <a:cxn ang="0">
                    <a:pos x="103" y="103"/>
                  </a:cxn>
                  <a:cxn ang="0">
                    <a:pos x="103" y="98"/>
                  </a:cxn>
                  <a:cxn ang="0">
                    <a:pos x="100" y="88"/>
                  </a:cxn>
                  <a:cxn ang="0">
                    <a:pos x="97" y="79"/>
                  </a:cxn>
                  <a:cxn ang="0">
                    <a:pos x="95" y="73"/>
                  </a:cxn>
                  <a:cxn ang="0">
                    <a:pos x="95" y="68"/>
                  </a:cxn>
                  <a:cxn ang="0">
                    <a:pos x="94" y="66"/>
                  </a:cxn>
                  <a:cxn ang="0">
                    <a:pos x="92" y="60"/>
                  </a:cxn>
                  <a:cxn ang="0">
                    <a:pos x="91" y="50"/>
                  </a:cxn>
                  <a:cxn ang="0">
                    <a:pos x="91" y="42"/>
                  </a:cxn>
                  <a:cxn ang="0">
                    <a:pos x="91" y="41"/>
                  </a:cxn>
                  <a:cxn ang="0">
                    <a:pos x="89" y="33"/>
                  </a:cxn>
                  <a:cxn ang="0">
                    <a:pos x="89" y="22"/>
                  </a:cxn>
                  <a:cxn ang="0">
                    <a:pos x="87" y="9"/>
                  </a:cxn>
                  <a:cxn ang="0">
                    <a:pos x="75" y="1"/>
                  </a:cxn>
                  <a:cxn ang="0">
                    <a:pos x="59" y="0"/>
                  </a:cxn>
                  <a:cxn ang="0">
                    <a:pos x="45" y="3"/>
                  </a:cxn>
                  <a:cxn ang="0">
                    <a:pos x="38" y="14"/>
                  </a:cxn>
                  <a:cxn ang="0">
                    <a:pos x="34" y="25"/>
                  </a:cxn>
                  <a:cxn ang="0">
                    <a:pos x="30" y="31"/>
                  </a:cxn>
                  <a:cxn ang="0">
                    <a:pos x="30" y="33"/>
                  </a:cxn>
                  <a:cxn ang="0">
                    <a:pos x="27" y="39"/>
                  </a:cxn>
                  <a:cxn ang="0">
                    <a:pos x="23" y="49"/>
                  </a:cxn>
                  <a:cxn ang="0">
                    <a:pos x="19" y="54"/>
                  </a:cxn>
                  <a:cxn ang="0">
                    <a:pos x="19" y="55"/>
                  </a:cxn>
                  <a:cxn ang="0">
                    <a:pos x="16" y="58"/>
                  </a:cxn>
                  <a:cxn ang="0">
                    <a:pos x="11" y="63"/>
                  </a:cxn>
                  <a:cxn ang="0">
                    <a:pos x="5" y="73"/>
                  </a:cxn>
                  <a:cxn ang="0">
                    <a:pos x="0" y="82"/>
                  </a:cxn>
                  <a:cxn ang="0">
                    <a:pos x="0" y="87"/>
                  </a:cxn>
                  <a:cxn ang="0">
                    <a:pos x="0" y="88"/>
                  </a:cxn>
                  <a:cxn ang="0">
                    <a:pos x="7" y="93"/>
                  </a:cxn>
                  <a:cxn ang="0">
                    <a:pos x="29" y="106"/>
                  </a:cxn>
                </a:cxnLst>
                <a:rect l="0" t="0" r="r" b="b"/>
                <a:pathLst>
                  <a:path w="103" h="112">
                    <a:moveTo>
                      <a:pt x="48" y="110"/>
                    </a:moveTo>
                    <a:lnTo>
                      <a:pt x="59" y="112"/>
                    </a:lnTo>
                    <a:lnTo>
                      <a:pt x="68" y="112"/>
                    </a:lnTo>
                    <a:lnTo>
                      <a:pt x="76" y="112"/>
                    </a:lnTo>
                    <a:lnTo>
                      <a:pt x="84" y="110"/>
                    </a:lnTo>
                    <a:lnTo>
                      <a:pt x="89" y="109"/>
                    </a:lnTo>
                    <a:lnTo>
                      <a:pt x="94" y="107"/>
                    </a:lnTo>
                    <a:lnTo>
                      <a:pt x="99" y="107"/>
                    </a:lnTo>
                    <a:lnTo>
                      <a:pt x="100" y="106"/>
                    </a:lnTo>
                    <a:lnTo>
                      <a:pt x="102" y="104"/>
                    </a:lnTo>
                    <a:lnTo>
                      <a:pt x="102" y="103"/>
                    </a:lnTo>
                    <a:lnTo>
                      <a:pt x="103" y="103"/>
                    </a:lnTo>
                    <a:lnTo>
                      <a:pt x="103" y="101"/>
                    </a:lnTo>
                    <a:lnTo>
                      <a:pt x="103" y="98"/>
                    </a:lnTo>
                    <a:lnTo>
                      <a:pt x="103" y="93"/>
                    </a:lnTo>
                    <a:lnTo>
                      <a:pt x="100" y="88"/>
                    </a:lnTo>
                    <a:lnTo>
                      <a:pt x="99" y="82"/>
                    </a:lnTo>
                    <a:lnTo>
                      <a:pt x="97" y="79"/>
                    </a:lnTo>
                    <a:lnTo>
                      <a:pt x="97" y="76"/>
                    </a:lnTo>
                    <a:lnTo>
                      <a:pt x="95" y="73"/>
                    </a:lnTo>
                    <a:lnTo>
                      <a:pt x="95" y="69"/>
                    </a:lnTo>
                    <a:lnTo>
                      <a:pt x="95" y="68"/>
                    </a:lnTo>
                    <a:lnTo>
                      <a:pt x="95" y="68"/>
                    </a:lnTo>
                    <a:lnTo>
                      <a:pt x="94" y="66"/>
                    </a:lnTo>
                    <a:lnTo>
                      <a:pt x="94" y="66"/>
                    </a:lnTo>
                    <a:lnTo>
                      <a:pt x="92" y="60"/>
                    </a:lnTo>
                    <a:lnTo>
                      <a:pt x="92" y="55"/>
                    </a:lnTo>
                    <a:lnTo>
                      <a:pt x="91" y="50"/>
                    </a:lnTo>
                    <a:lnTo>
                      <a:pt x="91" y="44"/>
                    </a:lnTo>
                    <a:lnTo>
                      <a:pt x="91" y="42"/>
                    </a:lnTo>
                    <a:lnTo>
                      <a:pt x="91" y="42"/>
                    </a:lnTo>
                    <a:lnTo>
                      <a:pt x="91" y="41"/>
                    </a:lnTo>
                    <a:lnTo>
                      <a:pt x="91" y="41"/>
                    </a:lnTo>
                    <a:lnTo>
                      <a:pt x="89" y="33"/>
                    </a:lnTo>
                    <a:lnTo>
                      <a:pt x="89" y="27"/>
                    </a:lnTo>
                    <a:lnTo>
                      <a:pt x="89" y="22"/>
                    </a:lnTo>
                    <a:lnTo>
                      <a:pt x="89" y="17"/>
                    </a:lnTo>
                    <a:lnTo>
                      <a:pt x="87" y="9"/>
                    </a:lnTo>
                    <a:lnTo>
                      <a:pt x="83" y="5"/>
                    </a:lnTo>
                    <a:lnTo>
                      <a:pt x="75" y="1"/>
                    </a:lnTo>
                    <a:lnTo>
                      <a:pt x="67" y="0"/>
                    </a:lnTo>
                    <a:lnTo>
                      <a:pt x="59" y="0"/>
                    </a:lnTo>
                    <a:lnTo>
                      <a:pt x="51" y="0"/>
                    </a:lnTo>
                    <a:lnTo>
                      <a:pt x="45" y="3"/>
                    </a:lnTo>
                    <a:lnTo>
                      <a:pt x="40" y="9"/>
                    </a:lnTo>
                    <a:lnTo>
                      <a:pt x="38" y="14"/>
                    </a:lnTo>
                    <a:lnTo>
                      <a:pt x="37" y="19"/>
                    </a:lnTo>
                    <a:lnTo>
                      <a:pt x="34" y="25"/>
                    </a:lnTo>
                    <a:lnTo>
                      <a:pt x="30" y="31"/>
                    </a:lnTo>
                    <a:lnTo>
                      <a:pt x="30" y="31"/>
                    </a:lnTo>
                    <a:lnTo>
                      <a:pt x="30" y="33"/>
                    </a:lnTo>
                    <a:lnTo>
                      <a:pt x="30" y="33"/>
                    </a:lnTo>
                    <a:lnTo>
                      <a:pt x="30" y="35"/>
                    </a:lnTo>
                    <a:lnTo>
                      <a:pt x="27" y="39"/>
                    </a:lnTo>
                    <a:lnTo>
                      <a:pt x="26" y="44"/>
                    </a:lnTo>
                    <a:lnTo>
                      <a:pt x="23" y="49"/>
                    </a:lnTo>
                    <a:lnTo>
                      <a:pt x="19" y="54"/>
                    </a:lnTo>
                    <a:lnTo>
                      <a:pt x="19" y="54"/>
                    </a:lnTo>
                    <a:lnTo>
                      <a:pt x="19" y="54"/>
                    </a:lnTo>
                    <a:lnTo>
                      <a:pt x="19" y="55"/>
                    </a:lnTo>
                    <a:lnTo>
                      <a:pt x="18" y="55"/>
                    </a:lnTo>
                    <a:lnTo>
                      <a:pt x="16" y="58"/>
                    </a:lnTo>
                    <a:lnTo>
                      <a:pt x="15" y="61"/>
                    </a:lnTo>
                    <a:lnTo>
                      <a:pt x="11" y="63"/>
                    </a:lnTo>
                    <a:lnTo>
                      <a:pt x="10" y="66"/>
                    </a:lnTo>
                    <a:lnTo>
                      <a:pt x="5" y="73"/>
                    </a:lnTo>
                    <a:lnTo>
                      <a:pt x="2" y="77"/>
                    </a:lnTo>
                    <a:lnTo>
                      <a:pt x="0" y="82"/>
                    </a:lnTo>
                    <a:lnTo>
                      <a:pt x="0" y="85"/>
                    </a:lnTo>
                    <a:lnTo>
                      <a:pt x="0" y="87"/>
                    </a:lnTo>
                    <a:lnTo>
                      <a:pt x="0" y="87"/>
                    </a:lnTo>
                    <a:lnTo>
                      <a:pt x="0" y="88"/>
                    </a:lnTo>
                    <a:lnTo>
                      <a:pt x="2" y="88"/>
                    </a:lnTo>
                    <a:lnTo>
                      <a:pt x="7" y="93"/>
                    </a:lnTo>
                    <a:lnTo>
                      <a:pt x="15" y="99"/>
                    </a:lnTo>
                    <a:lnTo>
                      <a:pt x="29" y="106"/>
                    </a:lnTo>
                    <a:lnTo>
                      <a:pt x="48" y="110"/>
                    </a:lnTo>
                    <a:close/>
                  </a:path>
                </a:pathLst>
              </a:custGeom>
              <a:solidFill>
                <a:srgbClr val="000000"/>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656" name="Freeform 418"/>
              <p:cNvSpPr/>
              <p:nvPr/>
            </p:nvSpPr>
            <p:spPr bwMode="auto">
              <a:xfrm>
                <a:off x="4850" y="2316"/>
                <a:ext cx="101" cy="29"/>
              </a:xfrm>
              <a:custGeom>
                <a:avLst/>
                <a:gdLst/>
                <a:ahLst/>
                <a:cxnLst>
                  <a:cxn ang="0">
                    <a:pos x="40" y="3"/>
                  </a:cxn>
                  <a:cxn ang="0">
                    <a:pos x="49" y="5"/>
                  </a:cxn>
                  <a:cxn ang="0">
                    <a:pos x="59" y="6"/>
                  </a:cxn>
                  <a:cxn ang="0">
                    <a:pos x="67" y="8"/>
                  </a:cxn>
                  <a:cxn ang="0">
                    <a:pos x="75" y="11"/>
                  </a:cxn>
                  <a:cxn ang="0">
                    <a:pos x="83" y="14"/>
                  </a:cxn>
                  <a:cxn ang="0">
                    <a:pos x="89" y="17"/>
                  </a:cxn>
                  <a:cxn ang="0">
                    <a:pos x="95" y="22"/>
                  </a:cxn>
                  <a:cxn ang="0">
                    <a:pos x="100" y="27"/>
                  </a:cxn>
                  <a:cxn ang="0">
                    <a:pos x="102" y="25"/>
                  </a:cxn>
                  <a:cxn ang="0">
                    <a:pos x="102" y="24"/>
                  </a:cxn>
                  <a:cxn ang="0">
                    <a:pos x="103" y="24"/>
                  </a:cxn>
                  <a:cxn ang="0">
                    <a:pos x="103" y="22"/>
                  </a:cxn>
                  <a:cxn ang="0">
                    <a:pos x="94" y="14"/>
                  </a:cxn>
                  <a:cxn ang="0">
                    <a:pos x="81" y="9"/>
                  </a:cxn>
                  <a:cxn ang="0">
                    <a:pos x="68" y="5"/>
                  </a:cxn>
                  <a:cxn ang="0">
                    <a:pos x="53" y="1"/>
                  </a:cxn>
                  <a:cxn ang="0">
                    <a:pos x="38" y="0"/>
                  </a:cxn>
                  <a:cxn ang="0">
                    <a:pos x="24" y="0"/>
                  </a:cxn>
                  <a:cxn ang="0">
                    <a:pos x="11" y="1"/>
                  </a:cxn>
                  <a:cxn ang="0">
                    <a:pos x="0" y="6"/>
                  </a:cxn>
                  <a:cxn ang="0">
                    <a:pos x="0" y="8"/>
                  </a:cxn>
                  <a:cxn ang="0">
                    <a:pos x="0" y="8"/>
                  </a:cxn>
                  <a:cxn ang="0">
                    <a:pos x="0" y="9"/>
                  </a:cxn>
                  <a:cxn ang="0">
                    <a:pos x="2" y="9"/>
                  </a:cxn>
                  <a:cxn ang="0">
                    <a:pos x="10" y="6"/>
                  </a:cxn>
                  <a:cxn ang="0">
                    <a:pos x="18" y="5"/>
                  </a:cxn>
                  <a:cxn ang="0">
                    <a:pos x="27" y="3"/>
                  </a:cxn>
                  <a:cxn ang="0">
                    <a:pos x="37" y="3"/>
                  </a:cxn>
                  <a:cxn ang="0">
                    <a:pos x="35" y="5"/>
                  </a:cxn>
                  <a:cxn ang="0">
                    <a:pos x="35" y="6"/>
                  </a:cxn>
                  <a:cxn ang="0">
                    <a:pos x="35" y="8"/>
                  </a:cxn>
                  <a:cxn ang="0">
                    <a:pos x="34" y="9"/>
                  </a:cxn>
                  <a:cxn ang="0">
                    <a:pos x="30" y="9"/>
                  </a:cxn>
                  <a:cxn ang="0">
                    <a:pos x="27" y="11"/>
                  </a:cxn>
                  <a:cxn ang="0">
                    <a:pos x="26" y="14"/>
                  </a:cxn>
                  <a:cxn ang="0">
                    <a:pos x="24" y="16"/>
                  </a:cxn>
                  <a:cxn ang="0">
                    <a:pos x="24" y="17"/>
                  </a:cxn>
                  <a:cxn ang="0">
                    <a:pos x="24" y="20"/>
                  </a:cxn>
                  <a:cxn ang="0">
                    <a:pos x="24" y="24"/>
                  </a:cxn>
                  <a:cxn ang="0">
                    <a:pos x="26" y="27"/>
                  </a:cxn>
                  <a:cxn ang="0">
                    <a:pos x="27" y="27"/>
                  </a:cxn>
                  <a:cxn ang="0">
                    <a:pos x="27" y="27"/>
                  </a:cxn>
                  <a:cxn ang="0">
                    <a:pos x="27" y="27"/>
                  </a:cxn>
                  <a:cxn ang="0">
                    <a:pos x="29" y="27"/>
                  </a:cxn>
                  <a:cxn ang="0">
                    <a:pos x="29" y="28"/>
                  </a:cxn>
                  <a:cxn ang="0">
                    <a:pos x="30" y="28"/>
                  </a:cxn>
                  <a:cxn ang="0">
                    <a:pos x="30" y="28"/>
                  </a:cxn>
                  <a:cxn ang="0">
                    <a:pos x="32" y="28"/>
                  </a:cxn>
                  <a:cxn ang="0">
                    <a:pos x="35" y="28"/>
                  </a:cxn>
                  <a:cxn ang="0">
                    <a:pos x="38" y="25"/>
                  </a:cxn>
                  <a:cxn ang="0">
                    <a:pos x="40" y="24"/>
                  </a:cxn>
                  <a:cxn ang="0">
                    <a:pos x="40" y="22"/>
                  </a:cxn>
                  <a:cxn ang="0">
                    <a:pos x="42" y="19"/>
                  </a:cxn>
                  <a:cxn ang="0">
                    <a:pos x="42" y="16"/>
                  </a:cxn>
                  <a:cxn ang="0">
                    <a:pos x="40" y="12"/>
                  </a:cxn>
                  <a:cxn ang="0">
                    <a:pos x="37" y="11"/>
                  </a:cxn>
                  <a:cxn ang="0">
                    <a:pos x="38" y="9"/>
                  </a:cxn>
                  <a:cxn ang="0">
                    <a:pos x="38" y="6"/>
                  </a:cxn>
                  <a:cxn ang="0">
                    <a:pos x="38" y="5"/>
                  </a:cxn>
                  <a:cxn ang="0">
                    <a:pos x="40" y="3"/>
                  </a:cxn>
                </a:cxnLst>
                <a:rect l="0" t="0" r="r" b="b"/>
                <a:pathLst>
                  <a:path w="103" h="28">
                    <a:moveTo>
                      <a:pt x="40" y="3"/>
                    </a:moveTo>
                    <a:lnTo>
                      <a:pt x="49" y="5"/>
                    </a:lnTo>
                    <a:lnTo>
                      <a:pt x="59" y="6"/>
                    </a:lnTo>
                    <a:lnTo>
                      <a:pt x="67" y="8"/>
                    </a:lnTo>
                    <a:lnTo>
                      <a:pt x="75" y="11"/>
                    </a:lnTo>
                    <a:lnTo>
                      <a:pt x="83" y="14"/>
                    </a:lnTo>
                    <a:lnTo>
                      <a:pt x="89" y="17"/>
                    </a:lnTo>
                    <a:lnTo>
                      <a:pt x="95" y="22"/>
                    </a:lnTo>
                    <a:lnTo>
                      <a:pt x="100" y="27"/>
                    </a:lnTo>
                    <a:lnTo>
                      <a:pt x="102" y="25"/>
                    </a:lnTo>
                    <a:lnTo>
                      <a:pt x="102" y="24"/>
                    </a:lnTo>
                    <a:lnTo>
                      <a:pt x="103" y="24"/>
                    </a:lnTo>
                    <a:lnTo>
                      <a:pt x="103" y="22"/>
                    </a:lnTo>
                    <a:lnTo>
                      <a:pt x="94" y="14"/>
                    </a:lnTo>
                    <a:lnTo>
                      <a:pt x="81" y="9"/>
                    </a:lnTo>
                    <a:lnTo>
                      <a:pt x="68" y="5"/>
                    </a:lnTo>
                    <a:lnTo>
                      <a:pt x="53" y="1"/>
                    </a:lnTo>
                    <a:lnTo>
                      <a:pt x="38" y="0"/>
                    </a:lnTo>
                    <a:lnTo>
                      <a:pt x="24" y="0"/>
                    </a:lnTo>
                    <a:lnTo>
                      <a:pt x="11" y="1"/>
                    </a:lnTo>
                    <a:lnTo>
                      <a:pt x="0" y="6"/>
                    </a:lnTo>
                    <a:lnTo>
                      <a:pt x="0" y="8"/>
                    </a:lnTo>
                    <a:lnTo>
                      <a:pt x="0" y="8"/>
                    </a:lnTo>
                    <a:lnTo>
                      <a:pt x="0" y="9"/>
                    </a:lnTo>
                    <a:lnTo>
                      <a:pt x="2" y="9"/>
                    </a:lnTo>
                    <a:lnTo>
                      <a:pt x="10" y="6"/>
                    </a:lnTo>
                    <a:lnTo>
                      <a:pt x="18" y="5"/>
                    </a:lnTo>
                    <a:lnTo>
                      <a:pt x="27" y="3"/>
                    </a:lnTo>
                    <a:lnTo>
                      <a:pt x="37" y="3"/>
                    </a:lnTo>
                    <a:lnTo>
                      <a:pt x="35" y="5"/>
                    </a:lnTo>
                    <a:lnTo>
                      <a:pt x="35" y="6"/>
                    </a:lnTo>
                    <a:lnTo>
                      <a:pt x="35" y="8"/>
                    </a:lnTo>
                    <a:lnTo>
                      <a:pt x="34" y="9"/>
                    </a:lnTo>
                    <a:lnTo>
                      <a:pt x="30" y="9"/>
                    </a:lnTo>
                    <a:lnTo>
                      <a:pt x="27" y="11"/>
                    </a:lnTo>
                    <a:lnTo>
                      <a:pt x="26" y="14"/>
                    </a:lnTo>
                    <a:lnTo>
                      <a:pt x="24" y="16"/>
                    </a:lnTo>
                    <a:lnTo>
                      <a:pt x="24" y="17"/>
                    </a:lnTo>
                    <a:lnTo>
                      <a:pt x="24" y="20"/>
                    </a:lnTo>
                    <a:lnTo>
                      <a:pt x="24" y="24"/>
                    </a:lnTo>
                    <a:lnTo>
                      <a:pt x="26" y="27"/>
                    </a:lnTo>
                    <a:lnTo>
                      <a:pt x="27" y="27"/>
                    </a:lnTo>
                    <a:lnTo>
                      <a:pt x="27" y="27"/>
                    </a:lnTo>
                    <a:lnTo>
                      <a:pt x="27" y="27"/>
                    </a:lnTo>
                    <a:lnTo>
                      <a:pt x="29" y="27"/>
                    </a:lnTo>
                    <a:lnTo>
                      <a:pt x="29" y="28"/>
                    </a:lnTo>
                    <a:lnTo>
                      <a:pt x="30" y="28"/>
                    </a:lnTo>
                    <a:lnTo>
                      <a:pt x="30" y="28"/>
                    </a:lnTo>
                    <a:lnTo>
                      <a:pt x="32" y="28"/>
                    </a:lnTo>
                    <a:lnTo>
                      <a:pt x="35" y="28"/>
                    </a:lnTo>
                    <a:lnTo>
                      <a:pt x="38" y="25"/>
                    </a:lnTo>
                    <a:lnTo>
                      <a:pt x="40" y="24"/>
                    </a:lnTo>
                    <a:lnTo>
                      <a:pt x="40" y="22"/>
                    </a:lnTo>
                    <a:lnTo>
                      <a:pt x="42" y="19"/>
                    </a:lnTo>
                    <a:lnTo>
                      <a:pt x="42" y="16"/>
                    </a:lnTo>
                    <a:lnTo>
                      <a:pt x="40" y="12"/>
                    </a:lnTo>
                    <a:lnTo>
                      <a:pt x="37" y="11"/>
                    </a:lnTo>
                    <a:lnTo>
                      <a:pt x="38" y="9"/>
                    </a:lnTo>
                    <a:lnTo>
                      <a:pt x="38" y="6"/>
                    </a:lnTo>
                    <a:lnTo>
                      <a:pt x="38" y="5"/>
                    </a:lnTo>
                    <a:lnTo>
                      <a:pt x="40" y="3"/>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657" name="Freeform 419"/>
              <p:cNvSpPr/>
              <p:nvPr/>
            </p:nvSpPr>
            <p:spPr bwMode="auto">
              <a:xfrm>
                <a:off x="4875" y="2341"/>
                <a:ext cx="3" cy="7"/>
              </a:xfrm>
              <a:custGeom>
                <a:avLst/>
                <a:gdLst/>
                <a:ahLst/>
                <a:cxnLst>
                  <a:cxn ang="0">
                    <a:pos x="0" y="0"/>
                  </a:cxn>
                  <a:cxn ang="0">
                    <a:pos x="1" y="0"/>
                  </a:cxn>
                  <a:cxn ang="0">
                    <a:pos x="1" y="0"/>
                  </a:cxn>
                  <a:cxn ang="0">
                    <a:pos x="1" y="0"/>
                  </a:cxn>
                  <a:cxn ang="0">
                    <a:pos x="3" y="0"/>
                  </a:cxn>
                  <a:cxn ang="0">
                    <a:pos x="3" y="1"/>
                  </a:cxn>
                  <a:cxn ang="0">
                    <a:pos x="4" y="1"/>
                  </a:cxn>
                  <a:cxn ang="0">
                    <a:pos x="4" y="1"/>
                  </a:cxn>
                  <a:cxn ang="0">
                    <a:pos x="6" y="1"/>
                  </a:cxn>
                  <a:cxn ang="0">
                    <a:pos x="6" y="3"/>
                  </a:cxn>
                  <a:cxn ang="0">
                    <a:pos x="6" y="3"/>
                  </a:cxn>
                  <a:cxn ang="0">
                    <a:pos x="4" y="4"/>
                  </a:cxn>
                  <a:cxn ang="0">
                    <a:pos x="3" y="6"/>
                  </a:cxn>
                  <a:cxn ang="0">
                    <a:pos x="1" y="6"/>
                  </a:cxn>
                  <a:cxn ang="0">
                    <a:pos x="0" y="6"/>
                  </a:cxn>
                  <a:cxn ang="0">
                    <a:pos x="0" y="4"/>
                  </a:cxn>
                  <a:cxn ang="0">
                    <a:pos x="0" y="4"/>
                  </a:cxn>
                  <a:cxn ang="0">
                    <a:pos x="0" y="3"/>
                  </a:cxn>
                  <a:cxn ang="0">
                    <a:pos x="0" y="1"/>
                  </a:cxn>
                  <a:cxn ang="0">
                    <a:pos x="0" y="0"/>
                  </a:cxn>
                </a:cxnLst>
                <a:rect l="0" t="0" r="r" b="b"/>
                <a:pathLst>
                  <a:path w="6" h="6">
                    <a:moveTo>
                      <a:pt x="0" y="0"/>
                    </a:moveTo>
                    <a:lnTo>
                      <a:pt x="1" y="0"/>
                    </a:lnTo>
                    <a:lnTo>
                      <a:pt x="1" y="0"/>
                    </a:lnTo>
                    <a:lnTo>
                      <a:pt x="1" y="0"/>
                    </a:lnTo>
                    <a:lnTo>
                      <a:pt x="3" y="0"/>
                    </a:lnTo>
                    <a:lnTo>
                      <a:pt x="3" y="1"/>
                    </a:lnTo>
                    <a:lnTo>
                      <a:pt x="4" y="1"/>
                    </a:lnTo>
                    <a:lnTo>
                      <a:pt x="4" y="1"/>
                    </a:lnTo>
                    <a:lnTo>
                      <a:pt x="6" y="1"/>
                    </a:lnTo>
                    <a:lnTo>
                      <a:pt x="6" y="3"/>
                    </a:lnTo>
                    <a:lnTo>
                      <a:pt x="6" y="3"/>
                    </a:lnTo>
                    <a:lnTo>
                      <a:pt x="4" y="4"/>
                    </a:lnTo>
                    <a:lnTo>
                      <a:pt x="3" y="6"/>
                    </a:lnTo>
                    <a:lnTo>
                      <a:pt x="1" y="6"/>
                    </a:lnTo>
                    <a:lnTo>
                      <a:pt x="0" y="6"/>
                    </a:lnTo>
                    <a:lnTo>
                      <a:pt x="0" y="4"/>
                    </a:lnTo>
                    <a:lnTo>
                      <a:pt x="0" y="4"/>
                    </a:lnTo>
                    <a:lnTo>
                      <a:pt x="0" y="3"/>
                    </a:lnTo>
                    <a:lnTo>
                      <a:pt x="0" y="1"/>
                    </a:lnTo>
                    <a:lnTo>
                      <a:pt x="0" y="0"/>
                    </a:lnTo>
                    <a:close/>
                  </a:path>
                </a:pathLst>
              </a:custGeom>
              <a:solidFill>
                <a:srgbClr val="7A1111"/>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658" name="Freeform 420"/>
              <p:cNvSpPr/>
              <p:nvPr/>
            </p:nvSpPr>
            <p:spPr bwMode="auto">
              <a:xfrm>
                <a:off x="4996" y="2819"/>
                <a:ext cx="19" cy="14"/>
              </a:xfrm>
              <a:custGeom>
                <a:avLst/>
                <a:gdLst/>
                <a:ahLst/>
                <a:cxnLst>
                  <a:cxn ang="0">
                    <a:pos x="0" y="0"/>
                  </a:cxn>
                  <a:cxn ang="0">
                    <a:pos x="0" y="0"/>
                  </a:cxn>
                  <a:cxn ang="0">
                    <a:pos x="0" y="9"/>
                  </a:cxn>
                  <a:cxn ang="0">
                    <a:pos x="0" y="14"/>
                  </a:cxn>
                  <a:cxn ang="0">
                    <a:pos x="0" y="15"/>
                  </a:cxn>
                  <a:cxn ang="0">
                    <a:pos x="8" y="15"/>
                  </a:cxn>
                  <a:cxn ang="0">
                    <a:pos x="8" y="15"/>
                  </a:cxn>
                  <a:cxn ang="0">
                    <a:pos x="16" y="15"/>
                  </a:cxn>
                  <a:cxn ang="0">
                    <a:pos x="16" y="14"/>
                  </a:cxn>
                  <a:cxn ang="0">
                    <a:pos x="16" y="9"/>
                  </a:cxn>
                  <a:cxn ang="0">
                    <a:pos x="16" y="0"/>
                  </a:cxn>
                  <a:cxn ang="0">
                    <a:pos x="16" y="0"/>
                  </a:cxn>
                  <a:cxn ang="0">
                    <a:pos x="0" y="0"/>
                  </a:cxn>
                </a:cxnLst>
                <a:rect l="0" t="0" r="r" b="b"/>
                <a:pathLst>
                  <a:path w="16" h="15">
                    <a:moveTo>
                      <a:pt x="0" y="0"/>
                    </a:moveTo>
                    <a:lnTo>
                      <a:pt x="0" y="0"/>
                    </a:lnTo>
                    <a:lnTo>
                      <a:pt x="0" y="9"/>
                    </a:lnTo>
                    <a:lnTo>
                      <a:pt x="0" y="14"/>
                    </a:lnTo>
                    <a:lnTo>
                      <a:pt x="0" y="15"/>
                    </a:lnTo>
                    <a:lnTo>
                      <a:pt x="8" y="15"/>
                    </a:lnTo>
                    <a:lnTo>
                      <a:pt x="8" y="15"/>
                    </a:lnTo>
                    <a:lnTo>
                      <a:pt x="16" y="15"/>
                    </a:lnTo>
                    <a:lnTo>
                      <a:pt x="16" y="14"/>
                    </a:lnTo>
                    <a:lnTo>
                      <a:pt x="16" y="9"/>
                    </a:lnTo>
                    <a:lnTo>
                      <a:pt x="16" y="0"/>
                    </a:lnTo>
                    <a:lnTo>
                      <a:pt x="16" y="0"/>
                    </a:lnTo>
                    <a:lnTo>
                      <a:pt x="0" y="0"/>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659" name="Freeform 421"/>
              <p:cNvSpPr/>
              <p:nvPr/>
            </p:nvSpPr>
            <p:spPr bwMode="auto">
              <a:xfrm>
                <a:off x="4803" y="2726"/>
                <a:ext cx="212" cy="93"/>
              </a:xfrm>
              <a:custGeom>
                <a:avLst/>
                <a:gdLst/>
                <a:ahLst/>
                <a:cxnLst>
                  <a:cxn ang="0">
                    <a:pos x="16" y="94"/>
                  </a:cxn>
                  <a:cxn ang="0">
                    <a:pos x="16" y="94"/>
                  </a:cxn>
                  <a:cxn ang="0">
                    <a:pos x="23" y="59"/>
                  </a:cxn>
                  <a:cxn ang="0">
                    <a:pos x="43" y="35"/>
                  </a:cxn>
                  <a:cxn ang="0">
                    <a:pos x="72" y="21"/>
                  </a:cxn>
                  <a:cxn ang="0">
                    <a:pos x="107" y="16"/>
                  </a:cxn>
                  <a:cxn ang="0">
                    <a:pos x="140" y="21"/>
                  </a:cxn>
                  <a:cxn ang="0">
                    <a:pos x="168" y="37"/>
                  </a:cxn>
                  <a:cxn ang="0">
                    <a:pos x="189" y="60"/>
                  </a:cxn>
                  <a:cxn ang="0">
                    <a:pos x="195" y="94"/>
                  </a:cxn>
                  <a:cxn ang="0">
                    <a:pos x="211" y="94"/>
                  </a:cxn>
                  <a:cxn ang="0">
                    <a:pos x="202" y="54"/>
                  </a:cxn>
                  <a:cxn ang="0">
                    <a:pos x="178" y="24"/>
                  </a:cxn>
                  <a:cxn ang="0">
                    <a:pos x="143" y="5"/>
                  </a:cxn>
                  <a:cxn ang="0">
                    <a:pos x="107" y="0"/>
                  </a:cxn>
                  <a:cxn ang="0">
                    <a:pos x="69" y="5"/>
                  </a:cxn>
                  <a:cxn ang="0">
                    <a:pos x="34" y="23"/>
                  </a:cxn>
                  <a:cxn ang="0">
                    <a:pos x="10" y="53"/>
                  </a:cxn>
                  <a:cxn ang="0">
                    <a:pos x="0" y="94"/>
                  </a:cxn>
                  <a:cxn ang="0">
                    <a:pos x="0" y="94"/>
                  </a:cxn>
                  <a:cxn ang="0">
                    <a:pos x="16" y="94"/>
                  </a:cxn>
                </a:cxnLst>
                <a:rect l="0" t="0" r="r" b="b"/>
                <a:pathLst>
                  <a:path w="211" h="94">
                    <a:moveTo>
                      <a:pt x="16" y="94"/>
                    </a:moveTo>
                    <a:lnTo>
                      <a:pt x="16" y="94"/>
                    </a:lnTo>
                    <a:lnTo>
                      <a:pt x="23" y="59"/>
                    </a:lnTo>
                    <a:lnTo>
                      <a:pt x="43" y="35"/>
                    </a:lnTo>
                    <a:lnTo>
                      <a:pt x="72" y="21"/>
                    </a:lnTo>
                    <a:lnTo>
                      <a:pt x="107" y="16"/>
                    </a:lnTo>
                    <a:lnTo>
                      <a:pt x="140" y="21"/>
                    </a:lnTo>
                    <a:lnTo>
                      <a:pt x="168" y="37"/>
                    </a:lnTo>
                    <a:lnTo>
                      <a:pt x="189" y="60"/>
                    </a:lnTo>
                    <a:lnTo>
                      <a:pt x="195" y="94"/>
                    </a:lnTo>
                    <a:lnTo>
                      <a:pt x="211" y="94"/>
                    </a:lnTo>
                    <a:lnTo>
                      <a:pt x="202" y="54"/>
                    </a:lnTo>
                    <a:lnTo>
                      <a:pt x="178" y="24"/>
                    </a:lnTo>
                    <a:lnTo>
                      <a:pt x="143" y="5"/>
                    </a:lnTo>
                    <a:lnTo>
                      <a:pt x="107" y="0"/>
                    </a:lnTo>
                    <a:lnTo>
                      <a:pt x="69" y="5"/>
                    </a:lnTo>
                    <a:lnTo>
                      <a:pt x="34" y="23"/>
                    </a:lnTo>
                    <a:lnTo>
                      <a:pt x="10" y="53"/>
                    </a:lnTo>
                    <a:lnTo>
                      <a:pt x="0" y="94"/>
                    </a:lnTo>
                    <a:lnTo>
                      <a:pt x="0" y="94"/>
                    </a:lnTo>
                    <a:lnTo>
                      <a:pt x="16" y="94"/>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660" name="Freeform 422"/>
              <p:cNvSpPr/>
              <p:nvPr/>
            </p:nvSpPr>
            <p:spPr bwMode="auto">
              <a:xfrm>
                <a:off x="4803" y="2819"/>
                <a:ext cx="16" cy="21"/>
              </a:xfrm>
              <a:custGeom>
                <a:avLst/>
                <a:gdLst/>
                <a:ahLst/>
                <a:cxnLst>
                  <a:cxn ang="0">
                    <a:pos x="8" y="8"/>
                  </a:cxn>
                  <a:cxn ang="0">
                    <a:pos x="8" y="15"/>
                  </a:cxn>
                  <a:cxn ang="0">
                    <a:pos x="16" y="15"/>
                  </a:cxn>
                  <a:cxn ang="0">
                    <a:pos x="16" y="14"/>
                  </a:cxn>
                  <a:cxn ang="0">
                    <a:pos x="16" y="9"/>
                  </a:cxn>
                  <a:cxn ang="0">
                    <a:pos x="16" y="0"/>
                  </a:cxn>
                  <a:cxn ang="0">
                    <a:pos x="0" y="0"/>
                  </a:cxn>
                  <a:cxn ang="0">
                    <a:pos x="0" y="9"/>
                  </a:cxn>
                  <a:cxn ang="0">
                    <a:pos x="0" y="14"/>
                  </a:cxn>
                  <a:cxn ang="0">
                    <a:pos x="0" y="15"/>
                  </a:cxn>
                  <a:cxn ang="0">
                    <a:pos x="8" y="15"/>
                  </a:cxn>
                  <a:cxn ang="0">
                    <a:pos x="8" y="23"/>
                  </a:cxn>
                  <a:cxn ang="0">
                    <a:pos x="0" y="15"/>
                  </a:cxn>
                  <a:cxn ang="0">
                    <a:pos x="0" y="23"/>
                  </a:cxn>
                  <a:cxn ang="0">
                    <a:pos x="8" y="23"/>
                  </a:cxn>
                  <a:cxn ang="0">
                    <a:pos x="8" y="8"/>
                  </a:cxn>
                </a:cxnLst>
                <a:rect l="0" t="0" r="r" b="b"/>
                <a:pathLst>
                  <a:path w="16" h="23">
                    <a:moveTo>
                      <a:pt x="8" y="8"/>
                    </a:moveTo>
                    <a:lnTo>
                      <a:pt x="8" y="15"/>
                    </a:lnTo>
                    <a:lnTo>
                      <a:pt x="16" y="15"/>
                    </a:lnTo>
                    <a:lnTo>
                      <a:pt x="16" y="14"/>
                    </a:lnTo>
                    <a:lnTo>
                      <a:pt x="16" y="9"/>
                    </a:lnTo>
                    <a:lnTo>
                      <a:pt x="16" y="0"/>
                    </a:lnTo>
                    <a:lnTo>
                      <a:pt x="0" y="0"/>
                    </a:lnTo>
                    <a:lnTo>
                      <a:pt x="0" y="9"/>
                    </a:lnTo>
                    <a:lnTo>
                      <a:pt x="0" y="14"/>
                    </a:lnTo>
                    <a:lnTo>
                      <a:pt x="0" y="15"/>
                    </a:lnTo>
                    <a:lnTo>
                      <a:pt x="8" y="15"/>
                    </a:lnTo>
                    <a:lnTo>
                      <a:pt x="8" y="23"/>
                    </a:lnTo>
                    <a:lnTo>
                      <a:pt x="0" y="15"/>
                    </a:lnTo>
                    <a:lnTo>
                      <a:pt x="0" y="23"/>
                    </a:lnTo>
                    <a:lnTo>
                      <a:pt x="8" y="23"/>
                    </a:lnTo>
                    <a:lnTo>
                      <a:pt x="8"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661" name="Freeform 423"/>
              <p:cNvSpPr/>
              <p:nvPr/>
            </p:nvSpPr>
            <p:spPr bwMode="auto">
              <a:xfrm>
                <a:off x="4812" y="2826"/>
                <a:ext cx="203" cy="14"/>
              </a:xfrm>
              <a:custGeom>
                <a:avLst/>
                <a:gdLst/>
                <a:ahLst/>
                <a:cxnLst>
                  <a:cxn ang="0">
                    <a:pos x="187" y="7"/>
                  </a:cxn>
                  <a:cxn ang="0">
                    <a:pos x="195" y="0"/>
                  </a:cxn>
                  <a:cxn ang="0">
                    <a:pos x="0" y="0"/>
                  </a:cxn>
                  <a:cxn ang="0">
                    <a:pos x="0" y="15"/>
                  </a:cxn>
                  <a:cxn ang="0">
                    <a:pos x="195" y="15"/>
                  </a:cxn>
                  <a:cxn ang="0">
                    <a:pos x="203" y="7"/>
                  </a:cxn>
                  <a:cxn ang="0">
                    <a:pos x="195" y="15"/>
                  </a:cxn>
                  <a:cxn ang="0">
                    <a:pos x="203" y="15"/>
                  </a:cxn>
                  <a:cxn ang="0">
                    <a:pos x="203" y="7"/>
                  </a:cxn>
                  <a:cxn ang="0">
                    <a:pos x="187" y="7"/>
                  </a:cxn>
                </a:cxnLst>
                <a:rect l="0" t="0" r="r" b="b"/>
                <a:pathLst>
                  <a:path w="203" h="15">
                    <a:moveTo>
                      <a:pt x="187" y="7"/>
                    </a:moveTo>
                    <a:lnTo>
                      <a:pt x="195" y="0"/>
                    </a:lnTo>
                    <a:lnTo>
                      <a:pt x="0" y="0"/>
                    </a:lnTo>
                    <a:lnTo>
                      <a:pt x="0" y="15"/>
                    </a:lnTo>
                    <a:lnTo>
                      <a:pt x="195" y="15"/>
                    </a:lnTo>
                    <a:lnTo>
                      <a:pt x="203" y="7"/>
                    </a:lnTo>
                    <a:lnTo>
                      <a:pt x="195" y="15"/>
                    </a:lnTo>
                    <a:lnTo>
                      <a:pt x="203" y="15"/>
                    </a:lnTo>
                    <a:lnTo>
                      <a:pt x="203" y="7"/>
                    </a:lnTo>
                    <a:lnTo>
                      <a:pt x="187" y="7"/>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662" name="Freeform 424"/>
              <p:cNvSpPr/>
              <p:nvPr/>
            </p:nvSpPr>
            <p:spPr bwMode="auto">
              <a:xfrm>
                <a:off x="4901" y="2734"/>
                <a:ext cx="13" cy="100"/>
              </a:xfrm>
              <a:custGeom>
                <a:avLst/>
                <a:gdLst/>
                <a:ahLst/>
                <a:cxnLst>
                  <a:cxn ang="0">
                    <a:pos x="8" y="101"/>
                  </a:cxn>
                  <a:cxn ang="0">
                    <a:pos x="16" y="101"/>
                  </a:cxn>
                  <a:cxn ang="0">
                    <a:pos x="16" y="0"/>
                  </a:cxn>
                  <a:cxn ang="0">
                    <a:pos x="0" y="0"/>
                  </a:cxn>
                  <a:cxn ang="0">
                    <a:pos x="0" y="101"/>
                  </a:cxn>
                  <a:cxn ang="0">
                    <a:pos x="8" y="101"/>
                  </a:cxn>
                </a:cxnLst>
                <a:rect l="0" t="0" r="r" b="b"/>
                <a:pathLst>
                  <a:path w="16" h="101">
                    <a:moveTo>
                      <a:pt x="8" y="101"/>
                    </a:moveTo>
                    <a:lnTo>
                      <a:pt x="16" y="101"/>
                    </a:lnTo>
                    <a:lnTo>
                      <a:pt x="16" y="0"/>
                    </a:lnTo>
                    <a:lnTo>
                      <a:pt x="0" y="0"/>
                    </a:lnTo>
                    <a:lnTo>
                      <a:pt x="0" y="101"/>
                    </a:lnTo>
                    <a:lnTo>
                      <a:pt x="8" y="101"/>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663" name="Freeform 425"/>
              <p:cNvSpPr/>
              <p:nvPr/>
            </p:nvSpPr>
            <p:spPr bwMode="auto">
              <a:xfrm>
                <a:off x="4904" y="2755"/>
                <a:ext cx="86" cy="86"/>
              </a:xfrm>
              <a:custGeom>
                <a:avLst/>
                <a:gdLst/>
                <a:ahLst/>
                <a:cxnLst>
                  <a:cxn ang="0">
                    <a:pos x="5" y="79"/>
                  </a:cxn>
                  <a:cxn ang="0">
                    <a:pos x="10" y="84"/>
                  </a:cxn>
                  <a:cxn ang="0">
                    <a:pos x="87" y="10"/>
                  </a:cxn>
                  <a:cxn ang="0">
                    <a:pos x="78" y="0"/>
                  </a:cxn>
                  <a:cxn ang="0">
                    <a:pos x="0" y="75"/>
                  </a:cxn>
                  <a:cxn ang="0">
                    <a:pos x="5" y="79"/>
                  </a:cxn>
                </a:cxnLst>
                <a:rect l="0" t="0" r="r" b="b"/>
                <a:pathLst>
                  <a:path w="87" h="84">
                    <a:moveTo>
                      <a:pt x="5" y="79"/>
                    </a:moveTo>
                    <a:lnTo>
                      <a:pt x="10" y="84"/>
                    </a:lnTo>
                    <a:lnTo>
                      <a:pt x="87" y="10"/>
                    </a:lnTo>
                    <a:lnTo>
                      <a:pt x="78" y="0"/>
                    </a:lnTo>
                    <a:lnTo>
                      <a:pt x="0" y="75"/>
                    </a:lnTo>
                    <a:lnTo>
                      <a:pt x="5" y="79"/>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664" name="Freeform 426"/>
              <p:cNvSpPr/>
              <p:nvPr/>
            </p:nvSpPr>
            <p:spPr bwMode="auto">
              <a:xfrm>
                <a:off x="4828" y="2755"/>
                <a:ext cx="86" cy="86"/>
              </a:xfrm>
              <a:custGeom>
                <a:avLst/>
                <a:gdLst/>
                <a:ahLst/>
                <a:cxnLst>
                  <a:cxn ang="0">
                    <a:pos x="78" y="80"/>
                  </a:cxn>
                  <a:cxn ang="0">
                    <a:pos x="83" y="76"/>
                  </a:cxn>
                  <a:cxn ang="0">
                    <a:pos x="10" y="0"/>
                  </a:cxn>
                  <a:cxn ang="0">
                    <a:pos x="0" y="9"/>
                  </a:cxn>
                  <a:cxn ang="0">
                    <a:pos x="73" y="85"/>
                  </a:cxn>
                  <a:cxn ang="0">
                    <a:pos x="78" y="80"/>
                  </a:cxn>
                </a:cxnLst>
                <a:rect l="0" t="0" r="r" b="b"/>
                <a:pathLst>
                  <a:path w="83" h="85">
                    <a:moveTo>
                      <a:pt x="78" y="80"/>
                    </a:moveTo>
                    <a:lnTo>
                      <a:pt x="83" y="76"/>
                    </a:lnTo>
                    <a:lnTo>
                      <a:pt x="10" y="0"/>
                    </a:lnTo>
                    <a:lnTo>
                      <a:pt x="0" y="9"/>
                    </a:lnTo>
                    <a:lnTo>
                      <a:pt x="73" y="85"/>
                    </a:lnTo>
                    <a:lnTo>
                      <a:pt x="78" y="80"/>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grpSp>
        <p:sp>
          <p:nvSpPr>
            <p:cNvPr id="27717" name="Text Box 427"/>
            <p:cNvSpPr txBox="1"/>
            <p:nvPr/>
          </p:nvSpPr>
          <p:spPr>
            <a:xfrm>
              <a:off x="4729" y="650"/>
              <a:ext cx="804" cy="845"/>
            </a:xfrm>
            <a:prstGeom prst="rect">
              <a:avLst/>
            </a:prstGeom>
            <a:noFill/>
            <a:ln w="12700">
              <a:noFill/>
            </a:ln>
          </p:spPr>
          <p:txBody>
            <a:bodyPr wrap="none">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ct val="0"/>
                </a:spcBef>
                <a:spcAft>
                  <a:spcPts val="590"/>
                </a:spcAft>
                <a:buSzPct val="80000"/>
                <a:buNone/>
              </a:pPr>
              <a:endParaRPr lang="zh-CN" altLang="en-US" sz="2800" dirty="0">
                <a:ea typeface="宋体" pitchFamily="2" charset="-122"/>
              </a:endParaRPr>
            </a:p>
          </p:txBody>
        </p:sp>
      </p:grpSp>
      <p:grpSp>
        <p:nvGrpSpPr>
          <p:cNvPr id="30187" name="Group 428"/>
          <p:cNvGrpSpPr/>
          <p:nvPr/>
        </p:nvGrpSpPr>
        <p:grpSpPr>
          <a:xfrm>
            <a:off x="8955088" y="4500563"/>
            <a:ext cx="536575" cy="846137"/>
            <a:chOff x="4368" y="0"/>
            <a:chExt cx="1392" cy="1495"/>
          </a:xfrm>
        </p:grpSpPr>
        <p:grpSp>
          <p:nvGrpSpPr>
            <p:cNvPr id="27682" name="Group 429"/>
            <p:cNvGrpSpPr/>
            <p:nvPr/>
          </p:nvGrpSpPr>
          <p:grpSpPr>
            <a:xfrm>
              <a:off x="4368" y="0"/>
              <a:ext cx="1392" cy="1056"/>
              <a:chOff x="4368" y="2016"/>
              <a:chExt cx="1072" cy="1344"/>
            </a:xfrm>
          </p:grpSpPr>
          <p:sp>
            <p:nvSpPr>
              <p:cNvPr id="668" name="Freeform 430"/>
              <p:cNvSpPr/>
              <p:nvPr/>
            </p:nvSpPr>
            <p:spPr bwMode="auto">
              <a:xfrm>
                <a:off x="4457" y="2462"/>
                <a:ext cx="898" cy="825"/>
              </a:xfrm>
              <a:custGeom>
                <a:avLst/>
                <a:gdLst/>
                <a:ahLst/>
                <a:cxnLst>
                  <a:cxn ang="0">
                    <a:pos x="445" y="0"/>
                  </a:cxn>
                  <a:cxn ang="0">
                    <a:pos x="897" y="293"/>
                  </a:cxn>
                  <a:cxn ang="0">
                    <a:pos x="897" y="829"/>
                  </a:cxn>
                  <a:cxn ang="0">
                    <a:pos x="601" y="829"/>
                  </a:cxn>
                  <a:cxn ang="0">
                    <a:pos x="296" y="829"/>
                  </a:cxn>
                  <a:cxn ang="0">
                    <a:pos x="0" y="829"/>
                  </a:cxn>
                  <a:cxn ang="0">
                    <a:pos x="0" y="293"/>
                  </a:cxn>
                  <a:cxn ang="0">
                    <a:pos x="445" y="0"/>
                  </a:cxn>
                </a:cxnLst>
                <a:rect l="0" t="0" r="r" b="b"/>
                <a:pathLst>
                  <a:path w="897" h="829">
                    <a:moveTo>
                      <a:pt x="445" y="0"/>
                    </a:moveTo>
                    <a:lnTo>
                      <a:pt x="897" y="293"/>
                    </a:lnTo>
                    <a:lnTo>
                      <a:pt x="897" y="829"/>
                    </a:lnTo>
                    <a:lnTo>
                      <a:pt x="601" y="829"/>
                    </a:lnTo>
                    <a:lnTo>
                      <a:pt x="296" y="829"/>
                    </a:lnTo>
                    <a:lnTo>
                      <a:pt x="0" y="829"/>
                    </a:lnTo>
                    <a:lnTo>
                      <a:pt x="0" y="293"/>
                    </a:lnTo>
                    <a:lnTo>
                      <a:pt x="445" y="0"/>
                    </a:lnTo>
                    <a:close/>
                  </a:path>
                </a:pathLst>
              </a:custGeom>
              <a:solidFill>
                <a:srgbClr val="0000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669" name="Freeform 431"/>
              <p:cNvSpPr/>
              <p:nvPr/>
            </p:nvSpPr>
            <p:spPr bwMode="auto">
              <a:xfrm>
                <a:off x="4368" y="2462"/>
                <a:ext cx="415" cy="289"/>
              </a:xfrm>
              <a:custGeom>
                <a:avLst/>
                <a:gdLst/>
                <a:ahLst/>
                <a:cxnLst>
                  <a:cxn ang="0">
                    <a:pos x="0" y="288"/>
                  </a:cxn>
                  <a:cxn ang="0">
                    <a:pos x="416" y="32"/>
                  </a:cxn>
                  <a:cxn ang="0">
                    <a:pos x="416" y="27"/>
                  </a:cxn>
                  <a:cxn ang="0">
                    <a:pos x="416" y="19"/>
                  </a:cxn>
                  <a:cxn ang="0">
                    <a:pos x="416" y="9"/>
                  </a:cxn>
                  <a:cxn ang="0">
                    <a:pos x="416" y="0"/>
                  </a:cxn>
                  <a:cxn ang="0">
                    <a:pos x="0" y="254"/>
                  </a:cxn>
                  <a:cxn ang="0">
                    <a:pos x="0" y="288"/>
                  </a:cxn>
                </a:cxnLst>
                <a:rect l="0" t="0" r="r" b="b"/>
                <a:pathLst>
                  <a:path w="416" h="288">
                    <a:moveTo>
                      <a:pt x="0" y="288"/>
                    </a:moveTo>
                    <a:lnTo>
                      <a:pt x="416" y="32"/>
                    </a:lnTo>
                    <a:lnTo>
                      <a:pt x="416" y="27"/>
                    </a:lnTo>
                    <a:lnTo>
                      <a:pt x="416" y="19"/>
                    </a:lnTo>
                    <a:lnTo>
                      <a:pt x="416" y="9"/>
                    </a:lnTo>
                    <a:lnTo>
                      <a:pt x="416" y="0"/>
                    </a:lnTo>
                    <a:lnTo>
                      <a:pt x="0" y="254"/>
                    </a:lnTo>
                    <a:lnTo>
                      <a:pt x="0" y="288"/>
                    </a:lnTo>
                    <a:close/>
                  </a:path>
                </a:pathLst>
              </a:custGeom>
              <a:solidFill>
                <a:srgbClr val="000000"/>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670" name="Rectangle 432"/>
              <p:cNvSpPr>
                <a:spLocks noChangeArrowheads="1"/>
              </p:cNvSpPr>
              <p:nvPr/>
            </p:nvSpPr>
            <p:spPr bwMode="auto">
              <a:xfrm>
                <a:off x="4457" y="3330"/>
                <a:ext cx="898" cy="29"/>
              </a:xfrm>
              <a:prstGeom prst="rect">
                <a:avLst/>
              </a:prstGeom>
              <a:solidFill>
                <a:srgbClr val="000000"/>
              </a:solidFill>
              <a:ln w="9525">
                <a:noFill/>
                <a:miter lim="800000"/>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671" name="Freeform 433"/>
              <p:cNvSpPr/>
              <p:nvPr/>
            </p:nvSpPr>
            <p:spPr bwMode="auto">
              <a:xfrm>
                <a:off x="4787" y="2170"/>
                <a:ext cx="241" cy="328"/>
              </a:xfrm>
              <a:custGeom>
                <a:avLst/>
                <a:gdLst/>
                <a:ahLst/>
                <a:cxnLst>
                  <a:cxn ang="0">
                    <a:pos x="242" y="327"/>
                  </a:cxn>
                  <a:cxn ang="0">
                    <a:pos x="242" y="0"/>
                  </a:cxn>
                  <a:cxn ang="0">
                    <a:pos x="0" y="0"/>
                  </a:cxn>
                  <a:cxn ang="0">
                    <a:pos x="0" y="321"/>
                  </a:cxn>
                  <a:cxn ang="0">
                    <a:pos x="116" y="240"/>
                  </a:cxn>
                  <a:cxn ang="0">
                    <a:pos x="242" y="327"/>
                  </a:cxn>
                </a:cxnLst>
                <a:rect l="0" t="0" r="r" b="b"/>
                <a:pathLst>
                  <a:path w="242" h="327">
                    <a:moveTo>
                      <a:pt x="242" y="327"/>
                    </a:moveTo>
                    <a:lnTo>
                      <a:pt x="242" y="0"/>
                    </a:lnTo>
                    <a:lnTo>
                      <a:pt x="0" y="0"/>
                    </a:lnTo>
                    <a:lnTo>
                      <a:pt x="0" y="321"/>
                    </a:lnTo>
                    <a:lnTo>
                      <a:pt x="116" y="240"/>
                    </a:lnTo>
                    <a:lnTo>
                      <a:pt x="242" y="327"/>
                    </a:lnTo>
                    <a:close/>
                  </a:path>
                </a:pathLst>
              </a:custGeom>
              <a:solidFill>
                <a:srgbClr val="000000"/>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672" name="Freeform 434"/>
              <p:cNvSpPr/>
              <p:nvPr/>
            </p:nvSpPr>
            <p:spPr bwMode="auto">
              <a:xfrm>
                <a:off x="4723" y="2016"/>
                <a:ext cx="358" cy="125"/>
              </a:xfrm>
              <a:custGeom>
                <a:avLst/>
                <a:gdLst/>
                <a:ahLst/>
                <a:cxnLst>
                  <a:cxn ang="0">
                    <a:pos x="181" y="0"/>
                  </a:cxn>
                  <a:cxn ang="0">
                    <a:pos x="0" y="126"/>
                  </a:cxn>
                  <a:cxn ang="0">
                    <a:pos x="361" y="126"/>
                  </a:cxn>
                  <a:cxn ang="0">
                    <a:pos x="181" y="0"/>
                  </a:cxn>
                </a:cxnLst>
                <a:rect l="0" t="0" r="r" b="b"/>
                <a:pathLst>
                  <a:path w="361" h="126">
                    <a:moveTo>
                      <a:pt x="181" y="0"/>
                    </a:moveTo>
                    <a:lnTo>
                      <a:pt x="0" y="126"/>
                    </a:lnTo>
                    <a:lnTo>
                      <a:pt x="361" y="126"/>
                    </a:lnTo>
                    <a:lnTo>
                      <a:pt x="181" y="0"/>
                    </a:lnTo>
                    <a:close/>
                  </a:path>
                </a:pathLst>
              </a:custGeom>
              <a:solidFill>
                <a:srgbClr val="000000"/>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673" name="Freeform 435"/>
              <p:cNvSpPr/>
              <p:nvPr/>
            </p:nvSpPr>
            <p:spPr bwMode="auto">
              <a:xfrm>
                <a:off x="5028" y="2469"/>
                <a:ext cx="412" cy="282"/>
              </a:xfrm>
              <a:custGeom>
                <a:avLst/>
                <a:gdLst/>
                <a:ahLst/>
                <a:cxnLst>
                  <a:cxn ang="0">
                    <a:pos x="413" y="287"/>
                  </a:cxn>
                  <a:cxn ang="0">
                    <a:pos x="0" y="31"/>
                  </a:cxn>
                  <a:cxn ang="0">
                    <a:pos x="0" y="25"/>
                  </a:cxn>
                  <a:cxn ang="0">
                    <a:pos x="0" y="17"/>
                  </a:cxn>
                  <a:cxn ang="0">
                    <a:pos x="0" y="9"/>
                  </a:cxn>
                  <a:cxn ang="0">
                    <a:pos x="0" y="0"/>
                  </a:cxn>
                  <a:cxn ang="0">
                    <a:pos x="413" y="253"/>
                  </a:cxn>
                  <a:cxn ang="0">
                    <a:pos x="413" y="287"/>
                  </a:cxn>
                </a:cxnLst>
                <a:rect l="0" t="0" r="r" b="b"/>
                <a:pathLst>
                  <a:path w="413" h="287">
                    <a:moveTo>
                      <a:pt x="413" y="287"/>
                    </a:moveTo>
                    <a:lnTo>
                      <a:pt x="0" y="31"/>
                    </a:lnTo>
                    <a:lnTo>
                      <a:pt x="0" y="25"/>
                    </a:lnTo>
                    <a:lnTo>
                      <a:pt x="0" y="17"/>
                    </a:lnTo>
                    <a:lnTo>
                      <a:pt x="0" y="9"/>
                    </a:lnTo>
                    <a:lnTo>
                      <a:pt x="0" y="0"/>
                    </a:lnTo>
                    <a:lnTo>
                      <a:pt x="413" y="253"/>
                    </a:lnTo>
                    <a:lnTo>
                      <a:pt x="413" y="287"/>
                    </a:lnTo>
                    <a:close/>
                  </a:path>
                </a:pathLst>
              </a:custGeom>
              <a:solidFill>
                <a:srgbClr val="000000"/>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674" name="Freeform 436"/>
              <p:cNvSpPr/>
              <p:nvPr/>
            </p:nvSpPr>
            <p:spPr bwMode="auto">
              <a:xfrm>
                <a:off x="4841" y="2209"/>
                <a:ext cx="127" cy="164"/>
              </a:xfrm>
              <a:custGeom>
                <a:avLst/>
                <a:gdLst/>
                <a:ahLst/>
                <a:cxnLst>
                  <a:cxn ang="0">
                    <a:pos x="65" y="0"/>
                  </a:cxn>
                  <a:cxn ang="0">
                    <a:pos x="51" y="1"/>
                  </a:cxn>
                  <a:cxn ang="0">
                    <a:pos x="38" y="6"/>
                  </a:cxn>
                  <a:cxn ang="0">
                    <a:pos x="27" y="13"/>
                  </a:cxn>
                  <a:cxn ang="0">
                    <a:pos x="17" y="20"/>
                  </a:cxn>
                  <a:cxn ang="0">
                    <a:pos x="9" y="32"/>
                  </a:cxn>
                  <a:cxn ang="0">
                    <a:pos x="5" y="44"/>
                  </a:cxn>
                  <a:cxn ang="0">
                    <a:pos x="1" y="58"/>
                  </a:cxn>
                  <a:cxn ang="0">
                    <a:pos x="0" y="74"/>
                  </a:cxn>
                  <a:cxn ang="0">
                    <a:pos x="0" y="103"/>
                  </a:cxn>
                  <a:cxn ang="0">
                    <a:pos x="0" y="126"/>
                  </a:cxn>
                  <a:cxn ang="0">
                    <a:pos x="0" y="145"/>
                  </a:cxn>
                  <a:cxn ang="0">
                    <a:pos x="0" y="164"/>
                  </a:cxn>
                  <a:cxn ang="0">
                    <a:pos x="27" y="164"/>
                  </a:cxn>
                  <a:cxn ang="0">
                    <a:pos x="44" y="164"/>
                  </a:cxn>
                  <a:cxn ang="0">
                    <a:pos x="55" y="164"/>
                  </a:cxn>
                  <a:cxn ang="0">
                    <a:pos x="63" y="164"/>
                  </a:cxn>
                  <a:cxn ang="0">
                    <a:pos x="71" y="164"/>
                  </a:cxn>
                  <a:cxn ang="0">
                    <a:pos x="82" y="164"/>
                  </a:cxn>
                  <a:cxn ang="0">
                    <a:pos x="100" y="164"/>
                  </a:cxn>
                  <a:cxn ang="0">
                    <a:pos x="127" y="164"/>
                  </a:cxn>
                  <a:cxn ang="0">
                    <a:pos x="127" y="139"/>
                  </a:cxn>
                  <a:cxn ang="0">
                    <a:pos x="127" y="114"/>
                  </a:cxn>
                  <a:cxn ang="0">
                    <a:pos x="127" y="90"/>
                  </a:cxn>
                  <a:cxn ang="0">
                    <a:pos x="127" y="71"/>
                  </a:cxn>
                  <a:cxn ang="0">
                    <a:pos x="127" y="62"/>
                  </a:cxn>
                  <a:cxn ang="0">
                    <a:pos x="123" y="51"/>
                  </a:cxn>
                  <a:cxn ang="0">
                    <a:pos x="119" y="38"/>
                  </a:cxn>
                  <a:cxn ang="0">
                    <a:pos x="112" y="27"/>
                  </a:cxn>
                  <a:cxn ang="0">
                    <a:pos x="104" y="16"/>
                  </a:cxn>
                  <a:cxn ang="0">
                    <a:pos x="93" y="8"/>
                  </a:cxn>
                  <a:cxn ang="0">
                    <a:pos x="81" y="1"/>
                  </a:cxn>
                  <a:cxn ang="0">
                    <a:pos x="65" y="0"/>
                  </a:cxn>
                </a:cxnLst>
                <a:rect l="0" t="0" r="r" b="b"/>
                <a:pathLst>
                  <a:path w="127" h="164">
                    <a:moveTo>
                      <a:pt x="65" y="0"/>
                    </a:moveTo>
                    <a:lnTo>
                      <a:pt x="51" y="1"/>
                    </a:lnTo>
                    <a:lnTo>
                      <a:pt x="38" y="6"/>
                    </a:lnTo>
                    <a:lnTo>
                      <a:pt x="27" y="13"/>
                    </a:lnTo>
                    <a:lnTo>
                      <a:pt x="17" y="20"/>
                    </a:lnTo>
                    <a:lnTo>
                      <a:pt x="9" y="32"/>
                    </a:lnTo>
                    <a:lnTo>
                      <a:pt x="5" y="44"/>
                    </a:lnTo>
                    <a:lnTo>
                      <a:pt x="1" y="58"/>
                    </a:lnTo>
                    <a:lnTo>
                      <a:pt x="0" y="74"/>
                    </a:lnTo>
                    <a:lnTo>
                      <a:pt x="0" y="103"/>
                    </a:lnTo>
                    <a:lnTo>
                      <a:pt x="0" y="126"/>
                    </a:lnTo>
                    <a:lnTo>
                      <a:pt x="0" y="145"/>
                    </a:lnTo>
                    <a:lnTo>
                      <a:pt x="0" y="164"/>
                    </a:lnTo>
                    <a:lnTo>
                      <a:pt x="27" y="164"/>
                    </a:lnTo>
                    <a:lnTo>
                      <a:pt x="44" y="164"/>
                    </a:lnTo>
                    <a:lnTo>
                      <a:pt x="55" y="164"/>
                    </a:lnTo>
                    <a:lnTo>
                      <a:pt x="63" y="164"/>
                    </a:lnTo>
                    <a:lnTo>
                      <a:pt x="71" y="164"/>
                    </a:lnTo>
                    <a:lnTo>
                      <a:pt x="82" y="164"/>
                    </a:lnTo>
                    <a:lnTo>
                      <a:pt x="100" y="164"/>
                    </a:lnTo>
                    <a:lnTo>
                      <a:pt x="127" y="164"/>
                    </a:lnTo>
                    <a:lnTo>
                      <a:pt x="127" y="139"/>
                    </a:lnTo>
                    <a:lnTo>
                      <a:pt x="127" y="114"/>
                    </a:lnTo>
                    <a:lnTo>
                      <a:pt x="127" y="90"/>
                    </a:lnTo>
                    <a:lnTo>
                      <a:pt x="127" y="71"/>
                    </a:lnTo>
                    <a:lnTo>
                      <a:pt x="127" y="62"/>
                    </a:lnTo>
                    <a:lnTo>
                      <a:pt x="123" y="51"/>
                    </a:lnTo>
                    <a:lnTo>
                      <a:pt x="119" y="38"/>
                    </a:lnTo>
                    <a:lnTo>
                      <a:pt x="112" y="27"/>
                    </a:lnTo>
                    <a:lnTo>
                      <a:pt x="104" y="16"/>
                    </a:lnTo>
                    <a:lnTo>
                      <a:pt x="93" y="8"/>
                    </a:lnTo>
                    <a:lnTo>
                      <a:pt x="81" y="1"/>
                    </a:lnTo>
                    <a:lnTo>
                      <a:pt x="65" y="0"/>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675" name="Rectangle 437"/>
              <p:cNvSpPr>
                <a:spLocks noChangeArrowheads="1"/>
              </p:cNvSpPr>
              <p:nvPr/>
            </p:nvSpPr>
            <p:spPr bwMode="auto">
              <a:xfrm>
                <a:off x="4803" y="2901"/>
                <a:ext cx="206" cy="386"/>
              </a:xfrm>
              <a:prstGeom prst="rect">
                <a:avLst/>
              </a:prstGeom>
              <a:solidFill>
                <a:srgbClr val="FFFFFF"/>
              </a:solidFill>
              <a:ln w="9525">
                <a:noFill/>
                <a:miter lim="800000"/>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676" name="Freeform 438"/>
              <p:cNvSpPr/>
              <p:nvPr/>
            </p:nvSpPr>
            <p:spPr bwMode="auto">
              <a:xfrm>
                <a:off x="4736" y="2819"/>
                <a:ext cx="13" cy="318"/>
              </a:xfrm>
              <a:custGeom>
                <a:avLst/>
                <a:gdLst/>
                <a:ahLst/>
                <a:cxnLst>
                  <a:cxn ang="0">
                    <a:pos x="8" y="16"/>
                  </a:cxn>
                  <a:cxn ang="0">
                    <a:pos x="0" y="8"/>
                  </a:cxn>
                  <a:cxn ang="0">
                    <a:pos x="0" y="320"/>
                  </a:cxn>
                  <a:cxn ang="0">
                    <a:pos x="16" y="320"/>
                  </a:cxn>
                  <a:cxn ang="0">
                    <a:pos x="16" y="8"/>
                  </a:cxn>
                  <a:cxn ang="0">
                    <a:pos x="8" y="0"/>
                  </a:cxn>
                  <a:cxn ang="0">
                    <a:pos x="16" y="8"/>
                  </a:cxn>
                  <a:cxn ang="0">
                    <a:pos x="16" y="0"/>
                  </a:cxn>
                  <a:cxn ang="0">
                    <a:pos x="8" y="0"/>
                  </a:cxn>
                  <a:cxn ang="0">
                    <a:pos x="8" y="16"/>
                  </a:cxn>
                </a:cxnLst>
                <a:rect l="0" t="0" r="r" b="b"/>
                <a:pathLst>
                  <a:path w="16" h="320">
                    <a:moveTo>
                      <a:pt x="8" y="16"/>
                    </a:moveTo>
                    <a:lnTo>
                      <a:pt x="0" y="8"/>
                    </a:lnTo>
                    <a:lnTo>
                      <a:pt x="0" y="320"/>
                    </a:lnTo>
                    <a:lnTo>
                      <a:pt x="16" y="320"/>
                    </a:lnTo>
                    <a:lnTo>
                      <a:pt x="16" y="8"/>
                    </a:lnTo>
                    <a:lnTo>
                      <a:pt x="8" y="0"/>
                    </a:lnTo>
                    <a:lnTo>
                      <a:pt x="16" y="8"/>
                    </a:lnTo>
                    <a:lnTo>
                      <a:pt x="16" y="0"/>
                    </a:lnTo>
                    <a:lnTo>
                      <a:pt x="8" y="0"/>
                    </a:lnTo>
                    <a:lnTo>
                      <a:pt x="8" y="16"/>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677" name="Freeform 439"/>
              <p:cNvSpPr/>
              <p:nvPr/>
            </p:nvSpPr>
            <p:spPr bwMode="auto">
              <a:xfrm>
                <a:off x="4558" y="2819"/>
                <a:ext cx="184" cy="21"/>
              </a:xfrm>
              <a:custGeom>
                <a:avLst/>
                <a:gdLst/>
                <a:ahLst/>
                <a:cxnLst>
                  <a:cxn ang="0">
                    <a:pos x="16" y="8"/>
                  </a:cxn>
                  <a:cxn ang="0">
                    <a:pos x="8" y="16"/>
                  </a:cxn>
                  <a:cxn ang="0">
                    <a:pos x="187" y="16"/>
                  </a:cxn>
                  <a:cxn ang="0">
                    <a:pos x="187" y="0"/>
                  </a:cxn>
                  <a:cxn ang="0">
                    <a:pos x="8" y="0"/>
                  </a:cxn>
                  <a:cxn ang="0">
                    <a:pos x="0" y="8"/>
                  </a:cxn>
                  <a:cxn ang="0">
                    <a:pos x="8" y="0"/>
                  </a:cxn>
                  <a:cxn ang="0">
                    <a:pos x="0" y="0"/>
                  </a:cxn>
                  <a:cxn ang="0">
                    <a:pos x="0" y="8"/>
                  </a:cxn>
                  <a:cxn ang="0">
                    <a:pos x="16" y="8"/>
                  </a:cxn>
                </a:cxnLst>
                <a:rect l="0" t="0" r="r" b="b"/>
                <a:pathLst>
                  <a:path w="187" h="16">
                    <a:moveTo>
                      <a:pt x="16" y="8"/>
                    </a:moveTo>
                    <a:lnTo>
                      <a:pt x="8" y="16"/>
                    </a:lnTo>
                    <a:lnTo>
                      <a:pt x="187" y="16"/>
                    </a:lnTo>
                    <a:lnTo>
                      <a:pt x="187" y="0"/>
                    </a:lnTo>
                    <a:lnTo>
                      <a:pt x="8" y="0"/>
                    </a:lnTo>
                    <a:lnTo>
                      <a:pt x="0" y="8"/>
                    </a:lnTo>
                    <a:lnTo>
                      <a:pt x="8" y="0"/>
                    </a:lnTo>
                    <a:lnTo>
                      <a:pt x="0" y="0"/>
                    </a:lnTo>
                    <a:lnTo>
                      <a:pt x="0" y="8"/>
                    </a:lnTo>
                    <a:lnTo>
                      <a:pt x="16"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678" name="Freeform 440"/>
              <p:cNvSpPr/>
              <p:nvPr/>
            </p:nvSpPr>
            <p:spPr bwMode="auto">
              <a:xfrm>
                <a:off x="4558" y="2826"/>
                <a:ext cx="13" cy="318"/>
              </a:xfrm>
              <a:custGeom>
                <a:avLst/>
                <a:gdLst/>
                <a:ahLst/>
                <a:cxnLst>
                  <a:cxn ang="0">
                    <a:pos x="8" y="304"/>
                  </a:cxn>
                  <a:cxn ang="0">
                    <a:pos x="16" y="312"/>
                  </a:cxn>
                  <a:cxn ang="0">
                    <a:pos x="16" y="0"/>
                  </a:cxn>
                  <a:cxn ang="0">
                    <a:pos x="0" y="0"/>
                  </a:cxn>
                  <a:cxn ang="0">
                    <a:pos x="0" y="312"/>
                  </a:cxn>
                  <a:cxn ang="0">
                    <a:pos x="8" y="320"/>
                  </a:cxn>
                  <a:cxn ang="0">
                    <a:pos x="0" y="312"/>
                  </a:cxn>
                  <a:cxn ang="0">
                    <a:pos x="0" y="320"/>
                  </a:cxn>
                  <a:cxn ang="0">
                    <a:pos x="8" y="320"/>
                  </a:cxn>
                  <a:cxn ang="0">
                    <a:pos x="8" y="304"/>
                  </a:cxn>
                </a:cxnLst>
                <a:rect l="0" t="0" r="r" b="b"/>
                <a:pathLst>
                  <a:path w="16" h="320">
                    <a:moveTo>
                      <a:pt x="8" y="304"/>
                    </a:moveTo>
                    <a:lnTo>
                      <a:pt x="16" y="312"/>
                    </a:lnTo>
                    <a:lnTo>
                      <a:pt x="16" y="0"/>
                    </a:lnTo>
                    <a:lnTo>
                      <a:pt x="0" y="0"/>
                    </a:lnTo>
                    <a:lnTo>
                      <a:pt x="0" y="312"/>
                    </a:lnTo>
                    <a:lnTo>
                      <a:pt x="8" y="320"/>
                    </a:lnTo>
                    <a:lnTo>
                      <a:pt x="0" y="312"/>
                    </a:lnTo>
                    <a:lnTo>
                      <a:pt x="0" y="320"/>
                    </a:lnTo>
                    <a:lnTo>
                      <a:pt x="8" y="320"/>
                    </a:lnTo>
                    <a:lnTo>
                      <a:pt x="8" y="304"/>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679" name="Freeform 441"/>
              <p:cNvSpPr/>
              <p:nvPr/>
            </p:nvSpPr>
            <p:spPr bwMode="auto">
              <a:xfrm>
                <a:off x="4565" y="3130"/>
                <a:ext cx="184" cy="14"/>
              </a:xfrm>
              <a:custGeom>
                <a:avLst/>
                <a:gdLst/>
                <a:ahLst/>
                <a:cxnLst>
                  <a:cxn ang="0">
                    <a:pos x="171" y="8"/>
                  </a:cxn>
                  <a:cxn ang="0">
                    <a:pos x="179" y="0"/>
                  </a:cxn>
                  <a:cxn ang="0">
                    <a:pos x="0" y="0"/>
                  </a:cxn>
                  <a:cxn ang="0">
                    <a:pos x="0" y="16"/>
                  </a:cxn>
                  <a:cxn ang="0">
                    <a:pos x="179" y="16"/>
                  </a:cxn>
                  <a:cxn ang="0">
                    <a:pos x="187" y="8"/>
                  </a:cxn>
                  <a:cxn ang="0">
                    <a:pos x="179" y="16"/>
                  </a:cxn>
                  <a:cxn ang="0">
                    <a:pos x="187" y="16"/>
                  </a:cxn>
                  <a:cxn ang="0">
                    <a:pos x="187" y="8"/>
                  </a:cxn>
                  <a:cxn ang="0">
                    <a:pos x="171" y="8"/>
                  </a:cxn>
                </a:cxnLst>
                <a:rect l="0" t="0" r="r" b="b"/>
                <a:pathLst>
                  <a:path w="187" h="16">
                    <a:moveTo>
                      <a:pt x="171" y="8"/>
                    </a:moveTo>
                    <a:lnTo>
                      <a:pt x="179" y="0"/>
                    </a:lnTo>
                    <a:lnTo>
                      <a:pt x="0" y="0"/>
                    </a:lnTo>
                    <a:lnTo>
                      <a:pt x="0" y="16"/>
                    </a:lnTo>
                    <a:lnTo>
                      <a:pt x="179" y="16"/>
                    </a:lnTo>
                    <a:lnTo>
                      <a:pt x="187" y="8"/>
                    </a:lnTo>
                    <a:lnTo>
                      <a:pt x="179" y="16"/>
                    </a:lnTo>
                    <a:lnTo>
                      <a:pt x="187" y="16"/>
                    </a:lnTo>
                    <a:lnTo>
                      <a:pt x="187" y="8"/>
                    </a:lnTo>
                    <a:lnTo>
                      <a:pt x="171"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680" name="Freeform 442"/>
              <p:cNvSpPr/>
              <p:nvPr/>
            </p:nvSpPr>
            <p:spPr bwMode="auto">
              <a:xfrm>
                <a:off x="4568" y="2916"/>
                <a:ext cx="174" cy="11"/>
              </a:xfrm>
              <a:custGeom>
                <a:avLst/>
                <a:gdLst/>
                <a:ahLst/>
                <a:cxnLst>
                  <a:cxn ang="0">
                    <a:pos x="176" y="8"/>
                  </a:cxn>
                  <a:cxn ang="0">
                    <a:pos x="176" y="0"/>
                  </a:cxn>
                  <a:cxn ang="0">
                    <a:pos x="0" y="0"/>
                  </a:cxn>
                  <a:cxn ang="0">
                    <a:pos x="0" y="16"/>
                  </a:cxn>
                  <a:cxn ang="0">
                    <a:pos x="176" y="16"/>
                  </a:cxn>
                  <a:cxn ang="0">
                    <a:pos x="176" y="8"/>
                  </a:cxn>
                </a:cxnLst>
                <a:rect l="0" t="0" r="r" b="b"/>
                <a:pathLst>
                  <a:path w="176" h="16">
                    <a:moveTo>
                      <a:pt x="176" y="8"/>
                    </a:moveTo>
                    <a:lnTo>
                      <a:pt x="176" y="0"/>
                    </a:lnTo>
                    <a:lnTo>
                      <a:pt x="0" y="0"/>
                    </a:lnTo>
                    <a:lnTo>
                      <a:pt x="0" y="16"/>
                    </a:lnTo>
                    <a:lnTo>
                      <a:pt x="176" y="16"/>
                    </a:lnTo>
                    <a:lnTo>
                      <a:pt x="176"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681" name="Freeform 443"/>
              <p:cNvSpPr/>
              <p:nvPr/>
            </p:nvSpPr>
            <p:spPr bwMode="auto">
              <a:xfrm>
                <a:off x="4568" y="3026"/>
                <a:ext cx="174" cy="18"/>
              </a:xfrm>
              <a:custGeom>
                <a:avLst/>
                <a:gdLst/>
                <a:ahLst/>
                <a:cxnLst>
                  <a:cxn ang="0">
                    <a:pos x="176" y="8"/>
                  </a:cxn>
                  <a:cxn ang="0">
                    <a:pos x="176" y="0"/>
                  </a:cxn>
                  <a:cxn ang="0">
                    <a:pos x="0" y="0"/>
                  </a:cxn>
                  <a:cxn ang="0">
                    <a:pos x="0" y="16"/>
                  </a:cxn>
                  <a:cxn ang="0">
                    <a:pos x="176" y="16"/>
                  </a:cxn>
                  <a:cxn ang="0">
                    <a:pos x="176" y="8"/>
                  </a:cxn>
                </a:cxnLst>
                <a:rect l="0" t="0" r="r" b="b"/>
                <a:pathLst>
                  <a:path w="176" h="16">
                    <a:moveTo>
                      <a:pt x="176" y="8"/>
                    </a:moveTo>
                    <a:lnTo>
                      <a:pt x="176" y="0"/>
                    </a:lnTo>
                    <a:lnTo>
                      <a:pt x="0" y="0"/>
                    </a:lnTo>
                    <a:lnTo>
                      <a:pt x="0" y="16"/>
                    </a:lnTo>
                    <a:lnTo>
                      <a:pt x="176" y="16"/>
                    </a:lnTo>
                    <a:lnTo>
                      <a:pt x="176"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682" name="Freeform 444"/>
              <p:cNvSpPr/>
              <p:nvPr/>
            </p:nvSpPr>
            <p:spPr bwMode="auto">
              <a:xfrm>
                <a:off x="4644" y="2837"/>
                <a:ext cx="16" cy="300"/>
              </a:xfrm>
              <a:custGeom>
                <a:avLst/>
                <a:gdLst/>
                <a:ahLst/>
                <a:cxnLst>
                  <a:cxn ang="0">
                    <a:pos x="7" y="302"/>
                  </a:cxn>
                  <a:cxn ang="0">
                    <a:pos x="15" y="302"/>
                  </a:cxn>
                  <a:cxn ang="0">
                    <a:pos x="15" y="0"/>
                  </a:cxn>
                  <a:cxn ang="0">
                    <a:pos x="0" y="0"/>
                  </a:cxn>
                  <a:cxn ang="0">
                    <a:pos x="0" y="302"/>
                  </a:cxn>
                  <a:cxn ang="0">
                    <a:pos x="7" y="302"/>
                  </a:cxn>
                </a:cxnLst>
                <a:rect l="0" t="0" r="r" b="b"/>
                <a:pathLst>
                  <a:path w="15" h="302">
                    <a:moveTo>
                      <a:pt x="7" y="302"/>
                    </a:moveTo>
                    <a:lnTo>
                      <a:pt x="15" y="302"/>
                    </a:lnTo>
                    <a:lnTo>
                      <a:pt x="15" y="0"/>
                    </a:lnTo>
                    <a:lnTo>
                      <a:pt x="0" y="0"/>
                    </a:lnTo>
                    <a:lnTo>
                      <a:pt x="0" y="302"/>
                    </a:lnTo>
                    <a:lnTo>
                      <a:pt x="7" y="302"/>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683" name="Freeform 445"/>
              <p:cNvSpPr/>
              <p:nvPr/>
            </p:nvSpPr>
            <p:spPr bwMode="auto">
              <a:xfrm>
                <a:off x="5240" y="2819"/>
                <a:ext cx="16" cy="318"/>
              </a:xfrm>
              <a:custGeom>
                <a:avLst/>
                <a:gdLst/>
                <a:ahLst/>
                <a:cxnLst>
                  <a:cxn ang="0">
                    <a:pos x="8" y="16"/>
                  </a:cxn>
                  <a:cxn ang="0">
                    <a:pos x="0" y="8"/>
                  </a:cxn>
                  <a:cxn ang="0">
                    <a:pos x="0" y="320"/>
                  </a:cxn>
                  <a:cxn ang="0">
                    <a:pos x="16" y="320"/>
                  </a:cxn>
                  <a:cxn ang="0">
                    <a:pos x="16" y="8"/>
                  </a:cxn>
                  <a:cxn ang="0">
                    <a:pos x="8" y="0"/>
                  </a:cxn>
                  <a:cxn ang="0">
                    <a:pos x="16" y="8"/>
                  </a:cxn>
                  <a:cxn ang="0">
                    <a:pos x="16" y="0"/>
                  </a:cxn>
                  <a:cxn ang="0">
                    <a:pos x="8" y="0"/>
                  </a:cxn>
                  <a:cxn ang="0">
                    <a:pos x="8" y="16"/>
                  </a:cxn>
                </a:cxnLst>
                <a:rect l="0" t="0" r="r" b="b"/>
                <a:pathLst>
                  <a:path w="16" h="320">
                    <a:moveTo>
                      <a:pt x="8" y="16"/>
                    </a:moveTo>
                    <a:lnTo>
                      <a:pt x="0" y="8"/>
                    </a:lnTo>
                    <a:lnTo>
                      <a:pt x="0" y="320"/>
                    </a:lnTo>
                    <a:lnTo>
                      <a:pt x="16" y="320"/>
                    </a:lnTo>
                    <a:lnTo>
                      <a:pt x="16" y="8"/>
                    </a:lnTo>
                    <a:lnTo>
                      <a:pt x="8" y="0"/>
                    </a:lnTo>
                    <a:lnTo>
                      <a:pt x="16" y="8"/>
                    </a:lnTo>
                    <a:lnTo>
                      <a:pt x="16" y="0"/>
                    </a:lnTo>
                    <a:lnTo>
                      <a:pt x="8" y="0"/>
                    </a:lnTo>
                    <a:lnTo>
                      <a:pt x="8" y="16"/>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684" name="Freeform 446"/>
              <p:cNvSpPr/>
              <p:nvPr/>
            </p:nvSpPr>
            <p:spPr bwMode="auto">
              <a:xfrm>
                <a:off x="5059" y="2819"/>
                <a:ext cx="187" cy="21"/>
              </a:xfrm>
              <a:custGeom>
                <a:avLst/>
                <a:gdLst/>
                <a:ahLst/>
                <a:cxnLst>
                  <a:cxn ang="0">
                    <a:pos x="16" y="8"/>
                  </a:cxn>
                  <a:cxn ang="0">
                    <a:pos x="8" y="16"/>
                  </a:cxn>
                  <a:cxn ang="0">
                    <a:pos x="187" y="16"/>
                  </a:cxn>
                  <a:cxn ang="0">
                    <a:pos x="187" y="0"/>
                  </a:cxn>
                  <a:cxn ang="0">
                    <a:pos x="8" y="0"/>
                  </a:cxn>
                  <a:cxn ang="0">
                    <a:pos x="0" y="8"/>
                  </a:cxn>
                  <a:cxn ang="0">
                    <a:pos x="8" y="0"/>
                  </a:cxn>
                  <a:cxn ang="0">
                    <a:pos x="0" y="0"/>
                  </a:cxn>
                  <a:cxn ang="0">
                    <a:pos x="0" y="8"/>
                  </a:cxn>
                  <a:cxn ang="0">
                    <a:pos x="16" y="8"/>
                  </a:cxn>
                </a:cxnLst>
                <a:rect l="0" t="0" r="r" b="b"/>
                <a:pathLst>
                  <a:path w="187" h="16">
                    <a:moveTo>
                      <a:pt x="16" y="8"/>
                    </a:moveTo>
                    <a:lnTo>
                      <a:pt x="8" y="16"/>
                    </a:lnTo>
                    <a:lnTo>
                      <a:pt x="187" y="16"/>
                    </a:lnTo>
                    <a:lnTo>
                      <a:pt x="187" y="0"/>
                    </a:lnTo>
                    <a:lnTo>
                      <a:pt x="8" y="0"/>
                    </a:lnTo>
                    <a:lnTo>
                      <a:pt x="0" y="8"/>
                    </a:lnTo>
                    <a:lnTo>
                      <a:pt x="8" y="0"/>
                    </a:lnTo>
                    <a:lnTo>
                      <a:pt x="0" y="0"/>
                    </a:lnTo>
                    <a:lnTo>
                      <a:pt x="0" y="8"/>
                    </a:lnTo>
                    <a:lnTo>
                      <a:pt x="16"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685" name="Freeform 447"/>
              <p:cNvSpPr/>
              <p:nvPr/>
            </p:nvSpPr>
            <p:spPr bwMode="auto">
              <a:xfrm>
                <a:off x="5059" y="2826"/>
                <a:ext cx="16" cy="318"/>
              </a:xfrm>
              <a:custGeom>
                <a:avLst/>
                <a:gdLst/>
                <a:ahLst/>
                <a:cxnLst>
                  <a:cxn ang="0">
                    <a:pos x="8" y="304"/>
                  </a:cxn>
                  <a:cxn ang="0">
                    <a:pos x="16" y="312"/>
                  </a:cxn>
                  <a:cxn ang="0">
                    <a:pos x="16" y="0"/>
                  </a:cxn>
                  <a:cxn ang="0">
                    <a:pos x="0" y="0"/>
                  </a:cxn>
                  <a:cxn ang="0">
                    <a:pos x="0" y="312"/>
                  </a:cxn>
                  <a:cxn ang="0">
                    <a:pos x="8" y="320"/>
                  </a:cxn>
                  <a:cxn ang="0">
                    <a:pos x="0" y="312"/>
                  </a:cxn>
                  <a:cxn ang="0">
                    <a:pos x="0" y="320"/>
                  </a:cxn>
                  <a:cxn ang="0">
                    <a:pos x="8" y="320"/>
                  </a:cxn>
                  <a:cxn ang="0">
                    <a:pos x="8" y="304"/>
                  </a:cxn>
                </a:cxnLst>
                <a:rect l="0" t="0" r="r" b="b"/>
                <a:pathLst>
                  <a:path w="16" h="320">
                    <a:moveTo>
                      <a:pt x="8" y="304"/>
                    </a:moveTo>
                    <a:lnTo>
                      <a:pt x="16" y="312"/>
                    </a:lnTo>
                    <a:lnTo>
                      <a:pt x="16" y="0"/>
                    </a:lnTo>
                    <a:lnTo>
                      <a:pt x="0" y="0"/>
                    </a:lnTo>
                    <a:lnTo>
                      <a:pt x="0" y="312"/>
                    </a:lnTo>
                    <a:lnTo>
                      <a:pt x="8" y="320"/>
                    </a:lnTo>
                    <a:lnTo>
                      <a:pt x="0" y="312"/>
                    </a:lnTo>
                    <a:lnTo>
                      <a:pt x="0" y="320"/>
                    </a:lnTo>
                    <a:lnTo>
                      <a:pt x="8" y="320"/>
                    </a:lnTo>
                    <a:lnTo>
                      <a:pt x="8" y="304"/>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686" name="Freeform 448"/>
              <p:cNvSpPr/>
              <p:nvPr/>
            </p:nvSpPr>
            <p:spPr bwMode="auto">
              <a:xfrm>
                <a:off x="5069" y="3130"/>
                <a:ext cx="187" cy="14"/>
              </a:xfrm>
              <a:custGeom>
                <a:avLst/>
                <a:gdLst/>
                <a:ahLst/>
                <a:cxnLst>
                  <a:cxn ang="0">
                    <a:pos x="171" y="8"/>
                  </a:cxn>
                  <a:cxn ang="0">
                    <a:pos x="179" y="0"/>
                  </a:cxn>
                  <a:cxn ang="0">
                    <a:pos x="0" y="0"/>
                  </a:cxn>
                  <a:cxn ang="0">
                    <a:pos x="0" y="16"/>
                  </a:cxn>
                  <a:cxn ang="0">
                    <a:pos x="179" y="16"/>
                  </a:cxn>
                  <a:cxn ang="0">
                    <a:pos x="187" y="8"/>
                  </a:cxn>
                  <a:cxn ang="0">
                    <a:pos x="179" y="16"/>
                  </a:cxn>
                  <a:cxn ang="0">
                    <a:pos x="187" y="16"/>
                  </a:cxn>
                  <a:cxn ang="0">
                    <a:pos x="187" y="8"/>
                  </a:cxn>
                  <a:cxn ang="0">
                    <a:pos x="171" y="8"/>
                  </a:cxn>
                </a:cxnLst>
                <a:rect l="0" t="0" r="r" b="b"/>
                <a:pathLst>
                  <a:path w="187" h="16">
                    <a:moveTo>
                      <a:pt x="171" y="8"/>
                    </a:moveTo>
                    <a:lnTo>
                      <a:pt x="179" y="0"/>
                    </a:lnTo>
                    <a:lnTo>
                      <a:pt x="0" y="0"/>
                    </a:lnTo>
                    <a:lnTo>
                      <a:pt x="0" y="16"/>
                    </a:lnTo>
                    <a:lnTo>
                      <a:pt x="179" y="16"/>
                    </a:lnTo>
                    <a:lnTo>
                      <a:pt x="187" y="8"/>
                    </a:lnTo>
                    <a:lnTo>
                      <a:pt x="179" y="16"/>
                    </a:lnTo>
                    <a:lnTo>
                      <a:pt x="187" y="16"/>
                    </a:lnTo>
                    <a:lnTo>
                      <a:pt x="187" y="8"/>
                    </a:lnTo>
                    <a:lnTo>
                      <a:pt x="171"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687" name="Freeform 449"/>
              <p:cNvSpPr/>
              <p:nvPr/>
            </p:nvSpPr>
            <p:spPr bwMode="auto">
              <a:xfrm>
                <a:off x="5069" y="2916"/>
                <a:ext cx="174" cy="11"/>
              </a:xfrm>
              <a:custGeom>
                <a:avLst/>
                <a:gdLst/>
                <a:ahLst/>
                <a:cxnLst>
                  <a:cxn ang="0">
                    <a:pos x="175" y="8"/>
                  </a:cxn>
                  <a:cxn ang="0">
                    <a:pos x="175" y="0"/>
                  </a:cxn>
                  <a:cxn ang="0">
                    <a:pos x="0" y="0"/>
                  </a:cxn>
                  <a:cxn ang="0">
                    <a:pos x="0" y="16"/>
                  </a:cxn>
                  <a:cxn ang="0">
                    <a:pos x="175" y="16"/>
                  </a:cxn>
                  <a:cxn ang="0">
                    <a:pos x="175" y="8"/>
                  </a:cxn>
                </a:cxnLst>
                <a:rect l="0" t="0" r="r" b="b"/>
                <a:pathLst>
                  <a:path w="175" h="16">
                    <a:moveTo>
                      <a:pt x="175" y="8"/>
                    </a:moveTo>
                    <a:lnTo>
                      <a:pt x="175" y="0"/>
                    </a:lnTo>
                    <a:lnTo>
                      <a:pt x="0" y="0"/>
                    </a:lnTo>
                    <a:lnTo>
                      <a:pt x="0" y="16"/>
                    </a:lnTo>
                    <a:lnTo>
                      <a:pt x="175" y="16"/>
                    </a:lnTo>
                    <a:lnTo>
                      <a:pt x="175"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688" name="Freeform 450"/>
              <p:cNvSpPr/>
              <p:nvPr/>
            </p:nvSpPr>
            <p:spPr bwMode="auto">
              <a:xfrm>
                <a:off x="5069" y="3026"/>
                <a:ext cx="174" cy="18"/>
              </a:xfrm>
              <a:custGeom>
                <a:avLst/>
                <a:gdLst/>
                <a:ahLst/>
                <a:cxnLst>
                  <a:cxn ang="0">
                    <a:pos x="175" y="8"/>
                  </a:cxn>
                  <a:cxn ang="0">
                    <a:pos x="175" y="0"/>
                  </a:cxn>
                  <a:cxn ang="0">
                    <a:pos x="0" y="0"/>
                  </a:cxn>
                  <a:cxn ang="0">
                    <a:pos x="0" y="16"/>
                  </a:cxn>
                  <a:cxn ang="0">
                    <a:pos x="175" y="16"/>
                  </a:cxn>
                  <a:cxn ang="0">
                    <a:pos x="175" y="8"/>
                  </a:cxn>
                </a:cxnLst>
                <a:rect l="0" t="0" r="r" b="b"/>
                <a:pathLst>
                  <a:path w="175" h="16">
                    <a:moveTo>
                      <a:pt x="175" y="8"/>
                    </a:moveTo>
                    <a:lnTo>
                      <a:pt x="175" y="0"/>
                    </a:lnTo>
                    <a:lnTo>
                      <a:pt x="0" y="0"/>
                    </a:lnTo>
                    <a:lnTo>
                      <a:pt x="0" y="16"/>
                    </a:lnTo>
                    <a:lnTo>
                      <a:pt x="175" y="16"/>
                    </a:lnTo>
                    <a:lnTo>
                      <a:pt x="175"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689" name="Freeform 451"/>
              <p:cNvSpPr/>
              <p:nvPr/>
            </p:nvSpPr>
            <p:spPr bwMode="auto">
              <a:xfrm>
                <a:off x="5148" y="2837"/>
                <a:ext cx="13" cy="300"/>
              </a:xfrm>
              <a:custGeom>
                <a:avLst/>
                <a:gdLst/>
                <a:ahLst/>
                <a:cxnLst>
                  <a:cxn ang="0">
                    <a:pos x="8" y="302"/>
                  </a:cxn>
                  <a:cxn ang="0">
                    <a:pos x="16" y="302"/>
                  </a:cxn>
                  <a:cxn ang="0">
                    <a:pos x="16" y="0"/>
                  </a:cxn>
                  <a:cxn ang="0">
                    <a:pos x="0" y="0"/>
                  </a:cxn>
                  <a:cxn ang="0">
                    <a:pos x="0" y="302"/>
                  </a:cxn>
                  <a:cxn ang="0">
                    <a:pos x="8" y="302"/>
                  </a:cxn>
                </a:cxnLst>
                <a:rect l="0" t="0" r="r" b="b"/>
                <a:pathLst>
                  <a:path w="16" h="302">
                    <a:moveTo>
                      <a:pt x="8" y="302"/>
                    </a:moveTo>
                    <a:lnTo>
                      <a:pt x="16" y="302"/>
                    </a:lnTo>
                    <a:lnTo>
                      <a:pt x="16" y="0"/>
                    </a:lnTo>
                    <a:lnTo>
                      <a:pt x="0" y="0"/>
                    </a:lnTo>
                    <a:lnTo>
                      <a:pt x="0" y="302"/>
                    </a:lnTo>
                    <a:lnTo>
                      <a:pt x="8" y="302"/>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690" name="Freeform 452"/>
              <p:cNvSpPr/>
              <p:nvPr/>
            </p:nvSpPr>
            <p:spPr bwMode="auto">
              <a:xfrm>
                <a:off x="4850" y="2237"/>
                <a:ext cx="101" cy="111"/>
              </a:xfrm>
              <a:custGeom>
                <a:avLst/>
                <a:gdLst/>
                <a:ahLst/>
                <a:cxnLst>
                  <a:cxn ang="0">
                    <a:pos x="59" y="112"/>
                  </a:cxn>
                  <a:cxn ang="0">
                    <a:pos x="76" y="112"/>
                  </a:cxn>
                  <a:cxn ang="0">
                    <a:pos x="89" y="109"/>
                  </a:cxn>
                  <a:cxn ang="0">
                    <a:pos x="99" y="107"/>
                  </a:cxn>
                  <a:cxn ang="0">
                    <a:pos x="102" y="104"/>
                  </a:cxn>
                  <a:cxn ang="0">
                    <a:pos x="103" y="103"/>
                  </a:cxn>
                  <a:cxn ang="0">
                    <a:pos x="103" y="98"/>
                  </a:cxn>
                  <a:cxn ang="0">
                    <a:pos x="100" y="88"/>
                  </a:cxn>
                  <a:cxn ang="0">
                    <a:pos x="97" y="79"/>
                  </a:cxn>
                  <a:cxn ang="0">
                    <a:pos x="95" y="73"/>
                  </a:cxn>
                  <a:cxn ang="0">
                    <a:pos x="95" y="68"/>
                  </a:cxn>
                  <a:cxn ang="0">
                    <a:pos x="94" y="66"/>
                  </a:cxn>
                  <a:cxn ang="0">
                    <a:pos x="92" y="60"/>
                  </a:cxn>
                  <a:cxn ang="0">
                    <a:pos x="91" y="50"/>
                  </a:cxn>
                  <a:cxn ang="0">
                    <a:pos x="91" y="42"/>
                  </a:cxn>
                  <a:cxn ang="0">
                    <a:pos x="91" y="41"/>
                  </a:cxn>
                  <a:cxn ang="0">
                    <a:pos x="89" y="33"/>
                  </a:cxn>
                  <a:cxn ang="0">
                    <a:pos x="89" y="22"/>
                  </a:cxn>
                  <a:cxn ang="0">
                    <a:pos x="87" y="9"/>
                  </a:cxn>
                  <a:cxn ang="0">
                    <a:pos x="75" y="1"/>
                  </a:cxn>
                  <a:cxn ang="0">
                    <a:pos x="59" y="0"/>
                  </a:cxn>
                  <a:cxn ang="0">
                    <a:pos x="45" y="3"/>
                  </a:cxn>
                  <a:cxn ang="0">
                    <a:pos x="38" y="14"/>
                  </a:cxn>
                  <a:cxn ang="0">
                    <a:pos x="34" y="25"/>
                  </a:cxn>
                  <a:cxn ang="0">
                    <a:pos x="30" y="31"/>
                  </a:cxn>
                  <a:cxn ang="0">
                    <a:pos x="30" y="33"/>
                  </a:cxn>
                  <a:cxn ang="0">
                    <a:pos x="27" y="39"/>
                  </a:cxn>
                  <a:cxn ang="0">
                    <a:pos x="23" y="49"/>
                  </a:cxn>
                  <a:cxn ang="0">
                    <a:pos x="19" y="54"/>
                  </a:cxn>
                  <a:cxn ang="0">
                    <a:pos x="19" y="55"/>
                  </a:cxn>
                  <a:cxn ang="0">
                    <a:pos x="16" y="58"/>
                  </a:cxn>
                  <a:cxn ang="0">
                    <a:pos x="11" y="63"/>
                  </a:cxn>
                  <a:cxn ang="0">
                    <a:pos x="5" y="73"/>
                  </a:cxn>
                  <a:cxn ang="0">
                    <a:pos x="0" y="82"/>
                  </a:cxn>
                  <a:cxn ang="0">
                    <a:pos x="0" y="87"/>
                  </a:cxn>
                  <a:cxn ang="0">
                    <a:pos x="0" y="88"/>
                  </a:cxn>
                  <a:cxn ang="0">
                    <a:pos x="7" y="93"/>
                  </a:cxn>
                  <a:cxn ang="0">
                    <a:pos x="29" y="106"/>
                  </a:cxn>
                </a:cxnLst>
                <a:rect l="0" t="0" r="r" b="b"/>
                <a:pathLst>
                  <a:path w="103" h="112">
                    <a:moveTo>
                      <a:pt x="48" y="110"/>
                    </a:moveTo>
                    <a:lnTo>
                      <a:pt x="59" y="112"/>
                    </a:lnTo>
                    <a:lnTo>
                      <a:pt x="68" y="112"/>
                    </a:lnTo>
                    <a:lnTo>
                      <a:pt x="76" y="112"/>
                    </a:lnTo>
                    <a:lnTo>
                      <a:pt x="84" y="110"/>
                    </a:lnTo>
                    <a:lnTo>
                      <a:pt x="89" y="109"/>
                    </a:lnTo>
                    <a:lnTo>
                      <a:pt x="94" y="107"/>
                    </a:lnTo>
                    <a:lnTo>
                      <a:pt x="99" y="107"/>
                    </a:lnTo>
                    <a:lnTo>
                      <a:pt x="100" y="106"/>
                    </a:lnTo>
                    <a:lnTo>
                      <a:pt x="102" y="104"/>
                    </a:lnTo>
                    <a:lnTo>
                      <a:pt x="102" y="103"/>
                    </a:lnTo>
                    <a:lnTo>
                      <a:pt x="103" y="103"/>
                    </a:lnTo>
                    <a:lnTo>
                      <a:pt x="103" y="101"/>
                    </a:lnTo>
                    <a:lnTo>
                      <a:pt x="103" y="98"/>
                    </a:lnTo>
                    <a:lnTo>
                      <a:pt x="103" y="93"/>
                    </a:lnTo>
                    <a:lnTo>
                      <a:pt x="100" y="88"/>
                    </a:lnTo>
                    <a:lnTo>
                      <a:pt x="99" y="82"/>
                    </a:lnTo>
                    <a:lnTo>
                      <a:pt x="97" y="79"/>
                    </a:lnTo>
                    <a:lnTo>
                      <a:pt x="97" y="76"/>
                    </a:lnTo>
                    <a:lnTo>
                      <a:pt x="95" y="73"/>
                    </a:lnTo>
                    <a:lnTo>
                      <a:pt x="95" y="69"/>
                    </a:lnTo>
                    <a:lnTo>
                      <a:pt x="95" y="68"/>
                    </a:lnTo>
                    <a:lnTo>
                      <a:pt x="95" y="68"/>
                    </a:lnTo>
                    <a:lnTo>
                      <a:pt x="94" y="66"/>
                    </a:lnTo>
                    <a:lnTo>
                      <a:pt x="94" y="66"/>
                    </a:lnTo>
                    <a:lnTo>
                      <a:pt x="92" y="60"/>
                    </a:lnTo>
                    <a:lnTo>
                      <a:pt x="92" y="55"/>
                    </a:lnTo>
                    <a:lnTo>
                      <a:pt x="91" y="50"/>
                    </a:lnTo>
                    <a:lnTo>
                      <a:pt x="91" y="44"/>
                    </a:lnTo>
                    <a:lnTo>
                      <a:pt x="91" y="42"/>
                    </a:lnTo>
                    <a:lnTo>
                      <a:pt x="91" y="42"/>
                    </a:lnTo>
                    <a:lnTo>
                      <a:pt x="91" y="41"/>
                    </a:lnTo>
                    <a:lnTo>
                      <a:pt x="91" y="41"/>
                    </a:lnTo>
                    <a:lnTo>
                      <a:pt x="89" y="33"/>
                    </a:lnTo>
                    <a:lnTo>
                      <a:pt x="89" y="27"/>
                    </a:lnTo>
                    <a:lnTo>
                      <a:pt x="89" y="22"/>
                    </a:lnTo>
                    <a:lnTo>
                      <a:pt x="89" y="17"/>
                    </a:lnTo>
                    <a:lnTo>
                      <a:pt x="87" y="9"/>
                    </a:lnTo>
                    <a:lnTo>
                      <a:pt x="83" y="5"/>
                    </a:lnTo>
                    <a:lnTo>
                      <a:pt x="75" y="1"/>
                    </a:lnTo>
                    <a:lnTo>
                      <a:pt x="67" y="0"/>
                    </a:lnTo>
                    <a:lnTo>
                      <a:pt x="59" y="0"/>
                    </a:lnTo>
                    <a:lnTo>
                      <a:pt x="51" y="0"/>
                    </a:lnTo>
                    <a:lnTo>
                      <a:pt x="45" y="3"/>
                    </a:lnTo>
                    <a:lnTo>
                      <a:pt x="40" y="9"/>
                    </a:lnTo>
                    <a:lnTo>
                      <a:pt x="38" y="14"/>
                    </a:lnTo>
                    <a:lnTo>
                      <a:pt x="37" y="19"/>
                    </a:lnTo>
                    <a:lnTo>
                      <a:pt x="34" y="25"/>
                    </a:lnTo>
                    <a:lnTo>
                      <a:pt x="30" y="31"/>
                    </a:lnTo>
                    <a:lnTo>
                      <a:pt x="30" y="31"/>
                    </a:lnTo>
                    <a:lnTo>
                      <a:pt x="30" y="33"/>
                    </a:lnTo>
                    <a:lnTo>
                      <a:pt x="30" y="33"/>
                    </a:lnTo>
                    <a:lnTo>
                      <a:pt x="30" y="35"/>
                    </a:lnTo>
                    <a:lnTo>
                      <a:pt x="27" y="39"/>
                    </a:lnTo>
                    <a:lnTo>
                      <a:pt x="26" y="44"/>
                    </a:lnTo>
                    <a:lnTo>
                      <a:pt x="23" y="49"/>
                    </a:lnTo>
                    <a:lnTo>
                      <a:pt x="19" y="54"/>
                    </a:lnTo>
                    <a:lnTo>
                      <a:pt x="19" y="54"/>
                    </a:lnTo>
                    <a:lnTo>
                      <a:pt x="19" y="54"/>
                    </a:lnTo>
                    <a:lnTo>
                      <a:pt x="19" y="55"/>
                    </a:lnTo>
                    <a:lnTo>
                      <a:pt x="18" y="55"/>
                    </a:lnTo>
                    <a:lnTo>
                      <a:pt x="16" y="58"/>
                    </a:lnTo>
                    <a:lnTo>
                      <a:pt x="15" y="61"/>
                    </a:lnTo>
                    <a:lnTo>
                      <a:pt x="11" y="63"/>
                    </a:lnTo>
                    <a:lnTo>
                      <a:pt x="10" y="66"/>
                    </a:lnTo>
                    <a:lnTo>
                      <a:pt x="5" y="73"/>
                    </a:lnTo>
                    <a:lnTo>
                      <a:pt x="2" y="77"/>
                    </a:lnTo>
                    <a:lnTo>
                      <a:pt x="0" y="82"/>
                    </a:lnTo>
                    <a:lnTo>
                      <a:pt x="0" y="85"/>
                    </a:lnTo>
                    <a:lnTo>
                      <a:pt x="0" y="87"/>
                    </a:lnTo>
                    <a:lnTo>
                      <a:pt x="0" y="87"/>
                    </a:lnTo>
                    <a:lnTo>
                      <a:pt x="0" y="88"/>
                    </a:lnTo>
                    <a:lnTo>
                      <a:pt x="2" y="88"/>
                    </a:lnTo>
                    <a:lnTo>
                      <a:pt x="7" y="93"/>
                    </a:lnTo>
                    <a:lnTo>
                      <a:pt x="15" y="99"/>
                    </a:lnTo>
                    <a:lnTo>
                      <a:pt x="29" y="106"/>
                    </a:lnTo>
                    <a:lnTo>
                      <a:pt x="48" y="110"/>
                    </a:lnTo>
                    <a:close/>
                  </a:path>
                </a:pathLst>
              </a:custGeom>
              <a:solidFill>
                <a:srgbClr val="000000"/>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691" name="Freeform 453"/>
              <p:cNvSpPr/>
              <p:nvPr/>
            </p:nvSpPr>
            <p:spPr bwMode="auto">
              <a:xfrm>
                <a:off x="4850" y="2316"/>
                <a:ext cx="101" cy="29"/>
              </a:xfrm>
              <a:custGeom>
                <a:avLst/>
                <a:gdLst/>
                <a:ahLst/>
                <a:cxnLst>
                  <a:cxn ang="0">
                    <a:pos x="40" y="3"/>
                  </a:cxn>
                  <a:cxn ang="0">
                    <a:pos x="49" y="5"/>
                  </a:cxn>
                  <a:cxn ang="0">
                    <a:pos x="59" y="6"/>
                  </a:cxn>
                  <a:cxn ang="0">
                    <a:pos x="67" y="8"/>
                  </a:cxn>
                  <a:cxn ang="0">
                    <a:pos x="75" y="11"/>
                  </a:cxn>
                  <a:cxn ang="0">
                    <a:pos x="83" y="14"/>
                  </a:cxn>
                  <a:cxn ang="0">
                    <a:pos x="89" y="17"/>
                  </a:cxn>
                  <a:cxn ang="0">
                    <a:pos x="95" y="22"/>
                  </a:cxn>
                  <a:cxn ang="0">
                    <a:pos x="100" y="27"/>
                  </a:cxn>
                  <a:cxn ang="0">
                    <a:pos x="102" y="25"/>
                  </a:cxn>
                  <a:cxn ang="0">
                    <a:pos x="102" y="24"/>
                  </a:cxn>
                  <a:cxn ang="0">
                    <a:pos x="103" y="24"/>
                  </a:cxn>
                  <a:cxn ang="0">
                    <a:pos x="103" y="22"/>
                  </a:cxn>
                  <a:cxn ang="0">
                    <a:pos x="94" y="14"/>
                  </a:cxn>
                  <a:cxn ang="0">
                    <a:pos x="81" y="9"/>
                  </a:cxn>
                  <a:cxn ang="0">
                    <a:pos x="68" y="5"/>
                  </a:cxn>
                  <a:cxn ang="0">
                    <a:pos x="53" y="1"/>
                  </a:cxn>
                  <a:cxn ang="0">
                    <a:pos x="38" y="0"/>
                  </a:cxn>
                  <a:cxn ang="0">
                    <a:pos x="24" y="0"/>
                  </a:cxn>
                  <a:cxn ang="0">
                    <a:pos x="11" y="1"/>
                  </a:cxn>
                  <a:cxn ang="0">
                    <a:pos x="0" y="6"/>
                  </a:cxn>
                  <a:cxn ang="0">
                    <a:pos x="0" y="8"/>
                  </a:cxn>
                  <a:cxn ang="0">
                    <a:pos x="0" y="8"/>
                  </a:cxn>
                  <a:cxn ang="0">
                    <a:pos x="0" y="9"/>
                  </a:cxn>
                  <a:cxn ang="0">
                    <a:pos x="2" y="9"/>
                  </a:cxn>
                  <a:cxn ang="0">
                    <a:pos x="10" y="6"/>
                  </a:cxn>
                  <a:cxn ang="0">
                    <a:pos x="18" y="5"/>
                  </a:cxn>
                  <a:cxn ang="0">
                    <a:pos x="27" y="3"/>
                  </a:cxn>
                  <a:cxn ang="0">
                    <a:pos x="37" y="3"/>
                  </a:cxn>
                  <a:cxn ang="0">
                    <a:pos x="35" y="5"/>
                  </a:cxn>
                  <a:cxn ang="0">
                    <a:pos x="35" y="6"/>
                  </a:cxn>
                  <a:cxn ang="0">
                    <a:pos x="35" y="8"/>
                  </a:cxn>
                  <a:cxn ang="0">
                    <a:pos x="34" y="9"/>
                  </a:cxn>
                  <a:cxn ang="0">
                    <a:pos x="30" y="9"/>
                  </a:cxn>
                  <a:cxn ang="0">
                    <a:pos x="27" y="11"/>
                  </a:cxn>
                  <a:cxn ang="0">
                    <a:pos x="26" y="14"/>
                  </a:cxn>
                  <a:cxn ang="0">
                    <a:pos x="24" y="16"/>
                  </a:cxn>
                  <a:cxn ang="0">
                    <a:pos x="24" y="17"/>
                  </a:cxn>
                  <a:cxn ang="0">
                    <a:pos x="24" y="20"/>
                  </a:cxn>
                  <a:cxn ang="0">
                    <a:pos x="24" y="24"/>
                  </a:cxn>
                  <a:cxn ang="0">
                    <a:pos x="26" y="27"/>
                  </a:cxn>
                  <a:cxn ang="0">
                    <a:pos x="27" y="27"/>
                  </a:cxn>
                  <a:cxn ang="0">
                    <a:pos x="27" y="27"/>
                  </a:cxn>
                  <a:cxn ang="0">
                    <a:pos x="27" y="27"/>
                  </a:cxn>
                  <a:cxn ang="0">
                    <a:pos x="29" y="27"/>
                  </a:cxn>
                  <a:cxn ang="0">
                    <a:pos x="29" y="28"/>
                  </a:cxn>
                  <a:cxn ang="0">
                    <a:pos x="30" y="28"/>
                  </a:cxn>
                  <a:cxn ang="0">
                    <a:pos x="30" y="28"/>
                  </a:cxn>
                  <a:cxn ang="0">
                    <a:pos x="32" y="28"/>
                  </a:cxn>
                  <a:cxn ang="0">
                    <a:pos x="35" y="28"/>
                  </a:cxn>
                  <a:cxn ang="0">
                    <a:pos x="38" y="25"/>
                  </a:cxn>
                  <a:cxn ang="0">
                    <a:pos x="40" y="24"/>
                  </a:cxn>
                  <a:cxn ang="0">
                    <a:pos x="40" y="22"/>
                  </a:cxn>
                  <a:cxn ang="0">
                    <a:pos x="42" y="19"/>
                  </a:cxn>
                  <a:cxn ang="0">
                    <a:pos x="42" y="16"/>
                  </a:cxn>
                  <a:cxn ang="0">
                    <a:pos x="40" y="12"/>
                  </a:cxn>
                  <a:cxn ang="0">
                    <a:pos x="37" y="11"/>
                  </a:cxn>
                  <a:cxn ang="0">
                    <a:pos x="38" y="9"/>
                  </a:cxn>
                  <a:cxn ang="0">
                    <a:pos x="38" y="6"/>
                  </a:cxn>
                  <a:cxn ang="0">
                    <a:pos x="38" y="5"/>
                  </a:cxn>
                  <a:cxn ang="0">
                    <a:pos x="40" y="3"/>
                  </a:cxn>
                </a:cxnLst>
                <a:rect l="0" t="0" r="r" b="b"/>
                <a:pathLst>
                  <a:path w="103" h="28">
                    <a:moveTo>
                      <a:pt x="40" y="3"/>
                    </a:moveTo>
                    <a:lnTo>
                      <a:pt x="49" y="5"/>
                    </a:lnTo>
                    <a:lnTo>
                      <a:pt x="59" y="6"/>
                    </a:lnTo>
                    <a:lnTo>
                      <a:pt x="67" y="8"/>
                    </a:lnTo>
                    <a:lnTo>
                      <a:pt x="75" y="11"/>
                    </a:lnTo>
                    <a:lnTo>
                      <a:pt x="83" y="14"/>
                    </a:lnTo>
                    <a:lnTo>
                      <a:pt x="89" y="17"/>
                    </a:lnTo>
                    <a:lnTo>
                      <a:pt x="95" y="22"/>
                    </a:lnTo>
                    <a:lnTo>
                      <a:pt x="100" y="27"/>
                    </a:lnTo>
                    <a:lnTo>
                      <a:pt x="102" y="25"/>
                    </a:lnTo>
                    <a:lnTo>
                      <a:pt x="102" y="24"/>
                    </a:lnTo>
                    <a:lnTo>
                      <a:pt x="103" y="24"/>
                    </a:lnTo>
                    <a:lnTo>
                      <a:pt x="103" y="22"/>
                    </a:lnTo>
                    <a:lnTo>
                      <a:pt x="94" y="14"/>
                    </a:lnTo>
                    <a:lnTo>
                      <a:pt x="81" y="9"/>
                    </a:lnTo>
                    <a:lnTo>
                      <a:pt x="68" y="5"/>
                    </a:lnTo>
                    <a:lnTo>
                      <a:pt x="53" y="1"/>
                    </a:lnTo>
                    <a:lnTo>
                      <a:pt x="38" y="0"/>
                    </a:lnTo>
                    <a:lnTo>
                      <a:pt x="24" y="0"/>
                    </a:lnTo>
                    <a:lnTo>
                      <a:pt x="11" y="1"/>
                    </a:lnTo>
                    <a:lnTo>
                      <a:pt x="0" y="6"/>
                    </a:lnTo>
                    <a:lnTo>
                      <a:pt x="0" y="8"/>
                    </a:lnTo>
                    <a:lnTo>
                      <a:pt x="0" y="8"/>
                    </a:lnTo>
                    <a:lnTo>
                      <a:pt x="0" y="9"/>
                    </a:lnTo>
                    <a:lnTo>
                      <a:pt x="2" y="9"/>
                    </a:lnTo>
                    <a:lnTo>
                      <a:pt x="10" y="6"/>
                    </a:lnTo>
                    <a:lnTo>
                      <a:pt x="18" y="5"/>
                    </a:lnTo>
                    <a:lnTo>
                      <a:pt x="27" y="3"/>
                    </a:lnTo>
                    <a:lnTo>
                      <a:pt x="37" y="3"/>
                    </a:lnTo>
                    <a:lnTo>
                      <a:pt x="35" y="5"/>
                    </a:lnTo>
                    <a:lnTo>
                      <a:pt x="35" y="6"/>
                    </a:lnTo>
                    <a:lnTo>
                      <a:pt x="35" y="8"/>
                    </a:lnTo>
                    <a:lnTo>
                      <a:pt x="34" y="9"/>
                    </a:lnTo>
                    <a:lnTo>
                      <a:pt x="30" y="9"/>
                    </a:lnTo>
                    <a:lnTo>
                      <a:pt x="27" y="11"/>
                    </a:lnTo>
                    <a:lnTo>
                      <a:pt x="26" y="14"/>
                    </a:lnTo>
                    <a:lnTo>
                      <a:pt x="24" y="16"/>
                    </a:lnTo>
                    <a:lnTo>
                      <a:pt x="24" y="17"/>
                    </a:lnTo>
                    <a:lnTo>
                      <a:pt x="24" y="20"/>
                    </a:lnTo>
                    <a:lnTo>
                      <a:pt x="24" y="24"/>
                    </a:lnTo>
                    <a:lnTo>
                      <a:pt x="26" y="27"/>
                    </a:lnTo>
                    <a:lnTo>
                      <a:pt x="27" y="27"/>
                    </a:lnTo>
                    <a:lnTo>
                      <a:pt x="27" y="27"/>
                    </a:lnTo>
                    <a:lnTo>
                      <a:pt x="27" y="27"/>
                    </a:lnTo>
                    <a:lnTo>
                      <a:pt x="29" y="27"/>
                    </a:lnTo>
                    <a:lnTo>
                      <a:pt x="29" y="28"/>
                    </a:lnTo>
                    <a:lnTo>
                      <a:pt x="30" y="28"/>
                    </a:lnTo>
                    <a:lnTo>
                      <a:pt x="30" y="28"/>
                    </a:lnTo>
                    <a:lnTo>
                      <a:pt x="32" y="28"/>
                    </a:lnTo>
                    <a:lnTo>
                      <a:pt x="35" y="28"/>
                    </a:lnTo>
                    <a:lnTo>
                      <a:pt x="38" y="25"/>
                    </a:lnTo>
                    <a:lnTo>
                      <a:pt x="40" y="24"/>
                    </a:lnTo>
                    <a:lnTo>
                      <a:pt x="40" y="22"/>
                    </a:lnTo>
                    <a:lnTo>
                      <a:pt x="42" y="19"/>
                    </a:lnTo>
                    <a:lnTo>
                      <a:pt x="42" y="16"/>
                    </a:lnTo>
                    <a:lnTo>
                      <a:pt x="40" y="12"/>
                    </a:lnTo>
                    <a:lnTo>
                      <a:pt x="37" y="11"/>
                    </a:lnTo>
                    <a:lnTo>
                      <a:pt x="38" y="9"/>
                    </a:lnTo>
                    <a:lnTo>
                      <a:pt x="38" y="6"/>
                    </a:lnTo>
                    <a:lnTo>
                      <a:pt x="38" y="5"/>
                    </a:lnTo>
                    <a:lnTo>
                      <a:pt x="40" y="3"/>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692" name="Freeform 454"/>
              <p:cNvSpPr/>
              <p:nvPr/>
            </p:nvSpPr>
            <p:spPr bwMode="auto">
              <a:xfrm>
                <a:off x="4875" y="2341"/>
                <a:ext cx="3" cy="7"/>
              </a:xfrm>
              <a:custGeom>
                <a:avLst/>
                <a:gdLst/>
                <a:ahLst/>
                <a:cxnLst>
                  <a:cxn ang="0">
                    <a:pos x="0" y="0"/>
                  </a:cxn>
                  <a:cxn ang="0">
                    <a:pos x="1" y="0"/>
                  </a:cxn>
                  <a:cxn ang="0">
                    <a:pos x="1" y="0"/>
                  </a:cxn>
                  <a:cxn ang="0">
                    <a:pos x="1" y="0"/>
                  </a:cxn>
                  <a:cxn ang="0">
                    <a:pos x="3" y="0"/>
                  </a:cxn>
                  <a:cxn ang="0">
                    <a:pos x="3" y="1"/>
                  </a:cxn>
                  <a:cxn ang="0">
                    <a:pos x="4" y="1"/>
                  </a:cxn>
                  <a:cxn ang="0">
                    <a:pos x="4" y="1"/>
                  </a:cxn>
                  <a:cxn ang="0">
                    <a:pos x="6" y="1"/>
                  </a:cxn>
                  <a:cxn ang="0">
                    <a:pos x="6" y="3"/>
                  </a:cxn>
                  <a:cxn ang="0">
                    <a:pos x="6" y="3"/>
                  </a:cxn>
                  <a:cxn ang="0">
                    <a:pos x="4" y="4"/>
                  </a:cxn>
                  <a:cxn ang="0">
                    <a:pos x="3" y="6"/>
                  </a:cxn>
                  <a:cxn ang="0">
                    <a:pos x="1" y="6"/>
                  </a:cxn>
                  <a:cxn ang="0">
                    <a:pos x="0" y="6"/>
                  </a:cxn>
                  <a:cxn ang="0">
                    <a:pos x="0" y="4"/>
                  </a:cxn>
                  <a:cxn ang="0">
                    <a:pos x="0" y="4"/>
                  </a:cxn>
                  <a:cxn ang="0">
                    <a:pos x="0" y="3"/>
                  </a:cxn>
                  <a:cxn ang="0">
                    <a:pos x="0" y="1"/>
                  </a:cxn>
                  <a:cxn ang="0">
                    <a:pos x="0" y="0"/>
                  </a:cxn>
                </a:cxnLst>
                <a:rect l="0" t="0" r="r" b="b"/>
                <a:pathLst>
                  <a:path w="6" h="6">
                    <a:moveTo>
                      <a:pt x="0" y="0"/>
                    </a:moveTo>
                    <a:lnTo>
                      <a:pt x="1" y="0"/>
                    </a:lnTo>
                    <a:lnTo>
                      <a:pt x="1" y="0"/>
                    </a:lnTo>
                    <a:lnTo>
                      <a:pt x="1" y="0"/>
                    </a:lnTo>
                    <a:lnTo>
                      <a:pt x="3" y="0"/>
                    </a:lnTo>
                    <a:lnTo>
                      <a:pt x="3" y="1"/>
                    </a:lnTo>
                    <a:lnTo>
                      <a:pt x="4" y="1"/>
                    </a:lnTo>
                    <a:lnTo>
                      <a:pt x="4" y="1"/>
                    </a:lnTo>
                    <a:lnTo>
                      <a:pt x="6" y="1"/>
                    </a:lnTo>
                    <a:lnTo>
                      <a:pt x="6" y="3"/>
                    </a:lnTo>
                    <a:lnTo>
                      <a:pt x="6" y="3"/>
                    </a:lnTo>
                    <a:lnTo>
                      <a:pt x="4" y="4"/>
                    </a:lnTo>
                    <a:lnTo>
                      <a:pt x="3" y="6"/>
                    </a:lnTo>
                    <a:lnTo>
                      <a:pt x="1" y="6"/>
                    </a:lnTo>
                    <a:lnTo>
                      <a:pt x="0" y="6"/>
                    </a:lnTo>
                    <a:lnTo>
                      <a:pt x="0" y="4"/>
                    </a:lnTo>
                    <a:lnTo>
                      <a:pt x="0" y="4"/>
                    </a:lnTo>
                    <a:lnTo>
                      <a:pt x="0" y="3"/>
                    </a:lnTo>
                    <a:lnTo>
                      <a:pt x="0" y="1"/>
                    </a:lnTo>
                    <a:lnTo>
                      <a:pt x="0" y="0"/>
                    </a:lnTo>
                    <a:close/>
                  </a:path>
                </a:pathLst>
              </a:custGeom>
              <a:solidFill>
                <a:srgbClr val="7A1111"/>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693" name="Freeform 455"/>
              <p:cNvSpPr/>
              <p:nvPr/>
            </p:nvSpPr>
            <p:spPr bwMode="auto">
              <a:xfrm>
                <a:off x="4996" y="2819"/>
                <a:ext cx="19" cy="14"/>
              </a:xfrm>
              <a:custGeom>
                <a:avLst/>
                <a:gdLst/>
                <a:ahLst/>
                <a:cxnLst>
                  <a:cxn ang="0">
                    <a:pos x="0" y="0"/>
                  </a:cxn>
                  <a:cxn ang="0">
                    <a:pos x="0" y="0"/>
                  </a:cxn>
                  <a:cxn ang="0">
                    <a:pos x="0" y="9"/>
                  </a:cxn>
                  <a:cxn ang="0">
                    <a:pos x="0" y="14"/>
                  </a:cxn>
                  <a:cxn ang="0">
                    <a:pos x="0" y="15"/>
                  </a:cxn>
                  <a:cxn ang="0">
                    <a:pos x="8" y="15"/>
                  </a:cxn>
                  <a:cxn ang="0">
                    <a:pos x="8" y="15"/>
                  </a:cxn>
                  <a:cxn ang="0">
                    <a:pos x="16" y="15"/>
                  </a:cxn>
                  <a:cxn ang="0">
                    <a:pos x="16" y="14"/>
                  </a:cxn>
                  <a:cxn ang="0">
                    <a:pos x="16" y="9"/>
                  </a:cxn>
                  <a:cxn ang="0">
                    <a:pos x="16" y="0"/>
                  </a:cxn>
                  <a:cxn ang="0">
                    <a:pos x="16" y="0"/>
                  </a:cxn>
                  <a:cxn ang="0">
                    <a:pos x="0" y="0"/>
                  </a:cxn>
                </a:cxnLst>
                <a:rect l="0" t="0" r="r" b="b"/>
                <a:pathLst>
                  <a:path w="16" h="15">
                    <a:moveTo>
                      <a:pt x="0" y="0"/>
                    </a:moveTo>
                    <a:lnTo>
                      <a:pt x="0" y="0"/>
                    </a:lnTo>
                    <a:lnTo>
                      <a:pt x="0" y="9"/>
                    </a:lnTo>
                    <a:lnTo>
                      <a:pt x="0" y="14"/>
                    </a:lnTo>
                    <a:lnTo>
                      <a:pt x="0" y="15"/>
                    </a:lnTo>
                    <a:lnTo>
                      <a:pt x="8" y="15"/>
                    </a:lnTo>
                    <a:lnTo>
                      <a:pt x="8" y="15"/>
                    </a:lnTo>
                    <a:lnTo>
                      <a:pt x="16" y="15"/>
                    </a:lnTo>
                    <a:lnTo>
                      <a:pt x="16" y="14"/>
                    </a:lnTo>
                    <a:lnTo>
                      <a:pt x="16" y="9"/>
                    </a:lnTo>
                    <a:lnTo>
                      <a:pt x="16" y="0"/>
                    </a:lnTo>
                    <a:lnTo>
                      <a:pt x="16" y="0"/>
                    </a:lnTo>
                    <a:lnTo>
                      <a:pt x="0" y="0"/>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694" name="Freeform 456"/>
              <p:cNvSpPr/>
              <p:nvPr/>
            </p:nvSpPr>
            <p:spPr bwMode="auto">
              <a:xfrm>
                <a:off x="4803" y="2726"/>
                <a:ext cx="212" cy="93"/>
              </a:xfrm>
              <a:custGeom>
                <a:avLst/>
                <a:gdLst/>
                <a:ahLst/>
                <a:cxnLst>
                  <a:cxn ang="0">
                    <a:pos x="16" y="94"/>
                  </a:cxn>
                  <a:cxn ang="0">
                    <a:pos x="16" y="94"/>
                  </a:cxn>
                  <a:cxn ang="0">
                    <a:pos x="23" y="59"/>
                  </a:cxn>
                  <a:cxn ang="0">
                    <a:pos x="43" y="35"/>
                  </a:cxn>
                  <a:cxn ang="0">
                    <a:pos x="72" y="21"/>
                  </a:cxn>
                  <a:cxn ang="0">
                    <a:pos x="107" y="16"/>
                  </a:cxn>
                  <a:cxn ang="0">
                    <a:pos x="140" y="21"/>
                  </a:cxn>
                  <a:cxn ang="0">
                    <a:pos x="168" y="37"/>
                  </a:cxn>
                  <a:cxn ang="0">
                    <a:pos x="189" y="60"/>
                  </a:cxn>
                  <a:cxn ang="0">
                    <a:pos x="195" y="94"/>
                  </a:cxn>
                  <a:cxn ang="0">
                    <a:pos x="211" y="94"/>
                  </a:cxn>
                  <a:cxn ang="0">
                    <a:pos x="202" y="54"/>
                  </a:cxn>
                  <a:cxn ang="0">
                    <a:pos x="178" y="24"/>
                  </a:cxn>
                  <a:cxn ang="0">
                    <a:pos x="143" y="5"/>
                  </a:cxn>
                  <a:cxn ang="0">
                    <a:pos x="107" y="0"/>
                  </a:cxn>
                  <a:cxn ang="0">
                    <a:pos x="69" y="5"/>
                  </a:cxn>
                  <a:cxn ang="0">
                    <a:pos x="34" y="23"/>
                  </a:cxn>
                  <a:cxn ang="0">
                    <a:pos x="10" y="53"/>
                  </a:cxn>
                  <a:cxn ang="0">
                    <a:pos x="0" y="94"/>
                  </a:cxn>
                  <a:cxn ang="0">
                    <a:pos x="0" y="94"/>
                  </a:cxn>
                  <a:cxn ang="0">
                    <a:pos x="16" y="94"/>
                  </a:cxn>
                </a:cxnLst>
                <a:rect l="0" t="0" r="r" b="b"/>
                <a:pathLst>
                  <a:path w="211" h="94">
                    <a:moveTo>
                      <a:pt x="16" y="94"/>
                    </a:moveTo>
                    <a:lnTo>
                      <a:pt x="16" y="94"/>
                    </a:lnTo>
                    <a:lnTo>
                      <a:pt x="23" y="59"/>
                    </a:lnTo>
                    <a:lnTo>
                      <a:pt x="43" y="35"/>
                    </a:lnTo>
                    <a:lnTo>
                      <a:pt x="72" y="21"/>
                    </a:lnTo>
                    <a:lnTo>
                      <a:pt x="107" y="16"/>
                    </a:lnTo>
                    <a:lnTo>
                      <a:pt x="140" y="21"/>
                    </a:lnTo>
                    <a:lnTo>
                      <a:pt x="168" y="37"/>
                    </a:lnTo>
                    <a:lnTo>
                      <a:pt x="189" y="60"/>
                    </a:lnTo>
                    <a:lnTo>
                      <a:pt x="195" y="94"/>
                    </a:lnTo>
                    <a:lnTo>
                      <a:pt x="211" y="94"/>
                    </a:lnTo>
                    <a:lnTo>
                      <a:pt x="202" y="54"/>
                    </a:lnTo>
                    <a:lnTo>
                      <a:pt x="178" y="24"/>
                    </a:lnTo>
                    <a:lnTo>
                      <a:pt x="143" y="5"/>
                    </a:lnTo>
                    <a:lnTo>
                      <a:pt x="107" y="0"/>
                    </a:lnTo>
                    <a:lnTo>
                      <a:pt x="69" y="5"/>
                    </a:lnTo>
                    <a:lnTo>
                      <a:pt x="34" y="23"/>
                    </a:lnTo>
                    <a:lnTo>
                      <a:pt x="10" y="53"/>
                    </a:lnTo>
                    <a:lnTo>
                      <a:pt x="0" y="94"/>
                    </a:lnTo>
                    <a:lnTo>
                      <a:pt x="0" y="94"/>
                    </a:lnTo>
                    <a:lnTo>
                      <a:pt x="16" y="94"/>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695" name="Freeform 457"/>
              <p:cNvSpPr/>
              <p:nvPr/>
            </p:nvSpPr>
            <p:spPr bwMode="auto">
              <a:xfrm>
                <a:off x="4803" y="2819"/>
                <a:ext cx="16" cy="21"/>
              </a:xfrm>
              <a:custGeom>
                <a:avLst/>
                <a:gdLst/>
                <a:ahLst/>
                <a:cxnLst>
                  <a:cxn ang="0">
                    <a:pos x="8" y="8"/>
                  </a:cxn>
                  <a:cxn ang="0">
                    <a:pos x="8" y="15"/>
                  </a:cxn>
                  <a:cxn ang="0">
                    <a:pos x="16" y="15"/>
                  </a:cxn>
                  <a:cxn ang="0">
                    <a:pos x="16" y="14"/>
                  </a:cxn>
                  <a:cxn ang="0">
                    <a:pos x="16" y="9"/>
                  </a:cxn>
                  <a:cxn ang="0">
                    <a:pos x="16" y="0"/>
                  </a:cxn>
                  <a:cxn ang="0">
                    <a:pos x="0" y="0"/>
                  </a:cxn>
                  <a:cxn ang="0">
                    <a:pos x="0" y="9"/>
                  </a:cxn>
                  <a:cxn ang="0">
                    <a:pos x="0" y="14"/>
                  </a:cxn>
                  <a:cxn ang="0">
                    <a:pos x="0" y="15"/>
                  </a:cxn>
                  <a:cxn ang="0">
                    <a:pos x="8" y="15"/>
                  </a:cxn>
                  <a:cxn ang="0">
                    <a:pos x="8" y="23"/>
                  </a:cxn>
                  <a:cxn ang="0">
                    <a:pos x="0" y="15"/>
                  </a:cxn>
                  <a:cxn ang="0">
                    <a:pos x="0" y="23"/>
                  </a:cxn>
                  <a:cxn ang="0">
                    <a:pos x="8" y="23"/>
                  </a:cxn>
                  <a:cxn ang="0">
                    <a:pos x="8" y="8"/>
                  </a:cxn>
                </a:cxnLst>
                <a:rect l="0" t="0" r="r" b="b"/>
                <a:pathLst>
                  <a:path w="16" h="23">
                    <a:moveTo>
                      <a:pt x="8" y="8"/>
                    </a:moveTo>
                    <a:lnTo>
                      <a:pt x="8" y="15"/>
                    </a:lnTo>
                    <a:lnTo>
                      <a:pt x="16" y="15"/>
                    </a:lnTo>
                    <a:lnTo>
                      <a:pt x="16" y="14"/>
                    </a:lnTo>
                    <a:lnTo>
                      <a:pt x="16" y="9"/>
                    </a:lnTo>
                    <a:lnTo>
                      <a:pt x="16" y="0"/>
                    </a:lnTo>
                    <a:lnTo>
                      <a:pt x="0" y="0"/>
                    </a:lnTo>
                    <a:lnTo>
                      <a:pt x="0" y="9"/>
                    </a:lnTo>
                    <a:lnTo>
                      <a:pt x="0" y="14"/>
                    </a:lnTo>
                    <a:lnTo>
                      <a:pt x="0" y="15"/>
                    </a:lnTo>
                    <a:lnTo>
                      <a:pt x="8" y="15"/>
                    </a:lnTo>
                    <a:lnTo>
                      <a:pt x="8" y="23"/>
                    </a:lnTo>
                    <a:lnTo>
                      <a:pt x="0" y="15"/>
                    </a:lnTo>
                    <a:lnTo>
                      <a:pt x="0" y="23"/>
                    </a:lnTo>
                    <a:lnTo>
                      <a:pt x="8" y="23"/>
                    </a:lnTo>
                    <a:lnTo>
                      <a:pt x="8"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696" name="Freeform 458"/>
              <p:cNvSpPr/>
              <p:nvPr/>
            </p:nvSpPr>
            <p:spPr bwMode="auto">
              <a:xfrm>
                <a:off x="4812" y="2826"/>
                <a:ext cx="203" cy="14"/>
              </a:xfrm>
              <a:custGeom>
                <a:avLst/>
                <a:gdLst/>
                <a:ahLst/>
                <a:cxnLst>
                  <a:cxn ang="0">
                    <a:pos x="187" y="7"/>
                  </a:cxn>
                  <a:cxn ang="0">
                    <a:pos x="195" y="0"/>
                  </a:cxn>
                  <a:cxn ang="0">
                    <a:pos x="0" y="0"/>
                  </a:cxn>
                  <a:cxn ang="0">
                    <a:pos x="0" y="15"/>
                  </a:cxn>
                  <a:cxn ang="0">
                    <a:pos x="195" y="15"/>
                  </a:cxn>
                  <a:cxn ang="0">
                    <a:pos x="203" y="7"/>
                  </a:cxn>
                  <a:cxn ang="0">
                    <a:pos x="195" y="15"/>
                  </a:cxn>
                  <a:cxn ang="0">
                    <a:pos x="203" y="15"/>
                  </a:cxn>
                  <a:cxn ang="0">
                    <a:pos x="203" y="7"/>
                  </a:cxn>
                  <a:cxn ang="0">
                    <a:pos x="187" y="7"/>
                  </a:cxn>
                </a:cxnLst>
                <a:rect l="0" t="0" r="r" b="b"/>
                <a:pathLst>
                  <a:path w="203" h="15">
                    <a:moveTo>
                      <a:pt x="187" y="7"/>
                    </a:moveTo>
                    <a:lnTo>
                      <a:pt x="195" y="0"/>
                    </a:lnTo>
                    <a:lnTo>
                      <a:pt x="0" y="0"/>
                    </a:lnTo>
                    <a:lnTo>
                      <a:pt x="0" y="15"/>
                    </a:lnTo>
                    <a:lnTo>
                      <a:pt x="195" y="15"/>
                    </a:lnTo>
                    <a:lnTo>
                      <a:pt x="203" y="7"/>
                    </a:lnTo>
                    <a:lnTo>
                      <a:pt x="195" y="15"/>
                    </a:lnTo>
                    <a:lnTo>
                      <a:pt x="203" y="15"/>
                    </a:lnTo>
                    <a:lnTo>
                      <a:pt x="203" y="7"/>
                    </a:lnTo>
                    <a:lnTo>
                      <a:pt x="187" y="7"/>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697" name="Freeform 459"/>
              <p:cNvSpPr/>
              <p:nvPr/>
            </p:nvSpPr>
            <p:spPr bwMode="auto">
              <a:xfrm>
                <a:off x="4901" y="2734"/>
                <a:ext cx="13" cy="100"/>
              </a:xfrm>
              <a:custGeom>
                <a:avLst/>
                <a:gdLst/>
                <a:ahLst/>
                <a:cxnLst>
                  <a:cxn ang="0">
                    <a:pos x="8" y="101"/>
                  </a:cxn>
                  <a:cxn ang="0">
                    <a:pos x="16" y="101"/>
                  </a:cxn>
                  <a:cxn ang="0">
                    <a:pos x="16" y="0"/>
                  </a:cxn>
                  <a:cxn ang="0">
                    <a:pos x="0" y="0"/>
                  </a:cxn>
                  <a:cxn ang="0">
                    <a:pos x="0" y="101"/>
                  </a:cxn>
                  <a:cxn ang="0">
                    <a:pos x="8" y="101"/>
                  </a:cxn>
                </a:cxnLst>
                <a:rect l="0" t="0" r="r" b="b"/>
                <a:pathLst>
                  <a:path w="16" h="101">
                    <a:moveTo>
                      <a:pt x="8" y="101"/>
                    </a:moveTo>
                    <a:lnTo>
                      <a:pt x="16" y="101"/>
                    </a:lnTo>
                    <a:lnTo>
                      <a:pt x="16" y="0"/>
                    </a:lnTo>
                    <a:lnTo>
                      <a:pt x="0" y="0"/>
                    </a:lnTo>
                    <a:lnTo>
                      <a:pt x="0" y="101"/>
                    </a:lnTo>
                    <a:lnTo>
                      <a:pt x="8" y="101"/>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698" name="Freeform 460"/>
              <p:cNvSpPr/>
              <p:nvPr/>
            </p:nvSpPr>
            <p:spPr bwMode="auto">
              <a:xfrm>
                <a:off x="4904" y="2755"/>
                <a:ext cx="86" cy="86"/>
              </a:xfrm>
              <a:custGeom>
                <a:avLst/>
                <a:gdLst/>
                <a:ahLst/>
                <a:cxnLst>
                  <a:cxn ang="0">
                    <a:pos x="5" y="79"/>
                  </a:cxn>
                  <a:cxn ang="0">
                    <a:pos x="10" y="84"/>
                  </a:cxn>
                  <a:cxn ang="0">
                    <a:pos x="87" y="10"/>
                  </a:cxn>
                  <a:cxn ang="0">
                    <a:pos x="78" y="0"/>
                  </a:cxn>
                  <a:cxn ang="0">
                    <a:pos x="0" y="75"/>
                  </a:cxn>
                  <a:cxn ang="0">
                    <a:pos x="5" y="79"/>
                  </a:cxn>
                </a:cxnLst>
                <a:rect l="0" t="0" r="r" b="b"/>
                <a:pathLst>
                  <a:path w="87" h="84">
                    <a:moveTo>
                      <a:pt x="5" y="79"/>
                    </a:moveTo>
                    <a:lnTo>
                      <a:pt x="10" y="84"/>
                    </a:lnTo>
                    <a:lnTo>
                      <a:pt x="87" y="10"/>
                    </a:lnTo>
                    <a:lnTo>
                      <a:pt x="78" y="0"/>
                    </a:lnTo>
                    <a:lnTo>
                      <a:pt x="0" y="75"/>
                    </a:lnTo>
                    <a:lnTo>
                      <a:pt x="5" y="79"/>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699" name="Freeform 461"/>
              <p:cNvSpPr/>
              <p:nvPr/>
            </p:nvSpPr>
            <p:spPr bwMode="auto">
              <a:xfrm>
                <a:off x="4828" y="2755"/>
                <a:ext cx="86" cy="86"/>
              </a:xfrm>
              <a:custGeom>
                <a:avLst/>
                <a:gdLst/>
                <a:ahLst/>
                <a:cxnLst>
                  <a:cxn ang="0">
                    <a:pos x="78" y="80"/>
                  </a:cxn>
                  <a:cxn ang="0">
                    <a:pos x="83" y="76"/>
                  </a:cxn>
                  <a:cxn ang="0">
                    <a:pos x="10" y="0"/>
                  </a:cxn>
                  <a:cxn ang="0">
                    <a:pos x="0" y="9"/>
                  </a:cxn>
                  <a:cxn ang="0">
                    <a:pos x="73" y="85"/>
                  </a:cxn>
                  <a:cxn ang="0">
                    <a:pos x="78" y="80"/>
                  </a:cxn>
                </a:cxnLst>
                <a:rect l="0" t="0" r="r" b="b"/>
                <a:pathLst>
                  <a:path w="83" h="85">
                    <a:moveTo>
                      <a:pt x="78" y="80"/>
                    </a:moveTo>
                    <a:lnTo>
                      <a:pt x="83" y="76"/>
                    </a:lnTo>
                    <a:lnTo>
                      <a:pt x="10" y="0"/>
                    </a:lnTo>
                    <a:lnTo>
                      <a:pt x="0" y="9"/>
                    </a:lnTo>
                    <a:lnTo>
                      <a:pt x="73" y="85"/>
                    </a:lnTo>
                    <a:lnTo>
                      <a:pt x="78" y="80"/>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grpSp>
        <p:sp>
          <p:nvSpPr>
            <p:cNvPr id="27683" name="Text Box 462"/>
            <p:cNvSpPr txBox="1"/>
            <p:nvPr/>
          </p:nvSpPr>
          <p:spPr>
            <a:xfrm>
              <a:off x="4729" y="650"/>
              <a:ext cx="804" cy="845"/>
            </a:xfrm>
            <a:prstGeom prst="rect">
              <a:avLst/>
            </a:prstGeom>
            <a:noFill/>
            <a:ln w="12700">
              <a:noFill/>
            </a:ln>
          </p:spPr>
          <p:txBody>
            <a:bodyPr wrap="none">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ct val="0"/>
                </a:spcBef>
                <a:spcAft>
                  <a:spcPts val="590"/>
                </a:spcAft>
                <a:buSzPct val="80000"/>
                <a:buNone/>
              </a:pPr>
              <a:endParaRPr lang="zh-CN" altLang="en-US" sz="2800" dirty="0">
                <a:ea typeface="宋体" pitchFamily="2" charset="-122"/>
              </a:endParaRPr>
            </a:p>
          </p:txBody>
        </p:sp>
      </p:grpSp>
      <p:sp>
        <p:nvSpPr>
          <p:cNvPr id="700" name="Text Box 465"/>
          <p:cNvSpPr txBox="1"/>
          <p:nvPr/>
        </p:nvSpPr>
        <p:spPr>
          <a:xfrm>
            <a:off x="5664200" y="5516563"/>
            <a:ext cx="5256213" cy="906462"/>
          </a:xfrm>
          <a:prstGeom prst="rect">
            <a:avLst/>
          </a:prstGeom>
          <a:solidFill>
            <a:srgbClr val="FFFFCC"/>
          </a:solidFill>
          <a:ln w="38100" cap="flat" cmpd="sng">
            <a:solidFill>
              <a:srgbClr val="00B050"/>
            </a:solidFill>
            <a:prstDash val="solid"/>
            <a:miter/>
            <a:headEnd type="none" w="sm" len="sm"/>
            <a:tailEnd type="none" w="sm" len="sm"/>
          </a:ln>
        </p:spPr>
        <p:txBody>
          <a:bodyPr>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a:lnSpc>
                <a:spcPct val="90000"/>
              </a:lnSpc>
              <a:spcBef>
                <a:spcPts val="590"/>
              </a:spcBef>
              <a:spcAft>
                <a:spcPts val="590"/>
              </a:spcAft>
              <a:buSzPct val="80000"/>
              <a:buNone/>
            </a:pPr>
            <a:r>
              <a:rPr lang="zh-CN" altLang="en-US" sz="2400" dirty="0">
                <a:solidFill>
                  <a:srgbClr val="333399"/>
                </a:solidFill>
                <a:latin typeface="黑体" panose="02010609060101010101" pitchFamily="49" charset="-122"/>
              </a:rPr>
              <a:t>已知每行列数才能正确读出数组元素</a:t>
            </a:r>
            <a:endParaRPr lang="en-US" altLang="zh-CN" sz="2400" dirty="0">
              <a:solidFill>
                <a:srgbClr val="333399"/>
              </a:solidFill>
              <a:latin typeface="黑体" panose="02010609060101010101" pitchFamily="49" charset="-122"/>
            </a:endParaRPr>
          </a:p>
          <a:p>
            <a:pPr marL="0" lvl="0" indent="0">
              <a:lnSpc>
                <a:spcPct val="90000"/>
              </a:lnSpc>
              <a:spcBef>
                <a:spcPts val="590"/>
              </a:spcBef>
              <a:spcAft>
                <a:spcPts val="590"/>
              </a:spcAft>
              <a:buSzPct val="80000"/>
              <a:buNone/>
            </a:pPr>
            <a:r>
              <a:rPr lang="zh-CN" altLang="en-US" sz="2400" dirty="0">
                <a:solidFill>
                  <a:srgbClr val="333399"/>
                </a:solidFill>
                <a:latin typeface="黑体" panose="02010609060101010101" pitchFamily="49" charset="-122"/>
              </a:rPr>
              <a:t>所以初始化时，第二维长度不能省略</a:t>
            </a:r>
            <a:endParaRPr lang="zh-CN" altLang="en-US" sz="2400" dirty="0">
              <a:solidFill>
                <a:srgbClr val="333399"/>
              </a:solidFill>
              <a:latin typeface="黑体" panose="02010609060101010101" pitchFamily="49" charset="-122"/>
            </a:endParaRPr>
          </a:p>
        </p:txBody>
      </p:sp>
      <p:sp>
        <p:nvSpPr>
          <p:cNvPr id="27681" name="标题 6"/>
          <p:cNvSpPr>
            <a:spLocks noGrp="1"/>
          </p:cNvSpPr>
          <p:nvPr>
            <p:ph type="title"/>
          </p:nvPr>
        </p:nvSpPr>
        <p:spPr>
          <a:xfrm>
            <a:off x="911225" y="115888"/>
            <a:ext cx="8915400" cy="1143000"/>
          </a:xfrm>
        </p:spPr>
        <p:txBody>
          <a:bodyPr vert="horz" wrap="square" lIns="91440" tIns="45720" rIns="91440" bIns="45720" anchor="ctr" anchorCtr="0"/>
          <a:lstStyle/>
          <a:p>
            <a:r>
              <a:rPr lang="en-US" altLang="zh-CN" kern="1200" dirty="0">
                <a:latin typeface="Arial" panose="020B0604020202090204" pitchFamily="34" charset="0"/>
                <a:ea typeface="黑体" panose="02010609060101010101" pitchFamily="49" charset="-122"/>
                <a:cs typeface="Arial" panose="020B0604020202090204" pitchFamily="34" charset="0"/>
              </a:rPr>
              <a:t>3.1.2 </a:t>
            </a:r>
            <a:r>
              <a:rPr lang="zh-CN" altLang="en-US" kern="1200" dirty="0">
                <a:latin typeface="Arial" panose="020B0604020202090204" pitchFamily="34" charset="0"/>
                <a:ea typeface="黑体" panose="02010609060101010101" pitchFamily="49" charset="-122"/>
                <a:cs typeface="Arial" panose="020B0604020202090204" pitchFamily="34" charset="0"/>
              </a:rPr>
              <a:t>二维数组的定义和初始化</a:t>
            </a:r>
            <a:endParaRPr lang="zh-CN" altLang="en-US" kern="1200" dirty="0">
              <a:latin typeface="Arial" panose="020B0604020202090204" pitchFamily="34" charset="0"/>
              <a:ea typeface="黑体" panose="02010609060101010101" pitchFamily="49" charset="-122"/>
              <a:cs typeface="Arial" panose="020B0604020202090204" pitchFamily="34" charset="0"/>
            </a:endParaRPr>
          </a:p>
        </p:txBody>
      </p:sp>
    </p:spTree>
  </p:cSld>
  <p:clrMapOvr>
    <a:masterClrMapping/>
  </p:clrMapOvr>
  <p:transition>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346127">
                                            <p:txEl>
                                              <p:pRg st="0" end="0"/>
                                            </p:txEl>
                                          </p:spTgt>
                                        </p:tgtEl>
                                        <p:attrNameLst>
                                          <p:attrName>style.visibility</p:attrName>
                                        </p:attrNameLst>
                                      </p:cBhvr>
                                      <p:to>
                                        <p:strVal val="visible"/>
                                      </p:to>
                                    </p:set>
                                    <p:anim calcmode="lin" valueType="num">
                                      <p:cBhvr>
                                        <p:cTn id="12" dur="500" fill="hold"/>
                                        <p:tgtEl>
                                          <p:spTgt spid="346127">
                                            <p:txEl>
                                              <p:pRg st="0" end="0"/>
                                            </p:txEl>
                                          </p:spTgt>
                                        </p:tgtEl>
                                        <p:attrNameLst>
                                          <p:attrName>ppt_x</p:attrName>
                                        </p:attrNameLst>
                                      </p:cBhvr>
                                      <p:tavLst>
                                        <p:tav tm="0">
                                          <p:val>
                                            <p:strVal val="0-#ppt_w/2"/>
                                          </p:val>
                                        </p:tav>
                                        <p:tav tm="100000">
                                          <p:val>
                                            <p:strVal val="#ppt_x"/>
                                          </p:val>
                                        </p:tav>
                                      </p:tavLst>
                                    </p:anim>
                                    <p:anim calcmode="lin" valueType="num">
                                      <p:cBhvr>
                                        <p:cTn id="13" dur="500" fill="hold"/>
                                        <p:tgtEl>
                                          <p:spTgt spid="34612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8" fill="hold" nodeType="clickEffect">
                                  <p:stCondLst>
                                    <p:cond delay="0"/>
                                  </p:stCondLst>
                                  <p:childTnLst>
                                    <p:set>
                                      <p:cBhvr>
                                        <p:cTn id="17" dur="1" fill="hold">
                                          <p:stCondLst>
                                            <p:cond delay="0"/>
                                          </p:stCondLst>
                                        </p:cTn>
                                        <p:tgtEl>
                                          <p:spTgt spid="346127">
                                            <p:txEl>
                                              <p:pRg st="1" end="1"/>
                                            </p:txEl>
                                          </p:spTgt>
                                        </p:tgtEl>
                                        <p:attrNameLst>
                                          <p:attrName>style.visibility</p:attrName>
                                        </p:attrNameLst>
                                      </p:cBhvr>
                                      <p:to>
                                        <p:strVal val="visible"/>
                                      </p:to>
                                    </p:set>
                                    <p:anim calcmode="lin" valueType="num">
                                      <p:cBhvr>
                                        <p:cTn id="18" dur="500" fill="hold"/>
                                        <p:tgtEl>
                                          <p:spTgt spid="346127">
                                            <p:txEl>
                                              <p:pRg st="1" end="1"/>
                                            </p:txEl>
                                          </p:spTgt>
                                        </p:tgtEl>
                                        <p:attrNameLst>
                                          <p:attrName>ppt_x</p:attrName>
                                        </p:attrNameLst>
                                      </p:cBhvr>
                                      <p:tavLst>
                                        <p:tav tm="0">
                                          <p:val>
                                            <p:strVal val="0-#ppt_w/2"/>
                                          </p:val>
                                        </p:tav>
                                        <p:tav tm="100000">
                                          <p:val>
                                            <p:strVal val="#ppt_x"/>
                                          </p:val>
                                        </p:tav>
                                      </p:tavLst>
                                    </p:anim>
                                    <p:anim calcmode="lin" valueType="num">
                                      <p:cBhvr>
                                        <p:cTn id="19" dur="500" fill="hold"/>
                                        <p:tgtEl>
                                          <p:spTgt spid="34612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2" presetClass="entr" presetSubtype="2" fill="hold" grpId="0" nodeType="clickEffect">
                                  <p:stCondLst>
                                    <p:cond delay="0"/>
                                  </p:stCondLst>
                                  <p:childTnLst>
                                    <p:set>
                                      <p:cBhvr>
                                        <p:cTn id="23" dur="1" fill="hold">
                                          <p:stCondLst>
                                            <p:cond delay="0"/>
                                          </p:stCondLst>
                                        </p:cTn>
                                        <p:tgtEl>
                                          <p:spTgt spid="346124"/>
                                        </p:tgtEl>
                                        <p:attrNameLst>
                                          <p:attrName>style.visibility</p:attrName>
                                        </p:attrNameLst>
                                      </p:cBhvr>
                                      <p:to>
                                        <p:strVal val="visible"/>
                                      </p:to>
                                    </p:set>
                                    <p:animEffect transition="in" filter="wipe(right)">
                                      <p:cBhvr>
                                        <p:cTn id="24" dur="500"/>
                                        <p:tgtEl>
                                          <p:spTgt spid="346124"/>
                                        </p:tgtEl>
                                      </p:cBhvr>
                                    </p:animEffect>
                                  </p:childTnLst>
                                </p:cTn>
                              </p:par>
                            </p:childTnLst>
                          </p:cTn>
                        </p:par>
                        <p:par>
                          <p:cTn id="25" fill="hold">
                            <p:stCondLst>
                              <p:cond delay="500"/>
                            </p:stCondLst>
                            <p:childTnLst>
                              <p:par>
                                <p:cTn id="26" presetID="22" presetClass="entr" presetSubtype="2" fill="hold" grpId="0" nodeType="afterEffect">
                                  <p:stCondLst>
                                    <p:cond delay="0"/>
                                  </p:stCondLst>
                                  <p:childTnLst>
                                    <p:set>
                                      <p:cBhvr>
                                        <p:cTn id="27" dur="1" fill="hold">
                                          <p:stCondLst>
                                            <p:cond delay="0"/>
                                          </p:stCondLst>
                                        </p:cTn>
                                        <p:tgtEl>
                                          <p:spTgt spid="346125"/>
                                        </p:tgtEl>
                                        <p:attrNameLst>
                                          <p:attrName>style.visibility</p:attrName>
                                        </p:attrNameLst>
                                      </p:cBhvr>
                                      <p:to>
                                        <p:strVal val="visible"/>
                                      </p:to>
                                    </p:set>
                                    <p:animEffect transition="in" filter="wipe(right)">
                                      <p:cBhvr>
                                        <p:cTn id="28" dur="500"/>
                                        <p:tgtEl>
                                          <p:spTgt spid="346125"/>
                                        </p:tgtEl>
                                      </p:cBhvr>
                                    </p:animEffect>
                                  </p:childTnLst>
                                </p:cTn>
                              </p:par>
                            </p:childTnLst>
                          </p:cTn>
                        </p:par>
                        <p:par>
                          <p:cTn id="29" fill="hold">
                            <p:stCondLst>
                              <p:cond delay="1000"/>
                            </p:stCondLst>
                            <p:childTnLst>
                              <p:par>
                                <p:cTn id="30" presetID="22" presetClass="entr" presetSubtype="2" fill="hold" grpId="0" nodeType="afterEffect">
                                  <p:stCondLst>
                                    <p:cond delay="0"/>
                                  </p:stCondLst>
                                  <p:childTnLst>
                                    <p:set>
                                      <p:cBhvr>
                                        <p:cTn id="31" dur="1" fill="hold">
                                          <p:stCondLst>
                                            <p:cond delay="0"/>
                                          </p:stCondLst>
                                        </p:cTn>
                                        <p:tgtEl>
                                          <p:spTgt spid="346126"/>
                                        </p:tgtEl>
                                        <p:attrNameLst>
                                          <p:attrName>style.visibility</p:attrName>
                                        </p:attrNameLst>
                                      </p:cBhvr>
                                      <p:to>
                                        <p:strVal val="visible"/>
                                      </p:to>
                                    </p:set>
                                    <p:animEffect transition="in" filter="wipe(right)">
                                      <p:cBhvr>
                                        <p:cTn id="32" dur="500"/>
                                        <p:tgtEl>
                                          <p:spTgt spid="346126"/>
                                        </p:tgtEl>
                                      </p:cBhvr>
                                    </p:animEffect>
                                  </p:childTnLst>
                                </p:cTn>
                              </p:par>
                            </p:childTnLst>
                          </p:cTn>
                        </p:par>
                        <p:par>
                          <p:cTn id="33" fill="hold">
                            <p:stCondLst>
                              <p:cond delay="1500"/>
                            </p:stCondLst>
                            <p:childTnLst>
                              <p:par>
                                <p:cTn id="34" presetID="22" presetClass="entr" presetSubtype="8" fill="hold" grpId="0" nodeType="afterEffect">
                                  <p:stCondLst>
                                    <p:cond delay="0"/>
                                  </p:stCondLst>
                                  <p:childTnLst>
                                    <p:set>
                                      <p:cBhvr>
                                        <p:cTn id="35" dur="1" fill="hold">
                                          <p:stCondLst>
                                            <p:cond delay="0"/>
                                          </p:stCondLst>
                                        </p:cTn>
                                        <p:tgtEl>
                                          <p:spTgt spid="346121"/>
                                        </p:tgtEl>
                                        <p:attrNameLst>
                                          <p:attrName>style.visibility</p:attrName>
                                        </p:attrNameLst>
                                      </p:cBhvr>
                                      <p:to>
                                        <p:strVal val="visible"/>
                                      </p:to>
                                    </p:set>
                                    <p:animEffect transition="in" filter="wipe(left)">
                                      <p:cBhvr>
                                        <p:cTn id="36" dur="500"/>
                                        <p:tgtEl>
                                          <p:spTgt spid="346121"/>
                                        </p:tgtEl>
                                      </p:cBhvr>
                                    </p:animEffect>
                                  </p:childTnLst>
                                </p:cTn>
                              </p:par>
                            </p:childTnLst>
                          </p:cTn>
                        </p:par>
                        <p:par>
                          <p:cTn id="37" fill="hold">
                            <p:stCondLst>
                              <p:cond delay="2000"/>
                            </p:stCondLst>
                            <p:childTnLst>
                              <p:par>
                                <p:cTn id="38" presetID="22" presetClass="entr" presetSubtype="8" fill="hold" grpId="0" nodeType="afterEffect">
                                  <p:stCondLst>
                                    <p:cond delay="0"/>
                                  </p:stCondLst>
                                  <p:childTnLst>
                                    <p:set>
                                      <p:cBhvr>
                                        <p:cTn id="39" dur="1" fill="hold">
                                          <p:stCondLst>
                                            <p:cond delay="0"/>
                                          </p:stCondLst>
                                        </p:cTn>
                                        <p:tgtEl>
                                          <p:spTgt spid="346122"/>
                                        </p:tgtEl>
                                        <p:attrNameLst>
                                          <p:attrName>style.visibility</p:attrName>
                                        </p:attrNameLst>
                                      </p:cBhvr>
                                      <p:to>
                                        <p:strVal val="visible"/>
                                      </p:to>
                                    </p:set>
                                    <p:animEffect transition="in" filter="wipe(left)">
                                      <p:cBhvr>
                                        <p:cTn id="40" dur="500"/>
                                        <p:tgtEl>
                                          <p:spTgt spid="346122"/>
                                        </p:tgtEl>
                                      </p:cBhvr>
                                    </p:animEffect>
                                  </p:childTnLst>
                                </p:cTn>
                              </p:par>
                            </p:childTnLst>
                          </p:cTn>
                        </p:par>
                        <p:par>
                          <p:cTn id="41" fill="hold">
                            <p:stCondLst>
                              <p:cond delay="2500"/>
                            </p:stCondLst>
                            <p:childTnLst>
                              <p:par>
                                <p:cTn id="42" presetID="22" presetClass="entr" presetSubtype="8" fill="hold" grpId="0" nodeType="afterEffect">
                                  <p:stCondLst>
                                    <p:cond delay="0"/>
                                  </p:stCondLst>
                                  <p:childTnLst>
                                    <p:set>
                                      <p:cBhvr>
                                        <p:cTn id="43" dur="1" fill="hold">
                                          <p:stCondLst>
                                            <p:cond delay="0"/>
                                          </p:stCondLst>
                                        </p:cTn>
                                        <p:tgtEl>
                                          <p:spTgt spid="346123"/>
                                        </p:tgtEl>
                                        <p:attrNameLst>
                                          <p:attrName>style.visibility</p:attrName>
                                        </p:attrNameLst>
                                      </p:cBhvr>
                                      <p:to>
                                        <p:strVal val="visible"/>
                                      </p:to>
                                    </p:set>
                                    <p:animEffect transition="in" filter="wipe(left)">
                                      <p:cBhvr>
                                        <p:cTn id="44" dur="500"/>
                                        <p:tgtEl>
                                          <p:spTgt spid="346123"/>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1" fill="hold" nodeType="clickEffect">
                                  <p:stCondLst>
                                    <p:cond delay="0"/>
                                  </p:stCondLst>
                                  <p:childTnLst>
                                    <p:set>
                                      <p:cBhvr>
                                        <p:cTn id="48" dur="1" fill="hold">
                                          <p:stCondLst>
                                            <p:cond delay="0"/>
                                          </p:stCondLst>
                                        </p:cTn>
                                        <p:tgtEl>
                                          <p:spTgt spid="3"/>
                                        </p:tgtEl>
                                        <p:attrNameLst>
                                          <p:attrName>style.visibility</p:attrName>
                                        </p:attrNameLst>
                                      </p:cBhvr>
                                      <p:to>
                                        <p:strVal val="visible"/>
                                      </p:to>
                                    </p:set>
                                    <p:animEffect transition="in" filter="wipe(up)">
                                      <p:cBhvr>
                                        <p:cTn id="49" dur="500"/>
                                        <p:tgtEl>
                                          <p:spTgt spid="3"/>
                                        </p:tgtEl>
                                      </p:cBhvr>
                                    </p:animEffect>
                                  </p:childTnLst>
                                </p:cTn>
                              </p:par>
                            </p:childTnLst>
                          </p:cTn>
                        </p:par>
                      </p:childTnLst>
                    </p:cTn>
                  </p:par>
                  <p:par>
                    <p:cTn id="50" fill="hold">
                      <p:stCondLst>
                        <p:cond delay="indefinite"/>
                      </p:stCondLst>
                      <p:childTnLst>
                        <p:par>
                          <p:cTn id="51" fill="hold">
                            <p:stCondLst>
                              <p:cond delay="0"/>
                            </p:stCondLst>
                            <p:childTnLst>
                              <p:par>
                                <p:cTn id="52" presetID="26" presetClass="emph" presetSubtype="0" fill="hold" nodeType="clickEffect">
                                  <p:stCondLst>
                                    <p:cond delay="0"/>
                                  </p:stCondLst>
                                  <p:childTnLst>
                                    <p:animEffect transition="out" filter="fade">
                                      <p:cBhvr>
                                        <p:cTn id="53" dur="500" tmFilter="0, 0; .2, .5; .8, .5; 1, 0"/>
                                        <p:tgtEl>
                                          <p:spTgt spid="6"/>
                                        </p:tgtEl>
                                      </p:cBhvr>
                                    </p:animEffect>
                                    <p:animScale>
                                      <p:cBhvr>
                                        <p:cTn id="54" dur="250" autoRev="1" fill="hold"/>
                                        <p:tgtEl>
                                          <p:spTgt spid="6"/>
                                        </p:tgtEl>
                                      </p:cBhvr>
                                      <p:by x="105000" y="105000"/>
                                    </p:animScale>
                                  </p:childTnLst>
                                </p:cTn>
                              </p:par>
                            </p:childTnLst>
                          </p:cTn>
                        </p:par>
                        <p:par>
                          <p:cTn id="55" fill="hold">
                            <p:stCondLst>
                              <p:cond delay="500"/>
                            </p:stCondLst>
                            <p:childTnLst>
                              <p:par>
                                <p:cTn id="56" presetID="2" presetClass="entr" presetSubtype="4" fill="hold" nodeType="afterEffect">
                                  <p:stCondLst>
                                    <p:cond delay="0"/>
                                  </p:stCondLst>
                                  <p:childTnLst>
                                    <p:set>
                                      <p:cBhvr>
                                        <p:cTn id="57" dur="1" fill="hold">
                                          <p:stCondLst>
                                            <p:cond delay="0"/>
                                          </p:stCondLst>
                                        </p:cTn>
                                        <p:tgtEl>
                                          <p:spTgt spid="18"/>
                                        </p:tgtEl>
                                        <p:attrNameLst>
                                          <p:attrName>style.visibility</p:attrName>
                                        </p:attrNameLst>
                                      </p:cBhvr>
                                      <p:to>
                                        <p:strVal val="visible"/>
                                      </p:to>
                                    </p:set>
                                    <p:anim calcmode="lin" valueType="num">
                                      <p:cBhvr>
                                        <p:cTn id="58" dur="500" fill="hold"/>
                                        <p:tgtEl>
                                          <p:spTgt spid="18"/>
                                        </p:tgtEl>
                                        <p:attrNameLst>
                                          <p:attrName>ppt_x</p:attrName>
                                        </p:attrNameLst>
                                      </p:cBhvr>
                                      <p:tavLst>
                                        <p:tav tm="0">
                                          <p:val>
                                            <p:strVal val="#ppt_x"/>
                                          </p:val>
                                        </p:tav>
                                        <p:tav tm="100000">
                                          <p:val>
                                            <p:strVal val="#ppt_x"/>
                                          </p:val>
                                        </p:tav>
                                      </p:tavLst>
                                    </p:anim>
                                    <p:anim calcmode="lin" valueType="num">
                                      <p:cBhvr>
                                        <p:cTn id="59"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60" fill="hold">
                      <p:stCondLst>
                        <p:cond delay="indefinite"/>
                      </p:stCondLst>
                      <p:childTnLst>
                        <p:par>
                          <p:cTn id="61" fill="hold">
                            <p:stCondLst>
                              <p:cond delay="0"/>
                            </p:stCondLst>
                            <p:childTnLst>
                              <p:par>
                                <p:cTn id="62" presetID="26" presetClass="emph" presetSubtype="0" fill="hold" nodeType="clickEffect">
                                  <p:stCondLst>
                                    <p:cond delay="0"/>
                                  </p:stCondLst>
                                  <p:childTnLst>
                                    <p:animEffect transition="out" filter="fade">
                                      <p:cBhvr>
                                        <p:cTn id="63" dur="500" tmFilter="0, 0; .2, .5; .8, .5; 1, 0"/>
                                        <p:tgtEl>
                                          <p:spTgt spid="8"/>
                                        </p:tgtEl>
                                      </p:cBhvr>
                                    </p:animEffect>
                                    <p:animScale>
                                      <p:cBhvr>
                                        <p:cTn id="64" dur="250" autoRev="1" fill="hold"/>
                                        <p:tgtEl>
                                          <p:spTgt spid="8"/>
                                        </p:tgtEl>
                                      </p:cBhvr>
                                      <p:by x="105000" y="105000"/>
                                    </p:animScale>
                                  </p:childTnLst>
                                </p:cTn>
                              </p:par>
                            </p:childTnLst>
                          </p:cTn>
                        </p:par>
                        <p:par>
                          <p:cTn id="65" fill="hold">
                            <p:stCondLst>
                              <p:cond delay="500"/>
                            </p:stCondLst>
                            <p:childTnLst>
                              <p:par>
                                <p:cTn id="66" presetID="2" presetClass="entr" presetSubtype="4" fill="hold" nodeType="afterEffect">
                                  <p:stCondLst>
                                    <p:cond delay="0"/>
                                  </p:stCondLst>
                                  <p:childTnLst>
                                    <p:set>
                                      <p:cBhvr>
                                        <p:cTn id="67" dur="1" fill="hold">
                                          <p:stCondLst>
                                            <p:cond delay="0"/>
                                          </p:stCondLst>
                                        </p:cTn>
                                        <p:tgtEl>
                                          <p:spTgt spid="20"/>
                                        </p:tgtEl>
                                        <p:attrNameLst>
                                          <p:attrName>style.visibility</p:attrName>
                                        </p:attrNameLst>
                                      </p:cBhvr>
                                      <p:to>
                                        <p:strVal val="visible"/>
                                      </p:to>
                                    </p:set>
                                    <p:anim calcmode="lin" valueType="num">
                                      <p:cBhvr>
                                        <p:cTn id="68" dur="500" fill="hold"/>
                                        <p:tgtEl>
                                          <p:spTgt spid="20"/>
                                        </p:tgtEl>
                                        <p:attrNameLst>
                                          <p:attrName>ppt_x</p:attrName>
                                        </p:attrNameLst>
                                      </p:cBhvr>
                                      <p:tavLst>
                                        <p:tav tm="0">
                                          <p:val>
                                            <p:strVal val="#ppt_x"/>
                                          </p:val>
                                        </p:tav>
                                        <p:tav tm="100000">
                                          <p:val>
                                            <p:strVal val="#ppt_x"/>
                                          </p:val>
                                        </p:tav>
                                      </p:tavLst>
                                    </p:anim>
                                    <p:anim calcmode="lin" valueType="num">
                                      <p:cBhvr>
                                        <p:cTn id="69"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70" fill="hold">
                      <p:stCondLst>
                        <p:cond delay="indefinite"/>
                      </p:stCondLst>
                      <p:childTnLst>
                        <p:par>
                          <p:cTn id="71" fill="hold">
                            <p:stCondLst>
                              <p:cond delay="0"/>
                            </p:stCondLst>
                            <p:childTnLst>
                              <p:par>
                                <p:cTn id="72" presetID="26" presetClass="emph" presetSubtype="0" fill="hold" nodeType="clickEffect">
                                  <p:stCondLst>
                                    <p:cond delay="0"/>
                                  </p:stCondLst>
                                  <p:childTnLst>
                                    <p:animEffect transition="out" filter="fade">
                                      <p:cBhvr>
                                        <p:cTn id="73" dur="500" tmFilter="0, 0; .2, .5; .8, .5; 1, 0"/>
                                        <p:tgtEl>
                                          <p:spTgt spid="10"/>
                                        </p:tgtEl>
                                      </p:cBhvr>
                                    </p:animEffect>
                                    <p:animScale>
                                      <p:cBhvr>
                                        <p:cTn id="74" dur="250" autoRev="1" fill="hold"/>
                                        <p:tgtEl>
                                          <p:spTgt spid="10"/>
                                        </p:tgtEl>
                                      </p:cBhvr>
                                      <p:by x="105000" y="105000"/>
                                    </p:animScale>
                                  </p:childTnLst>
                                </p:cTn>
                              </p:par>
                            </p:childTnLst>
                          </p:cTn>
                        </p:par>
                        <p:par>
                          <p:cTn id="75" fill="hold">
                            <p:stCondLst>
                              <p:cond delay="500"/>
                            </p:stCondLst>
                            <p:childTnLst>
                              <p:par>
                                <p:cTn id="76" presetID="2" presetClass="entr" presetSubtype="4" fill="hold" nodeType="afterEffect">
                                  <p:stCondLst>
                                    <p:cond delay="0"/>
                                  </p:stCondLst>
                                  <p:childTnLst>
                                    <p:set>
                                      <p:cBhvr>
                                        <p:cTn id="77" dur="1" fill="hold">
                                          <p:stCondLst>
                                            <p:cond delay="0"/>
                                          </p:stCondLst>
                                        </p:cTn>
                                        <p:tgtEl>
                                          <p:spTgt spid="22"/>
                                        </p:tgtEl>
                                        <p:attrNameLst>
                                          <p:attrName>style.visibility</p:attrName>
                                        </p:attrNameLst>
                                      </p:cBhvr>
                                      <p:to>
                                        <p:strVal val="visible"/>
                                      </p:to>
                                    </p:set>
                                    <p:anim calcmode="lin" valueType="num">
                                      <p:cBhvr>
                                        <p:cTn id="78" dur="500" fill="hold"/>
                                        <p:tgtEl>
                                          <p:spTgt spid="22"/>
                                        </p:tgtEl>
                                        <p:attrNameLst>
                                          <p:attrName>ppt_x</p:attrName>
                                        </p:attrNameLst>
                                      </p:cBhvr>
                                      <p:tavLst>
                                        <p:tav tm="0">
                                          <p:val>
                                            <p:strVal val="#ppt_x"/>
                                          </p:val>
                                        </p:tav>
                                        <p:tav tm="100000">
                                          <p:val>
                                            <p:strVal val="#ppt_x"/>
                                          </p:val>
                                        </p:tav>
                                      </p:tavLst>
                                    </p:anim>
                                    <p:anim calcmode="lin" valueType="num">
                                      <p:cBhvr>
                                        <p:cTn id="79"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par>
                    <p:cTn id="80" fill="hold">
                      <p:stCondLst>
                        <p:cond delay="indefinite"/>
                      </p:stCondLst>
                      <p:childTnLst>
                        <p:par>
                          <p:cTn id="81" fill="hold">
                            <p:stCondLst>
                              <p:cond delay="0"/>
                            </p:stCondLst>
                            <p:childTnLst>
                              <p:par>
                                <p:cTn id="82" presetID="26" presetClass="emph" presetSubtype="0" fill="hold" nodeType="clickEffect">
                                  <p:stCondLst>
                                    <p:cond delay="0"/>
                                  </p:stCondLst>
                                  <p:childTnLst>
                                    <p:animEffect transition="out" filter="fade">
                                      <p:cBhvr>
                                        <p:cTn id="83" dur="500" tmFilter="0, 0; .2, .5; .8, .5; 1, 0"/>
                                        <p:tgtEl>
                                          <p:spTgt spid="12"/>
                                        </p:tgtEl>
                                      </p:cBhvr>
                                    </p:animEffect>
                                    <p:animScale>
                                      <p:cBhvr>
                                        <p:cTn id="84" dur="250" autoRev="1" fill="hold"/>
                                        <p:tgtEl>
                                          <p:spTgt spid="12"/>
                                        </p:tgtEl>
                                      </p:cBhvr>
                                      <p:by x="105000" y="105000"/>
                                    </p:animScale>
                                  </p:childTnLst>
                                </p:cTn>
                              </p:par>
                            </p:childTnLst>
                          </p:cTn>
                        </p:par>
                        <p:par>
                          <p:cTn id="85" fill="hold">
                            <p:stCondLst>
                              <p:cond delay="500"/>
                            </p:stCondLst>
                            <p:childTnLst>
                              <p:par>
                                <p:cTn id="86" presetID="2" presetClass="entr" presetSubtype="4" fill="hold" nodeType="afterEffect">
                                  <p:stCondLst>
                                    <p:cond delay="0"/>
                                  </p:stCondLst>
                                  <p:childTnLst>
                                    <p:set>
                                      <p:cBhvr>
                                        <p:cTn id="87" dur="1" fill="hold">
                                          <p:stCondLst>
                                            <p:cond delay="0"/>
                                          </p:stCondLst>
                                        </p:cTn>
                                        <p:tgtEl>
                                          <p:spTgt spid="24"/>
                                        </p:tgtEl>
                                        <p:attrNameLst>
                                          <p:attrName>style.visibility</p:attrName>
                                        </p:attrNameLst>
                                      </p:cBhvr>
                                      <p:to>
                                        <p:strVal val="visible"/>
                                      </p:to>
                                    </p:set>
                                    <p:anim calcmode="lin" valueType="num">
                                      <p:cBhvr>
                                        <p:cTn id="88" dur="500" fill="hold"/>
                                        <p:tgtEl>
                                          <p:spTgt spid="24"/>
                                        </p:tgtEl>
                                        <p:attrNameLst>
                                          <p:attrName>ppt_x</p:attrName>
                                        </p:attrNameLst>
                                      </p:cBhvr>
                                      <p:tavLst>
                                        <p:tav tm="0">
                                          <p:val>
                                            <p:strVal val="#ppt_x"/>
                                          </p:val>
                                        </p:tav>
                                        <p:tav tm="100000">
                                          <p:val>
                                            <p:strVal val="#ppt_x"/>
                                          </p:val>
                                        </p:tav>
                                      </p:tavLst>
                                    </p:anim>
                                    <p:anim calcmode="lin" valueType="num">
                                      <p:cBhvr>
                                        <p:cTn id="89"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par>
                    <p:cTn id="90" fill="hold">
                      <p:stCondLst>
                        <p:cond delay="indefinite"/>
                      </p:stCondLst>
                      <p:childTnLst>
                        <p:par>
                          <p:cTn id="91" fill="hold">
                            <p:stCondLst>
                              <p:cond delay="0"/>
                            </p:stCondLst>
                            <p:childTnLst>
                              <p:par>
                                <p:cTn id="92" presetID="26" presetClass="emph" presetSubtype="0" fill="hold" nodeType="clickEffect">
                                  <p:stCondLst>
                                    <p:cond delay="0"/>
                                  </p:stCondLst>
                                  <p:childTnLst>
                                    <p:animEffect transition="out" filter="fade">
                                      <p:cBhvr>
                                        <p:cTn id="93" dur="500" tmFilter="0, 0; .2, .5; .8, .5; 1, 0"/>
                                        <p:tgtEl>
                                          <p:spTgt spid="14"/>
                                        </p:tgtEl>
                                      </p:cBhvr>
                                    </p:animEffect>
                                    <p:animScale>
                                      <p:cBhvr>
                                        <p:cTn id="94" dur="250" autoRev="1" fill="hold"/>
                                        <p:tgtEl>
                                          <p:spTgt spid="14"/>
                                        </p:tgtEl>
                                      </p:cBhvr>
                                      <p:by x="105000" y="105000"/>
                                    </p:animScale>
                                  </p:childTnLst>
                                </p:cTn>
                              </p:par>
                            </p:childTnLst>
                          </p:cTn>
                        </p:par>
                        <p:par>
                          <p:cTn id="95" fill="hold">
                            <p:stCondLst>
                              <p:cond delay="500"/>
                            </p:stCondLst>
                            <p:childTnLst>
                              <p:par>
                                <p:cTn id="96" presetID="2" presetClass="entr" presetSubtype="4" fill="hold" nodeType="afterEffect">
                                  <p:stCondLst>
                                    <p:cond delay="0"/>
                                  </p:stCondLst>
                                  <p:childTnLst>
                                    <p:set>
                                      <p:cBhvr>
                                        <p:cTn id="97" dur="1" fill="hold">
                                          <p:stCondLst>
                                            <p:cond delay="0"/>
                                          </p:stCondLst>
                                        </p:cTn>
                                        <p:tgtEl>
                                          <p:spTgt spid="26"/>
                                        </p:tgtEl>
                                        <p:attrNameLst>
                                          <p:attrName>style.visibility</p:attrName>
                                        </p:attrNameLst>
                                      </p:cBhvr>
                                      <p:to>
                                        <p:strVal val="visible"/>
                                      </p:to>
                                    </p:set>
                                    <p:anim calcmode="lin" valueType="num">
                                      <p:cBhvr>
                                        <p:cTn id="98" dur="500" fill="hold"/>
                                        <p:tgtEl>
                                          <p:spTgt spid="26"/>
                                        </p:tgtEl>
                                        <p:attrNameLst>
                                          <p:attrName>ppt_x</p:attrName>
                                        </p:attrNameLst>
                                      </p:cBhvr>
                                      <p:tavLst>
                                        <p:tav tm="0">
                                          <p:val>
                                            <p:strVal val="#ppt_x"/>
                                          </p:val>
                                        </p:tav>
                                        <p:tav tm="100000">
                                          <p:val>
                                            <p:strVal val="#ppt_x"/>
                                          </p:val>
                                        </p:tav>
                                      </p:tavLst>
                                    </p:anim>
                                    <p:anim calcmode="lin" valueType="num">
                                      <p:cBhvr>
                                        <p:cTn id="99" dur="500" fill="hold"/>
                                        <p:tgtEl>
                                          <p:spTgt spid="26"/>
                                        </p:tgtEl>
                                        <p:attrNameLst>
                                          <p:attrName>ppt_y</p:attrName>
                                        </p:attrNameLst>
                                      </p:cBhvr>
                                      <p:tavLst>
                                        <p:tav tm="0">
                                          <p:val>
                                            <p:strVal val="1+#ppt_h/2"/>
                                          </p:val>
                                        </p:tav>
                                        <p:tav tm="100000">
                                          <p:val>
                                            <p:strVal val="#ppt_y"/>
                                          </p:val>
                                        </p:tav>
                                      </p:tavLst>
                                    </p:anim>
                                  </p:childTnLst>
                                </p:cTn>
                              </p:par>
                            </p:childTnLst>
                          </p:cTn>
                        </p:par>
                      </p:childTnLst>
                    </p:cTn>
                  </p:par>
                  <p:par>
                    <p:cTn id="100" fill="hold">
                      <p:stCondLst>
                        <p:cond delay="indefinite"/>
                      </p:stCondLst>
                      <p:childTnLst>
                        <p:par>
                          <p:cTn id="101" fill="hold">
                            <p:stCondLst>
                              <p:cond delay="0"/>
                            </p:stCondLst>
                            <p:childTnLst>
                              <p:par>
                                <p:cTn id="102" presetID="26" presetClass="emph" presetSubtype="0" fill="hold" nodeType="clickEffect">
                                  <p:stCondLst>
                                    <p:cond delay="0"/>
                                  </p:stCondLst>
                                  <p:childTnLst>
                                    <p:animEffect transition="out" filter="fade">
                                      <p:cBhvr>
                                        <p:cTn id="103" dur="500" tmFilter="0, 0; .2, .5; .8, .5; 1, 0"/>
                                        <p:tgtEl>
                                          <p:spTgt spid="16"/>
                                        </p:tgtEl>
                                      </p:cBhvr>
                                    </p:animEffect>
                                    <p:animScale>
                                      <p:cBhvr>
                                        <p:cTn id="104" dur="250" autoRev="1" fill="hold"/>
                                        <p:tgtEl>
                                          <p:spTgt spid="16"/>
                                        </p:tgtEl>
                                      </p:cBhvr>
                                      <p:by x="105000" y="105000"/>
                                    </p:animScale>
                                  </p:childTnLst>
                                </p:cTn>
                              </p:par>
                            </p:childTnLst>
                          </p:cTn>
                        </p:par>
                        <p:par>
                          <p:cTn id="105" fill="hold">
                            <p:stCondLst>
                              <p:cond delay="500"/>
                            </p:stCondLst>
                            <p:childTnLst>
                              <p:par>
                                <p:cTn id="106" presetID="2" presetClass="entr" presetSubtype="4" fill="hold" nodeType="afterEffect">
                                  <p:stCondLst>
                                    <p:cond delay="0"/>
                                  </p:stCondLst>
                                  <p:childTnLst>
                                    <p:set>
                                      <p:cBhvr>
                                        <p:cTn id="107" dur="1" fill="hold">
                                          <p:stCondLst>
                                            <p:cond delay="0"/>
                                          </p:stCondLst>
                                        </p:cTn>
                                        <p:tgtEl>
                                          <p:spTgt spid="28"/>
                                        </p:tgtEl>
                                        <p:attrNameLst>
                                          <p:attrName>style.visibility</p:attrName>
                                        </p:attrNameLst>
                                      </p:cBhvr>
                                      <p:to>
                                        <p:strVal val="visible"/>
                                      </p:to>
                                    </p:set>
                                    <p:anim calcmode="lin" valueType="num">
                                      <p:cBhvr>
                                        <p:cTn id="108" dur="500" fill="hold"/>
                                        <p:tgtEl>
                                          <p:spTgt spid="28"/>
                                        </p:tgtEl>
                                        <p:attrNameLst>
                                          <p:attrName>ppt_x</p:attrName>
                                        </p:attrNameLst>
                                      </p:cBhvr>
                                      <p:tavLst>
                                        <p:tav tm="0">
                                          <p:val>
                                            <p:strVal val="#ppt_x"/>
                                          </p:val>
                                        </p:tav>
                                        <p:tav tm="100000">
                                          <p:val>
                                            <p:strVal val="#ppt_x"/>
                                          </p:val>
                                        </p:tav>
                                      </p:tavLst>
                                    </p:anim>
                                    <p:anim calcmode="lin" valueType="num">
                                      <p:cBhvr>
                                        <p:cTn id="109" dur="500" fill="hold"/>
                                        <p:tgtEl>
                                          <p:spTgt spid="28"/>
                                        </p:tgtEl>
                                        <p:attrNameLst>
                                          <p:attrName>ppt_y</p:attrName>
                                        </p:attrNameLst>
                                      </p:cBhvr>
                                      <p:tavLst>
                                        <p:tav tm="0">
                                          <p:val>
                                            <p:strVal val="1+#ppt_h/2"/>
                                          </p:val>
                                        </p:tav>
                                        <p:tav tm="100000">
                                          <p:val>
                                            <p:strVal val="#ppt_y"/>
                                          </p:val>
                                        </p:tav>
                                      </p:tavLst>
                                    </p:anim>
                                  </p:childTnLst>
                                </p:cTn>
                              </p:par>
                            </p:childTnLst>
                          </p:cTn>
                        </p:par>
                      </p:childTnLst>
                    </p:cTn>
                  </p:par>
                  <p:par>
                    <p:cTn id="110" fill="hold">
                      <p:stCondLst>
                        <p:cond delay="indefinite"/>
                      </p:stCondLst>
                      <p:childTnLst>
                        <p:par>
                          <p:cTn id="111" fill="hold">
                            <p:stCondLst>
                              <p:cond delay="0"/>
                            </p:stCondLst>
                            <p:childTnLst>
                              <p:par>
                                <p:cTn id="112" presetID="53" presetClass="entr" presetSubtype="16" fill="hold" grpId="0" nodeType="clickEffect">
                                  <p:stCondLst>
                                    <p:cond delay="0"/>
                                  </p:stCondLst>
                                  <p:childTnLst>
                                    <p:set>
                                      <p:cBhvr>
                                        <p:cTn id="113" dur="1" fill="hold">
                                          <p:stCondLst>
                                            <p:cond delay="0"/>
                                          </p:stCondLst>
                                        </p:cTn>
                                        <p:tgtEl>
                                          <p:spTgt spid="346577"/>
                                        </p:tgtEl>
                                        <p:attrNameLst>
                                          <p:attrName>style.visibility</p:attrName>
                                        </p:attrNameLst>
                                      </p:cBhvr>
                                      <p:to>
                                        <p:strVal val="visible"/>
                                      </p:to>
                                    </p:set>
                                    <p:anim calcmode="lin" valueType="num">
                                      <p:cBhvr>
                                        <p:cTn id="114" dur="500" fill="hold"/>
                                        <p:tgtEl>
                                          <p:spTgt spid="346577"/>
                                        </p:tgtEl>
                                        <p:attrNameLst>
                                          <p:attrName>ppt_w</p:attrName>
                                        </p:attrNameLst>
                                      </p:cBhvr>
                                      <p:tavLst>
                                        <p:tav tm="0">
                                          <p:val>
                                            <p:fltVal val="0"/>
                                          </p:val>
                                        </p:tav>
                                        <p:tav tm="100000">
                                          <p:val>
                                            <p:strVal val="#ppt_w"/>
                                          </p:val>
                                        </p:tav>
                                      </p:tavLst>
                                    </p:anim>
                                    <p:anim calcmode="lin" valueType="num">
                                      <p:cBhvr>
                                        <p:cTn id="115" dur="500" fill="hold"/>
                                        <p:tgtEl>
                                          <p:spTgt spid="346577"/>
                                        </p:tgtEl>
                                        <p:attrNameLst>
                                          <p:attrName>ppt_h</p:attrName>
                                        </p:attrNameLst>
                                      </p:cBhvr>
                                      <p:tavLst>
                                        <p:tav tm="0">
                                          <p:val>
                                            <p:fltVal val="0"/>
                                          </p:val>
                                        </p:tav>
                                        <p:tav tm="100000">
                                          <p:val>
                                            <p:strVal val="#ppt_h"/>
                                          </p:val>
                                        </p:tav>
                                      </p:tavLst>
                                    </p:anim>
                                    <p:animEffect transition="in" filter="fade">
                                      <p:cBhvr>
                                        <p:cTn id="116" dur="500"/>
                                        <p:tgtEl>
                                          <p:spTgt spid="346577"/>
                                        </p:tgtEl>
                                      </p:cBhvr>
                                    </p:animEffect>
                                  </p:childTnLst>
                                </p:cTn>
                              </p:par>
                            </p:childTnLst>
                          </p:cTn>
                        </p:par>
                      </p:childTnLst>
                    </p:cTn>
                  </p:par>
                  <p:par>
                    <p:cTn id="117" fill="hold">
                      <p:stCondLst>
                        <p:cond delay="indefinite"/>
                      </p:stCondLst>
                      <p:childTnLst>
                        <p:par>
                          <p:cTn id="118" fill="hold">
                            <p:stCondLst>
                              <p:cond delay="0"/>
                            </p:stCondLst>
                            <p:childTnLst>
                              <p:par>
                                <p:cTn id="119" presetID="22" presetClass="entr" presetSubtype="1" fill="hold" nodeType="clickEffect">
                                  <p:stCondLst>
                                    <p:cond delay="0"/>
                                  </p:stCondLst>
                                  <p:childTnLst>
                                    <p:set>
                                      <p:cBhvr>
                                        <p:cTn id="120" dur="1" fill="hold">
                                          <p:stCondLst>
                                            <p:cond delay="0"/>
                                          </p:stCondLst>
                                        </p:cTn>
                                        <p:tgtEl>
                                          <p:spTgt spid="30"/>
                                        </p:tgtEl>
                                        <p:attrNameLst>
                                          <p:attrName>style.visibility</p:attrName>
                                        </p:attrNameLst>
                                      </p:cBhvr>
                                      <p:to>
                                        <p:strVal val="visible"/>
                                      </p:to>
                                    </p:set>
                                    <p:animEffect transition="in" filter="wipe(up)">
                                      <p:cBhvr>
                                        <p:cTn id="121" dur="500"/>
                                        <p:tgtEl>
                                          <p:spTgt spid="30"/>
                                        </p:tgtEl>
                                      </p:cBhvr>
                                    </p:animEffect>
                                  </p:childTnLst>
                                </p:cTn>
                              </p:par>
                            </p:childTnLst>
                          </p:cTn>
                        </p:par>
                        <p:par>
                          <p:cTn id="122" fill="hold">
                            <p:stCondLst>
                              <p:cond delay="500"/>
                            </p:stCondLst>
                            <p:childTnLst>
                              <p:par>
                                <p:cTn id="123" presetID="2" presetClass="entr" presetSubtype="4" fill="hold" nodeType="afterEffect">
                                  <p:stCondLst>
                                    <p:cond delay="0"/>
                                  </p:stCondLst>
                                  <p:childTnLst>
                                    <p:set>
                                      <p:cBhvr>
                                        <p:cTn id="124" dur="1" fill="hold">
                                          <p:stCondLst>
                                            <p:cond delay="0"/>
                                          </p:stCondLst>
                                        </p:cTn>
                                        <p:tgtEl>
                                          <p:spTgt spid="30177"/>
                                        </p:tgtEl>
                                        <p:attrNameLst>
                                          <p:attrName>style.visibility</p:attrName>
                                        </p:attrNameLst>
                                      </p:cBhvr>
                                      <p:to>
                                        <p:strVal val="visible"/>
                                      </p:to>
                                    </p:set>
                                    <p:anim calcmode="lin" valueType="num">
                                      <p:cBhvr>
                                        <p:cTn id="125" dur="500" fill="hold"/>
                                        <p:tgtEl>
                                          <p:spTgt spid="30177"/>
                                        </p:tgtEl>
                                        <p:attrNameLst>
                                          <p:attrName>ppt_x</p:attrName>
                                        </p:attrNameLst>
                                      </p:cBhvr>
                                      <p:tavLst>
                                        <p:tav tm="0">
                                          <p:val>
                                            <p:strVal val="#ppt_x"/>
                                          </p:val>
                                        </p:tav>
                                        <p:tav tm="100000">
                                          <p:val>
                                            <p:strVal val="#ppt_x"/>
                                          </p:val>
                                        </p:tav>
                                      </p:tavLst>
                                    </p:anim>
                                    <p:anim calcmode="lin" valueType="num">
                                      <p:cBhvr>
                                        <p:cTn id="126" dur="500" fill="hold"/>
                                        <p:tgtEl>
                                          <p:spTgt spid="30177"/>
                                        </p:tgtEl>
                                        <p:attrNameLst>
                                          <p:attrName>ppt_y</p:attrName>
                                        </p:attrNameLst>
                                      </p:cBhvr>
                                      <p:tavLst>
                                        <p:tav tm="0">
                                          <p:val>
                                            <p:strVal val="1+#ppt_h/2"/>
                                          </p:val>
                                        </p:tav>
                                        <p:tav tm="100000">
                                          <p:val>
                                            <p:strVal val="#ppt_y"/>
                                          </p:val>
                                        </p:tav>
                                      </p:tavLst>
                                    </p:anim>
                                  </p:childTnLst>
                                </p:cTn>
                              </p:par>
                            </p:childTnLst>
                          </p:cTn>
                        </p:par>
                        <p:par>
                          <p:cTn id="127" fill="hold">
                            <p:stCondLst>
                              <p:cond delay="1000"/>
                            </p:stCondLst>
                            <p:childTnLst>
                              <p:par>
                                <p:cTn id="128" presetID="2" presetClass="entr" presetSubtype="4" fill="hold" nodeType="afterEffect">
                                  <p:stCondLst>
                                    <p:cond delay="0"/>
                                  </p:stCondLst>
                                  <p:childTnLst>
                                    <p:set>
                                      <p:cBhvr>
                                        <p:cTn id="129" dur="1" fill="hold">
                                          <p:stCondLst>
                                            <p:cond delay="0"/>
                                          </p:stCondLst>
                                        </p:cTn>
                                        <p:tgtEl>
                                          <p:spTgt spid="30179"/>
                                        </p:tgtEl>
                                        <p:attrNameLst>
                                          <p:attrName>style.visibility</p:attrName>
                                        </p:attrNameLst>
                                      </p:cBhvr>
                                      <p:to>
                                        <p:strVal val="visible"/>
                                      </p:to>
                                    </p:set>
                                    <p:anim calcmode="lin" valueType="num">
                                      <p:cBhvr>
                                        <p:cTn id="130" dur="500" fill="hold"/>
                                        <p:tgtEl>
                                          <p:spTgt spid="30179"/>
                                        </p:tgtEl>
                                        <p:attrNameLst>
                                          <p:attrName>ppt_x</p:attrName>
                                        </p:attrNameLst>
                                      </p:cBhvr>
                                      <p:tavLst>
                                        <p:tav tm="0">
                                          <p:val>
                                            <p:strVal val="#ppt_x"/>
                                          </p:val>
                                        </p:tav>
                                        <p:tav tm="100000">
                                          <p:val>
                                            <p:strVal val="#ppt_x"/>
                                          </p:val>
                                        </p:tav>
                                      </p:tavLst>
                                    </p:anim>
                                    <p:anim calcmode="lin" valueType="num">
                                      <p:cBhvr>
                                        <p:cTn id="131" dur="500" fill="hold"/>
                                        <p:tgtEl>
                                          <p:spTgt spid="30179"/>
                                        </p:tgtEl>
                                        <p:attrNameLst>
                                          <p:attrName>ppt_y</p:attrName>
                                        </p:attrNameLst>
                                      </p:cBhvr>
                                      <p:tavLst>
                                        <p:tav tm="0">
                                          <p:val>
                                            <p:strVal val="1+#ppt_h/2"/>
                                          </p:val>
                                        </p:tav>
                                        <p:tav tm="100000">
                                          <p:val>
                                            <p:strVal val="#ppt_y"/>
                                          </p:val>
                                        </p:tav>
                                      </p:tavLst>
                                    </p:anim>
                                  </p:childTnLst>
                                </p:cTn>
                              </p:par>
                            </p:childTnLst>
                          </p:cTn>
                        </p:par>
                        <p:par>
                          <p:cTn id="132" fill="hold">
                            <p:stCondLst>
                              <p:cond delay="1500"/>
                            </p:stCondLst>
                            <p:childTnLst>
                              <p:par>
                                <p:cTn id="133" presetID="2" presetClass="entr" presetSubtype="4" fill="hold" nodeType="afterEffect">
                                  <p:stCondLst>
                                    <p:cond delay="0"/>
                                  </p:stCondLst>
                                  <p:childTnLst>
                                    <p:set>
                                      <p:cBhvr>
                                        <p:cTn id="134" dur="1" fill="hold">
                                          <p:stCondLst>
                                            <p:cond delay="0"/>
                                          </p:stCondLst>
                                        </p:cTn>
                                        <p:tgtEl>
                                          <p:spTgt spid="30181"/>
                                        </p:tgtEl>
                                        <p:attrNameLst>
                                          <p:attrName>style.visibility</p:attrName>
                                        </p:attrNameLst>
                                      </p:cBhvr>
                                      <p:to>
                                        <p:strVal val="visible"/>
                                      </p:to>
                                    </p:set>
                                    <p:anim calcmode="lin" valueType="num">
                                      <p:cBhvr>
                                        <p:cTn id="135" dur="500" fill="hold"/>
                                        <p:tgtEl>
                                          <p:spTgt spid="30181"/>
                                        </p:tgtEl>
                                        <p:attrNameLst>
                                          <p:attrName>ppt_x</p:attrName>
                                        </p:attrNameLst>
                                      </p:cBhvr>
                                      <p:tavLst>
                                        <p:tav tm="0">
                                          <p:val>
                                            <p:strVal val="#ppt_x"/>
                                          </p:val>
                                        </p:tav>
                                        <p:tav tm="100000">
                                          <p:val>
                                            <p:strVal val="#ppt_x"/>
                                          </p:val>
                                        </p:tav>
                                      </p:tavLst>
                                    </p:anim>
                                    <p:anim calcmode="lin" valueType="num">
                                      <p:cBhvr>
                                        <p:cTn id="136" dur="500" fill="hold"/>
                                        <p:tgtEl>
                                          <p:spTgt spid="30181"/>
                                        </p:tgtEl>
                                        <p:attrNameLst>
                                          <p:attrName>ppt_y</p:attrName>
                                        </p:attrNameLst>
                                      </p:cBhvr>
                                      <p:tavLst>
                                        <p:tav tm="0">
                                          <p:val>
                                            <p:strVal val="1+#ppt_h/2"/>
                                          </p:val>
                                        </p:tav>
                                        <p:tav tm="100000">
                                          <p:val>
                                            <p:strVal val="#ppt_y"/>
                                          </p:val>
                                        </p:tav>
                                      </p:tavLst>
                                    </p:anim>
                                  </p:childTnLst>
                                </p:cTn>
                              </p:par>
                            </p:childTnLst>
                          </p:cTn>
                        </p:par>
                        <p:par>
                          <p:cTn id="137" fill="hold">
                            <p:stCondLst>
                              <p:cond delay="2000"/>
                            </p:stCondLst>
                            <p:childTnLst>
                              <p:par>
                                <p:cTn id="138" presetID="2" presetClass="entr" presetSubtype="4" fill="hold" nodeType="afterEffect">
                                  <p:stCondLst>
                                    <p:cond delay="0"/>
                                  </p:stCondLst>
                                  <p:childTnLst>
                                    <p:set>
                                      <p:cBhvr>
                                        <p:cTn id="139" dur="1" fill="hold">
                                          <p:stCondLst>
                                            <p:cond delay="0"/>
                                          </p:stCondLst>
                                        </p:cTn>
                                        <p:tgtEl>
                                          <p:spTgt spid="30183"/>
                                        </p:tgtEl>
                                        <p:attrNameLst>
                                          <p:attrName>style.visibility</p:attrName>
                                        </p:attrNameLst>
                                      </p:cBhvr>
                                      <p:to>
                                        <p:strVal val="visible"/>
                                      </p:to>
                                    </p:set>
                                    <p:anim calcmode="lin" valueType="num">
                                      <p:cBhvr>
                                        <p:cTn id="140" dur="500" fill="hold"/>
                                        <p:tgtEl>
                                          <p:spTgt spid="30183"/>
                                        </p:tgtEl>
                                        <p:attrNameLst>
                                          <p:attrName>ppt_x</p:attrName>
                                        </p:attrNameLst>
                                      </p:cBhvr>
                                      <p:tavLst>
                                        <p:tav tm="0">
                                          <p:val>
                                            <p:strVal val="#ppt_x"/>
                                          </p:val>
                                        </p:tav>
                                        <p:tav tm="100000">
                                          <p:val>
                                            <p:strVal val="#ppt_x"/>
                                          </p:val>
                                        </p:tav>
                                      </p:tavLst>
                                    </p:anim>
                                    <p:anim calcmode="lin" valueType="num">
                                      <p:cBhvr>
                                        <p:cTn id="141" dur="500" fill="hold"/>
                                        <p:tgtEl>
                                          <p:spTgt spid="30183"/>
                                        </p:tgtEl>
                                        <p:attrNameLst>
                                          <p:attrName>ppt_y</p:attrName>
                                        </p:attrNameLst>
                                      </p:cBhvr>
                                      <p:tavLst>
                                        <p:tav tm="0">
                                          <p:val>
                                            <p:strVal val="1+#ppt_h/2"/>
                                          </p:val>
                                        </p:tav>
                                        <p:tav tm="100000">
                                          <p:val>
                                            <p:strVal val="#ppt_y"/>
                                          </p:val>
                                        </p:tav>
                                      </p:tavLst>
                                    </p:anim>
                                  </p:childTnLst>
                                </p:cTn>
                              </p:par>
                            </p:childTnLst>
                          </p:cTn>
                        </p:par>
                        <p:par>
                          <p:cTn id="142" fill="hold">
                            <p:stCondLst>
                              <p:cond delay="2500"/>
                            </p:stCondLst>
                            <p:childTnLst>
                              <p:par>
                                <p:cTn id="143" presetID="2" presetClass="entr" presetSubtype="4" fill="hold" nodeType="afterEffect">
                                  <p:stCondLst>
                                    <p:cond delay="0"/>
                                  </p:stCondLst>
                                  <p:childTnLst>
                                    <p:set>
                                      <p:cBhvr>
                                        <p:cTn id="144" dur="1" fill="hold">
                                          <p:stCondLst>
                                            <p:cond delay="0"/>
                                          </p:stCondLst>
                                        </p:cTn>
                                        <p:tgtEl>
                                          <p:spTgt spid="30185"/>
                                        </p:tgtEl>
                                        <p:attrNameLst>
                                          <p:attrName>style.visibility</p:attrName>
                                        </p:attrNameLst>
                                      </p:cBhvr>
                                      <p:to>
                                        <p:strVal val="visible"/>
                                      </p:to>
                                    </p:set>
                                    <p:anim calcmode="lin" valueType="num">
                                      <p:cBhvr>
                                        <p:cTn id="145" dur="500" fill="hold"/>
                                        <p:tgtEl>
                                          <p:spTgt spid="30185"/>
                                        </p:tgtEl>
                                        <p:attrNameLst>
                                          <p:attrName>ppt_x</p:attrName>
                                        </p:attrNameLst>
                                      </p:cBhvr>
                                      <p:tavLst>
                                        <p:tav tm="0">
                                          <p:val>
                                            <p:strVal val="#ppt_x"/>
                                          </p:val>
                                        </p:tav>
                                        <p:tav tm="100000">
                                          <p:val>
                                            <p:strVal val="#ppt_x"/>
                                          </p:val>
                                        </p:tav>
                                      </p:tavLst>
                                    </p:anim>
                                    <p:anim calcmode="lin" valueType="num">
                                      <p:cBhvr>
                                        <p:cTn id="146" dur="500" fill="hold"/>
                                        <p:tgtEl>
                                          <p:spTgt spid="30185"/>
                                        </p:tgtEl>
                                        <p:attrNameLst>
                                          <p:attrName>ppt_y</p:attrName>
                                        </p:attrNameLst>
                                      </p:cBhvr>
                                      <p:tavLst>
                                        <p:tav tm="0">
                                          <p:val>
                                            <p:strVal val="1+#ppt_h/2"/>
                                          </p:val>
                                        </p:tav>
                                        <p:tav tm="100000">
                                          <p:val>
                                            <p:strVal val="#ppt_y"/>
                                          </p:val>
                                        </p:tav>
                                      </p:tavLst>
                                    </p:anim>
                                  </p:childTnLst>
                                </p:cTn>
                              </p:par>
                            </p:childTnLst>
                          </p:cTn>
                        </p:par>
                        <p:par>
                          <p:cTn id="147" fill="hold">
                            <p:stCondLst>
                              <p:cond delay="3000"/>
                            </p:stCondLst>
                            <p:childTnLst>
                              <p:par>
                                <p:cTn id="148" presetID="2" presetClass="entr" presetSubtype="4" fill="hold" nodeType="afterEffect">
                                  <p:stCondLst>
                                    <p:cond delay="0"/>
                                  </p:stCondLst>
                                  <p:childTnLst>
                                    <p:set>
                                      <p:cBhvr>
                                        <p:cTn id="149" dur="1" fill="hold">
                                          <p:stCondLst>
                                            <p:cond delay="0"/>
                                          </p:stCondLst>
                                        </p:cTn>
                                        <p:tgtEl>
                                          <p:spTgt spid="30187"/>
                                        </p:tgtEl>
                                        <p:attrNameLst>
                                          <p:attrName>style.visibility</p:attrName>
                                        </p:attrNameLst>
                                      </p:cBhvr>
                                      <p:to>
                                        <p:strVal val="visible"/>
                                      </p:to>
                                    </p:set>
                                    <p:anim calcmode="lin" valueType="num">
                                      <p:cBhvr>
                                        <p:cTn id="150" dur="500" fill="hold"/>
                                        <p:tgtEl>
                                          <p:spTgt spid="30187"/>
                                        </p:tgtEl>
                                        <p:attrNameLst>
                                          <p:attrName>ppt_x</p:attrName>
                                        </p:attrNameLst>
                                      </p:cBhvr>
                                      <p:tavLst>
                                        <p:tav tm="0">
                                          <p:val>
                                            <p:strVal val="#ppt_x"/>
                                          </p:val>
                                        </p:tav>
                                        <p:tav tm="100000">
                                          <p:val>
                                            <p:strVal val="#ppt_x"/>
                                          </p:val>
                                        </p:tav>
                                      </p:tavLst>
                                    </p:anim>
                                    <p:anim calcmode="lin" valueType="num">
                                      <p:cBhvr>
                                        <p:cTn id="151" dur="500" fill="hold"/>
                                        <p:tgtEl>
                                          <p:spTgt spid="30187"/>
                                        </p:tgtEl>
                                        <p:attrNameLst>
                                          <p:attrName>ppt_y</p:attrName>
                                        </p:attrNameLst>
                                      </p:cBhvr>
                                      <p:tavLst>
                                        <p:tav tm="0">
                                          <p:val>
                                            <p:strVal val="1+#ppt_h/2"/>
                                          </p:val>
                                        </p:tav>
                                        <p:tav tm="100000">
                                          <p:val>
                                            <p:strVal val="#ppt_y"/>
                                          </p:val>
                                        </p:tav>
                                      </p:tavLst>
                                    </p:anim>
                                  </p:childTnLst>
                                </p:cTn>
                              </p:par>
                            </p:childTnLst>
                          </p:cTn>
                        </p:par>
                      </p:childTnLst>
                    </p:cTn>
                  </p:par>
                  <p:par>
                    <p:cTn id="152" fill="hold">
                      <p:stCondLst>
                        <p:cond delay="indefinite"/>
                      </p:stCondLst>
                      <p:childTnLst>
                        <p:par>
                          <p:cTn id="153" fill="hold">
                            <p:stCondLst>
                              <p:cond delay="0"/>
                            </p:stCondLst>
                            <p:childTnLst>
                              <p:par>
                                <p:cTn id="154" presetID="53" presetClass="entr" presetSubtype="16" fill="hold" grpId="0" nodeType="clickEffect">
                                  <p:stCondLst>
                                    <p:cond delay="0"/>
                                  </p:stCondLst>
                                  <p:childTnLst>
                                    <p:set>
                                      <p:cBhvr>
                                        <p:cTn id="155" dur="1" fill="hold">
                                          <p:stCondLst>
                                            <p:cond delay="0"/>
                                          </p:stCondLst>
                                        </p:cTn>
                                        <p:tgtEl>
                                          <p:spTgt spid="700"/>
                                        </p:tgtEl>
                                        <p:attrNameLst>
                                          <p:attrName>style.visibility</p:attrName>
                                        </p:attrNameLst>
                                      </p:cBhvr>
                                      <p:to>
                                        <p:strVal val="visible"/>
                                      </p:to>
                                    </p:set>
                                    <p:anim calcmode="lin" valueType="num">
                                      <p:cBhvr>
                                        <p:cTn id="156" dur="500" fill="hold"/>
                                        <p:tgtEl>
                                          <p:spTgt spid="700"/>
                                        </p:tgtEl>
                                        <p:attrNameLst>
                                          <p:attrName>ppt_w</p:attrName>
                                        </p:attrNameLst>
                                      </p:cBhvr>
                                      <p:tavLst>
                                        <p:tav tm="0">
                                          <p:val>
                                            <p:fltVal val="0"/>
                                          </p:val>
                                        </p:tav>
                                        <p:tav tm="100000">
                                          <p:val>
                                            <p:strVal val="#ppt_w"/>
                                          </p:val>
                                        </p:tav>
                                      </p:tavLst>
                                    </p:anim>
                                    <p:anim calcmode="lin" valueType="num">
                                      <p:cBhvr>
                                        <p:cTn id="157" dur="500" fill="hold"/>
                                        <p:tgtEl>
                                          <p:spTgt spid="700"/>
                                        </p:tgtEl>
                                        <p:attrNameLst>
                                          <p:attrName>ppt_h</p:attrName>
                                        </p:attrNameLst>
                                      </p:cBhvr>
                                      <p:tavLst>
                                        <p:tav tm="0">
                                          <p:val>
                                            <p:fltVal val="0"/>
                                          </p:val>
                                        </p:tav>
                                        <p:tav tm="100000">
                                          <p:val>
                                            <p:strVal val="#ppt_h"/>
                                          </p:val>
                                        </p:tav>
                                      </p:tavLst>
                                    </p:anim>
                                    <p:animEffect transition="in" filter="fade">
                                      <p:cBhvr>
                                        <p:cTn id="158" dur="500"/>
                                        <p:tgtEl>
                                          <p:spTgt spid="7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6121" grpId="0"/>
      <p:bldP spid="346122" grpId="0"/>
      <p:bldP spid="346123" grpId="0"/>
      <p:bldP spid="346124" grpId="0"/>
      <p:bldP spid="346125" grpId="0"/>
      <p:bldP spid="346126" grpId="0"/>
      <p:bldP spid="346577" grpId="0" bldLvl="0" animBg="1"/>
      <p:bldP spid="700" grpId="0" bldLvl="0" animBg="1"/>
    </p:bldLst>
  </p:timing>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8674" name="Rectangle 3"/>
          <p:cNvSpPr>
            <a:spLocks noGrp="1"/>
          </p:cNvSpPr>
          <p:nvPr>
            <p:ph type="body" sz="half" idx="4294967295"/>
          </p:nvPr>
        </p:nvSpPr>
        <p:spPr>
          <a:xfrm>
            <a:off x="1487488" y="1196975"/>
            <a:ext cx="9126537" cy="2373313"/>
          </a:xfrm>
        </p:spPr>
        <p:txBody>
          <a:bodyPr vert="horz" wrap="square" lIns="91440" tIns="45720" rIns="91440" bIns="45720" anchor="t" anchorCtr="0"/>
          <a:lstStyle>
            <a:lvl1pPr lvl="0">
              <a:buClr>
                <a:schemeClr val="tx2"/>
              </a:buClr>
              <a:buSzPct val="50000"/>
              <a:buFont typeface="Wingdings" panose="05000000000000000000" pitchFamily="2" charset="2"/>
              <a:defRPr sz="2800"/>
            </a:lvl1pPr>
            <a:lvl2pPr lvl="1">
              <a:buClr>
                <a:schemeClr val="tx2"/>
              </a:buClr>
              <a:buSzPct val="50000"/>
              <a:buFont typeface="Wingdings 2" panose="05020102010507070707" pitchFamily="18" charset="2"/>
              <a:defRPr sz="2400"/>
            </a:lvl2pPr>
            <a:lvl3pPr lvl="2">
              <a:buClr>
                <a:schemeClr val="tx2"/>
              </a:buClr>
              <a:buSzPct val="50000"/>
              <a:buFont typeface="Wingdings 2" panose="05020102010507070707" pitchFamily="18" charset="2"/>
              <a:defRPr sz="2000"/>
            </a:lvl3pPr>
            <a:lvl4pPr lvl="3">
              <a:buClr>
                <a:schemeClr val="tx2"/>
              </a:buClr>
              <a:buSzPct val="50000"/>
              <a:buFont typeface="Wingdings 2" panose="05020102010507070707" pitchFamily="18" charset="2"/>
              <a:defRPr sz="1800"/>
            </a:lvl4pPr>
            <a:lvl5pPr lvl="4">
              <a:buClr>
                <a:schemeClr val="tx2"/>
              </a:buClr>
              <a:buSzPct val="50000"/>
              <a:buFont typeface="Wingdings 2" panose="05020102010507070707" pitchFamily="18" charset="2"/>
              <a:defRPr sz="1800"/>
            </a:lvl5pPr>
          </a:lstStyle>
          <a:p>
            <a:pPr marL="0" lvl="0" indent="0" eaLnBrk="1">
              <a:lnSpc>
                <a:spcPct val="90000"/>
              </a:lnSpc>
              <a:buNone/>
            </a:pPr>
            <a:r>
              <a:rPr lang="en-US" altLang="zh-CN" sz="2400" dirty="0">
                <a:latin typeface="Courier New" panose="02070409020205090404" pitchFamily="49" charset="0"/>
              </a:rPr>
              <a:t>【</a:t>
            </a:r>
            <a:r>
              <a:rPr lang="zh-CN" altLang="en-US" sz="2400" dirty="0">
                <a:latin typeface="Courier New" panose="02070409020205090404" pitchFamily="49" charset="0"/>
              </a:rPr>
              <a:t>例</a:t>
            </a:r>
            <a:r>
              <a:rPr lang="en-US" altLang="zh-CN" sz="2400" dirty="0">
                <a:latin typeface="Courier New" panose="02070409020205090404" pitchFamily="49" charset="0"/>
              </a:rPr>
              <a:t>】</a:t>
            </a:r>
            <a:r>
              <a:rPr lang="zh-CN" altLang="en-US" sz="2400" dirty="0">
                <a:latin typeface="Courier New" panose="02070409020205090404" pitchFamily="49" charset="0"/>
              </a:rPr>
              <a:t>以下程序的运行结果是什么？</a:t>
            </a:r>
            <a:endParaRPr lang="zh-CN" altLang="en-US" sz="2400" dirty="0">
              <a:latin typeface="Courier New" panose="02070409020205090404" pitchFamily="49" charset="0"/>
            </a:endParaRPr>
          </a:p>
          <a:p>
            <a:pPr marL="0" lvl="0" indent="0" eaLnBrk="1">
              <a:lnSpc>
                <a:spcPct val="90000"/>
              </a:lnSpc>
              <a:buNone/>
            </a:pPr>
            <a:r>
              <a:rPr lang="en-US" altLang="zh-CN" sz="2000" b="1" dirty="0">
                <a:latin typeface="Courier New" panose="02070409020205090404" pitchFamily="49" charset="0"/>
                <a:ea typeface="宋体" pitchFamily="2" charset="-122"/>
              </a:rPr>
              <a:t>int main()</a:t>
            </a:r>
            <a:endParaRPr lang="en-US" altLang="zh-CN" sz="2000" b="1" dirty="0">
              <a:latin typeface="Courier New" panose="02070409020205090404" pitchFamily="49" charset="0"/>
              <a:ea typeface="宋体" pitchFamily="2" charset="-122"/>
            </a:endParaRPr>
          </a:p>
          <a:p>
            <a:pPr marL="0" lvl="0" indent="0" eaLnBrk="1">
              <a:lnSpc>
                <a:spcPct val="90000"/>
              </a:lnSpc>
              <a:buNone/>
            </a:pPr>
            <a:r>
              <a:rPr lang="en-US" altLang="zh-CN" sz="2000" b="1" dirty="0">
                <a:latin typeface="Courier New" panose="02070409020205090404" pitchFamily="49" charset="0"/>
                <a:ea typeface="宋体" pitchFamily="2" charset="-122"/>
              </a:rPr>
              <a:t>{</a:t>
            </a:r>
            <a:endParaRPr lang="en-US" altLang="zh-CN" sz="2000" b="1" dirty="0">
              <a:latin typeface="Courier New" panose="02070409020205090404" pitchFamily="49" charset="0"/>
              <a:ea typeface="宋体" pitchFamily="2" charset="-122"/>
            </a:endParaRPr>
          </a:p>
          <a:p>
            <a:pPr marL="0" lvl="0" indent="0" eaLnBrk="1">
              <a:lnSpc>
                <a:spcPct val="90000"/>
              </a:lnSpc>
              <a:buNone/>
            </a:pPr>
            <a:r>
              <a:rPr lang="en-US" altLang="zh-CN" sz="2000" b="1" dirty="0">
                <a:latin typeface="Courier New" panose="02070409020205090404" pitchFamily="49" charset="0"/>
                <a:ea typeface="宋体" pitchFamily="2" charset="-122"/>
              </a:rPr>
              <a:t>    </a:t>
            </a:r>
            <a:r>
              <a:rPr lang="en-US" altLang="zh-CN" sz="2400" b="1" dirty="0">
                <a:solidFill>
                  <a:srgbClr val="C00000"/>
                </a:solidFill>
                <a:latin typeface="Courier New" panose="02070409020205090404" pitchFamily="49" charset="0"/>
                <a:ea typeface="宋体" pitchFamily="2" charset="-122"/>
              </a:rPr>
              <a:t>int a[][3]={{1,2,3},{4,5},{6},{0}};</a:t>
            </a:r>
            <a:endParaRPr lang="en-US" altLang="zh-CN" sz="2000" b="1" dirty="0">
              <a:solidFill>
                <a:srgbClr val="C00000"/>
              </a:solidFill>
              <a:latin typeface="Courier New" panose="02070409020205090404" pitchFamily="49" charset="0"/>
              <a:ea typeface="宋体" pitchFamily="2" charset="-122"/>
            </a:endParaRPr>
          </a:p>
          <a:p>
            <a:pPr marL="0" lvl="0" indent="0" eaLnBrk="1">
              <a:lnSpc>
                <a:spcPct val="90000"/>
              </a:lnSpc>
              <a:buNone/>
            </a:pPr>
            <a:r>
              <a:rPr lang="en-US" altLang="zh-CN" sz="2000" b="1" dirty="0">
                <a:latin typeface="Courier New" panose="02070409020205090404" pitchFamily="49" charset="0"/>
                <a:ea typeface="宋体" pitchFamily="2" charset="-122"/>
              </a:rPr>
              <a:t>    printf("%d,%d,%d\n",a[1][1],a[2][1],a[3][1]);</a:t>
            </a:r>
            <a:endParaRPr lang="en-US" altLang="zh-CN" sz="2000" b="1" dirty="0">
              <a:latin typeface="Courier New" panose="02070409020205090404" pitchFamily="49" charset="0"/>
              <a:ea typeface="宋体" pitchFamily="2" charset="-122"/>
            </a:endParaRPr>
          </a:p>
          <a:p>
            <a:pPr marL="0" lvl="0" indent="0" eaLnBrk="1">
              <a:lnSpc>
                <a:spcPct val="90000"/>
              </a:lnSpc>
              <a:buNone/>
            </a:pPr>
            <a:r>
              <a:rPr lang="en-US" altLang="zh-CN" sz="2000" b="1" dirty="0">
                <a:latin typeface="Courier New" panose="02070409020205090404" pitchFamily="49" charset="0"/>
                <a:ea typeface="宋体" pitchFamily="2" charset="-122"/>
              </a:rPr>
              <a:t>    return 0;</a:t>
            </a:r>
            <a:endParaRPr lang="en-US" altLang="zh-CN" sz="2000" b="1" dirty="0">
              <a:latin typeface="Courier New" panose="02070409020205090404" pitchFamily="49" charset="0"/>
              <a:ea typeface="宋体" pitchFamily="2" charset="-122"/>
            </a:endParaRPr>
          </a:p>
          <a:p>
            <a:pPr marL="0" lvl="0" indent="0" eaLnBrk="1">
              <a:lnSpc>
                <a:spcPct val="90000"/>
              </a:lnSpc>
              <a:buNone/>
            </a:pPr>
            <a:r>
              <a:rPr lang="en-US" altLang="zh-CN" sz="2000" b="1" dirty="0">
                <a:latin typeface="Courier New" panose="02070409020205090404" pitchFamily="49" charset="0"/>
                <a:ea typeface="宋体" pitchFamily="2" charset="-122"/>
              </a:rPr>
              <a:t>}</a:t>
            </a:r>
            <a:endParaRPr lang="en-US" altLang="zh-CN" sz="2000" b="1" dirty="0">
              <a:latin typeface="Courier New" panose="02070409020205090404" pitchFamily="49" charset="0"/>
              <a:ea typeface="宋体" pitchFamily="2" charset="-122"/>
            </a:endParaRPr>
          </a:p>
        </p:txBody>
      </p:sp>
      <p:sp>
        <p:nvSpPr>
          <p:cNvPr id="14340" name="Text Box 4"/>
          <p:cNvSpPr txBox="1"/>
          <p:nvPr/>
        </p:nvSpPr>
        <p:spPr>
          <a:xfrm>
            <a:off x="5964238" y="3216275"/>
            <a:ext cx="1198562" cy="1646238"/>
          </a:xfrm>
          <a:prstGeom prst="rect">
            <a:avLst/>
          </a:prstGeom>
          <a:solidFill>
            <a:srgbClr val="FFFFC2"/>
          </a:solidFill>
          <a:ln w="19050" cap="flat" cmpd="sng">
            <a:solidFill>
              <a:srgbClr val="00B050"/>
            </a:solidFill>
            <a:prstDash val="solid"/>
            <a:miter/>
            <a:headEnd type="none" w="med" len="med"/>
            <a:tailEnd type="none" w="med" len="med"/>
          </a:ln>
        </p:spPr>
        <p:txBody>
          <a:bodyPr wrap="none">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ct val="0"/>
              </a:spcBef>
              <a:spcAft>
                <a:spcPts val="590"/>
              </a:spcAft>
              <a:buSzPct val="80000"/>
              <a:buNone/>
            </a:pPr>
            <a:r>
              <a:rPr lang="en-US" altLang="zh-CN" sz="2400" dirty="0">
                <a:ea typeface="宋体" pitchFamily="2" charset="-122"/>
              </a:rPr>
              <a:t>1   2   3</a:t>
            </a:r>
            <a:endParaRPr lang="en-US" altLang="zh-CN" sz="2400" dirty="0">
              <a:ea typeface="宋体" pitchFamily="2" charset="-122"/>
            </a:endParaRPr>
          </a:p>
          <a:p>
            <a:pPr marL="0" lvl="0" indent="0" eaLnBrk="1" hangingPunct="1">
              <a:lnSpc>
                <a:spcPct val="90000"/>
              </a:lnSpc>
              <a:spcBef>
                <a:spcPct val="0"/>
              </a:spcBef>
              <a:spcAft>
                <a:spcPts val="590"/>
              </a:spcAft>
              <a:buSzPct val="80000"/>
              <a:buNone/>
            </a:pPr>
            <a:r>
              <a:rPr lang="en-US" altLang="zh-CN" sz="2400" dirty="0">
                <a:ea typeface="宋体" pitchFamily="2" charset="-122"/>
              </a:rPr>
              <a:t>4   5   0</a:t>
            </a:r>
            <a:endParaRPr lang="en-US" altLang="zh-CN" sz="2400" dirty="0">
              <a:ea typeface="宋体" pitchFamily="2" charset="-122"/>
            </a:endParaRPr>
          </a:p>
          <a:p>
            <a:pPr marL="0" lvl="0" indent="0" eaLnBrk="1" hangingPunct="1">
              <a:lnSpc>
                <a:spcPct val="90000"/>
              </a:lnSpc>
              <a:spcBef>
                <a:spcPct val="0"/>
              </a:spcBef>
              <a:spcAft>
                <a:spcPts val="590"/>
              </a:spcAft>
              <a:buSzPct val="80000"/>
              <a:buNone/>
            </a:pPr>
            <a:r>
              <a:rPr lang="en-US" altLang="zh-CN" sz="2400" dirty="0">
                <a:ea typeface="宋体" pitchFamily="2" charset="-122"/>
              </a:rPr>
              <a:t>6   0   0</a:t>
            </a:r>
            <a:endParaRPr lang="en-US" altLang="zh-CN" sz="2400" dirty="0">
              <a:ea typeface="宋体" pitchFamily="2" charset="-122"/>
            </a:endParaRPr>
          </a:p>
          <a:p>
            <a:pPr marL="0" lvl="0" indent="0" eaLnBrk="1" hangingPunct="1">
              <a:lnSpc>
                <a:spcPct val="90000"/>
              </a:lnSpc>
              <a:spcBef>
                <a:spcPct val="0"/>
              </a:spcBef>
              <a:spcAft>
                <a:spcPts val="590"/>
              </a:spcAft>
              <a:buSzPct val="80000"/>
              <a:buNone/>
            </a:pPr>
            <a:r>
              <a:rPr lang="en-US" altLang="zh-CN" sz="2400" dirty="0">
                <a:ea typeface="宋体" pitchFamily="2" charset="-122"/>
              </a:rPr>
              <a:t>0   0   0</a:t>
            </a:r>
            <a:endParaRPr lang="en-US" altLang="zh-CN" sz="2400" dirty="0">
              <a:ea typeface="宋体" pitchFamily="2" charset="-122"/>
            </a:endParaRPr>
          </a:p>
        </p:txBody>
      </p:sp>
      <p:sp>
        <p:nvSpPr>
          <p:cNvPr id="14341" name="Text Box 5"/>
          <p:cNvSpPr txBox="1"/>
          <p:nvPr/>
        </p:nvSpPr>
        <p:spPr>
          <a:xfrm>
            <a:off x="7319963" y="3573463"/>
            <a:ext cx="2378075" cy="423862"/>
          </a:xfrm>
          <a:prstGeom prst="rect">
            <a:avLst/>
          </a:prstGeom>
          <a:noFill/>
          <a:ln w="9525">
            <a:noFill/>
          </a:ln>
        </p:spPr>
        <p:txBody>
          <a:bodyPr wrap="none">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ct val="0"/>
              </a:spcBef>
              <a:spcAft>
                <a:spcPts val="590"/>
              </a:spcAft>
              <a:buSzPct val="80000"/>
              <a:buNone/>
            </a:pPr>
            <a:r>
              <a:rPr lang="zh-CN" altLang="en-US" sz="2400" dirty="0">
                <a:latin typeface="黑体" panose="02010609060101010101" pitchFamily="49" charset="-122"/>
              </a:rPr>
              <a:t>结果：</a:t>
            </a:r>
            <a:r>
              <a:rPr lang="en-US" altLang="zh-CN" sz="2400" b="1" dirty="0">
                <a:latin typeface="Courier New" panose="02070409020205090404" pitchFamily="49" charset="0"/>
                <a:ea typeface="华文细黑" panose="02010600040101010101" pitchFamily="2" charset="-122"/>
              </a:rPr>
              <a:t>5, 0, 0</a:t>
            </a:r>
            <a:endParaRPr lang="en-US" altLang="zh-CN" sz="2400" b="1" dirty="0">
              <a:latin typeface="Courier New" panose="02070409020205090404" pitchFamily="49" charset="0"/>
              <a:ea typeface="华文细黑" panose="02010600040101010101" pitchFamily="2" charset="-122"/>
            </a:endParaRPr>
          </a:p>
        </p:txBody>
      </p:sp>
      <p:sp>
        <p:nvSpPr>
          <p:cNvPr id="14342" name="Text Box 6"/>
          <p:cNvSpPr txBox="1"/>
          <p:nvPr/>
        </p:nvSpPr>
        <p:spPr>
          <a:xfrm>
            <a:off x="1570038" y="5013325"/>
            <a:ext cx="7559675" cy="1027113"/>
          </a:xfrm>
          <a:prstGeom prst="rect">
            <a:avLst/>
          </a:prstGeom>
          <a:noFill/>
          <a:ln w="22225">
            <a:noFill/>
          </a:ln>
        </p:spPr>
        <p:txBody>
          <a:bodyPr wrap="none" lIns="0" tIns="144000" rIns="0" bIns="144000">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ct val="0"/>
              </a:spcBef>
              <a:spcAft>
                <a:spcPts val="590"/>
              </a:spcAft>
              <a:buSzPct val="80000"/>
              <a:buNone/>
            </a:pPr>
            <a:r>
              <a:rPr lang="en-US" altLang="zh-CN" sz="2400" dirty="0">
                <a:latin typeface="Courier New" panose="02070409020205090404" pitchFamily="49" charset="0"/>
              </a:rPr>
              <a:t>【</a:t>
            </a:r>
            <a:r>
              <a:rPr lang="zh-CN" altLang="en-US" sz="2400" dirty="0">
                <a:latin typeface="Courier New" panose="02070409020205090404" pitchFamily="49" charset="0"/>
              </a:rPr>
              <a:t>例</a:t>
            </a:r>
            <a:r>
              <a:rPr lang="en-US" altLang="zh-CN" sz="2400" dirty="0">
                <a:latin typeface="Courier New" panose="02070409020205090404" pitchFamily="49" charset="0"/>
              </a:rPr>
              <a:t>】</a:t>
            </a:r>
            <a:r>
              <a:rPr lang="zh-CN" altLang="en-US" sz="2400" dirty="0">
                <a:latin typeface="Courier New" panose="02070409020205090404" pitchFamily="49" charset="0"/>
              </a:rPr>
              <a:t>若</a:t>
            </a:r>
            <a:r>
              <a:rPr lang="en-US" altLang="zh-CN" sz="2400" b="1" dirty="0">
                <a:solidFill>
                  <a:srgbClr val="C00000"/>
                </a:solidFill>
                <a:latin typeface="Courier New" panose="02070409020205090404" pitchFamily="49" charset="0"/>
                <a:ea typeface="宋体" pitchFamily="2" charset="-122"/>
              </a:rPr>
              <a:t>int a[ ][3]={1, 2, 3, 4, 5, 6, 7}</a:t>
            </a:r>
            <a:r>
              <a:rPr lang="zh-CN" altLang="en-US" sz="2400" b="1" dirty="0">
                <a:latin typeface="Courier New" panose="02070409020205090404" pitchFamily="49" charset="0"/>
                <a:ea typeface="宋体" pitchFamily="2" charset="-122"/>
              </a:rPr>
              <a:t>，</a:t>
            </a:r>
            <a:endParaRPr lang="zh-CN" altLang="en-US" sz="2400" b="1" dirty="0">
              <a:latin typeface="Courier New" panose="02070409020205090404" pitchFamily="49" charset="0"/>
              <a:ea typeface="宋体" pitchFamily="2" charset="-122"/>
            </a:endParaRPr>
          </a:p>
          <a:p>
            <a:pPr marL="0" lvl="0" indent="0" eaLnBrk="1" hangingPunct="1">
              <a:lnSpc>
                <a:spcPct val="90000"/>
              </a:lnSpc>
              <a:spcBef>
                <a:spcPct val="0"/>
              </a:spcBef>
              <a:spcAft>
                <a:spcPts val="590"/>
              </a:spcAft>
              <a:buSzPct val="80000"/>
              <a:buNone/>
            </a:pPr>
            <a:r>
              <a:rPr lang="zh-CN" altLang="en-US" sz="2400" dirty="0">
                <a:latin typeface="Courier New" panose="02070409020205090404" pitchFamily="49" charset="0"/>
              </a:rPr>
              <a:t>则</a:t>
            </a:r>
            <a:r>
              <a:rPr lang="en-US" altLang="zh-CN" sz="2400" b="1" dirty="0">
                <a:latin typeface="Courier New" panose="02070409020205090404" pitchFamily="49" charset="0"/>
                <a:ea typeface="宋体" pitchFamily="2" charset="-122"/>
              </a:rPr>
              <a:t>a</a:t>
            </a:r>
            <a:r>
              <a:rPr lang="zh-CN" altLang="en-US" sz="2400" dirty="0">
                <a:latin typeface="黑体" panose="02010609060101010101" pitchFamily="49" charset="-122"/>
              </a:rPr>
              <a:t>数组的第一维大小是多少？ </a:t>
            </a:r>
            <a:endParaRPr lang="zh-CN" altLang="en-US" sz="2400" dirty="0">
              <a:latin typeface="黑体" panose="02010609060101010101" pitchFamily="49" charset="-122"/>
            </a:endParaRPr>
          </a:p>
        </p:txBody>
      </p:sp>
      <p:sp>
        <p:nvSpPr>
          <p:cNvPr id="14343" name="Text Box 7"/>
          <p:cNvSpPr txBox="1"/>
          <p:nvPr/>
        </p:nvSpPr>
        <p:spPr>
          <a:xfrm>
            <a:off x="9342438" y="4868863"/>
            <a:ext cx="1198562" cy="1238250"/>
          </a:xfrm>
          <a:prstGeom prst="rect">
            <a:avLst/>
          </a:prstGeom>
          <a:solidFill>
            <a:srgbClr val="FFFFC2"/>
          </a:solidFill>
          <a:ln w="19050" cap="flat" cmpd="sng">
            <a:solidFill>
              <a:srgbClr val="00B050"/>
            </a:solidFill>
            <a:prstDash val="solid"/>
            <a:miter/>
            <a:headEnd type="none" w="med" len="med"/>
            <a:tailEnd type="none" w="med" len="med"/>
          </a:ln>
        </p:spPr>
        <p:txBody>
          <a:bodyPr wrap="none">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ct val="0"/>
              </a:spcBef>
              <a:spcAft>
                <a:spcPts val="590"/>
              </a:spcAft>
              <a:buSzPct val="80000"/>
              <a:buNone/>
            </a:pPr>
            <a:r>
              <a:rPr lang="en-US" altLang="zh-CN" sz="2400" dirty="0">
                <a:ea typeface="宋体" pitchFamily="2" charset="-122"/>
              </a:rPr>
              <a:t>1   2   3</a:t>
            </a:r>
            <a:endParaRPr lang="en-US" altLang="zh-CN" sz="2400" dirty="0">
              <a:ea typeface="宋体" pitchFamily="2" charset="-122"/>
            </a:endParaRPr>
          </a:p>
          <a:p>
            <a:pPr marL="0" lvl="0" indent="0" eaLnBrk="1" hangingPunct="1">
              <a:lnSpc>
                <a:spcPct val="90000"/>
              </a:lnSpc>
              <a:spcBef>
                <a:spcPct val="0"/>
              </a:spcBef>
              <a:spcAft>
                <a:spcPts val="590"/>
              </a:spcAft>
              <a:buSzPct val="80000"/>
              <a:buNone/>
            </a:pPr>
            <a:r>
              <a:rPr lang="en-US" altLang="zh-CN" sz="2400" dirty="0">
                <a:ea typeface="宋体" pitchFamily="2" charset="-122"/>
              </a:rPr>
              <a:t>4   5  6</a:t>
            </a:r>
            <a:endParaRPr lang="en-US" altLang="zh-CN" sz="2400" dirty="0">
              <a:ea typeface="宋体" pitchFamily="2" charset="-122"/>
            </a:endParaRPr>
          </a:p>
          <a:p>
            <a:pPr marL="0" lvl="0" indent="0" eaLnBrk="1" hangingPunct="1">
              <a:lnSpc>
                <a:spcPct val="90000"/>
              </a:lnSpc>
              <a:spcBef>
                <a:spcPct val="0"/>
              </a:spcBef>
              <a:spcAft>
                <a:spcPts val="590"/>
              </a:spcAft>
              <a:buSzPct val="80000"/>
              <a:buNone/>
            </a:pPr>
            <a:r>
              <a:rPr lang="en-US" altLang="zh-CN" sz="2400" dirty="0">
                <a:ea typeface="宋体" pitchFamily="2" charset="-122"/>
              </a:rPr>
              <a:t>7   0   0</a:t>
            </a:r>
            <a:endParaRPr lang="en-US" altLang="zh-CN" sz="2400" dirty="0">
              <a:ea typeface="宋体" pitchFamily="2" charset="-122"/>
            </a:endParaRPr>
          </a:p>
        </p:txBody>
      </p:sp>
      <p:sp>
        <p:nvSpPr>
          <p:cNvPr id="387080" name="Rectangle 8"/>
          <p:cNvSpPr>
            <a:spLocks noChangeArrowheads="1"/>
          </p:cNvSpPr>
          <p:nvPr/>
        </p:nvSpPr>
        <p:spPr bwMode="auto">
          <a:xfrm>
            <a:off x="6407150" y="3648075"/>
            <a:ext cx="390525" cy="358775"/>
          </a:xfrm>
          <a:prstGeom prst="rect">
            <a:avLst/>
          </a:prstGeom>
          <a:noFill/>
          <a:ln w="25400">
            <a:solidFill>
              <a:srgbClr val="FF0000"/>
            </a:solidFill>
            <a:miter lim="800000"/>
            <a:headEnd type="none" w="sm" len="sm"/>
            <a:tailEnd type="none" w="sm" len="sm"/>
          </a:ln>
          <a:effectLst/>
        </p:spPr>
        <p:txBody>
          <a:bodyPr wrap="none" anchor="ct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87081" name="Rectangle 9"/>
          <p:cNvSpPr>
            <a:spLocks noChangeArrowheads="1"/>
          </p:cNvSpPr>
          <p:nvPr/>
        </p:nvSpPr>
        <p:spPr bwMode="auto">
          <a:xfrm>
            <a:off x="5211763" y="2709863"/>
            <a:ext cx="1123950" cy="358775"/>
          </a:xfrm>
          <a:prstGeom prst="rect">
            <a:avLst/>
          </a:prstGeom>
          <a:noFill/>
          <a:ln w="25400">
            <a:solidFill>
              <a:srgbClr val="00B050"/>
            </a:solidFill>
            <a:miter lim="800000"/>
            <a:headEnd type="none" w="sm" len="sm"/>
            <a:tailEnd type="none" w="sm" len="sm"/>
          </a:ln>
          <a:effectLst/>
        </p:spPr>
        <p:txBody>
          <a:bodyPr wrap="none" anchor="ct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87082" name="Rectangle 10"/>
          <p:cNvSpPr>
            <a:spLocks noChangeArrowheads="1"/>
          </p:cNvSpPr>
          <p:nvPr/>
        </p:nvSpPr>
        <p:spPr bwMode="auto">
          <a:xfrm>
            <a:off x="6407150" y="4008438"/>
            <a:ext cx="390525" cy="358775"/>
          </a:xfrm>
          <a:prstGeom prst="rect">
            <a:avLst/>
          </a:prstGeom>
          <a:noFill/>
          <a:ln w="25400">
            <a:solidFill>
              <a:srgbClr val="FF0000"/>
            </a:solidFill>
            <a:miter lim="800000"/>
            <a:headEnd type="none" w="sm" len="sm"/>
            <a:tailEnd type="none" w="sm" len="sm"/>
          </a:ln>
          <a:effectLst/>
        </p:spPr>
        <p:txBody>
          <a:bodyPr wrap="none" anchor="ct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87083" name="Rectangle 11"/>
          <p:cNvSpPr>
            <a:spLocks noChangeArrowheads="1"/>
          </p:cNvSpPr>
          <p:nvPr/>
        </p:nvSpPr>
        <p:spPr bwMode="auto">
          <a:xfrm>
            <a:off x="6459538" y="2708275"/>
            <a:ext cx="1057275" cy="358775"/>
          </a:xfrm>
          <a:prstGeom prst="rect">
            <a:avLst/>
          </a:prstGeom>
          <a:noFill/>
          <a:ln w="25400">
            <a:solidFill>
              <a:srgbClr val="00B050"/>
            </a:solidFill>
            <a:miter lim="800000"/>
            <a:headEnd type="none" w="sm" len="sm"/>
            <a:tailEnd type="none" w="sm" len="sm"/>
          </a:ln>
          <a:effectLst/>
        </p:spPr>
        <p:txBody>
          <a:bodyPr wrap="none" anchor="ct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87084" name="Rectangle 12"/>
          <p:cNvSpPr>
            <a:spLocks noChangeArrowheads="1"/>
          </p:cNvSpPr>
          <p:nvPr/>
        </p:nvSpPr>
        <p:spPr bwMode="auto">
          <a:xfrm>
            <a:off x="6407150" y="4368800"/>
            <a:ext cx="390525" cy="358775"/>
          </a:xfrm>
          <a:prstGeom prst="rect">
            <a:avLst/>
          </a:prstGeom>
          <a:noFill/>
          <a:ln w="25400">
            <a:solidFill>
              <a:srgbClr val="FF0000"/>
            </a:solidFill>
            <a:miter lim="800000"/>
            <a:headEnd type="none" w="sm" len="sm"/>
            <a:tailEnd type="none" w="sm" len="sm"/>
          </a:ln>
          <a:effectLst/>
        </p:spPr>
        <p:txBody>
          <a:bodyPr wrap="none" anchor="ct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87085" name="Rectangle 13"/>
          <p:cNvSpPr>
            <a:spLocks noChangeArrowheads="1"/>
          </p:cNvSpPr>
          <p:nvPr/>
        </p:nvSpPr>
        <p:spPr bwMode="auto">
          <a:xfrm>
            <a:off x="7661275" y="2708275"/>
            <a:ext cx="1171575" cy="358775"/>
          </a:xfrm>
          <a:prstGeom prst="rect">
            <a:avLst/>
          </a:prstGeom>
          <a:noFill/>
          <a:ln w="25400">
            <a:solidFill>
              <a:srgbClr val="00B050"/>
            </a:solidFill>
            <a:miter lim="800000"/>
            <a:headEnd type="none" w="sm" len="sm"/>
            <a:tailEnd type="none" w="sm" len="sm"/>
          </a:ln>
          <a:effectLst/>
        </p:spPr>
        <p:txBody>
          <a:bodyPr wrap="none" anchor="ct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87086" name="Rectangle 14"/>
          <p:cNvSpPr>
            <a:spLocks noChangeArrowheads="1"/>
          </p:cNvSpPr>
          <p:nvPr/>
        </p:nvSpPr>
        <p:spPr bwMode="auto">
          <a:xfrm>
            <a:off x="5099050" y="5114925"/>
            <a:ext cx="1371600" cy="358775"/>
          </a:xfrm>
          <a:prstGeom prst="rect">
            <a:avLst/>
          </a:prstGeom>
          <a:noFill/>
          <a:ln w="25400">
            <a:solidFill>
              <a:srgbClr val="00B050"/>
            </a:solidFill>
            <a:miter lim="800000"/>
            <a:headEnd type="none" w="sm" len="sm"/>
            <a:tailEnd type="none" w="sm" len="sm"/>
          </a:ln>
          <a:effectLst/>
        </p:spPr>
        <p:txBody>
          <a:bodyPr wrap="none" anchor="ct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87087" name="Rectangle 15"/>
          <p:cNvSpPr>
            <a:spLocks noChangeArrowheads="1"/>
          </p:cNvSpPr>
          <p:nvPr/>
        </p:nvSpPr>
        <p:spPr bwMode="auto">
          <a:xfrm>
            <a:off x="9324975" y="4908550"/>
            <a:ext cx="1223963" cy="358775"/>
          </a:xfrm>
          <a:prstGeom prst="rect">
            <a:avLst/>
          </a:prstGeom>
          <a:noFill/>
          <a:ln w="25400">
            <a:solidFill>
              <a:srgbClr val="FF0000"/>
            </a:solidFill>
            <a:miter lim="800000"/>
            <a:headEnd type="none" w="sm" len="sm"/>
            <a:tailEnd type="none" w="sm" len="sm"/>
          </a:ln>
          <a:effectLst/>
        </p:spPr>
        <p:txBody>
          <a:bodyPr wrap="none" anchor="ct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87088" name="Rectangle 16"/>
          <p:cNvSpPr>
            <a:spLocks noChangeArrowheads="1"/>
          </p:cNvSpPr>
          <p:nvPr/>
        </p:nvSpPr>
        <p:spPr bwMode="auto">
          <a:xfrm>
            <a:off x="6754813" y="5140325"/>
            <a:ext cx="1439863" cy="358775"/>
          </a:xfrm>
          <a:prstGeom prst="rect">
            <a:avLst/>
          </a:prstGeom>
          <a:noFill/>
          <a:ln w="25400">
            <a:solidFill>
              <a:srgbClr val="00B050"/>
            </a:solidFill>
            <a:miter lim="800000"/>
            <a:headEnd type="none" w="sm" len="sm"/>
            <a:tailEnd type="none" w="sm" len="sm"/>
          </a:ln>
          <a:effectLst/>
        </p:spPr>
        <p:txBody>
          <a:bodyPr wrap="none" anchor="ct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87089" name="Rectangle 17"/>
          <p:cNvSpPr>
            <a:spLocks noChangeArrowheads="1"/>
          </p:cNvSpPr>
          <p:nvPr/>
        </p:nvSpPr>
        <p:spPr bwMode="auto">
          <a:xfrm>
            <a:off x="9324975" y="5300663"/>
            <a:ext cx="1220788" cy="358775"/>
          </a:xfrm>
          <a:prstGeom prst="rect">
            <a:avLst/>
          </a:prstGeom>
          <a:noFill/>
          <a:ln w="25400">
            <a:solidFill>
              <a:srgbClr val="FF0000"/>
            </a:solidFill>
            <a:miter lim="800000"/>
            <a:headEnd type="none" w="sm" len="sm"/>
            <a:tailEnd type="none" w="sm" len="sm"/>
          </a:ln>
          <a:effectLst/>
        </p:spPr>
        <p:txBody>
          <a:bodyPr wrap="none" anchor="ct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87090" name="Rectangle 18"/>
          <p:cNvSpPr>
            <a:spLocks noChangeArrowheads="1"/>
          </p:cNvSpPr>
          <p:nvPr/>
        </p:nvSpPr>
        <p:spPr bwMode="auto">
          <a:xfrm>
            <a:off x="8340725" y="5140325"/>
            <a:ext cx="358775" cy="358775"/>
          </a:xfrm>
          <a:prstGeom prst="rect">
            <a:avLst/>
          </a:prstGeom>
          <a:noFill/>
          <a:ln w="25400">
            <a:solidFill>
              <a:srgbClr val="C00000"/>
            </a:solidFill>
            <a:miter lim="800000"/>
            <a:headEnd type="none" w="sm" len="sm"/>
            <a:tailEnd type="none" w="sm" len="sm"/>
          </a:ln>
          <a:effectLst/>
        </p:spPr>
        <p:txBody>
          <a:bodyPr wrap="none" anchor="ct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87091" name="Rectangle 19"/>
          <p:cNvSpPr>
            <a:spLocks noChangeArrowheads="1"/>
          </p:cNvSpPr>
          <p:nvPr/>
        </p:nvSpPr>
        <p:spPr bwMode="auto">
          <a:xfrm>
            <a:off x="9324975" y="5724525"/>
            <a:ext cx="1216025" cy="358775"/>
          </a:xfrm>
          <a:prstGeom prst="rect">
            <a:avLst/>
          </a:prstGeom>
          <a:noFill/>
          <a:ln w="25400">
            <a:solidFill>
              <a:srgbClr val="FF0000"/>
            </a:solidFill>
            <a:miter lim="800000"/>
            <a:headEnd type="none" w="sm" len="sm"/>
            <a:tailEnd type="none" w="sm" len="sm"/>
          </a:ln>
          <a:effectLst/>
        </p:spPr>
        <p:txBody>
          <a:bodyPr wrap="none" anchor="ct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28691" name="标题 6"/>
          <p:cNvSpPr>
            <a:spLocks noGrp="1"/>
          </p:cNvSpPr>
          <p:nvPr>
            <p:ph type="title" idx="4294967295"/>
          </p:nvPr>
        </p:nvSpPr>
        <p:spPr>
          <a:xfrm>
            <a:off x="911225" y="115888"/>
            <a:ext cx="8915400" cy="1143000"/>
          </a:xfrm>
        </p:spPr>
        <p:txBody>
          <a:bodyPr vert="horz" wrap="square" lIns="91440" tIns="45720" rIns="91440" bIns="45720" anchor="ctr" anchorCtr="0"/>
          <a:lstStyle/>
          <a:p>
            <a:r>
              <a:rPr lang="en-US" altLang="zh-CN" dirty="0"/>
              <a:t>3.1.2 </a:t>
            </a:r>
            <a:r>
              <a:rPr lang="zh-CN" altLang="en-US" dirty="0"/>
              <a:t>二维数组的定义和初始化</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4340"/>
                                        </p:tgtEl>
                                        <p:attrNameLst>
                                          <p:attrName>style.visibility</p:attrName>
                                        </p:attrNameLst>
                                      </p:cBhvr>
                                      <p:to>
                                        <p:strVal val="visible"/>
                                      </p:to>
                                    </p:set>
                                    <p:anim calcmode="lin" valueType="num">
                                      <p:cBhvr>
                                        <p:cTn id="7" dur="500" fill="hold"/>
                                        <p:tgtEl>
                                          <p:spTgt spid="14340"/>
                                        </p:tgtEl>
                                        <p:attrNameLst>
                                          <p:attrName>ppt_w</p:attrName>
                                        </p:attrNameLst>
                                      </p:cBhvr>
                                      <p:tavLst>
                                        <p:tav tm="0">
                                          <p:val>
                                            <p:fltVal val="0"/>
                                          </p:val>
                                        </p:tav>
                                        <p:tav tm="100000">
                                          <p:val>
                                            <p:strVal val="#ppt_w"/>
                                          </p:val>
                                        </p:tav>
                                      </p:tavLst>
                                    </p:anim>
                                    <p:anim calcmode="lin" valueType="num">
                                      <p:cBhvr>
                                        <p:cTn id="8" dur="500" fill="hold"/>
                                        <p:tgtEl>
                                          <p:spTgt spid="14340"/>
                                        </p:tgtEl>
                                        <p:attrNameLst>
                                          <p:attrName>ppt_h</p:attrName>
                                        </p:attrNameLst>
                                      </p:cBhvr>
                                      <p:tavLst>
                                        <p:tav tm="0">
                                          <p:val>
                                            <p:fltVal val="0"/>
                                          </p:val>
                                        </p:tav>
                                        <p:tav tm="100000">
                                          <p:val>
                                            <p:strVal val="#ppt_h"/>
                                          </p:val>
                                        </p:tav>
                                      </p:tavLst>
                                    </p:anim>
                                    <p:animEffect transition="in" filter="fade">
                                      <p:cBhvr>
                                        <p:cTn id="9" dur="500"/>
                                        <p:tgtEl>
                                          <p:spTgt spid="14340"/>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387081"/>
                                        </p:tgtEl>
                                        <p:attrNameLst>
                                          <p:attrName>style.visibility</p:attrName>
                                        </p:attrNameLst>
                                      </p:cBhvr>
                                      <p:to>
                                        <p:strVal val="visible"/>
                                      </p:to>
                                    </p:set>
                                    <p:anim calcmode="lin" valueType="num">
                                      <p:cBhvr>
                                        <p:cTn id="14" dur="500" fill="hold"/>
                                        <p:tgtEl>
                                          <p:spTgt spid="387081"/>
                                        </p:tgtEl>
                                        <p:attrNameLst>
                                          <p:attrName>ppt_w</p:attrName>
                                        </p:attrNameLst>
                                      </p:cBhvr>
                                      <p:tavLst>
                                        <p:tav tm="0">
                                          <p:val>
                                            <p:fltVal val="0"/>
                                          </p:val>
                                        </p:tav>
                                        <p:tav tm="100000">
                                          <p:val>
                                            <p:strVal val="#ppt_w"/>
                                          </p:val>
                                        </p:tav>
                                      </p:tavLst>
                                    </p:anim>
                                    <p:anim calcmode="lin" valueType="num">
                                      <p:cBhvr>
                                        <p:cTn id="15" dur="500" fill="hold"/>
                                        <p:tgtEl>
                                          <p:spTgt spid="387081"/>
                                        </p:tgtEl>
                                        <p:attrNameLst>
                                          <p:attrName>ppt_h</p:attrName>
                                        </p:attrNameLst>
                                      </p:cBhvr>
                                      <p:tavLst>
                                        <p:tav tm="0">
                                          <p:val>
                                            <p:fltVal val="0"/>
                                          </p:val>
                                        </p:tav>
                                        <p:tav tm="100000">
                                          <p:val>
                                            <p:strVal val="#ppt_h"/>
                                          </p:val>
                                        </p:tav>
                                      </p:tavLst>
                                    </p:anim>
                                    <p:animEffect transition="in" filter="fade">
                                      <p:cBhvr>
                                        <p:cTn id="16" dur="500"/>
                                        <p:tgtEl>
                                          <p:spTgt spid="387081"/>
                                        </p:tgtEl>
                                      </p:cBhvr>
                                    </p:animEffect>
                                  </p:childTnLst>
                                </p:cTn>
                              </p:par>
                              <p:par>
                                <p:cTn id="17" presetID="53" presetClass="entr" presetSubtype="16" fill="hold" grpId="0" nodeType="withEffect">
                                  <p:stCondLst>
                                    <p:cond delay="0"/>
                                  </p:stCondLst>
                                  <p:childTnLst>
                                    <p:set>
                                      <p:cBhvr>
                                        <p:cTn id="18" dur="1" fill="hold">
                                          <p:stCondLst>
                                            <p:cond delay="0"/>
                                          </p:stCondLst>
                                        </p:cTn>
                                        <p:tgtEl>
                                          <p:spTgt spid="387080"/>
                                        </p:tgtEl>
                                        <p:attrNameLst>
                                          <p:attrName>style.visibility</p:attrName>
                                        </p:attrNameLst>
                                      </p:cBhvr>
                                      <p:to>
                                        <p:strVal val="visible"/>
                                      </p:to>
                                    </p:set>
                                    <p:anim calcmode="lin" valueType="num">
                                      <p:cBhvr>
                                        <p:cTn id="19" dur="500" fill="hold"/>
                                        <p:tgtEl>
                                          <p:spTgt spid="387080"/>
                                        </p:tgtEl>
                                        <p:attrNameLst>
                                          <p:attrName>ppt_w</p:attrName>
                                        </p:attrNameLst>
                                      </p:cBhvr>
                                      <p:tavLst>
                                        <p:tav tm="0">
                                          <p:val>
                                            <p:fltVal val="0"/>
                                          </p:val>
                                        </p:tav>
                                        <p:tav tm="100000">
                                          <p:val>
                                            <p:strVal val="#ppt_w"/>
                                          </p:val>
                                        </p:tav>
                                      </p:tavLst>
                                    </p:anim>
                                    <p:anim calcmode="lin" valueType="num">
                                      <p:cBhvr>
                                        <p:cTn id="20" dur="500" fill="hold"/>
                                        <p:tgtEl>
                                          <p:spTgt spid="387080"/>
                                        </p:tgtEl>
                                        <p:attrNameLst>
                                          <p:attrName>ppt_h</p:attrName>
                                        </p:attrNameLst>
                                      </p:cBhvr>
                                      <p:tavLst>
                                        <p:tav tm="0">
                                          <p:val>
                                            <p:fltVal val="0"/>
                                          </p:val>
                                        </p:tav>
                                        <p:tav tm="100000">
                                          <p:val>
                                            <p:strVal val="#ppt_h"/>
                                          </p:val>
                                        </p:tav>
                                      </p:tavLst>
                                    </p:anim>
                                    <p:animEffect transition="in" filter="fade">
                                      <p:cBhvr>
                                        <p:cTn id="21" dur="500"/>
                                        <p:tgtEl>
                                          <p:spTgt spid="387080"/>
                                        </p:tgtEl>
                                      </p:cBhvr>
                                    </p:animEffect>
                                  </p:childTnLst>
                                </p:cTn>
                              </p:par>
                            </p:childTnLst>
                          </p:cTn>
                        </p:par>
                      </p:childTnLst>
                    </p:cTn>
                  </p:par>
                  <p:par>
                    <p:cTn id="22" fill="hold">
                      <p:stCondLst>
                        <p:cond delay="indefinite"/>
                      </p:stCondLst>
                      <p:childTnLst>
                        <p:par>
                          <p:cTn id="23" fill="hold">
                            <p:stCondLst>
                              <p:cond delay="0"/>
                            </p:stCondLst>
                            <p:childTnLst>
                              <p:par>
                                <p:cTn id="24" presetID="53" presetClass="entr" presetSubtype="16" fill="hold" grpId="0" nodeType="clickEffect">
                                  <p:stCondLst>
                                    <p:cond delay="0"/>
                                  </p:stCondLst>
                                  <p:childTnLst>
                                    <p:set>
                                      <p:cBhvr>
                                        <p:cTn id="25" dur="1" fill="hold">
                                          <p:stCondLst>
                                            <p:cond delay="0"/>
                                          </p:stCondLst>
                                        </p:cTn>
                                        <p:tgtEl>
                                          <p:spTgt spid="387083"/>
                                        </p:tgtEl>
                                        <p:attrNameLst>
                                          <p:attrName>style.visibility</p:attrName>
                                        </p:attrNameLst>
                                      </p:cBhvr>
                                      <p:to>
                                        <p:strVal val="visible"/>
                                      </p:to>
                                    </p:set>
                                    <p:anim calcmode="lin" valueType="num">
                                      <p:cBhvr>
                                        <p:cTn id="26" dur="500" fill="hold"/>
                                        <p:tgtEl>
                                          <p:spTgt spid="387083"/>
                                        </p:tgtEl>
                                        <p:attrNameLst>
                                          <p:attrName>ppt_w</p:attrName>
                                        </p:attrNameLst>
                                      </p:cBhvr>
                                      <p:tavLst>
                                        <p:tav tm="0">
                                          <p:val>
                                            <p:fltVal val="0"/>
                                          </p:val>
                                        </p:tav>
                                        <p:tav tm="100000">
                                          <p:val>
                                            <p:strVal val="#ppt_w"/>
                                          </p:val>
                                        </p:tav>
                                      </p:tavLst>
                                    </p:anim>
                                    <p:anim calcmode="lin" valueType="num">
                                      <p:cBhvr>
                                        <p:cTn id="27" dur="500" fill="hold"/>
                                        <p:tgtEl>
                                          <p:spTgt spid="387083"/>
                                        </p:tgtEl>
                                        <p:attrNameLst>
                                          <p:attrName>ppt_h</p:attrName>
                                        </p:attrNameLst>
                                      </p:cBhvr>
                                      <p:tavLst>
                                        <p:tav tm="0">
                                          <p:val>
                                            <p:fltVal val="0"/>
                                          </p:val>
                                        </p:tav>
                                        <p:tav tm="100000">
                                          <p:val>
                                            <p:strVal val="#ppt_h"/>
                                          </p:val>
                                        </p:tav>
                                      </p:tavLst>
                                    </p:anim>
                                    <p:animEffect transition="in" filter="fade">
                                      <p:cBhvr>
                                        <p:cTn id="28" dur="500"/>
                                        <p:tgtEl>
                                          <p:spTgt spid="387083"/>
                                        </p:tgtEl>
                                      </p:cBhvr>
                                    </p:animEffect>
                                  </p:childTnLst>
                                </p:cTn>
                              </p:par>
                              <p:par>
                                <p:cTn id="29" presetID="53" presetClass="entr" presetSubtype="16" fill="hold" grpId="0" nodeType="withEffect">
                                  <p:stCondLst>
                                    <p:cond delay="0"/>
                                  </p:stCondLst>
                                  <p:childTnLst>
                                    <p:set>
                                      <p:cBhvr>
                                        <p:cTn id="30" dur="1" fill="hold">
                                          <p:stCondLst>
                                            <p:cond delay="0"/>
                                          </p:stCondLst>
                                        </p:cTn>
                                        <p:tgtEl>
                                          <p:spTgt spid="387082"/>
                                        </p:tgtEl>
                                        <p:attrNameLst>
                                          <p:attrName>style.visibility</p:attrName>
                                        </p:attrNameLst>
                                      </p:cBhvr>
                                      <p:to>
                                        <p:strVal val="visible"/>
                                      </p:to>
                                    </p:set>
                                    <p:anim calcmode="lin" valueType="num">
                                      <p:cBhvr>
                                        <p:cTn id="31" dur="500" fill="hold"/>
                                        <p:tgtEl>
                                          <p:spTgt spid="387082"/>
                                        </p:tgtEl>
                                        <p:attrNameLst>
                                          <p:attrName>ppt_w</p:attrName>
                                        </p:attrNameLst>
                                      </p:cBhvr>
                                      <p:tavLst>
                                        <p:tav tm="0">
                                          <p:val>
                                            <p:fltVal val="0"/>
                                          </p:val>
                                        </p:tav>
                                        <p:tav tm="100000">
                                          <p:val>
                                            <p:strVal val="#ppt_w"/>
                                          </p:val>
                                        </p:tav>
                                      </p:tavLst>
                                    </p:anim>
                                    <p:anim calcmode="lin" valueType="num">
                                      <p:cBhvr>
                                        <p:cTn id="32" dur="500" fill="hold"/>
                                        <p:tgtEl>
                                          <p:spTgt spid="387082"/>
                                        </p:tgtEl>
                                        <p:attrNameLst>
                                          <p:attrName>ppt_h</p:attrName>
                                        </p:attrNameLst>
                                      </p:cBhvr>
                                      <p:tavLst>
                                        <p:tav tm="0">
                                          <p:val>
                                            <p:fltVal val="0"/>
                                          </p:val>
                                        </p:tav>
                                        <p:tav tm="100000">
                                          <p:val>
                                            <p:strVal val="#ppt_h"/>
                                          </p:val>
                                        </p:tav>
                                      </p:tavLst>
                                    </p:anim>
                                    <p:animEffect transition="in" filter="fade">
                                      <p:cBhvr>
                                        <p:cTn id="33" dur="500"/>
                                        <p:tgtEl>
                                          <p:spTgt spid="387082"/>
                                        </p:tgtEl>
                                      </p:cBhvr>
                                    </p:animEffect>
                                  </p:childTnLst>
                                </p:cTn>
                              </p:par>
                            </p:childTnLst>
                          </p:cTn>
                        </p:par>
                      </p:childTnLst>
                    </p:cTn>
                  </p:par>
                  <p:par>
                    <p:cTn id="34" fill="hold">
                      <p:stCondLst>
                        <p:cond delay="indefinite"/>
                      </p:stCondLst>
                      <p:childTnLst>
                        <p:par>
                          <p:cTn id="35" fill="hold">
                            <p:stCondLst>
                              <p:cond delay="0"/>
                            </p:stCondLst>
                            <p:childTnLst>
                              <p:par>
                                <p:cTn id="36" presetID="53" presetClass="entr" presetSubtype="16" fill="hold" grpId="0" nodeType="clickEffect">
                                  <p:stCondLst>
                                    <p:cond delay="0"/>
                                  </p:stCondLst>
                                  <p:childTnLst>
                                    <p:set>
                                      <p:cBhvr>
                                        <p:cTn id="37" dur="1" fill="hold">
                                          <p:stCondLst>
                                            <p:cond delay="0"/>
                                          </p:stCondLst>
                                        </p:cTn>
                                        <p:tgtEl>
                                          <p:spTgt spid="387085"/>
                                        </p:tgtEl>
                                        <p:attrNameLst>
                                          <p:attrName>style.visibility</p:attrName>
                                        </p:attrNameLst>
                                      </p:cBhvr>
                                      <p:to>
                                        <p:strVal val="visible"/>
                                      </p:to>
                                    </p:set>
                                    <p:anim calcmode="lin" valueType="num">
                                      <p:cBhvr>
                                        <p:cTn id="38" dur="500" fill="hold"/>
                                        <p:tgtEl>
                                          <p:spTgt spid="387085"/>
                                        </p:tgtEl>
                                        <p:attrNameLst>
                                          <p:attrName>ppt_w</p:attrName>
                                        </p:attrNameLst>
                                      </p:cBhvr>
                                      <p:tavLst>
                                        <p:tav tm="0">
                                          <p:val>
                                            <p:fltVal val="0"/>
                                          </p:val>
                                        </p:tav>
                                        <p:tav tm="100000">
                                          <p:val>
                                            <p:strVal val="#ppt_w"/>
                                          </p:val>
                                        </p:tav>
                                      </p:tavLst>
                                    </p:anim>
                                    <p:anim calcmode="lin" valueType="num">
                                      <p:cBhvr>
                                        <p:cTn id="39" dur="500" fill="hold"/>
                                        <p:tgtEl>
                                          <p:spTgt spid="387085"/>
                                        </p:tgtEl>
                                        <p:attrNameLst>
                                          <p:attrName>ppt_h</p:attrName>
                                        </p:attrNameLst>
                                      </p:cBhvr>
                                      <p:tavLst>
                                        <p:tav tm="0">
                                          <p:val>
                                            <p:fltVal val="0"/>
                                          </p:val>
                                        </p:tav>
                                        <p:tav tm="100000">
                                          <p:val>
                                            <p:strVal val="#ppt_h"/>
                                          </p:val>
                                        </p:tav>
                                      </p:tavLst>
                                    </p:anim>
                                    <p:animEffect transition="in" filter="fade">
                                      <p:cBhvr>
                                        <p:cTn id="40" dur="500"/>
                                        <p:tgtEl>
                                          <p:spTgt spid="387085"/>
                                        </p:tgtEl>
                                      </p:cBhvr>
                                    </p:animEffect>
                                  </p:childTnLst>
                                </p:cTn>
                              </p:par>
                              <p:par>
                                <p:cTn id="41" presetID="53" presetClass="entr" presetSubtype="16" fill="hold" grpId="0" nodeType="withEffect">
                                  <p:stCondLst>
                                    <p:cond delay="0"/>
                                  </p:stCondLst>
                                  <p:childTnLst>
                                    <p:set>
                                      <p:cBhvr>
                                        <p:cTn id="42" dur="1" fill="hold">
                                          <p:stCondLst>
                                            <p:cond delay="0"/>
                                          </p:stCondLst>
                                        </p:cTn>
                                        <p:tgtEl>
                                          <p:spTgt spid="387084"/>
                                        </p:tgtEl>
                                        <p:attrNameLst>
                                          <p:attrName>style.visibility</p:attrName>
                                        </p:attrNameLst>
                                      </p:cBhvr>
                                      <p:to>
                                        <p:strVal val="visible"/>
                                      </p:to>
                                    </p:set>
                                    <p:anim calcmode="lin" valueType="num">
                                      <p:cBhvr>
                                        <p:cTn id="43" dur="500" fill="hold"/>
                                        <p:tgtEl>
                                          <p:spTgt spid="387084"/>
                                        </p:tgtEl>
                                        <p:attrNameLst>
                                          <p:attrName>ppt_w</p:attrName>
                                        </p:attrNameLst>
                                      </p:cBhvr>
                                      <p:tavLst>
                                        <p:tav tm="0">
                                          <p:val>
                                            <p:fltVal val="0"/>
                                          </p:val>
                                        </p:tav>
                                        <p:tav tm="100000">
                                          <p:val>
                                            <p:strVal val="#ppt_w"/>
                                          </p:val>
                                        </p:tav>
                                      </p:tavLst>
                                    </p:anim>
                                    <p:anim calcmode="lin" valueType="num">
                                      <p:cBhvr>
                                        <p:cTn id="44" dur="500" fill="hold"/>
                                        <p:tgtEl>
                                          <p:spTgt spid="387084"/>
                                        </p:tgtEl>
                                        <p:attrNameLst>
                                          <p:attrName>ppt_h</p:attrName>
                                        </p:attrNameLst>
                                      </p:cBhvr>
                                      <p:tavLst>
                                        <p:tav tm="0">
                                          <p:val>
                                            <p:fltVal val="0"/>
                                          </p:val>
                                        </p:tav>
                                        <p:tav tm="100000">
                                          <p:val>
                                            <p:strVal val="#ppt_h"/>
                                          </p:val>
                                        </p:tav>
                                      </p:tavLst>
                                    </p:anim>
                                    <p:animEffect transition="in" filter="fade">
                                      <p:cBhvr>
                                        <p:cTn id="45" dur="500"/>
                                        <p:tgtEl>
                                          <p:spTgt spid="387084"/>
                                        </p:tgtEl>
                                      </p:cBhvr>
                                    </p:animEffect>
                                  </p:childTnLst>
                                </p:cTn>
                              </p:par>
                            </p:childTnLst>
                          </p:cTn>
                        </p:par>
                      </p:childTnLst>
                    </p:cTn>
                  </p:par>
                  <p:par>
                    <p:cTn id="46" fill="hold">
                      <p:stCondLst>
                        <p:cond delay="indefinite"/>
                      </p:stCondLst>
                      <p:childTnLst>
                        <p:par>
                          <p:cTn id="47" fill="hold">
                            <p:stCondLst>
                              <p:cond delay="0"/>
                            </p:stCondLst>
                            <p:childTnLst>
                              <p:par>
                                <p:cTn id="48" presetID="53" presetClass="entr" presetSubtype="16" fill="hold" grpId="0" nodeType="clickEffect">
                                  <p:stCondLst>
                                    <p:cond delay="0"/>
                                  </p:stCondLst>
                                  <p:childTnLst>
                                    <p:set>
                                      <p:cBhvr>
                                        <p:cTn id="49" dur="1" fill="hold">
                                          <p:stCondLst>
                                            <p:cond delay="0"/>
                                          </p:stCondLst>
                                        </p:cTn>
                                        <p:tgtEl>
                                          <p:spTgt spid="14341"/>
                                        </p:tgtEl>
                                        <p:attrNameLst>
                                          <p:attrName>style.visibility</p:attrName>
                                        </p:attrNameLst>
                                      </p:cBhvr>
                                      <p:to>
                                        <p:strVal val="visible"/>
                                      </p:to>
                                    </p:set>
                                    <p:anim calcmode="lin" valueType="num">
                                      <p:cBhvr>
                                        <p:cTn id="50" dur="500" fill="hold"/>
                                        <p:tgtEl>
                                          <p:spTgt spid="14341"/>
                                        </p:tgtEl>
                                        <p:attrNameLst>
                                          <p:attrName>ppt_w</p:attrName>
                                        </p:attrNameLst>
                                      </p:cBhvr>
                                      <p:tavLst>
                                        <p:tav tm="0">
                                          <p:val>
                                            <p:fltVal val="0"/>
                                          </p:val>
                                        </p:tav>
                                        <p:tav tm="100000">
                                          <p:val>
                                            <p:strVal val="#ppt_w"/>
                                          </p:val>
                                        </p:tav>
                                      </p:tavLst>
                                    </p:anim>
                                    <p:anim calcmode="lin" valueType="num">
                                      <p:cBhvr>
                                        <p:cTn id="51" dur="500" fill="hold"/>
                                        <p:tgtEl>
                                          <p:spTgt spid="14341"/>
                                        </p:tgtEl>
                                        <p:attrNameLst>
                                          <p:attrName>ppt_h</p:attrName>
                                        </p:attrNameLst>
                                      </p:cBhvr>
                                      <p:tavLst>
                                        <p:tav tm="0">
                                          <p:val>
                                            <p:fltVal val="0"/>
                                          </p:val>
                                        </p:tav>
                                        <p:tav tm="100000">
                                          <p:val>
                                            <p:strVal val="#ppt_h"/>
                                          </p:val>
                                        </p:tav>
                                      </p:tavLst>
                                    </p:anim>
                                    <p:animEffect transition="in" filter="fade">
                                      <p:cBhvr>
                                        <p:cTn id="52" dur="500"/>
                                        <p:tgtEl>
                                          <p:spTgt spid="14341"/>
                                        </p:tgtEl>
                                      </p:cBhvr>
                                    </p:animEffect>
                                  </p:childTnLst>
                                </p:cTn>
                              </p:par>
                            </p:childTnLst>
                          </p:cTn>
                        </p:par>
                      </p:childTnLst>
                    </p:cTn>
                  </p:par>
                  <p:par>
                    <p:cTn id="53" fill="hold">
                      <p:stCondLst>
                        <p:cond delay="indefinite"/>
                      </p:stCondLst>
                      <p:childTnLst>
                        <p:par>
                          <p:cTn id="54" fill="hold">
                            <p:stCondLst>
                              <p:cond delay="0"/>
                            </p:stCondLst>
                            <p:childTnLst>
                              <p:par>
                                <p:cTn id="55" presetID="53" presetClass="entr" presetSubtype="16" fill="hold" grpId="0" nodeType="clickEffect">
                                  <p:stCondLst>
                                    <p:cond delay="0"/>
                                  </p:stCondLst>
                                  <p:childTnLst>
                                    <p:set>
                                      <p:cBhvr>
                                        <p:cTn id="56" dur="1" fill="hold">
                                          <p:stCondLst>
                                            <p:cond delay="0"/>
                                          </p:stCondLst>
                                        </p:cTn>
                                        <p:tgtEl>
                                          <p:spTgt spid="14342"/>
                                        </p:tgtEl>
                                        <p:attrNameLst>
                                          <p:attrName>style.visibility</p:attrName>
                                        </p:attrNameLst>
                                      </p:cBhvr>
                                      <p:to>
                                        <p:strVal val="visible"/>
                                      </p:to>
                                    </p:set>
                                    <p:anim calcmode="lin" valueType="num">
                                      <p:cBhvr>
                                        <p:cTn id="57" dur="500" fill="hold"/>
                                        <p:tgtEl>
                                          <p:spTgt spid="14342"/>
                                        </p:tgtEl>
                                        <p:attrNameLst>
                                          <p:attrName>ppt_w</p:attrName>
                                        </p:attrNameLst>
                                      </p:cBhvr>
                                      <p:tavLst>
                                        <p:tav tm="0">
                                          <p:val>
                                            <p:fltVal val="0"/>
                                          </p:val>
                                        </p:tav>
                                        <p:tav tm="100000">
                                          <p:val>
                                            <p:strVal val="#ppt_w"/>
                                          </p:val>
                                        </p:tav>
                                      </p:tavLst>
                                    </p:anim>
                                    <p:anim calcmode="lin" valueType="num">
                                      <p:cBhvr>
                                        <p:cTn id="58" dur="500" fill="hold"/>
                                        <p:tgtEl>
                                          <p:spTgt spid="14342"/>
                                        </p:tgtEl>
                                        <p:attrNameLst>
                                          <p:attrName>ppt_h</p:attrName>
                                        </p:attrNameLst>
                                      </p:cBhvr>
                                      <p:tavLst>
                                        <p:tav tm="0">
                                          <p:val>
                                            <p:fltVal val="0"/>
                                          </p:val>
                                        </p:tav>
                                        <p:tav tm="100000">
                                          <p:val>
                                            <p:strVal val="#ppt_h"/>
                                          </p:val>
                                        </p:tav>
                                      </p:tavLst>
                                    </p:anim>
                                    <p:animEffect transition="in" filter="fade">
                                      <p:cBhvr>
                                        <p:cTn id="59" dur="500"/>
                                        <p:tgtEl>
                                          <p:spTgt spid="14342"/>
                                        </p:tgtEl>
                                      </p:cBhvr>
                                    </p:animEffect>
                                  </p:childTnLst>
                                </p:cTn>
                              </p:par>
                            </p:childTnLst>
                          </p:cTn>
                        </p:par>
                      </p:childTnLst>
                    </p:cTn>
                  </p:par>
                  <p:par>
                    <p:cTn id="60" fill="hold">
                      <p:stCondLst>
                        <p:cond delay="indefinite"/>
                      </p:stCondLst>
                      <p:childTnLst>
                        <p:par>
                          <p:cTn id="61" fill="hold">
                            <p:stCondLst>
                              <p:cond delay="0"/>
                            </p:stCondLst>
                            <p:childTnLst>
                              <p:par>
                                <p:cTn id="62" presetID="53" presetClass="entr" presetSubtype="16" fill="hold" grpId="0" nodeType="clickEffect">
                                  <p:stCondLst>
                                    <p:cond delay="0"/>
                                  </p:stCondLst>
                                  <p:childTnLst>
                                    <p:set>
                                      <p:cBhvr>
                                        <p:cTn id="63" dur="1" fill="hold">
                                          <p:stCondLst>
                                            <p:cond delay="0"/>
                                          </p:stCondLst>
                                        </p:cTn>
                                        <p:tgtEl>
                                          <p:spTgt spid="14343"/>
                                        </p:tgtEl>
                                        <p:attrNameLst>
                                          <p:attrName>style.visibility</p:attrName>
                                        </p:attrNameLst>
                                      </p:cBhvr>
                                      <p:to>
                                        <p:strVal val="visible"/>
                                      </p:to>
                                    </p:set>
                                    <p:anim calcmode="lin" valueType="num">
                                      <p:cBhvr>
                                        <p:cTn id="64" dur="500" fill="hold"/>
                                        <p:tgtEl>
                                          <p:spTgt spid="14343"/>
                                        </p:tgtEl>
                                        <p:attrNameLst>
                                          <p:attrName>ppt_w</p:attrName>
                                        </p:attrNameLst>
                                      </p:cBhvr>
                                      <p:tavLst>
                                        <p:tav tm="0">
                                          <p:val>
                                            <p:fltVal val="0"/>
                                          </p:val>
                                        </p:tav>
                                        <p:tav tm="100000">
                                          <p:val>
                                            <p:strVal val="#ppt_w"/>
                                          </p:val>
                                        </p:tav>
                                      </p:tavLst>
                                    </p:anim>
                                    <p:anim calcmode="lin" valueType="num">
                                      <p:cBhvr>
                                        <p:cTn id="65" dur="500" fill="hold"/>
                                        <p:tgtEl>
                                          <p:spTgt spid="14343"/>
                                        </p:tgtEl>
                                        <p:attrNameLst>
                                          <p:attrName>ppt_h</p:attrName>
                                        </p:attrNameLst>
                                      </p:cBhvr>
                                      <p:tavLst>
                                        <p:tav tm="0">
                                          <p:val>
                                            <p:fltVal val="0"/>
                                          </p:val>
                                        </p:tav>
                                        <p:tav tm="100000">
                                          <p:val>
                                            <p:strVal val="#ppt_h"/>
                                          </p:val>
                                        </p:tav>
                                      </p:tavLst>
                                    </p:anim>
                                    <p:animEffect transition="in" filter="fade">
                                      <p:cBhvr>
                                        <p:cTn id="66" dur="500"/>
                                        <p:tgtEl>
                                          <p:spTgt spid="14343"/>
                                        </p:tgtEl>
                                      </p:cBhvr>
                                    </p:animEffect>
                                  </p:childTnLst>
                                </p:cTn>
                              </p:par>
                            </p:childTnLst>
                          </p:cTn>
                        </p:par>
                      </p:childTnLst>
                    </p:cTn>
                  </p:par>
                  <p:par>
                    <p:cTn id="67" fill="hold">
                      <p:stCondLst>
                        <p:cond delay="indefinite"/>
                      </p:stCondLst>
                      <p:childTnLst>
                        <p:par>
                          <p:cTn id="68" fill="hold">
                            <p:stCondLst>
                              <p:cond delay="0"/>
                            </p:stCondLst>
                            <p:childTnLst>
                              <p:par>
                                <p:cTn id="69" presetID="53" presetClass="entr" presetSubtype="16" fill="hold" grpId="0" nodeType="clickEffect">
                                  <p:stCondLst>
                                    <p:cond delay="0"/>
                                  </p:stCondLst>
                                  <p:childTnLst>
                                    <p:set>
                                      <p:cBhvr>
                                        <p:cTn id="70" dur="1" fill="hold">
                                          <p:stCondLst>
                                            <p:cond delay="0"/>
                                          </p:stCondLst>
                                        </p:cTn>
                                        <p:tgtEl>
                                          <p:spTgt spid="387086"/>
                                        </p:tgtEl>
                                        <p:attrNameLst>
                                          <p:attrName>style.visibility</p:attrName>
                                        </p:attrNameLst>
                                      </p:cBhvr>
                                      <p:to>
                                        <p:strVal val="visible"/>
                                      </p:to>
                                    </p:set>
                                    <p:anim calcmode="lin" valueType="num">
                                      <p:cBhvr>
                                        <p:cTn id="71" dur="500" fill="hold"/>
                                        <p:tgtEl>
                                          <p:spTgt spid="387086"/>
                                        </p:tgtEl>
                                        <p:attrNameLst>
                                          <p:attrName>ppt_w</p:attrName>
                                        </p:attrNameLst>
                                      </p:cBhvr>
                                      <p:tavLst>
                                        <p:tav tm="0">
                                          <p:val>
                                            <p:fltVal val="0"/>
                                          </p:val>
                                        </p:tav>
                                        <p:tav tm="100000">
                                          <p:val>
                                            <p:strVal val="#ppt_w"/>
                                          </p:val>
                                        </p:tav>
                                      </p:tavLst>
                                    </p:anim>
                                    <p:anim calcmode="lin" valueType="num">
                                      <p:cBhvr>
                                        <p:cTn id="72" dur="500" fill="hold"/>
                                        <p:tgtEl>
                                          <p:spTgt spid="387086"/>
                                        </p:tgtEl>
                                        <p:attrNameLst>
                                          <p:attrName>ppt_h</p:attrName>
                                        </p:attrNameLst>
                                      </p:cBhvr>
                                      <p:tavLst>
                                        <p:tav tm="0">
                                          <p:val>
                                            <p:fltVal val="0"/>
                                          </p:val>
                                        </p:tav>
                                        <p:tav tm="100000">
                                          <p:val>
                                            <p:strVal val="#ppt_h"/>
                                          </p:val>
                                        </p:tav>
                                      </p:tavLst>
                                    </p:anim>
                                    <p:animEffect transition="in" filter="fade">
                                      <p:cBhvr>
                                        <p:cTn id="73" dur="500"/>
                                        <p:tgtEl>
                                          <p:spTgt spid="387086"/>
                                        </p:tgtEl>
                                      </p:cBhvr>
                                    </p:animEffect>
                                  </p:childTnLst>
                                </p:cTn>
                              </p:par>
                              <p:par>
                                <p:cTn id="74" presetID="53" presetClass="entr" presetSubtype="16" fill="hold" grpId="0" nodeType="withEffect">
                                  <p:stCondLst>
                                    <p:cond delay="0"/>
                                  </p:stCondLst>
                                  <p:childTnLst>
                                    <p:set>
                                      <p:cBhvr>
                                        <p:cTn id="75" dur="1" fill="hold">
                                          <p:stCondLst>
                                            <p:cond delay="0"/>
                                          </p:stCondLst>
                                        </p:cTn>
                                        <p:tgtEl>
                                          <p:spTgt spid="387087"/>
                                        </p:tgtEl>
                                        <p:attrNameLst>
                                          <p:attrName>style.visibility</p:attrName>
                                        </p:attrNameLst>
                                      </p:cBhvr>
                                      <p:to>
                                        <p:strVal val="visible"/>
                                      </p:to>
                                    </p:set>
                                    <p:anim calcmode="lin" valueType="num">
                                      <p:cBhvr>
                                        <p:cTn id="76" dur="500" fill="hold"/>
                                        <p:tgtEl>
                                          <p:spTgt spid="387087"/>
                                        </p:tgtEl>
                                        <p:attrNameLst>
                                          <p:attrName>ppt_w</p:attrName>
                                        </p:attrNameLst>
                                      </p:cBhvr>
                                      <p:tavLst>
                                        <p:tav tm="0">
                                          <p:val>
                                            <p:fltVal val="0"/>
                                          </p:val>
                                        </p:tav>
                                        <p:tav tm="100000">
                                          <p:val>
                                            <p:strVal val="#ppt_w"/>
                                          </p:val>
                                        </p:tav>
                                      </p:tavLst>
                                    </p:anim>
                                    <p:anim calcmode="lin" valueType="num">
                                      <p:cBhvr>
                                        <p:cTn id="77" dur="500" fill="hold"/>
                                        <p:tgtEl>
                                          <p:spTgt spid="387087"/>
                                        </p:tgtEl>
                                        <p:attrNameLst>
                                          <p:attrName>ppt_h</p:attrName>
                                        </p:attrNameLst>
                                      </p:cBhvr>
                                      <p:tavLst>
                                        <p:tav tm="0">
                                          <p:val>
                                            <p:fltVal val="0"/>
                                          </p:val>
                                        </p:tav>
                                        <p:tav tm="100000">
                                          <p:val>
                                            <p:strVal val="#ppt_h"/>
                                          </p:val>
                                        </p:tav>
                                      </p:tavLst>
                                    </p:anim>
                                    <p:animEffect transition="in" filter="fade">
                                      <p:cBhvr>
                                        <p:cTn id="78" dur="500"/>
                                        <p:tgtEl>
                                          <p:spTgt spid="387087"/>
                                        </p:tgtEl>
                                      </p:cBhvr>
                                    </p:animEffect>
                                  </p:childTnLst>
                                </p:cTn>
                              </p:par>
                            </p:childTnLst>
                          </p:cTn>
                        </p:par>
                      </p:childTnLst>
                    </p:cTn>
                  </p:par>
                  <p:par>
                    <p:cTn id="79" fill="hold">
                      <p:stCondLst>
                        <p:cond delay="indefinite"/>
                      </p:stCondLst>
                      <p:childTnLst>
                        <p:par>
                          <p:cTn id="80" fill="hold">
                            <p:stCondLst>
                              <p:cond delay="0"/>
                            </p:stCondLst>
                            <p:childTnLst>
                              <p:par>
                                <p:cTn id="81" presetID="53" presetClass="entr" presetSubtype="16" fill="hold" grpId="0" nodeType="clickEffect">
                                  <p:stCondLst>
                                    <p:cond delay="0"/>
                                  </p:stCondLst>
                                  <p:childTnLst>
                                    <p:set>
                                      <p:cBhvr>
                                        <p:cTn id="82" dur="1" fill="hold">
                                          <p:stCondLst>
                                            <p:cond delay="0"/>
                                          </p:stCondLst>
                                        </p:cTn>
                                        <p:tgtEl>
                                          <p:spTgt spid="387088"/>
                                        </p:tgtEl>
                                        <p:attrNameLst>
                                          <p:attrName>style.visibility</p:attrName>
                                        </p:attrNameLst>
                                      </p:cBhvr>
                                      <p:to>
                                        <p:strVal val="visible"/>
                                      </p:to>
                                    </p:set>
                                    <p:anim calcmode="lin" valueType="num">
                                      <p:cBhvr>
                                        <p:cTn id="83" dur="500" fill="hold"/>
                                        <p:tgtEl>
                                          <p:spTgt spid="387088"/>
                                        </p:tgtEl>
                                        <p:attrNameLst>
                                          <p:attrName>ppt_w</p:attrName>
                                        </p:attrNameLst>
                                      </p:cBhvr>
                                      <p:tavLst>
                                        <p:tav tm="0">
                                          <p:val>
                                            <p:fltVal val="0"/>
                                          </p:val>
                                        </p:tav>
                                        <p:tav tm="100000">
                                          <p:val>
                                            <p:strVal val="#ppt_w"/>
                                          </p:val>
                                        </p:tav>
                                      </p:tavLst>
                                    </p:anim>
                                    <p:anim calcmode="lin" valueType="num">
                                      <p:cBhvr>
                                        <p:cTn id="84" dur="500" fill="hold"/>
                                        <p:tgtEl>
                                          <p:spTgt spid="387088"/>
                                        </p:tgtEl>
                                        <p:attrNameLst>
                                          <p:attrName>ppt_h</p:attrName>
                                        </p:attrNameLst>
                                      </p:cBhvr>
                                      <p:tavLst>
                                        <p:tav tm="0">
                                          <p:val>
                                            <p:fltVal val="0"/>
                                          </p:val>
                                        </p:tav>
                                        <p:tav tm="100000">
                                          <p:val>
                                            <p:strVal val="#ppt_h"/>
                                          </p:val>
                                        </p:tav>
                                      </p:tavLst>
                                    </p:anim>
                                    <p:animEffect transition="in" filter="fade">
                                      <p:cBhvr>
                                        <p:cTn id="85" dur="500"/>
                                        <p:tgtEl>
                                          <p:spTgt spid="387088"/>
                                        </p:tgtEl>
                                      </p:cBhvr>
                                    </p:animEffect>
                                  </p:childTnLst>
                                </p:cTn>
                              </p:par>
                              <p:par>
                                <p:cTn id="86" presetID="53" presetClass="entr" presetSubtype="16" fill="hold" grpId="0" nodeType="withEffect">
                                  <p:stCondLst>
                                    <p:cond delay="0"/>
                                  </p:stCondLst>
                                  <p:childTnLst>
                                    <p:set>
                                      <p:cBhvr>
                                        <p:cTn id="87" dur="1" fill="hold">
                                          <p:stCondLst>
                                            <p:cond delay="0"/>
                                          </p:stCondLst>
                                        </p:cTn>
                                        <p:tgtEl>
                                          <p:spTgt spid="387089"/>
                                        </p:tgtEl>
                                        <p:attrNameLst>
                                          <p:attrName>style.visibility</p:attrName>
                                        </p:attrNameLst>
                                      </p:cBhvr>
                                      <p:to>
                                        <p:strVal val="visible"/>
                                      </p:to>
                                    </p:set>
                                    <p:anim calcmode="lin" valueType="num">
                                      <p:cBhvr>
                                        <p:cTn id="88" dur="500" fill="hold"/>
                                        <p:tgtEl>
                                          <p:spTgt spid="387089"/>
                                        </p:tgtEl>
                                        <p:attrNameLst>
                                          <p:attrName>ppt_w</p:attrName>
                                        </p:attrNameLst>
                                      </p:cBhvr>
                                      <p:tavLst>
                                        <p:tav tm="0">
                                          <p:val>
                                            <p:fltVal val="0"/>
                                          </p:val>
                                        </p:tav>
                                        <p:tav tm="100000">
                                          <p:val>
                                            <p:strVal val="#ppt_w"/>
                                          </p:val>
                                        </p:tav>
                                      </p:tavLst>
                                    </p:anim>
                                    <p:anim calcmode="lin" valueType="num">
                                      <p:cBhvr>
                                        <p:cTn id="89" dur="500" fill="hold"/>
                                        <p:tgtEl>
                                          <p:spTgt spid="387089"/>
                                        </p:tgtEl>
                                        <p:attrNameLst>
                                          <p:attrName>ppt_h</p:attrName>
                                        </p:attrNameLst>
                                      </p:cBhvr>
                                      <p:tavLst>
                                        <p:tav tm="0">
                                          <p:val>
                                            <p:fltVal val="0"/>
                                          </p:val>
                                        </p:tav>
                                        <p:tav tm="100000">
                                          <p:val>
                                            <p:strVal val="#ppt_h"/>
                                          </p:val>
                                        </p:tav>
                                      </p:tavLst>
                                    </p:anim>
                                    <p:animEffect transition="in" filter="fade">
                                      <p:cBhvr>
                                        <p:cTn id="90" dur="500"/>
                                        <p:tgtEl>
                                          <p:spTgt spid="387089"/>
                                        </p:tgtEl>
                                      </p:cBhvr>
                                    </p:animEffect>
                                  </p:childTnLst>
                                </p:cTn>
                              </p:par>
                            </p:childTnLst>
                          </p:cTn>
                        </p:par>
                      </p:childTnLst>
                    </p:cTn>
                  </p:par>
                  <p:par>
                    <p:cTn id="91" fill="hold">
                      <p:stCondLst>
                        <p:cond delay="indefinite"/>
                      </p:stCondLst>
                      <p:childTnLst>
                        <p:par>
                          <p:cTn id="92" fill="hold">
                            <p:stCondLst>
                              <p:cond delay="0"/>
                            </p:stCondLst>
                            <p:childTnLst>
                              <p:par>
                                <p:cTn id="93" presetID="53" presetClass="entr" presetSubtype="16" fill="hold" grpId="0" nodeType="clickEffect">
                                  <p:stCondLst>
                                    <p:cond delay="0"/>
                                  </p:stCondLst>
                                  <p:childTnLst>
                                    <p:set>
                                      <p:cBhvr>
                                        <p:cTn id="94" dur="1" fill="hold">
                                          <p:stCondLst>
                                            <p:cond delay="0"/>
                                          </p:stCondLst>
                                        </p:cTn>
                                        <p:tgtEl>
                                          <p:spTgt spid="387090"/>
                                        </p:tgtEl>
                                        <p:attrNameLst>
                                          <p:attrName>style.visibility</p:attrName>
                                        </p:attrNameLst>
                                      </p:cBhvr>
                                      <p:to>
                                        <p:strVal val="visible"/>
                                      </p:to>
                                    </p:set>
                                    <p:anim calcmode="lin" valueType="num">
                                      <p:cBhvr>
                                        <p:cTn id="95" dur="500" fill="hold"/>
                                        <p:tgtEl>
                                          <p:spTgt spid="387090"/>
                                        </p:tgtEl>
                                        <p:attrNameLst>
                                          <p:attrName>ppt_w</p:attrName>
                                        </p:attrNameLst>
                                      </p:cBhvr>
                                      <p:tavLst>
                                        <p:tav tm="0">
                                          <p:val>
                                            <p:fltVal val="0"/>
                                          </p:val>
                                        </p:tav>
                                        <p:tav tm="100000">
                                          <p:val>
                                            <p:strVal val="#ppt_w"/>
                                          </p:val>
                                        </p:tav>
                                      </p:tavLst>
                                    </p:anim>
                                    <p:anim calcmode="lin" valueType="num">
                                      <p:cBhvr>
                                        <p:cTn id="96" dur="500" fill="hold"/>
                                        <p:tgtEl>
                                          <p:spTgt spid="387090"/>
                                        </p:tgtEl>
                                        <p:attrNameLst>
                                          <p:attrName>ppt_h</p:attrName>
                                        </p:attrNameLst>
                                      </p:cBhvr>
                                      <p:tavLst>
                                        <p:tav tm="0">
                                          <p:val>
                                            <p:fltVal val="0"/>
                                          </p:val>
                                        </p:tav>
                                        <p:tav tm="100000">
                                          <p:val>
                                            <p:strVal val="#ppt_h"/>
                                          </p:val>
                                        </p:tav>
                                      </p:tavLst>
                                    </p:anim>
                                    <p:animEffect transition="in" filter="fade">
                                      <p:cBhvr>
                                        <p:cTn id="97" dur="500"/>
                                        <p:tgtEl>
                                          <p:spTgt spid="387090"/>
                                        </p:tgtEl>
                                      </p:cBhvr>
                                    </p:animEffect>
                                  </p:childTnLst>
                                </p:cTn>
                              </p:par>
                              <p:par>
                                <p:cTn id="98" presetID="53" presetClass="entr" presetSubtype="16" fill="hold" grpId="0" nodeType="withEffect">
                                  <p:stCondLst>
                                    <p:cond delay="0"/>
                                  </p:stCondLst>
                                  <p:childTnLst>
                                    <p:set>
                                      <p:cBhvr>
                                        <p:cTn id="99" dur="1" fill="hold">
                                          <p:stCondLst>
                                            <p:cond delay="0"/>
                                          </p:stCondLst>
                                        </p:cTn>
                                        <p:tgtEl>
                                          <p:spTgt spid="387091"/>
                                        </p:tgtEl>
                                        <p:attrNameLst>
                                          <p:attrName>style.visibility</p:attrName>
                                        </p:attrNameLst>
                                      </p:cBhvr>
                                      <p:to>
                                        <p:strVal val="visible"/>
                                      </p:to>
                                    </p:set>
                                    <p:anim calcmode="lin" valueType="num">
                                      <p:cBhvr>
                                        <p:cTn id="100" dur="500" fill="hold"/>
                                        <p:tgtEl>
                                          <p:spTgt spid="387091"/>
                                        </p:tgtEl>
                                        <p:attrNameLst>
                                          <p:attrName>ppt_w</p:attrName>
                                        </p:attrNameLst>
                                      </p:cBhvr>
                                      <p:tavLst>
                                        <p:tav tm="0">
                                          <p:val>
                                            <p:fltVal val="0"/>
                                          </p:val>
                                        </p:tav>
                                        <p:tav tm="100000">
                                          <p:val>
                                            <p:strVal val="#ppt_w"/>
                                          </p:val>
                                        </p:tav>
                                      </p:tavLst>
                                    </p:anim>
                                    <p:anim calcmode="lin" valueType="num">
                                      <p:cBhvr>
                                        <p:cTn id="101" dur="500" fill="hold"/>
                                        <p:tgtEl>
                                          <p:spTgt spid="387091"/>
                                        </p:tgtEl>
                                        <p:attrNameLst>
                                          <p:attrName>ppt_h</p:attrName>
                                        </p:attrNameLst>
                                      </p:cBhvr>
                                      <p:tavLst>
                                        <p:tav tm="0">
                                          <p:val>
                                            <p:fltVal val="0"/>
                                          </p:val>
                                        </p:tav>
                                        <p:tav tm="100000">
                                          <p:val>
                                            <p:strVal val="#ppt_h"/>
                                          </p:val>
                                        </p:tav>
                                      </p:tavLst>
                                    </p:anim>
                                    <p:animEffect transition="in" filter="fade">
                                      <p:cBhvr>
                                        <p:cTn id="102" dur="500"/>
                                        <p:tgtEl>
                                          <p:spTgt spid="3870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40" grpId="0" bldLvl="0" animBg="1"/>
      <p:bldP spid="14341" grpId="0"/>
      <p:bldP spid="14342" grpId="0"/>
      <p:bldP spid="14343" grpId="0" bldLvl="0" animBg="1"/>
      <p:bldP spid="387080" grpId="0" bldLvl="0" animBg="1"/>
      <p:bldP spid="387081" grpId="0" bldLvl="0" animBg="1"/>
      <p:bldP spid="387082" grpId="0" bldLvl="0" animBg="1"/>
      <p:bldP spid="387083" grpId="0" bldLvl="0" animBg="1"/>
      <p:bldP spid="387084" grpId="0" bldLvl="0" animBg="1"/>
      <p:bldP spid="387085" grpId="0" bldLvl="0" animBg="1"/>
      <p:bldP spid="387086" grpId="0" bldLvl="0" animBg="1"/>
      <p:bldP spid="387087" grpId="0" bldLvl="0" animBg="1"/>
      <p:bldP spid="387088" grpId="0" bldLvl="0" animBg="1"/>
      <p:bldP spid="387089" grpId="0" bldLvl="0" animBg="1"/>
      <p:bldP spid="387090" grpId="0" bldLvl="0" animBg="1"/>
      <p:bldP spid="387091" grpId="0" bldLvl="0" animBg="1"/>
    </p:bldLst>
  </p:timing>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4818" name="Rectangle 3"/>
          <p:cNvSpPr txBox="1">
            <a:spLocks noChangeArrowheads="1"/>
          </p:cNvSpPr>
          <p:nvPr/>
        </p:nvSpPr>
        <p:spPr bwMode="auto">
          <a:xfrm>
            <a:off x="982663" y="1096963"/>
            <a:ext cx="5184775" cy="5761038"/>
          </a:xfrm>
          <a:prstGeom prst="rect">
            <a:avLst/>
          </a:prstGeom>
          <a:solidFill>
            <a:schemeClr val="bg1"/>
          </a:solidFill>
          <a:ln w="25400" cmpd="thickThin">
            <a:solidFill>
              <a:srgbClr val="002060"/>
            </a:solidFill>
            <a:miter lim="800000"/>
          </a:ln>
        </p:spPr>
        <p:txBody>
          <a:bodyPr/>
          <a:lstStyle/>
          <a:p>
            <a:pPr marR="0" defTabSz="914400" eaLnBrk="1" hangingPunct="1">
              <a:lnSpc>
                <a:spcPts val="1700"/>
              </a:lnSpc>
              <a:buClr>
                <a:schemeClr val="tx2"/>
              </a:buClr>
              <a:buSzPct val="50000"/>
              <a:buFont typeface="Wingdings" panose="05000000000000000000" pitchFamily="2" charset="2"/>
              <a:buNone/>
              <a:defRPr/>
            </a:pPr>
            <a:r>
              <a:rPr kumimoji="0" lang="en-US" altLang="zh-CN" sz="1800" b="1" kern="1200" cap="none" spc="0" normalizeH="0" baseline="0" noProof="0" dirty="0">
                <a:latin typeface="Courier New" panose="02070409020205090404" pitchFamily="49" charset="0"/>
                <a:ea typeface="宋体" pitchFamily="2" charset="-122"/>
                <a:cs typeface="+mn-cs"/>
              </a:rPr>
              <a:t>#include &lt;</a:t>
            </a:r>
            <a:r>
              <a:rPr kumimoji="0" lang="en-US" altLang="zh-CN" sz="1800" b="1" kern="1200" cap="none" spc="0" normalizeH="0" baseline="0" noProof="0" dirty="0" err="1">
                <a:latin typeface="Courier New" panose="02070409020205090404" pitchFamily="49" charset="0"/>
                <a:ea typeface="宋体" pitchFamily="2" charset="-122"/>
                <a:cs typeface="+mn-cs"/>
              </a:rPr>
              <a:t>stdio.h</a:t>
            </a:r>
            <a:r>
              <a:rPr kumimoji="0" lang="en-US" altLang="zh-CN" sz="1800" b="1" kern="1200" cap="none" spc="0" normalizeH="0" baseline="0" noProof="0" dirty="0">
                <a:latin typeface="Courier New" panose="02070409020205090404" pitchFamily="49" charset="0"/>
                <a:ea typeface="宋体" pitchFamily="2" charset="-122"/>
                <a:cs typeface="+mn-cs"/>
              </a:rPr>
              <a:t>&gt;</a:t>
            </a:r>
            <a:endParaRPr kumimoji="0" lang="en-US" altLang="zh-CN" sz="1800" b="1" kern="1200" cap="none" spc="0" normalizeH="0" baseline="0" noProof="0" dirty="0">
              <a:latin typeface="Courier New" panose="02070409020205090404" pitchFamily="49" charset="0"/>
              <a:ea typeface="宋体" pitchFamily="2" charset="-122"/>
              <a:cs typeface="+mn-cs"/>
            </a:endParaRPr>
          </a:p>
          <a:p>
            <a:pPr marR="0" defTabSz="914400" eaLnBrk="1" hangingPunct="1">
              <a:lnSpc>
                <a:spcPts val="1700"/>
              </a:lnSpc>
              <a:buClr>
                <a:schemeClr val="tx2"/>
              </a:buClr>
              <a:buSzPct val="50000"/>
              <a:buFont typeface="Wingdings" panose="05000000000000000000" pitchFamily="2" charset="2"/>
              <a:buNone/>
              <a:defRPr/>
            </a:pPr>
            <a:r>
              <a:rPr kumimoji="0" lang="en-US" altLang="zh-CN" sz="1800" b="1" kern="1200" cap="none" spc="0" normalizeH="0" baseline="0" noProof="0" dirty="0" err="1">
                <a:latin typeface="Courier New" panose="02070409020205090404" pitchFamily="49" charset="0"/>
                <a:ea typeface="宋体" pitchFamily="2" charset="-122"/>
                <a:cs typeface="+mn-cs"/>
              </a:rPr>
              <a:t>int</a:t>
            </a:r>
            <a:r>
              <a:rPr kumimoji="0" lang="en-US" altLang="zh-CN" sz="1800" b="1" kern="1200" cap="none" spc="0" normalizeH="0" baseline="0" noProof="0" dirty="0">
                <a:latin typeface="Courier New" panose="02070409020205090404" pitchFamily="49" charset="0"/>
                <a:ea typeface="宋体" pitchFamily="2" charset="-122"/>
                <a:cs typeface="+mn-cs"/>
              </a:rPr>
              <a:t> main()</a:t>
            </a:r>
            <a:endParaRPr kumimoji="0" lang="en-US" altLang="zh-CN" sz="1800" b="1" kern="1200" cap="none" spc="0" normalizeH="0" baseline="0" noProof="0" dirty="0">
              <a:latin typeface="Courier New" panose="02070409020205090404" pitchFamily="49" charset="0"/>
              <a:ea typeface="宋体" pitchFamily="2" charset="-122"/>
              <a:cs typeface="+mn-cs"/>
            </a:endParaRPr>
          </a:p>
          <a:p>
            <a:pPr marR="0" defTabSz="914400" eaLnBrk="1" hangingPunct="1">
              <a:lnSpc>
                <a:spcPts val="1700"/>
              </a:lnSpc>
              <a:buClr>
                <a:schemeClr val="tx2"/>
              </a:buClr>
              <a:buSzPct val="50000"/>
              <a:buFont typeface="Wingdings" panose="05000000000000000000" pitchFamily="2" charset="2"/>
              <a:buNone/>
              <a:defRPr/>
            </a:pPr>
            <a:r>
              <a:rPr kumimoji="0" lang="en-US" altLang="zh-CN" sz="1800" b="1" kern="1200" cap="none" spc="0" normalizeH="0" baseline="0" noProof="0" dirty="0">
                <a:latin typeface="Courier New" panose="02070409020205090404" pitchFamily="49" charset="0"/>
                <a:ea typeface="宋体" pitchFamily="2" charset="-122"/>
                <a:cs typeface="+mn-cs"/>
              </a:rPr>
              <a:t>{</a:t>
            </a:r>
            <a:endParaRPr kumimoji="0" lang="en-US" altLang="zh-CN" sz="1800" b="1" kern="1200" cap="none" spc="0" normalizeH="0" baseline="0" noProof="0" dirty="0">
              <a:latin typeface="Courier New" panose="02070409020205090404" pitchFamily="49" charset="0"/>
              <a:ea typeface="宋体" pitchFamily="2" charset="-122"/>
              <a:cs typeface="+mn-cs"/>
            </a:endParaRPr>
          </a:p>
          <a:p>
            <a:pPr marR="0" defTabSz="914400" eaLnBrk="1" hangingPunct="1">
              <a:lnSpc>
                <a:spcPts val="1700"/>
              </a:lnSpc>
              <a:buClr>
                <a:schemeClr val="tx2"/>
              </a:buClr>
              <a:buSzPct val="50000"/>
              <a:buFont typeface="Wingdings" panose="05000000000000000000" pitchFamily="2" charset="2"/>
              <a:buNone/>
              <a:defRPr/>
            </a:pPr>
            <a:r>
              <a:rPr kumimoji="0" lang="en-US" altLang="zh-CN" sz="1800" b="1" kern="1200" cap="none" spc="0" normalizeH="0" baseline="0" noProof="0" dirty="0">
                <a:latin typeface="Courier New" panose="02070409020205090404" pitchFamily="49" charset="0"/>
                <a:ea typeface="宋体" pitchFamily="2" charset="-122"/>
                <a:cs typeface="+mn-cs"/>
              </a:rPr>
              <a:t>    </a:t>
            </a:r>
            <a:r>
              <a:rPr kumimoji="0" lang="en-US" altLang="zh-CN" sz="1800" b="1" kern="1200" cap="none" spc="0" normalizeH="0" baseline="0" noProof="0" dirty="0" err="1">
                <a:latin typeface="Courier New" panose="02070409020205090404" pitchFamily="49" charset="0"/>
                <a:ea typeface="宋体" pitchFamily="2" charset="-122"/>
                <a:cs typeface="+mn-cs"/>
              </a:rPr>
              <a:t>int</a:t>
            </a:r>
            <a:r>
              <a:rPr kumimoji="0" lang="en-US" altLang="zh-CN" sz="1800" b="1" kern="1200" cap="none" spc="0" normalizeH="0" baseline="0" noProof="0" dirty="0">
                <a:latin typeface="Courier New" panose="02070409020205090404" pitchFamily="49" charset="0"/>
                <a:ea typeface="宋体" pitchFamily="2" charset="-122"/>
                <a:cs typeface="+mn-cs"/>
              </a:rPr>
              <a:t> </a:t>
            </a:r>
            <a:r>
              <a:rPr kumimoji="0" lang="en-US" altLang="zh-CN" sz="1800" b="1" kern="1200" cap="none" spc="0" normalizeH="0" baseline="0" noProof="0" dirty="0" err="1">
                <a:latin typeface="Courier New" panose="02070409020205090404" pitchFamily="49" charset="0"/>
                <a:ea typeface="宋体" pitchFamily="2" charset="-122"/>
                <a:cs typeface="+mn-cs"/>
              </a:rPr>
              <a:t>i</a:t>
            </a:r>
            <a:r>
              <a:rPr kumimoji="0" lang="en-US" altLang="zh-CN" sz="1800" b="1" kern="1200" cap="none" spc="0" normalizeH="0" baseline="0" noProof="0" dirty="0">
                <a:latin typeface="Courier New" panose="02070409020205090404" pitchFamily="49" charset="0"/>
                <a:ea typeface="宋体" pitchFamily="2" charset="-122"/>
                <a:cs typeface="+mn-cs"/>
              </a:rPr>
              <a:t>, j;</a:t>
            </a:r>
            <a:endParaRPr kumimoji="0" lang="en-US" altLang="zh-CN" sz="1800" b="1" kern="1200" cap="none" spc="0" normalizeH="0" baseline="0" noProof="0" dirty="0">
              <a:latin typeface="Courier New" panose="02070409020205090404" pitchFamily="49" charset="0"/>
              <a:ea typeface="宋体" pitchFamily="2" charset="-122"/>
              <a:cs typeface="+mn-cs"/>
            </a:endParaRPr>
          </a:p>
          <a:p>
            <a:pPr marR="0" defTabSz="914400" eaLnBrk="1" hangingPunct="1">
              <a:lnSpc>
                <a:spcPts val="1700"/>
              </a:lnSpc>
              <a:buClr>
                <a:schemeClr val="tx2"/>
              </a:buClr>
              <a:buSzPct val="50000"/>
              <a:buFont typeface="Wingdings" panose="05000000000000000000" pitchFamily="2" charset="2"/>
              <a:buNone/>
              <a:defRPr/>
            </a:pPr>
            <a:r>
              <a:rPr kumimoji="0" lang="en-US" altLang="zh-CN" sz="1800" b="1" kern="1200" cap="none" spc="0" normalizeH="0" baseline="0" noProof="0" dirty="0">
                <a:latin typeface="Courier New" panose="02070409020205090404" pitchFamily="49" charset="0"/>
                <a:ea typeface="宋体" pitchFamily="2" charset="-122"/>
                <a:cs typeface="+mn-cs"/>
              </a:rPr>
              <a:t>    </a:t>
            </a:r>
            <a:r>
              <a:rPr kumimoji="0" lang="en-US" altLang="zh-CN" sz="1800" b="1" kern="1200" cap="none" spc="0" normalizeH="0" baseline="0" noProof="0" dirty="0" err="1">
                <a:latin typeface="Courier New" panose="02070409020205090404" pitchFamily="49" charset="0"/>
                <a:ea typeface="宋体" pitchFamily="2" charset="-122"/>
                <a:cs typeface="+mn-cs"/>
              </a:rPr>
              <a:t>int</a:t>
            </a:r>
            <a:r>
              <a:rPr kumimoji="0" lang="en-US" altLang="zh-CN" sz="1800" b="1" kern="1200" cap="none" spc="0" normalizeH="0" baseline="0" noProof="0" dirty="0">
                <a:latin typeface="Courier New" panose="02070409020205090404" pitchFamily="49" charset="0"/>
                <a:ea typeface="宋体" pitchFamily="2" charset="-122"/>
                <a:cs typeface="+mn-cs"/>
              </a:rPr>
              <a:t> </a:t>
            </a:r>
            <a:r>
              <a:rPr kumimoji="0" lang="en-US" altLang="zh-CN" sz="1800" b="1" kern="1200" cap="none" spc="0" normalizeH="0" baseline="0" noProof="0" dirty="0">
                <a:solidFill>
                  <a:srgbClr val="C00000"/>
                </a:solidFill>
                <a:effectLst>
                  <a:outerShdw blurRad="38100" dist="38100" dir="2700000" algn="tl">
                    <a:srgbClr val="000000">
                      <a:alpha val="43137"/>
                    </a:srgbClr>
                  </a:outerShdw>
                </a:effectLst>
                <a:latin typeface="Courier New" panose="02070409020205090404" pitchFamily="49" charset="0"/>
                <a:ea typeface="宋体" pitchFamily="2" charset="-122"/>
                <a:cs typeface="+mn-cs"/>
              </a:rPr>
              <a:t>a[2][3] </a:t>
            </a:r>
            <a:r>
              <a:rPr kumimoji="0" lang="en-US" altLang="zh-CN" sz="1800" b="1" kern="1200" cap="none" spc="0" normalizeH="0" baseline="0" noProof="0" dirty="0">
                <a:latin typeface="Courier New" panose="02070409020205090404" pitchFamily="49" charset="0"/>
                <a:ea typeface="宋体" pitchFamily="2" charset="-122"/>
                <a:cs typeface="+mn-cs"/>
              </a:rPr>
              <a:t>= {1,2,3,4,5,6};</a:t>
            </a:r>
            <a:endParaRPr kumimoji="0" lang="en-US" altLang="zh-CN" sz="1800" b="1" kern="1200" cap="none" spc="0" normalizeH="0" baseline="0" noProof="0" dirty="0">
              <a:latin typeface="Courier New" panose="02070409020205090404" pitchFamily="49" charset="0"/>
              <a:ea typeface="宋体" pitchFamily="2" charset="-122"/>
              <a:cs typeface="+mn-cs"/>
            </a:endParaRPr>
          </a:p>
          <a:p>
            <a:pPr marR="0" defTabSz="914400" eaLnBrk="1" hangingPunct="1">
              <a:lnSpc>
                <a:spcPts val="1700"/>
              </a:lnSpc>
              <a:buClr>
                <a:schemeClr val="tx2"/>
              </a:buClr>
              <a:buSzPct val="50000"/>
              <a:buFont typeface="Wingdings" panose="05000000000000000000" pitchFamily="2" charset="2"/>
              <a:buNone/>
              <a:defRPr/>
            </a:pPr>
            <a:r>
              <a:rPr kumimoji="0" lang="en-US" altLang="zh-CN" sz="1800" b="1" kern="1200" cap="none" spc="0" normalizeH="0" baseline="0" noProof="0" dirty="0">
                <a:latin typeface="Courier New" panose="02070409020205090404" pitchFamily="49" charset="0"/>
                <a:ea typeface="宋体" pitchFamily="2" charset="-122"/>
                <a:cs typeface="+mn-cs"/>
              </a:rPr>
              <a:t>    </a:t>
            </a:r>
            <a:r>
              <a:rPr kumimoji="0" lang="en-US" altLang="zh-CN" sz="1800" b="1" kern="1200" cap="none" spc="0" normalizeH="0" baseline="0" noProof="0" dirty="0" err="1">
                <a:latin typeface="Courier New" panose="02070409020205090404" pitchFamily="49" charset="0"/>
                <a:ea typeface="宋体" pitchFamily="2" charset="-122"/>
                <a:cs typeface="+mn-cs"/>
              </a:rPr>
              <a:t>printf</a:t>
            </a:r>
            <a:r>
              <a:rPr kumimoji="0" lang="en-US" altLang="zh-CN" sz="1800" b="1" kern="1200" cap="none" spc="0" normalizeH="0" baseline="0" noProof="0" dirty="0">
                <a:latin typeface="Courier New" panose="02070409020205090404" pitchFamily="49" charset="0"/>
                <a:ea typeface="宋体" pitchFamily="2" charset="-122"/>
                <a:cs typeface="+mn-cs"/>
              </a:rPr>
              <a:t>("%p\n", a);</a:t>
            </a:r>
            <a:endParaRPr kumimoji="0" lang="en-US" altLang="zh-CN" sz="1800" b="1" kern="1200" cap="none" spc="0" normalizeH="0" baseline="0" noProof="0" dirty="0">
              <a:latin typeface="Courier New" panose="02070409020205090404" pitchFamily="49" charset="0"/>
              <a:ea typeface="宋体" pitchFamily="2" charset="-122"/>
              <a:cs typeface="+mn-cs"/>
            </a:endParaRPr>
          </a:p>
          <a:p>
            <a:pPr marR="0" defTabSz="914400" eaLnBrk="1" hangingPunct="1">
              <a:lnSpc>
                <a:spcPts val="1700"/>
              </a:lnSpc>
              <a:buClr>
                <a:schemeClr val="tx2"/>
              </a:buClr>
              <a:buSzPct val="50000"/>
              <a:buFont typeface="Wingdings" panose="05000000000000000000" pitchFamily="2" charset="2"/>
              <a:buNone/>
              <a:defRPr/>
            </a:pPr>
            <a:r>
              <a:rPr kumimoji="0" lang="en-US" altLang="zh-CN" sz="1800" b="1" kern="1200" cap="none" spc="0" normalizeH="0" baseline="0" noProof="0" dirty="0">
                <a:latin typeface="Courier New" panose="02070409020205090404" pitchFamily="49" charset="0"/>
                <a:ea typeface="宋体" pitchFamily="2" charset="-122"/>
                <a:cs typeface="+mn-cs"/>
              </a:rPr>
              <a:t>    </a:t>
            </a:r>
            <a:endParaRPr kumimoji="0" lang="en-US" altLang="zh-CN" sz="1800" b="1" kern="1200" cap="none" spc="0" normalizeH="0" baseline="0" noProof="0" dirty="0">
              <a:latin typeface="Courier New" panose="02070409020205090404" pitchFamily="49" charset="0"/>
              <a:ea typeface="宋体" pitchFamily="2" charset="-122"/>
              <a:cs typeface="+mn-cs"/>
            </a:endParaRPr>
          </a:p>
          <a:p>
            <a:pPr marR="0" defTabSz="914400" eaLnBrk="1" hangingPunct="1">
              <a:lnSpc>
                <a:spcPts val="1700"/>
              </a:lnSpc>
              <a:buClr>
                <a:schemeClr val="tx2"/>
              </a:buClr>
              <a:buSzPct val="50000"/>
              <a:buFont typeface="Wingdings" panose="05000000000000000000" pitchFamily="2" charset="2"/>
              <a:buNone/>
              <a:defRPr/>
            </a:pPr>
            <a:r>
              <a:rPr kumimoji="0" lang="en-US" altLang="zh-CN" sz="1800" b="1" kern="1200" cap="none" spc="0" normalizeH="0" baseline="0" noProof="0" dirty="0">
                <a:latin typeface="Courier New" panose="02070409020205090404" pitchFamily="49" charset="0"/>
                <a:ea typeface="宋体" pitchFamily="2" charset="-122"/>
                <a:cs typeface="+mn-cs"/>
              </a:rPr>
              <a:t>    for (</a:t>
            </a:r>
            <a:r>
              <a:rPr kumimoji="0" lang="en-US" altLang="zh-CN" sz="1800" b="1" kern="1200" cap="none" spc="0" normalizeH="0" baseline="0" noProof="0" dirty="0" err="1">
                <a:latin typeface="Courier New" panose="02070409020205090404" pitchFamily="49" charset="0"/>
                <a:ea typeface="宋体" pitchFamily="2" charset="-122"/>
                <a:cs typeface="+mn-cs"/>
              </a:rPr>
              <a:t>i</a:t>
            </a:r>
            <a:r>
              <a:rPr kumimoji="0" lang="en-US" altLang="zh-CN" sz="1800" b="1" kern="1200" cap="none" spc="0" normalizeH="0" baseline="0" noProof="0" dirty="0">
                <a:latin typeface="Courier New" panose="02070409020205090404" pitchFamily="49" charset="0"/>
                <a:ea typeface="宋体" pitchFamily="2" charset="-122"/>
                <a:cs typeface="+mn-cs"/>
              </a:rPr>
              <a:t>=0; </a:t>
            </a:r>
            <a:r>
              <a:rPr kumimoji="0" lang="en-US" altLang="zh-CN" sz="1800" b="1" kern="1200" cap="none" spc="0" normalizeH="0" baseline="0" noProof="0" dirty="0" err="1">
                <a:latin typeface="Courier New" panose="02070409020205090404" pitchFamily="49" charset="0"/>
                <a:ea typeface="宋体" pitchFamily="2" charset="-122"/>
                <a:cs typeface="+mn-cs"/>
              </a:rPr>
              <a:t>i</a:t>
            </a:r>
            <a:r>
              <a:rPr kumimoji="0" lang="en-US" altLang="zh-CN" sz="1800" b="1" kern="1200" cap="none" spc="0" normalizeH="0" baseline="0" noProof="0" dirty="0">
                <a:latin typeface="Courier New" panose="02070409020205090404" pitchFamily="49" charset="0"/>
                <a:ea typeface="宋体" pitchFamily="2" charset="-122"/>
                <a:cs typeface="+mn-cs"/>
              </a:rPr>
              <a:t>&lt;</a:t>
            </a:r>
            <a:r>
              <a:rPr kumimoji="0" lang="en-US" altLang="zh-CN" sz="1800" b="1" kern="1200" cap="none" spc="0" normalizeH="0" baseline="0" noProof="0" dirty="0">
                <a:solidFill>
                  <a:srgbClr val="C00000"/>
                </a:solidFill>
                <a:effectLst>
                  <a:outerShdw blurRad="38100" dist="38100" dir="2700000" algn="tl">
                    <a:srgbClr val="000000">
                      <a:alpha val="43137"/>
                    </a:srgbClr>
                  </a:outerShdw>
                </a:effectLst>
                <a:latin typeface="Courier New" panose="02070409020205090404" pitchFamily="49" charset="0"/>
                <a:ea typeface="宋体" pitchFamily="2" charset="-122"/>
                <a:cs typeface="+mn-cs"/>
              </a:rPr>
              <a:t>2</a:t>
            </a:r>
            <a:r>
              <a:rPr kumimoji="0" lang="en-US" altLang="zh-CN" sz="1800" b="1" kern="1200" cap="none" spc="0" normalizeH="0" baseline="0" noProof="0" dirty="0">
                <a:latin typeface="Courier New" panose="02070409020205090404" pitchFamily="49" charset="0"/>
                <a:ea typeface="宋体" pitchFamily="2" charset="-122"/>
                <a:cs typeface="+mn-cs"/>
              </a:rPr>
              <a:t>; </a:t>
            </a:r>
            <a:r>
              <a:rPr kumimoji="0" lang="en-US" altLang="zh-CN" sz="1800" b="1" kern="1200" cap="none" spc="0" normalizeH="0" baseline="0" noProof="0" dirty="0" err="1">
                <a:latin typeface="Courier New" panose="02070409020205090404" pitchFamily="49" charset="0"/>
                <a:ea typeface="宋体" pitchFamily="2" charset="-122"/>
                <a:cs typeface="+mn-cs"/>
              </a:rPr>
              <a:t>i</a:t>
            </a:r>
            <a:r>
              <a:rPr kumimoji="0" lang="en-US" altLang="zh-CN" sz="1800" b="1" kern="1200" cap="none" spc="0" normalizeH="0" baseline="0" noProof="0" dirty="0">
                <a:latin typeface="Courier New" panose="02070409020205090404" pitchFamily="49" charset="0"/>
                <a:ea typeface="宋体" pitchFamily="2" charset="-122"/>
                <a:cs typeface="+mn-cs"/>
              </a:rPr>
              <a:t>++)</a:t>
            </a:r>
            <a:endParaRPr kumimoji="0" lang="en-US" altLang="zh-CN" sz="1800" b="1" kern="1200" cap="none" spc="0" normalizeH="0" baseline="0" noProof="0" dirty="0">
              <a:latin typeface="Courier New" panose="02070409020205090404" pitchFamily="49" charset="0"/>
              <a:ea typeface="宋体" pitchFamily="2" charset="-122"/>
              <a:cs typeface="+mn-cs"/>
            </a:endParaRPr>
          </a:p>
          <a:p>
            <a:pPr marR="0" defTabSz="914400" eaLnBrk="1" hangingPunct="1">
              <a:lnSpc>
                <a:spcPts val="1700"/>
              </a:lnSpc>
              <a:buClr>
                <a:schemeClr val="tx2"/>
              </a:buClr>
              <a:buSzPct val="50000"/>
              <a:buFont typeface="Wingdings" panose="05000000000000000000" pitchFamily="2" charset="2"/>
              <a:buNone/>
              <a:defRPr/>
            </a:pPr>
            <a:r>
              <a:rPr kumimoji="0" lang="en-US" altLang="zh-CN" sz="1800" b="1" kern="1200" cap="none" spc="0" normalizeH="0" baseline="0" noProof="0" dirty="0">
                <a:latin typeface="Courier New" panose="02070409020205090404" pitchFamily="49" charset="0"/>
                <a:ea typeface="宋体" pitchFamily="2" charset="-122"/>
                <a:cs typeface="+mn-cs"/>
              </a:rPr>
              <a:t>    {</a:t>
            </a:r>
            <a:endParaRPr kumimoji="0" lang="en-US" altLang="zh-CN" sz="1800" b="1" kern="1200" cap="none" spc="0" normalizeH="0" baseline="0" noProof="0" dirty="0">
              <a:latin typeface="Courier New" panose="02070409020205090404" pitchFamily="49" charset="0"/>
              <a:ea typeface="宋体" pitchFamily="2" charset="-122"/>
              <a:cs typeface="+mn-cs"/>
            </a:endParaRPr>
          </a:p>
          <a:p>
            <a:pPr marR="0" defTabSz="914400" eaLnBrk="1" hangingPunct="1">
              <a:lnSpc>
                <a:spcPts val="1700"/>
              </a:lnSpc>
              <a:buClr>
                <a:schemeClr val="tx2"/>
              </a:buClr>
              <a:buSzPct val="50000"/>
              <a:buFont typeface="Wingdings" panose="05000000000000000000" pitchFamily="2" charset="2"/>
              <a:buNone/>
              <a:defRPr/>
            </a:pPr>
            <a:r>
              <a:rPr kumimoji="0" lang="en-US" altLang="zh-CN" sz="1800" b="1" kern="1200" cap="none" spc="0" normalizeH="0" baseline="0" noProof="0" dirty="0">
                <a:latin typeface="Courier New" panose="02070409020205090404" pitchFamily="49" charset="0"/>
                <a:ea typeface="宋体" pitchFamily="2" charset="-122"/>
                <a:cs typeface="+mn-cs"/>
              </a:rPr>
              <a:t>        for (j=0; j&lt;</a:t>
            </a:r>
            <a:r>
              <a:rPr kumimoji="0" lang="en-US" altLang="zh-CN" sz="1800" b="1" kern="1200" cap="none" spc="0" normalizeH="0" baseline="0" noProof="0" dirty="0">
                <a:solidFill>
                  <a:srgbClr val="C00000"/>
                </a:solidFill>
                <a:effectLst>
                  <a:outerShdw blurRad="38100" dist="38100" dir="2700000" algn="tl">
                    <a:srgbClr val="000000">
                      <a:alpha val="43137"/>
                    </a:srgbClr>
                  </a:outerShdw>
                </a:effectLst>
                <a:latin typeface="Courier New" panose="02070409020205090404" pitchFamily="49" charset="0"/>
                <a:ea typeface="宋体" pitchFamily="2" charset="-122"/>
                <a:cs typeface="+mn-cs"/>
              </a:rPr>
              <a:t>3</a:t>
            </a:r>
            <a:r>
              <a:rPr kumimoji="0" lang="en-US" altLang="zh-CN" sz="1800" b="1" kern="1200" cap="none" spc="0" normalizeH="0" baseline="0" noProof="0" dirty="0">
                <a:latin typeface="Courier New" panose="02070409020205090404" pitchFamily="49" charset="0"/>
                <a:ea typeface="宋体" pitchFamily="2" charset="-122"/>
                <a:cs typeface="+mn-cs"/>
              </a:rPr>
              <a:t>; j++)</a:t>
            </a:r>
            <a:endParaRPr kumimoji="0" lang="en-US" altLang="zh-CN" sz="1800" b="1" kern="1200" cap="none" spc="0" normalizeH="0" baseline="0" noProof="0" dirty="0">
              <a:latin typeface="Courier New" panose="02070409020205090404" pitchFamily="49" charset="0"/>
              <a:ea typeface="宋体" pitchFamily="2" charset="-122"/>
              <a:cs typeface="+mn-cs"/>
            </a:endParaRPr>
          </a:p>
          <a:p>
            <a:pPr marR="0" defTabSz="914400" eaLnBrk="1" hangingPunct="1">
              <a:lnSpc>
                <a:spcPts val="1700"/>
              </a:lnSpc>
              <a:buClr>
                <a:schemeClr val="tx2"/>
              </a:buClr>
              <a:buSzPct val="50000"/>
              <a:buFont typeface="Wingdings" panose="05000000000000000000" pitchFamily="2" charset="2"/>
              <a:buNone/>
              <a:defRPr/>
            </a:pPr>
            <a:r>
              <a:rPr kumimoji="0" lang="en-US" altLang="zh-CN" sz="1800" b="1" kern="1200" cap="none" spc="0" normalizeH="0" baseline="0" noProof="0" dirty="0">
                <a:latin typeface="Courier New" panose="02070409020205090404" pitchFamily="49" charset="0"/>
                <a:ea typeface="宋体" pitchFamily="2" charset="-122"/>
                <a:cs typeface="+mn-cs"/>
              </a:rPr>
              <a:t>        {</a:t>
            </a:r>
            <a:endParaRPr kumimoji="0" lang="en-US" altLang="zh-CN" sz="1800" b="1" kern="1200" cap="none" spc="0" normalizeH="0" baseline="0" noProof="0" dirty="0">
              <a:latin typeface="Courier New" panose="02070409020205090404" pitchFamily="49" charset="0"/>
              <a:ea typeface="宋体" pitchFamily="2" charset="-122"/>
              <a:cs typeface="+mn-cs"/>
            </a:endParaRPr>
          </a:p>
          <a:p>
            <a:pPr marR="0" defTabSz="914400" eaLnBrk="1" hangingPunct="1">
              <a:lnSpc>
                <a:spcPts val="1700"/>
              </a:lnSpc>
              <a:buClr>
                <a:schemeClr val="tx2"/>
              </a:buClr>
              <a:buSzPct val="50000"/>
              <a:buFont typeface="Wingdings" panose="05000000000000000000" pitchFamily="2" charset="2"/>
              <a:buNone/>
              <a:defRPr/>
            </a:pPr>
            <a:r>
              <a:rPr kumimoji="0" lang="en-US" altLang="zh-CN" sz="1800" b="1" kern="1200" cap="none" spc="0" normalizeH="0" baseline="0" noProof="0" dirty="0">
                <a:latin typeface="Courier New" panose="02070409020205090404" pitchFamily="49" charset="0"/>
                <a:ea typeface="宋体" pitchFamily="2" charset="-122"/>
                <a:cs typeface="+mn-cs"/>
              </a:rPr>
              <a:t>            </a:t>
            </a:r>
            <a:r>
              <a:rPr kumimoji="0" lang="en-US" altLang="zh-CN" sz="1800" b="1" kern="1200" cap="none" spc="0" normalizeH="0" baseline="0" noProof="0" dirty="0" err="1">
                <a:latin typeface="Courier New" panose="02070409020205090404" pitchFamily="49" charset="0"/>
                <a:ea typeface="宋体" pitchFamily="2" charset="-122"/>
                <a:cs typeface="+mn-cs"/>
              </a:rPr>
              <a:t>printf</a:t>
            </a:r>
            <a:r>
              <a:rPr kumimoji="0" lang="en-US" altLang="zh-CN" sz="1800" b="1" kern="1200" cap="none" spc="0" normalizeH="0" baseline="0" noProof="0" dirty="0">
                <a:latin typeface="Courier New" panose="02070409020205090404" pitchFamily="49" charset="0"/>
                <a:ea typeface="宋体" pitchFamily="2" charset="-122"/>
                <a:cs typeface="+mn-cs"/>
              </a:rPr>
              <a:t>("%d\t", a[</a:t>
            </a:r>
            <a:r>
              <a:rPr kumimoji="0" lang="en-US" altLang="zh-CN" sz="1800" b="1" kern="1200" cap="none" spc="0" normalizeH="0" baseline="0" noProof="0" dirty="0" err="1">
                <a:latin typeface="Courier New" panose="02070409020205090404" pitchFamily="49" charset="0"/>
                <a:ea typeface="宋体" pitchFamily="2" charset="-122"/>
                <a:cs typeface="+mn-cs"/>
              </a:rPr>
              <a:t>i</a:t>
            </a:r>
            <a:r>
              <a:rPr kumimoji="0" lang="en-US" altLang="zh-CN" sz="1800" b="1" kern="1200" cap="none" spc="0" normalizeH="0" baseline="0" noProof="0" dirty="0">
                <a:latin typeface="Courier New" panose="02070409020205090404" pitchFamily="49" charset="0"/>
                <a:ea typeface="宋体" pitchFamily="2" charset="-122"/>
                <a:cs typeface="+mn-cs"/>
              </a:rPr>
              <a:t>][j]);</a:t>
            </a:r>
            <a:endParaRPr kumimoji="0" lang="en-US" altLang="zh-CN" sz="1800" b="1" kern="1200" cap="none" spc="0" normalizeH="0" baseline="0" noProof="0" dirty="0">
              <a:latin typeface="Courier New" panose="02070409020205090404" pitchFamily="49" charset="0"/>
              <a:ea typeface="宋体" pitchFamily="2" charset="-122"/>
              <a:cs typeface="+mn-cs"/>
            </a:endParaRPr>
          </a:p>
          <a:p>
            <a:pPr marR="0" defTabSz="914400" eaLnBrk="1" hangingPunct="1">
              <a:lnSpc>
                <a:spcPts val="1700"/>
              </a:lnSpc>
              <a:buClr>
                <a:schemeClr val="tx2"/>
              </a:buClr>
              <a:buSzPct val="50000"/>
              <a:buFont typeface="Wingdings" panose="05000000000000000000" pitchFamily="2" charset="2"/>
              <a:buNone/>
              <a:defRPr/>
            </a:pPr>
            <a:r>
              <a:rPr kumimoji="0" lang="en-US" altLang="zh-CN" sz="1800" b="1" kern="1200" cap="none" spc="0" normalizeH="0" baseline="0" noProof="0" dirty="0">
                <a:latin typeface="Courier New" panose="02070409020205090404" pitchFamily="49" charset="0"/>
                <a:ea typeface="宋体" pitchFamily="2" charset="-122"/>
                <a:cs typeface="+mn-cs"/>
              </a:rPr>
              <a:t>        }</a:t>
            </a:r>
            <a:endParaRPr kumimoji="0" lang="en-US" altLang="zh-CN" sz="1800" b="1" kern="1200" cap="none" spc="0" normalizeH="0" baseline="0" noProof="0" dirty="0">
              <a:latin typeface="Courier New" panose="02070409020205090404" pitchFamily="49" charset="0"/>
              <a:ea typeface="宋体" pitchFamily="2" charset="-122"/>
              <a:cs typeface="+mn-cs"/>
            </a:endParaRPr>
          </a:p>
          <a:p>
            <a:pPr marR="0" defTabSz="914400" eaLnBrk="1" hangingPunct="1">
              <a:lnSpc>
                <a:spcPts val="1700"/>
              </a:lnSpc>
              <a:buClr>
                <a:schemeClr val="tx2"/>
              </a:buClr>
              <a:buSzPct val="50000"/>
              <a:buFont typeface="Wingdings" panose="05000000000000000000" pitchFamily="2" charset="2"/>
              <a:buNone/>
              <a:defRPr/>
            </a:pPr>
            <a:r>
              <a:rPr kumimoji="0" lang="en-US" altLang="zh-CN" sz="1800" b="1" kern="1200" cap="none" spc="0" normalizeH="0" baseline="0" noProof="0" dirty="0">
                <a:latin typeface="Courier New" panose="02070409020205090404" pitchFamily="49" charset="0"/>
                <a:ea typeface="宋体" pitchFamily="2" charset="-122"/>
                <a:cs typeface="+mn-cs"/>
              </a:rPr>
              <a:t>        </a:t>
            </a:r>
            <a:r>
              <a:rPr kumimoji="0" lang="en-US" altLang="zh-CN" sz="1800" b="1" kern="1200" cap="none" spc="0" normalizeH="0" baseline="0" noProof="0" dirty="0" err="1">
                <a:latin typeface="Courier New" panose="02070409020205090404" pitchFamily="49" charset="0"/>
                <a:ea typeface="宋体" pitchFamily="2" charset="-122"/>
                <a:cs typeface="+mn-cs"/>
              </a:rPr>
              <a:t>printf</a:t>
            </a:r>
            <a:r>
              <a:rPr kumimoji="0" lang="en-US" altLang="zh-CN" sz="1800" b="1" kern="1200" cap="none" spc="0" normalizeH="0" baseline="0" noProof="0" dirty="0">
                <a:latin typeface="Courier New" panose="02070409020205090404" pitchFamily="49" charset="0"/>
                <a:ea typeface="宋体" pitchFamily="2" charset="-122"/>
                <a:cs typeface="+mn-cs"/>
              </a:rPr>
              <a:t>("\n");</a:t>
            </a:r>
            <a:endParaRPr kumimoji="0" lang="en-US" altLang="zh-CN" sz="1800" b="1" kern="1200" cap="none" spc="0" normalizeH="0" baseline="0" noProof="0" dirty="0">
              <a:latin typeface="Courier New" panose="02070409020205090404" pitchFamily="49" charset="0"/>
              <a:ea typeface="宋体" pitchFamily="2" charset="-122"/>
              <a:cs typeface="+mn-cs"/>
            </a:endParaRPr>
          </a:p>
          <a:p>
            <a:pPr marR="0" defTabSz="914400" eaLnBrk="1" hangingPunct="1">
              <a:lnSpc>
                <a:spcPts val="1700"/>
              </a:lnSpc>
              <a:buClr>
                <a:schemeClr val="tx2"/>
              </a:buClr>
              <a:buSzPct val="50000"/>
              <a:buFont typeface="Wingdings" panose="05000000000000000000" pitchFamily="2" charset="2"/>
              <a:buNone/>
              <a:defRPr/>
            </a:pPr>
            <a:r>
              <a:rPr kumimoji="0" lang="en-US" altLang="zh-CN" sz="1800" b="1" kern="1200" cap="none" spc="0" normalizeH="0" baseline="0" noProof="0" dirty="0">
                <a:latin typeface="Courier New" panose="02070409020205090404" pitchFamily="49" charset="0"/>
                <a:ea typeface="宋体" pitchFamily="2" charset="-122"/>
                <a:cs typeface="+mn-cs"/>
              </a:rPr>
              <a:t>    }</a:t>
            </a:r>
            <a:endParaRPr kumimoji="0" lang="en-US" altLang="zh-CN" sz="1800" b="1" kern="1200" cap="none" spc="0" normalizeH="0" baseline="0" noProof="0" dirty="0">
              <a:latin typeface="Courier New" panose="02070409020205090404" pitchFamily="49" charset="0"/>
              <a:ea typeface="宋体" pitchFamily="2" charset="-122"/>
              <a:cs typeface="+mn-cs"/>
            </a:endParaRPr>
          </a:p>
          <a:p>
            <a:pPr marR="0" defTabSz="914400" eaLnBrk="1" hangingPunct="1">
              <a:lnSpc>
                <a:spcPts val="1700"/>
              </a:lnSpc>
              <a:buClr>
                <a:schemeClr val="tx2"/>
              </a:buClr>
              <a:buSzPct val="50000"/>
              <a:buFont typeface="Wingdings" panose="05000000000000000000" pitchFamily="2" charset="2"/>
              <a:buNone/>
              <a:defRPr/>
            </a:pPr>
            <a:endParaRPr kumimoji="0" lang="en-US" altLang="zh-CN" sz="1800" b="1" kern="1200" cap="none" spc="0" normalizeH="0" baseline="0" noProof="0" dirty="0">
              <a:latin typeface="Courier New" panose="02070409020205090404" pitchFamily="49" charset="0"/>
              <a:ea typeface="宋体" pitchFamily="2" charset="-122"/>
              <a:cs typeface="+mn-cs"/>
            </a:endParaRPr>
          </a:p>
          <a:p>
            <a:pPr marR="0" defTabSz="914400" eaLnBrk="1" hangingPunct="1">
              <a:lnSpc>
                <a:spcPts val="1700"/>
              </a:lnSpc>
              <a:buClr>
                <a:schemeClr val="tx2"/>
              </a:buClr>
              <a:buSzPct val="50000"/>
              <a:buFont typeface="Wingdings" panose="05000000000000000000" pitchFamily="2" charset="2"/>
              <a:buNone/>
              <a:defRPr/>
            </a:pPr>
            <a:r>
              <a:rPr kumimoji="0" lang="en-US" altLang="zh-CN" sz="1800" b="1" kern="1200" cap="none" spc="0" normalizeH="0" baseline="0" noProof="0" dirty="0">
                <a:latin typeface="Courier New" panose="02070409020205090404" pitchFamily="49" charset="0"/>
                <a:ea typeface="宋体" pitchFamily="2" charset="-122"/>
                <a:cs typeface="+mn-cs"/>
              </a:rPr>
              <a:t>    for (</a:t>
            </a:r>
            <a:r>
              <a:rPr kumimoji="0" lang="en-US" altLang="zh-CN" sz="1800" b="1" kern="1200" cap="none" spc="0" normalizeH="0" baseline="0" noProof="0" dirty="0" err="1">
                <a:latin typeface="Courier New" panose="02070409020205090404" pitchFamily="49" charset="0"/>
                <a:ea typeface="宋体" pitchFamily="2" charset="-122"/>
                <a:cs typeface="+mn-cs"/>
              </a:rPr>
              <a:t>i</a:t>
            </a:r>
            <a:r>
              <a:rPr kumimoji="0" lang="en-US" altLang="zh-CN" sz="1800" b="1" kern="1200" cap="none" spc="0" normalizeH="0" baseline="0" noProof="0" dirty="0">
                <a:latin typeface="Courier New" panose="02070409020205090404" pitchFamily="49" charset="0"/>
                <a:ea typeface="宋体" pitchFamily="2" charset="-122"/>
                <a:cs typeface="+mn-cs"/>
              </a:rPr>
              <a:t>=0; </a:t>
            </a:r>
            <a:r>
              <a:rPr kumimoji="0" lang="en-US" altLang="zh-CN" sz="1800" b="1" kern="1200" cap="none" spc="0" normalizeH="0" baseline="0" noProof="0" dirty="0" err="1">
                <a:latin typeface="Courier New" panose="02070409020205090404" pitchFamily="49" charset="0"/>
                <a:ea typeface="宋体" pitchFamily="2" charset="-122"/>
                <a:cs typeface="+mn-cs"/>
              </a:rPr>
              <a:t>i</a:t>
            </a:r>
            <a:r>
              <a:rPr kumimoji="0" lang="en-US" altLang="zh-CN" sz="1800" b="1" kern="1200" cap="none" spc="0" normalizeH="0" baseline="0" noProof="0" dirty="0">
                <a:latin typeface="Courier New" panose="02070409020205090404" pitchFamily="49" charset="0"/>
                <a:ea typeface="宋体" pitchFamily="2" charset="-122"/>
                <a:cs typeface="+mn-cs"/>
              </a:rPr>
              <a:t>&lt;</a:t>
            </a:r>
            <a:r>
              <a:rPr kumimoji="0" lang="en-US" altLang="zh-CN" sz="1800" b="1" kern="1200" cap="none" spc="0" normalizeH="0" baseline="0" noProof="0" dirty="0">
                <a:solidFill>
                  <a:srgbClr val="C00000"/>
                </a:solidFill>
                <a:effectLst>
                  <a:outerShdw blurRad="38100" dist="38100" dir="2700000" algn="tl">
                    <a:srgbClr val="000000">
                      <a:alpha val="43137"/>
                    </a:srgbClr>
                  </a:outerShdw>
                </a:effectLst>
                <a:latin typeface="Courier New" panose="02070409020205090404" pitchFamily="49" charset="0"/>
                <a:ea typeface="宋体" pitchFamily="2" charset="-122"/>
                <a:cs typeface="+mn-cs"/>
              </a:rPr>
              <a:t>3</a:t>
            </a:r>
            <a:r>
              <a:rPr kumimoji="0" lang="en-US" altLang="zh-CN" sz="1800" b="1" kern="1200" cap="none" spc="0" normalizeH="0" baseline="0" noProof="0" dirty="0">
                <a:latin typeface="Courier New" panose="02070409020205090404" pitchFamily="49" charset="0"/>
                <a:ea typeface="宋体" pitchFamily="2" charset="-122"/>
                <a:cs typeface="+mn-cs"/>
              </a:rPr>
              <a:t>; </a:t>
            </a:r>
            <a:r>
              <a:rPr kumimoji="0" lang="en-US" altLang="zh-CN" sz="1800" b="1" kern="1200" cap="none" spc="0" normalizeH="0" baseline="0" noProof="0" dirty="0" err="1">
                <a:latin typeface="Courier New" panose="02070409020205090404" pitchFamily="49" charset="0"/>
                <a:ea typeface="宋体" pitchFamily="2" charset="-122"/>
                <a:cs typeface="+mn-cs"/>
              </a:rPr>
              <a:t>i</a:t>
            </a:r>
            <a:r>
              <a:rPr kumimoji="0" lang="en-US" altLang="zh-CN" sz="1800" b="1" kern="1200" cap="none" spc="0" normalizeH="0" baseline="0" noProof="0" dirty="0">
                <a:latin typeface="Courier New" panose="02070409020205090404" pitchFamily="49" charset="0"/>
                <a:ea typeface="宋体" pitchFamily="2" charset="-122"/>
                <a:cs typeface="+mn-cs"/>
              </a:rPr>
              <a:t>++)</a:t>
            </a:r>
            <a:endParaRPr kumimoji="0" lang="en-US" altLang="zh-CN" sz="1800" b="1" kern="1200" cap="none" spc="0" normalizeH="0" baseline="0" noProof="0" dirty="0">
              <a:latin typeface="Courier New" panose="02070409020205090404" pitchFamily="49" charset="0"/>
              <a:ea typeface="宋体" pitchFamily="2" charset="-122"/>
              <a:cs typeface="+mn-cs"/>
            </a:endParaRPr>
          </a:p>
          <a:p>
            <a:pPr marR="0" defTabSz="914400" eaLnBrk="1" hangingPunct="1">
              <a:lnSpc>
                <a:spcPts val="1700"/>
              </a:lnSpc>
              <a:buClr>
                <a:schemeClr val="tx2"/>
              </a:buClr>
              <a:buSzPct val="50000"/>
              <a:buFont typeface="Wingdings" panose="05000000000000000000" pitchFamily="2" charset="2"/>
              <a:buNone/>
              <a:defRPr/>
            </a:pPr>
            <a:r>
              <a:rPr kumimoji="0" lang="en-US" altLang="zh-CN" sz="1800" b="1" kern="1200" cap="none" spc="0" normalizeH="0" baseline="0" noProof="0" dirty="0">
                <a:latin typeface="Courier New" panose="02070409020205090404" pitchFamily="49" charset="0"/>
                <a:ea typeface="宋体" pitchFamily="2" charset="-122"/>
                <a:cs typeface="+mn-cs"/>
              </a:rPr>
              <a:t>    {</a:t>
            </a:r>
            <a:endParaRPr kumimoji="0" lang="en-US" altLang="zh-CN" sz="1800" b="1" kern="1200" cap="none" spc="0" normalizeH="0" baseline="0" noProof="0" dirty="0">
              <a:latin typeface="Courier New" panose="02070409020205090404" pitchFamily="49" charset="0"/>
              <a:ea typeface="宋体" pitchFamily="2" charset="-122"/>
              <a:cs typeface="+mn-cs"/>
            </a:endParaRPr>
          </a:p>
          <a:p>
            <a:pPr marR="0" defTabSz="914400" eaLnBrk="1" hangingPunct="1">
              <a:lnSpc>
                <a:spcPts val="1700"/>
              </a:lnSpc>
              <a:buClr>
                <a:schemeClr val="tx2"/>
              </a:buClr>
              <a:buSzPct val="50000"/>
              <a:buFont typeface="Wingdings" panose="05000000000000000000" pitchFamily="2" charset="2"/>
              <a:buNone/>
              <a:defRPr/>
            </a:pPr>
            <a:r>
              <a:rPr kumimoji="0" lang="en-US" altLang="zh-CN" sz="1800" b="1" kern="1200" cap="none" spc="0" normalizeH="0" baseline="0" noProof="0" dirty="0">
                <a:latin typeface="Courier New" panose="02070409020205090404" pitchFamily="49" charset="0"/>
                <a:ea typeface="宋体" pitchFamily="2" charset="-122"/>
                <a:cs typeface="+mn-cs"/>
              </a:rPr>
              <a:t>        for (j=0; j&lt;</a:t>
            </a:r>
            <a:r>
              <a:rPr kumimoji="0" lang="en-US" altLang="zh-CN" sz="1800" b="1" kern="1200" cap="none" spc="0" normalizeH="0" baseline="0" noProof="0" dirty="0">
                <a:solidFill>
                  <a:srgbClr val="C00000"/>
                </a:solidFill>
                <a:effectLst>
                  <a:outerShdw blurRad="38100" dist="38100" dir="2700000" algn="tl">
                    <a:srgbClr val="000000">
                      <a:alpha val="43137"/>
                    </a:srgbClr>
                  </a:outerShdw>
                </a:effectLst>
                <a:latin typeface="Courier New" panose="02070409020205090404" pitchFamily="49" charset="0"/>
                <a:ea typeface="宋体" pitchFamily="2" charset="-122"/>
                <a:cs typeface="+mn-cs"/>
              </a:rPr>
              <a:t>2</a:t>
            </a:r>
            <a:r>
              <a:rPr kumimoji="0" lang="en-US" altLang="zh-CN" sz="1800" b="1" kern="1200" cap="none" spc="0" normalizeH="0" baseline="0" noProof="0" dirty="0">
                <a:latin typeface="Courier New" panose="02070409020205090404" pitchFamily="49" charset="0"/>
                <a:ea typeface="宋体" pitchFamily="2" charset="-122"/>
                <a:cs typeface="+mn-cs"/>
              </a:rPr>
              <a:t>; j++)</a:t>
            </a:r>
            <a:endParaRPr kumimoji="0" lang="en-US" altLang="zh-CN" sz="1800" b="1" kern="1200" cap="none" spc="0" normalizeH="0" baseline="0" noProof="0" dirty="0">
              <a:latin typeface="Courier New" panose="02070409020205090404" pitchFamily="49" charset="0"/>
              <a:ea typeface="宋体" pitchFamily="2" charset="-122"/>
              <a:cs typeface="+mn-cs"/>
            </a:endParaRPr>
          </a:p>
          <a:p>
            <a:pPr marR="0" defTabSz="914400" eaLnBrk="1" hangingPunct="1">
              <a:lnSpc>
                <a:spcPts val="1700"/>
              </a:lnSpc>
              <a:buClr>
                <a:schemeClr val="tx2"/>
              </a:buClr>
              <a:buSzPct val="50000"/>
              <a:buFont typeface="Wingdings" panose="05000000000000000000" pitchFamily="2" charset="2"/>
              <a:buNone/>
              <a:defRPr/>
            </a:pPr>
            <a:r>
              <a:rPr kumimoji="0" lang="en-US" altLang="zh-CN" sz="1800" b="1" kern="1200" cap="none" spc="0" normalizeH="0" baseline="0" noProof="0" dirty="0">
                <a:latin typeface="Courier New" panose="02070409020205090404" pitchFamily="49" charset="0"/>
                <a:ea typeface="宋体" pitchFamily="2" charset="-122"/>
                <a:cs typeface="+mn-cs"/>
              </a:rPr>
              <a:t>        {</a:t>
            </a:r>
            <a:endParaRPr kumimoji="0" lang="en-US" altLang="zh-CN" sz="1800" b="1" kern="1200" cap="none" spc="0" normalizeH="0" baseline="0" noProof="0" dirty="0">
              <a:latin typeface="Courier New" panose="02070409020205090404" pitchFamily="49" charset="0"/>
              <a:ea typeface="宋体" pitchFamily="2" charset="-122"/>
              <a:cs typeface="+mn-cs"/>
            </a:endParaRPr>
          </a:p>
          <a:p>
            <a:pPr marR="0" defTabSz="914400" eaLnBrk="1" hangingPunct="1">
              <a:lnSpc>
                <a:spcPts val="1700"/>
              </a:lnSpc>
              <a:buClr>
                <a:schemeClr val="tx2"/>
              </a:buClr>
              <a:buSzPct val="50000"/>
              <a:buFont typeface="Wingdings" panose="05000000000000000000" pitchFamily="2" charset="2"/>
              <a:buNone/>
              <a:defRPr/>
            </a:pPr>
            <a:r>
              <a:rPr kumimoji="0" lang="en-US" altLang="zh-CN" sz="1800" b="1" kern="1200" cap="none" spc="0" normalizeH="0" baseline="0" noProof="0" dirty="0">
                <a:latin typeface="Courier New" panose="02070409020205090404" pitchFamily="49" charset="0"/>
                <a:ea typeface="宋体" pitchFamily="2" charset="-122"/>
                <a:cs typeface="+mn-cs"/>
              </a:rPr>
              <a:t>            </a:t>
            </a:r>
            <a:r>
              <a:rPr kumimoji="0" lang="en-US" altLang="zh-CN" sz="1800" b="1" kern="1200" cap="none" spc="0" normalizeH="0" baseline="0" noProof="0" dirty="0" err="1">
                <a:latin typeface="Courier New" panose="02070409020205090404" pitchFamily="49" charset="0"/>
                <a:ea typeface="宋体" pitchFamily="2" charset="-122"/>
                <a:cs typeface="+mn-cs"/>
              </a:rPr>
              <a:t>printf</a:t>
            </a:r>
            <a:r>
              <a:rPr kumimoji="0" lang="en-US" altLang="zh-CN" sz="1800" b="1" kern="1200" cap="none" spc="0" normalizeH="0" baseline="0" noProof="0" dirty="0">
                <a:latin typeface="Courier New" panose="02070409020205090404" pitchFamily="49" charset="0"/>
                <a:ea typeface="宋体" pitchFamily="2" charset="-122"/>
                <a:cs typeface="+mn-cs"/>
              </a:rPr>
              <a:t>("%d\t", a[</a:t>
            </a:r>
            <a:r>
              <a:rPr kumimoji="0" lang="en-US" altLang="zh-CN" sz="1800" b="1" kern="1200" cap="none" spc="0" normalizeH="0" baseline="0" noProof="0" dirty="0" err="1">
                <a:latin typeface="Courier New" panose="02070409020205090404" pitchFamily="49" charset="0"/>
                <a:ea typeface="宋体" pitchFamily="2" charset="-122"/>
                <a:cs typeface="+mn-cs"/>
              </a:rPr>
              <a:t>i</a:t>
            </a:r>
            <a:r>
              <a:rPr kumimoji="0" lang="en-US" altLang="zh-CN" sz="1800" b="1" kern="1200" cap="none" spc="0" normalizeH="0" baseline="0" noProof="0" dirty="0">
                <a:latin typeface="Courier New" panose="02070409020205090404" pitchFamily="49" charset="0"/>
                <a:ea typeface="宋体" pitchFamily="2" charset="-122"/>
                <a:cs typeface="+mn-cs"/>
              </a:rPr>
              <a:t>][j]);</a:t>
            </a:r>
            <a:endParaRPr kumimoji="0" lang="en-US" altLang="zh-CN" sz="1800" b="1" kern="1200" cap="none" spc="0" normalizeH="0" baseline="0" noProof="0" dirty="0">
              <a:latin typeface="Courier New" panose="02070409020205090404" pitchFamily="49" charset="0"/>
              <a:ea typeface="宋体" pitchFamily="2" charset="-122"/>
              <a:cs typeface="+mn-cs"/>
            </a:endParaRPr>
          </a:p>
          <a:p>
            <a:pPr marR="0" defTabSz="914400" eaLnBrk="1" hangingPunct="1">
              <a:lnSpc>
                <a:spcPts val="1700"/>
              </a:lnSpc>
              <a:buClr>
                <a:schemeClr val="tx2"/>
              </a:buClr>
              <a:buSzPct val="50000"/>
              <a:buFont typeface="Wingdings" panose="05000000000000000000" pitchFamily="2" charset="2"/>
              <a:buNone/>
              <a:defRPr/>
            </a:pPr>
            <a:r>
              <a:rPr kumimoji="0" lang="en-US" altLang="zh-CN" sz="1800" b="1" kern="1200" cap="none" spc="0" normalizeH="0" baseline="0" noProof="0" dirty="0">
                <a:latin typeface="Courier New" panose="02070409020205090404" pitchFamily="49" charset="0"/>
                <a:ea typeface="宋体" pitchFamily="2" charset="-122"/>
                <a:cs typeface="+mn-cs"/>
              </a:rPr>
              <a:t>        }</a:t>
            </a:r>
            <a:endParaRPr kumimoji="0" lang="en-US" altLang="zh-CN" sz="1800" b="1" kern="1200" cap="none" spc="0" normalizeH="0" baseline="0" noProof="0" dirty="0">
              <a:latin typeface="Courier New" panose="02070409020205090404" pitchFamily="49" charset="0"/>
              <a:ea typeface="宋体" pitchFamily="2" charset="-122"/>
              <a:cs typeface="+mn-cs"/>
            </a:endParaRPr>
          </a:p>
          <a:p>
            <a:pPr marR="0" defTabSz="914400" eaLnBrk="1" hangingPunct="1">
              <a:lnSpc>
                <a:spcPts val="1700"/>
              </a:lnSpc>
              <a:buClr>
                <a:schemeClr val="tx2"/>
              </a:buClr>
              <a:buSzPct val="50000"/>
              <a:buFont typeface="Wingdings" panose="05000000000000000000" pitchFamily="2" charset="2"/>
              <a:buNone/>
              <a:defRPr/>
            </a:pPr>
            <a:r>
              <a:rPr kumimoji="0" lang="en-US" altLang="zh-CN" sz="1800" b="1" kern="1200" cap="none" spc="0" normalizeH="0" baseline="0" noProof="0" dirty="0">
                <a:latin typeface="Courier New" panose="02070409020205090404" pitchFamily="49" charset="0"/>
                <a:ea typeface="宋体" pitchFamily="2" charset="-122"/>
                <a:cs typeface="+mn-cs"/>
              </a:rPr>
              <a:t>        </a:t>
            </a:r>
            <a:r>
              <a:rPr kumimoji="0" lang="en-US" altLang="zh-CN" sz="1800" b="1" kern="1200" cap="none" spc="0" normalizeH="0" baseline="0" noProof="0" dirty="0" err="1">
                <a:latin typeface="Courier New" panose="02070409020205090404" pitchFamily="49" charset="0"/>
                <a:ea typeface="宋体" pitchFamily="2" charset="-122"/>
                <a:cs typeface="+mn-cs"/>
              </a:rPr>
              <a:t>printf</a:t>
            </a:r>
            <a:r>
              <a:rPr kumimoji="0" lang="en-US" altLang="zh-CN" sz="1800" b="1" kern="1200" cap="none" spc="0" normalizeH="0" baseline="0" noProof="0" dirty="0">
                <a:latin typeface="Courier New" panose="02070409020205090404" pitchFamily="49" charset="0"/>
                <a:ea typeface="宋体" pitchFamily="2" charset="-122"/>
                <a:cs typeface="+mn-cs"/>
              </a:rPr>
              <a:t>("\n");</a:t>
            </a:r>
            <a:endParaRPr kumimoji="0" lang="en-US" altLang="zh-CN" sz="1800" b="1" kern="1200" cap="none" spc="0" normalizeH="0" baseline="0" noProof="0" dirty="0">
              <a:latin typeface="Courier New" panose="02070409020205090404" pitchFamily="49" charset="0"/>
              <a:ea typeface="宋体" pitchFamily="2" charset="-122"/>
              <a:cs typeface="+mn-cs"/>
            </a:endParaRPr>
          </a:p>
          <a:p>
            <a:pPr marR="0" defTabSz="914400" eaLnBrk="1" hangingPunct="1">
              <a:lnSpc>
                <a:spcPts val="1700"/>
              </a:lnSpc>
              <a:buClr>
                <a:schemeClr val="tx2"/>
              </a:buClr>
              <a:buSzPct val="50000"/>
              <a:buFont typeface="Wingdings" panose="05000000000000000000" pitchFamily="2" charset="2"/>
              <a:buNone/>
              <a:defRPr/>
            </a:pPr>
            <a:r>
              <a:rPr kumimoji="0" lang="en-US" altLang="zh-CN" sz="1800" b="1" kern="1200" cap="none" spc="0" normalizeH="0" baseline="0" noProof="0" dirty="0">
                <a:latin typeface="Courier New" panose="02070409020205090404" pitchFamily="49" charset="0"/>
                <a:ea typeface="宋体" pitchFamily="2" charset="-122"/>
                <a:cs typeface="+mn-cs"/>
              </a:rPr>
              <a:t>    }</a:t>
            </a:r>
            <a:endParaRPr kumimoji="0" lang="en-US" altLang="zh-CN" sz="1800" b="1" kern="1200" cap="none" spc="0" normalizeH="0" baseline="0" noProof="0" dirty="0">
              <a:latin typeface="Courier New" panose="02070409020205090404" pitchFamily="49" charset="0"/>
              <a:ea typeface="宋体" pitchFamily="2" charset="-122"/>
              <a:cs typeface="+mn-cs"/>
            </a:endParaRPr>
          </a:p>
          <a:p>
            <a:pPr marR="0" defTabSz="914400" eaLnBrk="1" hangingPunct="1">
              <a:lnSpc>
                <a:spcPts val="1700"/>
              </a:lnSpc>
              <a:buClr>
                <a:schemeClr val="tx2"/>
              </a:buClr>
              <a:buSzPct val="50000"/>
              <a:buFont typeface="Wingdings" panose="05000000000000000000" pitchFamily="2" charset="2"/>
              <a:buNone/>
              <a:defRPr/>
            </a:pPr>
            <a:r>
              <a:rPr kumimoji="0" lang="en-US" altLang="zh-CN" sz="1800" b="1" kern="1200" cap="none" spc="0" normalizeH="0" baseline="0" noProof="0" dirty="0">
                <a:latin typeface="Courier New" panose="02070409020205090404" pitchFamily="49" charset="0"/>
                <a:ea typeface="宋体" pitchFamily="2" charset="-122"/>
                <a:cs typeface="+mn-cs"/>
              </a:rPr>
              <a:t>    return 0;</a:t>
            </a:r>
            <a:endParaRPr kumimoji="0" lang="en-US" altLang="zh-CN" sz="1800" b="1" kern="1200" cap="none" spc="0" normalizeH="0" baseline="0" noProof="0" dirty="0">
              <a:latin typeface="Courier New" panose="02070409020205090404" pitchFamily="49" charset="0"/>
              <a:ea typeface="宋体" pitchFamily="2" charset="-122"/>
              <a:cs typeface="+mn-cs"/>
            </a:endParaRPr>
          </a:p>
          <a:p>
            <a:pPr marR="0" defTabSz="914400" eaLnBrk="1" hangingPunct="1">
              <a:lnSpc>
                <a:spcPts val="1700"/>
              </a:lnSpc>
              <a:buClr>
                <a:schemeClr val="tx2"/>
              </a:buClr>
              <a:buSzPct val="50000"/>
              <a:buFont typeface="Wingdings" panose="05000000000000000000" pitchFamily="2" charset="2"/>
              <a:buNone/>
              <a:defRPr/>
            </a:pPr>
            <a:r>
              <a:rPr kumimoji="0" lang="en-US" altLang="zh-CN" sz="1800" b="1" kern="1200" cap="none" spc="0" normalizeH="0" baseline="0" noProof="0" dirty="0">
                <a:latin typeface="Courier New" panose="02070409020205090404" pitchFamily="49" charset="0"/>
                <a:ea typeface="宋体" pitchFamily="2" charset="-122"/>
                <a:cs typeface="+mn-cs"/>
              </a:rPr>
              <a:t>}</a:t>
            </a:r>
            <a:endParaRPr kumimoji="0" lang="en-US" altLang="zh-CN" sz="1800" b="1" kern="1200" cap="none" spc="0" normalizeH="0" baseline="0" noProof="0" dirty="0">
              <a:latin typeface="Courier New" panose="02070409020205090404" pitchFamily="49" charset="0"/>
              <a:ea typeface="宋体" pitchFamily="2" charset="-122"/>
              <a:cs typeface="+mn-cs"/>
            </a:endParaRPr>
          </a:p>
          <a:p>
            <a:pPr marR="0" defTabSz="914400" eaLnBrk="1" hangingPunct="1">
              <a:lnSpc>
                <a:spcPts val="1700"/>
              </a:lnSpc>
              <a:buClr>
                <a:schemeClr val="tx2"/>
              </a:buClr>
              <a:buSzPct val="50000"/>
              <a:buFont typeface="Wingdings" panose="05000000000000000000" pitchFamily="2" charset="2"/>
              <a:buNone/>
              <a:defRPr/>
            </a:pPr>
            <a:endParaRPr kumimoji="0" lang="en-US" altLang="zh-CN" sz="1400" b="1" kern="1200" cap="none" spc="0" normalizeH="0" baseline="0" noProof="0" dirty="0">
              <a:latin typeface="Courier New" panose="02070409020205090404" pitchFamily="49" charset="0"/>
              <a:ea typeface="宋体" pitchFamily="2" charset="-122"/>
              <a:cs typeface="+mn-cs"/>
            </a:endParaRPr>
          </a:p>
        </p:txBody>
      </p:sp>
      <p:grpSp>
        <p:nvGrpSpPr>
          <p:cNvPr id="30723" name="组合 473"/>
          <p:cNvGrpSpPr/>
          <p:nvPr/>
        </p:nvGrpSpPr>
        <p:grpSpPr>
          <a:xfrm>
            <a:off x="7958138" y="1087438"/>
            <a:ext cx="2441575" cy="3910012"/>
            <a:chOff x="5666044" y="1213520"/>
            <a:chExt cx="2441368" cy="3910012"/>
          </a:xfrm>
        </p:grpSpPr>
        <p:grpSp>
          <p:nvGrpSpPr>
            <p:cNvPr id="30730" name="Group 17"/>
            <p:cNvGrpSpPr/>
            <p:nvPr/>
          </p:nvGrpSpPr>
          <p:grpSpPr>
            <a:xfrm>
              <a:off x="5961112" y="1213520"/>
              <a:ext cx="2146300" cy="3910012"/>
              <a:chOff x="4512" y="528"/>
              <a:chExt cx="1248" cy="2463"/>
            </a:xfrm>
          </p:grpSpPr>
          <p:sp>
            <p:nvSpPr>
              <p:cNvPr id="30942" name="Text Box 18"/>
              <p:cNvSpPr txBox="1"/>
              <p:nvPr/>
            </p:nvSpPr>
            <p:spPr>
              <a:xfrm>
                <a:off x="5210" y="645"/>
                <a:ext cx="550" cy="1384"/>
              </a:xfrm>
              <a:prstGeom prst="rect">
                <a:avLst/>
              </a:prstGeom>
              <a:noFill/>
              <a:ln w="12700">
                <a:noFill/>
              </a:ln>
            </p:spPr>
            <p:txBody>
              <a:bodyPr>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100000"/>
                  </a:lnSpc>
                  <a:spcBef>
                    <a:spcPct val="0"/>
                  </a:spcBef>
                  <a:buSzPct val="80000"/>
                  <a:buNone/>
                </a:pPr>
                <a:r>
                  <a:rPr lang="en-US" altLang="zh-CN" sz="1800" dirty="0">
                    <a:solidFill>
                      <a:srgbClr val="C00000"/>
                    </a:solidFill>
                    <a:ea typeface="宋体" pitchFamily="2" charset="-122"/>
                  </a:rPr>
                  <a:t>a[0][0]</a:t>
                </a:r>
                <a:endParaRPr lang="en-US" altLang="zh-CN" sz="1800" dirty="0">
                  <a:solidFill>
                    <a:srgbClr val="C00000"/>
                  </a:solidFill>
                  <a:ea typeface="宋体" pitchFamily="2" charset="-122"/>
                </a:endParaRPr>
              </a:p>
              <a:p>
                <a:pPr marL="0" lvl="0" indent="0" eaLnBrk="1" hangingPunct="1">
                  <a:lnSpc>
                    <a:spcPct val="100000"/>
                  </a:lnSpc>
                  <a:spcBef>
                    <a:spcPct val="0"/>
                  </a:spcBef>
                  <a:buSzPct val="80000"/>
                  <a:buNone/>
                </a:pPr>
                <a:endParaRPr lang="en-US" altLang="zh-CN" sz="1800" dirty="0">
                  <a:ea typeface="宋体" pitchFamily="2" charset="-122"/>
                </a:endParaRPr>
              </a:p>
              <a:p>
                <a:pPr marL="0" lvl="0" indent="0" eaLnBrk="1" hangingPunct="1">
                  <a:lnSpc>
                    <a:spcPct val="100000"/>
                  </a:lnSpc>
                  <a:spcBef>
                    <a:spcPct val="0"/>
                  </a:spcBef>
                  <a:buSzPct val="80000"/>
                  <a:buNone/>
                </a:pPr>
                <a:r>
                  <a:rPr lang="en-US" altLang="zh-CN" sz="1800" dirty="0">
                    <a:solidFill>
                      <a:srgbClr val="C00000"/>
                    </a:solidFill>
                    <a:ea typeface="宋体" pitchFamily="2" charset="-122"/>
                  </a:rPr>
                  <a:t>a[0][1]</a:t>
                </a:r>
                <a:endParaRPr lang="en-US" altLang="zh-CN" sz="1800" dirty="0">
                  <a:solidFill>
                    <a:srgbClr val="C00000"/>
                  </a:solidFill>
                  <a:ea typeface="宋体" pitchFamily="2" charset="-122"/>
                </a:endParaRPr>
              </a:p>
              <a:p>
                <a:pPr marL="0" lvl="0" indent="0" eaLnBrk="1" hangingPunct="1">
                  <a:lnSpc>
                    <a:spcPct val="100000"/>
                  </a:lnSpc>
                  <a:spcBef>
                    <a:spcPct val="0"/>
                  </a:spcBef>
                  <a:buSzPct val="80000"/>
                  <a:buNone/>
                </a:pPr>
                <a:endParaRPr lang="en-US" altLang="zh-CN" sz="1800" dirty="0">
                  <a:ea typeface="宋体" pitchFamily="2" charset="-122"/>
                </a:endParaRPr>
              </a:p>
              <a:p>
                <a:pPr marL="0" lvl="0" indent="0" eaLnBrk="1" hangingPunct="1">
                  <a:lnSpc>
                    <a:spcPct val="100000"/>
                  </a:lnSpc>
                  <a:spcBef>
                    <a:spcPts val="600"/>
                  </a:spcBef>
                  <a:buSzPct val="80000"/>
                  <a:buNone/>
                </a:pPr>
                <a:r>
                  <a:rPr lang="en-US" altLang="zh-CN" sz="1800" dirty="0">
                    <a:solidFill>
                      <a:srgbClr val="C00000"/>
                    </a:solidFill>
                    <a:ea typeface="宋体" pitchFamily="2" charset="-122"/>
                  </a:rPr>
                  <a:t>a[0][2]</a:t>
                </a:r>
                <a:endParaRPr lang="en-US" altLang="zh-CN" sz="1800" dirty="0">
                  <a:solidFill>
                    <a:srgbClr val="C00000"/>
                  </a:solidFill>
                  <a:ea typeface="宋体" pitchFamily="2" charset="-122"/>
                </a:endParaRPr>
              </a:p>
              <a:p>
                <a:pPr marL="0" lvl="0" indent="0" eaLnBrk="1" hangingPunct="1">
                  <a:lnSpc>
                    <a:spcPct val="100000"/>
                  </a:lnSpc>
                  <a:spcBef>
                    <a:spcPts val="600"/>
                  </a:spcBef>
                  <a:buSzPct val="80000"/>
                  <a:buNone/>
                </a:pPr>
                <a:endParaRPr lang="en-US" altLang="zh-CN" sz="1800" dirty="0">
                  <a:ea typeface="宋体" pitchFamily="2" charset="-122"/>
                </a:endParaRPr>
              </a:p>
              <a:p>
                <a:pPr marL="0" lvl="0" indent="0" eaLnBrk="1" hangingPunct="1">
                  <a:lnSpc>
                    <a:spcPct val="100000"/>
                  </a:lnSpc>
                  <a:spcBef>
                    <a:spcPts val="100"/>
                  </a:spcBef>
                  <a:buSzPct val="80000"/>
                  <a:buNone/>
                </a:pPr>
                <a:r>
                  <a:rPr lang="en-US" altLang="zh-CN" sz="1800" dirty="0">
                    <a:solidFill>
                      <a:srgbClr val="3333FF"/>
                    </a:solidFill>
                    <a:ea typeface="宋体" pitchFamily="2" charset="-122"/>
                  </a:rPr>
                  <a:t>a[1][0]</a:t>
                </a:r>
                <a:endParaRPr lang="en-US" altLang="zh-CN" sz="1800" dirty="0">
                  <a:solidFill>
                    <a:srgbClr val="3333FF"/>
                  </a:solidFill>
                  <a:ea typeface="宋体" pitchFamily="2" charset="-122"/>
                </a:endParaRPr>
              </a:p>
            </p:txBody>
          </p:sp>
          <p:sp>
            <p:nvSpPr>
              <p:cNvPr id="30943" name="Text Box 19"/>
              <p:cNvSpPr txBox="1"/>
              <p:nvPr/>
            </p:nvSpPr>
            <p:spPr>
              <a:xfrm>
                <a:off x="5210" y="2164"/>
                <a:ext cx="550" cy="827"/>
              </a:xfrm>
              <a:prstGeom prst="rect">
                <a:avLst/>
              </a:prstGeom>
              <a:noFill/>
              <a:ln w="12700">
                <a:noFill/>
              </a:ln>
            </p:spPr>
            <p:txBody>
              <a:bodyPr>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80000"/>
                  </a:lnSpc>
                  <a:spcBef>
                    <a:spcPct val="10000"/>
                  </a:spcBef>
                  <a:spcAft>
                    <a:spcPts val="590"/>
                  </a:spcAft>
                  <a:buSzPct val="80000"/>
                  <a:buNone/>
                </a:pPr>
                <a:r>
                  <a:rPr lang="en-US" altLang="zh-CN" sz="1800" dirty="0">
                    <a:solidFill>
                      <a:srgbClr val="3333FF"/>
                    </a:solidFill>
                    <a:ea typeface="宋体" pitchFamily="2" charset="-122"/>
                  </a:rPr>
                  <a:t>a[1][1]</a:t>
                </a:r>
                <a:endParaRPr lang="en-US" altLang="zh-CN" sz="1800" dirty="0">
                  <a:solidFill>
                    <a:srgbClr val="3333FF"/>
                  </a:solidFill>
                  <a:ea typeface="宋体" pitchFamily="2" charset="-122"/>
                </a:endParaRPr>
              </a:p>
              <a:p>
                <a:pPr marL="0" lvl="0" indent="0" eaLnBrk="1" hangingPunct="1">
                  <a:lnSpc>
                    <a:spcPct val="80000"/>
                  </a:lnSpc>
                  <a:spcBef>
                    <a:spcPct val="10000"/>
                  </a:spcBef>
                  <a:spcAft>
                    <a:spcPts val="590"/>
                  </a:spcAft>
                  <a:buSzPct val="80000"/>
                  <a:buNone/>
                </a:pPr>
                <a:endParaRPr lang="en-US" altLang="zh-CN" sz="1800" dirty="0">
                  <a:ea typeface="宋体" pitchFamily="2" charset="-122"/>
                </a:endParaRPr>
              </a:p>
              <a:p>
                <a:pPr marL="0" lvl="0" indent="0" eaLnBrk="1" hangingPunct="1">
                  <a:lnSpc>
                    <a:spcPct val="80000"/>
                  </a:lnSpc>
                  <a:spcBef>
                    <a:spcPct val="10000"/>
                  </a:spcBef>
                  <a:spcAft>
                    <a:spcPts val="590"/>
                  </a:spcAft>
                  <a:buSzPct val="80000"/>
                  <a:buNone/>
                </a:pPr>
                <a:r>
                  <a:rPr lang="en-US" altLang="zh-CN" sz="1800" dirty="0">
                    <a:solidFill>
                      <a:srgbClr val="3333FF"/>
                    </a:solidFill>
                    <a:ea typeface="宋体" pitchFamily="2" charset="-122"/>
                  </a:rPr>
                  <a:t>a[1][2]</a:t>
                </a:r>
                <a:endParaRPr lang="en-US" altLang="zh-CN" sz="1800" dirty="0">
                  <a:solidFill>
                    <a:srgbClr val="3333FF"/>
                  </a:solidFill>
                  <a:ea typeface="宋体" pitchFamily="2" charset="-122"/>
                </a:endParaRPr>
              </a:p>
              <a:p>
                <a:pPr marL="0" lvl="0" indent="0" eaLnBrk="1" hangingPunct="1">
                  <a:lnSpc>
                    <a:spcPct val="90000"/>
                  </a:lnSpc>
                  <a:spcBef>
                    <a:spcPct val="10000"/>
                  </a:spcBef>
                  <a:spcAft>
                    <a:spcPts val="590"/>
                  </a:spcAft>
                  <a:buSzPct val="80000"/>
                  <a:buNone/>
                </a:pPr>
                <a:endParaRPr lang="zh-CN" altLang="en-US" sz="1800" dirty="0">
                  <a:ea typeface="宋体" pitchFamily="2" charset="-122"/>
                </a:endParaRPr>
              </a:p>
            </p:txBody>
          </p:sp>
          <p:grpSp>
            <p:nvGrpSpPr>
              <p:cNvPr id="30944" name="Group 20"/>
              <p:cNvGrpSpPr/>
              <p:nvPr/>
            </p:nvGrpSpPr>
            <p:grpSpPr>
              <a:xfrm>
                <a:off x="4512" y="528"/>
                <a:ext cx="759" cy="2304"/>
                <a:chOff x="4512" y="528"/>
                <a:chExt cx="759" cy="2304"/>
              </a:xfrm>
            </p:grpSpPr>
            <p:grpSp>
              <p:nvGrpSpPr>
                <p:cNvPr id="30945" name="Group 21"/>
                <p:cNvGrpSpPr/>
                <p:nvPr/>
              </p:nvGrpSpPr>
              <p:grpSpPr>
                <a:xfrm>
                  <a:off x="4512" y="528"/>
                  <a:ext cx="576" cy="1728"/>
                  <a:chOff x="4752" y="768"/>
                  <a:chExt cx="576" cy="1728"/>
                </a:xfrm>
              </p:grpSpPr>
              <p:sp>
                <p:nvSpPr>
                  <p:cNvPr id="700" name="Rectangle 22"/>
                  <p:cNvSpPr>
                    <a:spLocks noChangeArrowheads="1"/>
                  </p:cNvSpPr>
                  <p:nvPr/>
                </p:nvSpPr>
                <p:spPr bwMode="auto">
                  <a:xfrm>
                    <a:off x="4752" y="960"/>
                    <a:ext cx="576" cy="192"/>
                  </a:xfrm>
                  <a:prstGeom prst="rect">
                    <a:avLst/>
                  </a:prstGeom>
                  <a:solidFill>
                    <a:srgbClr val="FFFF99"/>
                  </a:solidFill>
                  <a:ln w="12700" cap="sq">
                    <a:solidFill>
                      <a:schemeClr val="tx1"/>
                    </a:solidFill>
                    <a:miter lim="800000"/>
                    <a:headEnd type="none" w="sm" len="sm"/>
                    <a:tailEnd type="none" w="sm" len="sm"/>
                  </a:ln>
                </p:spPr>
                <p:txBody>
                  <a:bodyPr wrap="none" anchor="ct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702" name="Rectangle 23"/>
                  <p:cNvSpPr>
                    <a:spLocks noChangeArrowheads="1"/>
                  </p:cNvSpPr>
                  <p:nvPr/>
                </p:nvSpPr>
                <p:spPr bwMode="auto">
                  <a:xfrm>
                    <a:off x="4752" y="1152"/>
                    <a:ext cx="576" cy="192"/>
                  </a:xfrm>
                  <a:prstGeom prst="rect">
                    <a:avLst/>
                  </a:prstGeom>
                  <a:solidFill>
                    <a:srgbClr val="FFFF99"/>
                  </a:solidFill>
                  <a:ln w="12700" cap="sq">
                    <a:solidFill>
                      <a:schemeClr val="tx1"/>
                    </a:solidFill>
                    <a:miter lim="800000"/>
                    <a:headEnd type="none" w="sm" len="sm"/>
                    <a:tailEnd type="none" w="sm" len="sm"/>
                  </a:ln>
                </p:spPr>
                <p:txBody>
                  <a:bodyPr wrap="none" anchor="ct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703" name="Rectangle 24"/>
                  <p:cNvSpPr>
                    <a:spLocks noChangeArrowheads="1"/>
                  </p:cNvSpPr>
                  <p:nvPr/>
                </p:nvSpPr>
                <p:spPr bwMode="auto">
                  <a:xfrm>
                    <a:off x="4752" y="1344"/>
                    <a:ext cx="576" cy="192"/>
                  </a:xfrm>
                  <a:prstGeom prst="rect">
                    <a:avLst/>
                  </a:prstGeom>
                  <a:solidFill>
                    <a:srgbClr val="FFFF99"/>
                  </a:solidFill>
                  <a:ln w="12700" cap="sq">
                    <a:solidFill>
                      <a:schemeClr val="tx1"/>
                    </a:solidFill>
                    <a:miter lim="800000"/>
                    <a:headEnd type="none" w="sm" len="sm"/>
                    <a:tailEnd type="none" w="sm" len="sm"/>
                  </a:ln>
                </p:spPr>
                <p:txBody>
                  <a:bodyPr wrap="none" anchor="ct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704" name="Rectangle 25"/>
                  <p:cNvSpPr>
                    <a:spLocks noChangeArrowheads="1"/>
                  </p:cNvSpPr>
                  <p:nvPr/>
                </p:nvSpPr>
                <p:spPr bwMode="auto">
                  <a:xfrm>
                    <a:off x="4752" y="1536"/>
                    <a:ext cx="576" cy="192"/>
                  </a:xfrm>
                  <a:prstGeom prst="rect">
                    <a:avLst/>
                  </a:prstGeom>
                  <a:solidFill>
                    <a:srgbClr val="FFFF99"/>
                  </a:solidFill>
                  <a:ln w="12700" cap="sq">
                    <a:solidFill>
                      <a:schemeClr val="tx1"/>
                    </a:solidFill>
                    <a:miter lim="800000"/>
                    <a:headEnd type="none" w="sm" len="sm"/>
                    <a:tailEnd type="none" w="sm" len="sm"/>
                  </a:ln>
                </p:spPr>
                <p:txBody>
                  <a:bodyPr wrap="none" anchor="ct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705" name="Rectangle 26"/>
                  <p:cNvSpPr>
                    <a:spLocks noChangeArrowheads="1"/>
                  </p:cNvSpPr>
                  <p:nvPr/>
                </p:nvSpPr>
                <p:spPr bwMode="auto">
                  <a:xfrm>
                    <a:off x="4752" y="1728"/>
                    <a:ext cx="576" cy="192"/>
                  </a:xfrm>
                  <a:prstGeom prst="rect">
                    <a:avLst/>
                  </a:prstGeom>
                  <a:solidFill>
                    <a:srgbClr val="FFFF99"/>
                  </a:solidFill>
                  <a:ln w="12700" cap="sq">
                    <a:solidFill>
                      <a:schemeClr val="tx1"/>
                    </a:solidFill>
                    <a:miter lim="800000"/>
                    <a:headEnd type="none" w="sm" len="sm"/>
                    <a:tailEnd type="none" w="sm" len="sm"/>
                  </a:ln>
                </p:spPr>
                <p:txBody>
                  <a:bodyPr wrap="none" anchor="ct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706" name="Rectangle 27"/>
                  <p:cNvSpPr>
                    <a:spLocks noChangeArrowheads="1"/>
                  </p:cNvSpPr>
                  <p:nvPr/>
                </p:nvSpPr>
                <p:spPr bwMode="auto">
                  <a:xfrm>
                    <a:off x="4752" y="1920"/>
                    <a:ext cx="576" cy="192"/>
                  </a:xfrm>
                  <a:prstGeom prst="rect">
                    <a:avLst/>
                  </a:prstGeom>
                  <a:solidFill>
                    <a:srgbClr val="FFFF99"/>
                  </a:solidFill>
                  <a:ln w="12700" cap="sq">
                    <a:solidFill>
                      <a:schemeClr val="tx1"/>
                    </a:solidFill>
                    <a:miter lim="800000"/>
                    <a:headEnd type="none" w="sm" len="sm"/>
                    <a:tailEnd type="none" w="sm" len="sm"/>
                  </a:ln>
                </p:spPr>
                <p:txBody>
                  <a:bodyPr wrap="none" anchor="ct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707" name="Rectangle 28"/>
                  <p:cNvSpPr>
                    <a:spLocks noChangeArrowheads="1"/>
                  </p:cNvSpPr>
                  <p:nvPr/>
                </p:nvSpPr>
                <p:spPr bwMode="auto">
                  <a:xfrm>
                    <a:off x="4752" y="2112"/>
                    <a:ext cx="576" cy="192"/>
                  </a:xfrm>
                  <a:prstGeom prst="rect">
                    <a:avLst/>
                  </a:prstGeom>
                  <a:solidFill>
                    <a:srgbClr val="FFFF99"/>
                  </a:solidFill>
                  <a:ln w="12700" cap="sq">
                    <a:solidFill>
                      <a:schemeClr val="tx1"/>
                    </a:solidFill>
                    <a:miter lim="800000"/>
                    <a:headEnd type="none" w="sm" len="sm"/>
                    <a:tailEnd type="none" w="sm" len="sm"/>
                  </a:ln>
                </p:spPr>
                <p:txBody>
                  <a:bodyPr wrap="none" anchor="ct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708" name="Rectangle 29"/>
                  <p:cNvSpPr>
                    <a:spLocks noChangeArrowheads="1"/>
                  </p:cNvSpPr>
                  <p:nvPr/>
                </p:nvSpPr>
                <p:spPr bwMode="auto">
                  <a:xfrm>
                    <a:off x="4752" y="2304"/>
                    <a:ext cx="576" cy="192"/>
                  </a:xfrm>
                  <a:prstGeom prst="rect">
                    <a:avLst/>
                  </a:prstGeom>
                  <a:solidFill>
                    <a:srgbClr val="FFFF99"/>
                  </a:solidFill>
                  <a:ln w="12700" cap="sq">
                    <a:solidFill>
                      <a:schemeClr val="tx1"/>
                    </a:solidFill>
                    <a:miter lim="800000"/>
                    <a:headEnd type="none" w="sm" len="sm"/>
                    <a:tailEnd type="none" w="sm" len="sm"/>
                  </a:ln>
                </p:spPr>
                <p:txBody>
                  <a:bodyPr wrap="none" anchor="ct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709" name="Rectangle 30"/>
                  <p:cNvSpPr>
                    <a:spLocks noChangeArrowheads="1"/>
                  </p:cNvSpPr>
                  <p:nvPr/>
                </p:nvSpPr>
                <p:spPr bwMode="auto">
                  <a:xfrm>
                    <a:off x="4752" y="768"/>
                    <a:ext cx="576" cy="192"/>
                  </a:xfrm>
                  <a:prstGeom prst="rect">
                    <a:avLst/>
                  </a:prstGeom>
                  <a:solidFill>
                    <a:srgbClr val="FFFF99"/>
                  </a:solidFill>
                  <a:ln w="12700" cap="sq">
                    <a:solidFill>
                      <a:schemeClr val="tx1"/>
                    </a:solidFill>
                    <a:miter lim="800000"/>
                    <a:headEnd type="none" w="sm" len="sm"/>
                    <a:tailEnd type="none" w="sm" len="sm"/>
                  </a:ln>
                </p:spPr>
                <p:txBody>
                  <a:bodyPr wrap="none" anchor="ct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grpSp>
            <p:sp>
              <p:nvSpPr>
                <p:cNvPr id="691" name="AutoShape 32"/>
                <p:cNvSpPr/>
                <p:nvPr/>
              </p:nvSpPr>
              <p:spPr bwMode="auto">
                <a:xfrm>
                  <a:off x="5088" y="612"/>
                  <a:ext cx="183" cy="282"/>
                </a:xfrm>
                <a:prstGeom prst="rightBrace">
                  <a:avLst>
                    <a:gd name="adj1" fmla="val 13115"/>
                    <a:gd name="adj2" fmla="val 50000"/>
                  </a:avLst>
                </a:prstGeom>
                <a:noFill/>
                <a:ln w="12700" cap="sq">
                  <a:solidFill>
                    <a:schemeClr val="accent2"/>
                  </a:solidFill>
                  <a:round/>
                </a:ln>
                <a:effectLst/>
              </p:spPr>
              <p:txBody>
                <a:bodyPr anchor="ctr">
                  <a:spAutoFit/>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692" name="AutoShape 33"/>
                <p:cNvSpPr/>
                <p:nvPr/>
              </p:nvSpPr>
              <p:spPr bwMode="auto">
                <a:xfrm>
                  <a:off x="5088" y="996"/>
                  <a:ext cx="183" cy="282"/>
                </a:xfrm>
                <a:prstGeom prst="rightBrace">
                  <a:avLst>
                    <a:gd name="adj1" fmla="val 13115"/>
                    <a:gd name="adj2" fmla="val 50000"/>
                  </a:avLst>
                </a:prstGeom>
                <a:noFill/>
                <a:ln w="12700" cap="sq">
                  <a:solidFill>
                    <a:schemeClr val="accent2"/>
                  </a:solidFill>
                  <a:round/>
                </a:ln>
                <a:effectLst/>
              </p:spPr>
              <p:txBody>
                <a:bodyPr anchor="ctr">
                  <a:spAutoFit/>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693" name="AutoShape 34"/>
                <p:cNvSpPr/>
                <p:nvPr/>
              </p:nvSpPr>
              <p:spPr bwMode="auto">
                <a:xfrm>
                  <a:off x="5088" y="1380"/>
                  <a:ext cx="183" cy="282"/>
                </a:xfrm>
                <a:prstGeom prst="rightBrace">
                  <a:avLst>
                    <a:gd name="adj1" fmla="val 13115"/>
                    <a:gd name="adj2" fmla="val 50000"/>
                  </a:avLst>
                </a:prstGeom>
                <a:noFill/>
                <a:ln w="12700" cap="sq">
                  <a:solidFill>
                    <a:schemeClr val="accent2"/>
                  </a:solidFill>
                  <a:round/>
                </a:ln>
                <a:effectLst/>
              </p:spPr>
              <p:txBody>
                <a:bodyPr anchor="ctr">
                  <a:spAutoFit/>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694" name="AutoShape 35"/>
                <p:cNvSpPr/>
                <p:nvPr/>
              </p:nvSpPr>
              <p:spPr bwMode="auto">
                <a:xfrm>
                  <a:off x="5088" y="1753"/>
                  <a:ext cx="183" cy="282"/>
                </a:xfrm>
                <a:prstGeom prst="rightBrace">
                  <a:avLst>
                    <a:gd name="adj1" fmla="val 13115"/>
                    <a:gd name="adj2" fmla="val 50000"/>
                  </a:avLst>
                </a:prstGeom>
                <a:noFill/>
                <a:ln w="12700" cap="sq">
                  <a:solidFill>
                    <a:schemeClr val="accent2"/>
                  </a:solidFill>
                  <a:round/>
                </a:ln>
                <a:effectLst/>
              </p:spPr>
              <p:txBody>
                <a:bodyPr anchor="ctr">
                  <a:spAutoFit/>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695" name="Rectangle 36"/>
                <p:cNvSpPr>
                  <a:spLocks noChangeArrowheads="1"/>
                </p:cNvSpPr>
                <p:nvPr/>
              </p:nvSpPr>
              <p:spPr bwMode="auto">
                <a:xfrm>
                  <a:off x="4512" y="2640"/>
                  <a:ext cx="576" cy="192"/>
                </a:xfrm>
                <a:prstGeom prst="rect">
                  <a:avLst/>
                </a:prstGeom>
                <a:solidFill>
                  <a:srgbClr val="FFFF99"/>
                </a:solidFill>
                <a:ln w="12700" cap="sq">
                  <a:solidFill>
                    <a:schemeClr val="tx1"/>
                  </a:solidFill>
                  <a:miter lim="800000"/>
                  <a:headEnd type="none" w="sm" len="sm"/>
                  <a:tailEnd type="none" w="sm" len="sm"/>
                </a:ln>
              </p:spPr>
              <p:txBody>
                <a:bodyPr wrap="none" anchor="ct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696" name="Rectangle 39"/>
                <p:cNvSpPr>
                  <a:spLocks noChangeArrowheads="1"/>
                </p:cNvSpPr>
                <p:nvPr/>
              </p:nvSpPr>
              <p:spPr bwMode="auto">
                <a:xfrm>
                  <a:off x="4512" y="2448"/>
                  <a:ext cx="576" cy="192"/>
                </a:xfrm>
                <a:prstGeom prst="rect">
                  <a:avLst/>
                </a:prstGeom>
                <a:solidFill>
                  <a:srgbClr val="FFFF99"/>
                </a:solidFill>
                <a:ln w="12700" cap="sq">
                  <a:solidFill>
                    <a:schemeClr val="tx1"/>
                  </a:solidFill>
                  <a:miter lim="800000"/>
                  <a:headEnd type="none" w="sm" len="sm"/>
                  <a:tailEnd type="none" w="sm" len="sm"/>
                </a:ln>
              </p:spPr>
              <p:txBody>
                <a:bodyPr wrap="none" anchor="ct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697" name="Rectangle 40"/>
                <p:cNvSpPr>
                  <a:spLocks noChangeArrowheads="1"/>
                </p:cNvSpPr>
                <p:nvPr/>
              </p:nvSpPr>
              <p:spPr bwMode="auto">
                <a:xfrm>
                  <a:off x="4512" y="2256"/>
                  <a:ext cx="576" cy="192"/>
                </a:xfrm>
                <a:prstGeom prst="rect">
                  <a:avLst/>
                </a:prstGeom>
                <a:solidFill>
                  <a:srgbClr val="FFFF99"/>
                </a:solidFill>
                <a:ln w="12700" cap="sq">
                  <a:solidFill>
                    <a:schemeClr val="tx1"/>
                  </a:solidFill>
                  <a:miter lim="800000"/>
                  <a:headEnd type="none" w="sm" len="sm"/>
                  <a:tailEnd type="none" w="sm" len="sm"/>
                </a:ln>
              </p:spPr>
              <p:txBody>
                <a:bodyPr wrap="none" anchor="ct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698" name="AutoShape 41"/>
                <p:cNvSpPr/>
                <p:nvPr/>
              </p:nvSpPr>
              <p:spPr bwMode="auto">
                <a:xfrm>
                  <a:off x="5088" y="2122"/>
                  <a:ext cx="183" cy="282"/>
                </a:xfrm>
                <a:prstGeom prst="rightBrace">
                  <a:avLst>
                    <a:gd name="adj1" fmla="val 13115"/>
                    <a:gd name="adj2" fmla="val 50000"/>
                  </a:avLst>
                </a:prstGeom>
                <a:noFill/>
                <a:ln w="12700" cap="sq">
                  <a:solidFill>
                    <a:schemeClr val="accent2"/>
                  </a:solidFill>
                  <a:round/>
                </a:ln>
                <a:effectLst/>
              </p:spPr>
              <p:txBody>
                <a:bodyPr anchor="ctr">
                  <a:spAutoFit/>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699" name="AutoShape 42"/>
                <p:cNvSpPr/>
                <p:nvPr/>
              </p:nvSpPr>
              <p:spPr bwMode="auto">
                <a:xfrm>
                  <a:off x="5088" y="2506"/>
                  <a:ext cx="183" cy="282"/>
                </a:xfrm>
                <a:prstGeom prst="rightBrace">
                  <a:avLst>
                    <a:gd name="adj1" fmla="val 13115"/>
                    <a:gd name="adj2" fmla="val 50000"/>
                  </a:avLst>
                </a:prstGeom>
                <a:noFill/>
                <a:ln w="12700" cap="sq">
                  <a:solidFill>
                    <a:schemeClr val="accent2"/>
                  </a:solidFill>
                  <a:round/>
                </a:ln>
                <a:effectLst/>
              </p:spPr>
              <p:txBody>
                <a:bodyPr anchor="ctr">
                  <a:spAutoFit/>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grpSp>
        </p:grpSp>
        <p:grpSp>
          <p:nvGrpSpPr>
            <p:cNvPr id="30731" name="Group 253"/>
            <p:cNvGrpSpPr/>
            <p:nvPr/>
          </p:nvGrpSpPr>
          <p:grpSpPr>
            <a:xfrm>
              <a:off x="6156375" y="1251620"/>
              <a:ext cx="536575" cy="846027"/>
              <a:chOff x="4368" y="0"/>
              <a:chExt cx="1392" cy="1495"/>
            </a:xfrm>
          </p:grpSpPr>
          <p:grpSp>
            <p:nvGrpSpPr>
              <p:cNvPr id="30908" name="Group 254"/>
              <p:cNvGrpSpPr/>
              <p:nvPr/>
            </p:nvGrpSpPr>
            <p:grpSpPr>
              <a:xfrm>
                <a:off x="4368" y="0"/>
                <a:ext cx="1392" cy="1056"/>
                <a:chOff x="4368" y="2016"/>
                <a:chExt cx="1072" cy="1344"/>
              </a:xfrm>
            </p:grpSpPr>
            <p:sp>
              <p:nvSpPr>
                <p:cNvPr id="655" name="Freeform 255"/>
                <p:cNvSpPr/>
                <p:nvPr/>
              </p:nvSpPr>
              <p:spPr bwMode="auto">
                <a:xfrm>
                  <a:off x="4457" y="2462"/>
                  <a:ext cx="897" cy="825"/>
                </a:xfrm>
                <a:custGeom>
                  <a:avLst/>
                  <a:gdLst/>
                  <a:ahLst/>
                  <a:cxnLst>
                    <a:cxn ang="0">
                      <a:pos x="445" y="0"/>
                    </a:cxn>
                    <a:cxn ang="0">
                      <a:pos x="897" y="293"/>
                    </a:cxn>
                    <a:cxn ang="0">
                      <a:pos x="897" y="829"/>
                    </a:cxn>
                    <a:cxn ang="0">
                      <a:pos x="601" y="829"/>
                    </a:cxn>
                    <a:cxn ang="0">
                      <a:pos x="296" y="829"/>
                    </a:cxn>
                    <a:cxn ang="0">
                      <a:pos x="0" y="829"/>
                    </a:cxn>
                    <a:cxn ang="0">
                      <a:pos x="0" y="293"/>
                    </a:cxn>
                    <a:cxn ang="0">
                      <a:pos x="445" y="0"/>
                    </a:cxn>
                  </a:cxnLst>
                  <a:rect l="0" t="0" r="r" b="b"/>
                  <a:pathLst>
                    <a:path w="897" h="829">
                      <a:moveTo>
                        <a:pt x="445" y="0"/>
                      </a:moveTo>
                      <a:lnTo>
                        <a:pt x="897" y="293"/>
                      </a:lnTo>
                      <a:lnTo>
                        <a:pt x="897" y="829"/>
                      </a:lnTo>
                      <a:lnTo>
                        <a:pt x="601" y="829"/>
                      </a:lnTo>
                      <a:lnTo>
                        <a:pt x="296" y="829"/>
                      </a:lnTo>
                      <a:lnTo>
                        <a:pt x="0" y="829"/>
                      </a:lnTo>
                      <a:lnTo>
                        <a:pt x="0" y="293"/>
                      </a:lnTo>
                      <a:lnTo>
                        <a:pt x="445" y="0"/>
                      </a:lnTo>
                      <a:close/>
                    </a:path>
                  </a:pathLst>
                </a:custGeom>
                <a:solidFill>
                  <a:srgbClr val="993366"/>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656" name="Freeform 256"/>
                <p:cNvSpPr/>
                <p:nvPr/>
              </p:nvSpPr>
              <p:spPr bwMode="auto">
                <a:xfrm>
                  <a:off x="4368" y="2462"/>
                  <a:ext cx="415" cy="289"/>
                </a:xfrm>
                <a:custGeom>
                  <a:avLst/>
                  <a:gdLst/>
                  <a:ahLst/>
                  <a:cxnLst>
                    <a:cxn ang="0">
                      <a:pos x="0" y="288"/>
                    </a:cxn>
                    <a:cxn ang="0">
                      <a:pos x="416" y="32"/>
                    </a:cxn>
                    <a:cxn ang="0">
                      <a:pos x="416" y="27"/>
                    </a:cxn>
                    <a:cxn ang="0">
                      <a:pos x="416" y="19"/>
                    </a:cxn>
                    <a:cxn ang="0">
                      <a:pos x="416" y="9"/>
                    </a:cxn>
                    <a:cxn ang="0">
                      <a:pos x="416" y="0"/>
                    </a:cxn>
                    <a:cxn ang="0">
                      <a:pos x="0" y="254"/>
                    </a:cxn>
                    <a:cxn ang="0">
                      <a:pos x="0" y="288"/>
                    </a:cxn>
                  </a:cxnLst>
                  <a:rect l="0" t="0" r="r" b="b"/>
                  <a:pathLst>
                    <a:path w="416" h="288">
                      <a:moveTo>
                        <a:pt x="0" y="288"/>
                      </a:moveTo>
                      <a:lnTo>
                        <a:pt x="416" y="32"/>
                      </a:lnTo>
                      <a:lnTo>
                        <a:pt x="416" y="27"/>
                      </a:lnTo>
                      <a:lnTo>
                        <a:pt x="416" y="19"/>
                      </a:lnTo>
                      <a:lnTo>
                        <a:pt x="416" y="9"/>
                      </a:lnTo>
                      <a:lnTo>
                        <a:pt x="416" y="0"/>
                      </a:lnTo>
                      <a:lnTo>
                        <a:pt x="0" y="254"/>
                      </a:lnTo>
                      <a:lnTo>
                        <a:pt x="0" y="288"/>
                      </a:lnTo>
                      <a:close/>
                    </a:path>
                  </a:pathLst>
                </a:custGeom>
                <a:solidFill>
                  <a:srgbClr val="000000"/>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657" name="Rectangle 257"/>
                <p:cNvSpPr>
                  <a:spLocks noChangeArrowheads="1"/>
                </p:cNvSpPr>
                <p:nvPr/>
              </p:nvSpPr>
              <p:spPr bwMode="auto">
                <a:xfrm>
                  <a:off x="4457" y="3330"/>
                  <a:ext cx="897" cy="29"/>
                </a:xfrm>
                <a:prstGeom prst="rect">
                  <a:avLst/>
                </a:prstGeom>
                <a:solidFill>
                  <a:srgbClr val="000000"/>
                </a:solidFill>
                <a:ln w="9525">
                  <a:noFill/>
                  <a:miter lim="800000"/>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658" name="Freeform 258"/>
                <p:cNvSpPr/>
                <p:nvPr/>
              </p:nvSpPr>
              <p:spPr bwMode="auto">
                <a:xfrm>
                  <a:off x="4787" y="2170"/>
                  <a:ext cx="241" cy="328"/>
                </a:xfrm>
                <a:custGeom>
                  <a:avLst/>
                  <a:gdLst/>
                  <a:ahLst/>
                  <a:cxnLst>
                    <a:cxn ang="0">
                      <a:pos x="242" y="327"/>
                    </a:cxn>
                    <a:cxn ang="0">
                      <a:pos x="242" y="0"/>
                    </a:cxn>
                    <a:cxn ang="0">
                      <a:pos x="0" y="0"/>
                    </a:cxn>
                    <a:cxn ang="0">
                      <a:pos x="0" y="321"/>
                    </a:cxn>
                    <a:cxn ang="0">
                      <a:pos x="116" y="240"/>
                    </a:cxn>
                    <a:cxn ang="0">
                      <a:pos x="242" y="327"/>
                    </a:cxn>
                  </a:cxnLst>
                  <a:rect l="0" t="0" r="r" b="b"/>
                  <a:pathLst>
                    <a:path w="242" h="327">
                      <a:moveTo>
                        <a:pt x="242" y="327"/>
                      </a:moveTo>
                      <a:lnTo>
                        <a:pt x="242" y="0"/>
                      </a:lnTo>
                      <a:lnTo>
                        <a:pt x="0" y="0"/>
                      </a:lnTo>
                      <a:lnTo>
                        <a:pt x="0" y="321"/>
                      </a:lnTo>
                      <a:lnTo>
                        <a:pt x="116" y="240"/>
                      </a:lnTo>
                      <a:lnTo>
                        <a:pt x="242" y="327"/>
                      </a:lnTo>
                      <a:close/>
                    </a:path>
                  </a:pathLst>
                </a:custGeom>
                <a:solidFill>
                  <a:srgbClr val="000000"/>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659" name="Freeform 259"/>
                <p:cNvSpPr/>
                <p:nvPr/>
              </p:nvSpPr>
              <p:spPr bwMode="auto">
                <a:xfrm>
                  <a:off x="4724" y="2016"/>
                  <a:ext cx="358" cy="125"/>
                </a:xfrm>
                <a:custGeom>
                  <a:avLst/>
                  <a:gdLst/>
                  <a:ahLst/>
                  <a:cxnLst>
                    <a:cxn ang="0">
                      <a:pos x="181" y="0"/>
                    </a:cxn>
                    <a:cxn ang="0">
                      <a:pos x="0" y="126"/>
                    </a:cxn>
                    <a:cxn ang="0">
                      <a:pos x="361" y="126"/>
                    </a:cxn>
                    <a:cxn ang="0">
                      <a:pos x="181" y="0"/>
                    </a:cxn>
                  </a:cxnLst>
                  <a:rect l="0" t="0" r="r" b="b"/>
                  <a:pathLst>
                    <a:path w="361" h="126">
                      <a:moveTo>
                        <a:pt x="181" y="0"/>
                      </a:moveTo>
                      <a:lnTo>
                        <a:pt x="0" y="126"/>
                      </a:lnTo>
                      <a:lnTo>
                        <a:pt x="361" y="126"/>
                      </a:lnTo>
                      <a:lnTo>
                        <a:pt x="181" y="0"/>
                      </a:lnTo>
                      <a:close/>
                    </a:path>
                  </a:pathLst>
                </a:custGeom>
                <a:solidFill>
                  <a:srgbClr val="000000"/>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660" name="Freeform 260"/>
                <p:cNvSpPr/>
                <p:nvPr/>
              </p:nvSpPr>
              <p:spPr bwMode="auto">
                <a:xfrm>
                  <a:off x="5028" y="2469"/>
                  <a:ext cx="412" cy="282"/>
                </a:xfrm>
                <a:custGeom>
                  <a:avLst/>
                  <a:gdLst/>
                  <a:ahLst/>
                  <a:cxnLst>
                    <a:cxn ang="0">
                      <a:pos x="413" y="287"/>
                    </a:cxn>
                    <a:cxn ang="0">
                      <a:pos x="0" y="31"/>
                    </a:cxn>
                    <a:cxn ang="0">
                      <a:pos x="0" y="25"/>
                    </a:cxn>
                    <a:cxn ang="0">
                      <a:pos x="0" y="17"/>
                    </a:cxn>
                    <a:cxn ang="0">
                      <a:pos x="0" y="9"/>
                    </a:cxn>
                    <a:cxn ang="0">
                      <a:pos x="0" y="0"/>
                    </a:cxn>
                    <a:cxn ang="0">
                      <a:pos x="413" y="253"/>
                    </a:cxn>
                    <a:cxn ang="0">
                      <a:pos x="413" y="287"/>
                    </a:cxn>
                  </a:cxnLst>
                  <a:rect l="0" t="0" r="r" b="b"/>
                  <a:pathLst>
                    <a:path w="413" h="287">
                      <a:moveTo>
                        <a:pt x="413" y="287"/>
                      </a:moveTo>
                      <a:lnTo>
                        <a:pt x="0" y="31"/>
                      </a:lnTo>
                      <a:lnTo>
                        <a:pt x="0" y="25"/>
                      </a:lnTo>
                      <a:lnTo>
                        <a:pt x="0" y="17"/>
                      </a:lnTo>
                      <a:lnTo>
                        <a:pt x="0" y="9"/>
                      </a:lnTo>
                      <a:lnTo>
                        <a:pt x="0" y="0"/>
                      </a:lnTo>
                      <a:lnTo>
                        <a:pt x="413" y="253"/>
                      </a:lnTo>
                      <a:lnTo>
                        <a:pt x="413" y="287"/>
                      </a:lnTo>
                      <a:close/>
                    </a:path>
                  </a:pathLst>
                </a:custGeom>
                <a:solidFill>
                  <a:srgbClr val="000000"/>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661" name="Freeform 261"/>
                <p:cNvSpPr/>
                <p:nvPr/>
              </p:nvSpPr>
              <p:spPr bwMode="auto">
                <a:xfrm>
                  <a:off x="4841" y="2209"/>
                  <a:ext cx="127" cy="164"/>
                </a:xfrm>
                <a:custGeom>
                  <a:avLst/>
                  <a:gdLst/>
                  <a:ahLst/>
                  <a:cxnLst>
                    <a:cxn ang="0">
                      <a:pos x="65" y="0"/>
                    </a:cxn>
                    <a:cxn ang="0">
                      <a:pos x="51" y="1"/>
                    </a:cxn>
                    <a:cxn ang="0">
                      <a:pos x="38" y="6"/>
                    </a:cxn>
                    <a:cxn ang="0">
                      <a:pos x="27" y="13"/>
                    </a:cxn>
                    <a:cxn ang="0">
                      <a:pos x="17" y="20"/>
                    </a:cxn>
                    <a:cxn ang="0">
                      <a:pos x="9" y="32"/>
                    </a:cxn>
                    <a:cxn ang="0">
                      <a:pos x="5" y="44"/>
                    </a:cxn>
                    <a:cxn ang="0">
                      <a:pos x="1" y="58"/>
                    </a:cxn>
                    <a:cxn ang="0">
                      <a:pos x="0" y="74"/>
                    </a:cxn>
                    <a:cxn ang="0">
                      <a:pos x="0" y="103"/>
                    </a:cxn>
                    <a:cxn ang="0">
                      <a:pos x="0" y="126"/>
                    </a:cxn>
                    <a:cxn ang="0">
                      <a:pos x="0" y="145"/>
                    </a:cxn>
                    <a:cxn ang="0">
                      <a:pos x="0" y="164"/>
                    </a:cxn>
                    <a:cxn ang="0">
                      <a:pos x="27" y="164"/>
                    </a:cxn>
                    <a:cxn ang="0">
                      <a:pos x="44" y="164"/>
                    </a:cxn>
                    <a:cxn ang="0">
                      <a:pos x="55" y="164"/>
                    </a:cxn>
                    <a:cxn ang="0">
                      <a:pos x="63" y="164"/>
                    </a:cxn>
                    <a:cxn ang="0">
                      <a:pos x="71" y="164"/>
                    </a:cxn>
                    <a:cxn ang="0">
                      <a:pos x="82" y="164"/>
                    </a:cxn>
                    <a:cxn ang="0">
                      <a:pos x="100" y="164"/>
                    </a:cxn>
                    <a:cxn ang="0">
                      <a:pos x="127" y="164"/>
                    </a:cxn>
                    <a:cxn ang="0">
                      <a:pos x="127" y="139"/>
                    </a:cxn>
                    <a:cxn ang="0">
                      <a:pos x="127" y="114"/>
                    </a:cxn>
                    <a:cxn ang="0">
                      <a:pos x="127" y="90"/>
                    </a:cxn>
                    <a:cxn ang="0">
                      <a:pos x="127" y="71"/>
                    </a:cxn>
                    <a:cxn ang="0">
                      <a:pos x="127" y="62"/>
                    </a:cxn>
                    <a:cxn ang="0">
                      <a:pos x="123" y="51"/>
                    </a:cxn>
                    <a:cxn ang="0">
                      <a:pos x="119" y="38"/>
                    </a:cxn>
                    <a:cxn ang="0">
                      <a:pos x="112" y="27"/>
                    </a:cxn>
                    <a:cxn ang="0">
                      <a:pos x="104" y="16"/>
                    </a:cxn>
                    <a:cxn ang="0">
                      <a:pos x="93" y="8"/>
                    </a:cxn>
                    <a:cxn ang="0">
                      <a:pos x="81" y="1"/>
                    </a:cxn>
                    <a:cxn ang="0">
                      <a:pos x="65" y="0"/>
                    </a:cxn>
                  </a:cxnLst>
                  <a:rect l="0" t="0" r="r" b="b"/>
                  <a:pathLst>
                    <a:path w="127" h="164">
                      <a:moveTo>
                        <a:pt x="65" y="0"/>
                      </a:moveTo>
                      <a:lnTo>
                        <a:pt x="51" y="1"/>
                      </a:lnTo>
                      <a:lnTo>
                        <a:pt x="38" y="6"/>
                      </a:lnTo>
                      <a:lnTo>
                        <a:pt x="27" y="13"/>
                      </a:lnTo>
                      <a:lnTo>
                        <a:pt x="17" y="20"/>
                      </a:lnTo>
                      <a:lnTo>
                        <a:pt x="9" y="32"/>
                      </a:lnTo>
                      <a:lnTo>
                        <a:pt x="5" y="44"/>
                      </a:lnTo>
                      <a:lnTo>
                        <a:pt x="1" y="58"/>
                      </a:lnTo>
                      <a:lnTo>
                        <a:pt x="0" y="74"/>
                      </a:lnTo>
                      <a:lnTo>
                        <a:pt x="0" y="103"/>
                      </a:lnTo>
                      <a:lnTo>
                        <a:pt x="0" y="126"/>
                      </a:lnTo>
                      <a:lnTo>
                        <a:pt x="0" y="145"/>
                      </a:lnTo>
                      <a:lnTo>
                        <a:pt x="0" y="164"/>
                      </a:lnTo>
                      <a:lnTo>
                        <a:pt x="27" y="164"/>
                      </a:lnTo>
                      <a:lnTo>
                        <a:pt x="44" y="164"/>
                      </a:lnTo>
                      <a:lnTo>
                        <a:pt x="55" y="164"/>
                      </a:lnTo>
                      <a:lnTo>
                        <a:pt x="63" y="164"/>
                      </a:lnTo>
                      <a:lnTo>
                        <a:pt x="71" y="164"/>
                      </a:lnTo>
                      <a:lnTo>
                        <a:pt x="82" y="164"/>
                      </a:lnTo>
                      <a:lnTo>
                        <a:pt x="100" y="164"/>
                      </a:lnTo>
                      <a:lnTo>
                        <a:pt x="127" y="164"/>
                      </a:lnTo>
                      <a:lnTo>
                        <a:pt x="127" y="139"/>
                      </a:lnTo>
                      <a:lnTo>
                        <a:pt x="127" y="114"/>
                      </a:lnTo>
                      <a:lnTo>
                        <a:pt x="127" y="90"/>
                      </a:lnTo>
                      <a:lnTo>
                        <a:pt x="127" y="71"/>
                      </a:lnTo>
                      <a:lnTo>
                        <a:pt x="127" y="62"/>
                      </a:lnTo>
                      <a:lnTo>
                        <a:pt x="123" y="51"/>
                      </a:lnTo>
                      <a:lnTo>
                        <a:pt x="119" y="38"/>
                      </a:lnTo>
                      <a:lnTo>
                        <a:pt x="112" y="27"/>
                      </a:lnTo>
                      <a:lnTo>
                        <a:pt x="104" y="16"/>
                      </a:lnTo>
                      <a:lnTo>
                        <a:pt x="93" y="8"/>
                      </a:lnTo>
                      <a:lnTo>
                        <a:pt x="81" y="1"/>
                      </a:lnTo>
                      <a:lnTo>
                        <a:pt x="65" y="0"/>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662" name="Rectangle 262"/>
                <p:cNvSpPr>
                  <a:spLocks noChangeArrowheads="1"/>
                </p:cNvSpPr>
                <p:nvPr/>
              </p:nvSpPr>
              <p:spPr bwMode="auto">
                <a:xfrm>
                  <a:off x="4803" y="2901"/>
                  <a:ext cx="206" cy="386"/>
                </a:xfrm>
                <a:prstGeom prst="rect">
                  <a:avLst/>
                </a:prstGeom>
                <a:solidFill>
                  <a:srgbClr val="FFFFFF"/>
                </a:solidFill>
                <a:ln w="9525">
                  <a:noFill/>
                  <a:miter lim="800000"/>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663" name="Freeform 263"/>
                <p:cNvSpPr/>
                <p:nvPr/>
              </p:nvSpPr>
              <p:spPr bwMode="auto">
                <a:xfrm>
                  <a:off x="4736" y="2819"/>
                  <a:ext cx="13" cy="318"/>
                </a:xfrm>
                <a:custGeom>
                  <a:avLst/>
                  <a:gdLst/>
                  <a:ahLst/>
                  <a:cxnLst>
                    <a:cxn ang="0">
                      <a:pos x="8" y="16"/>
                    </a:cxn>
                    <a:cxn ang="0">
                      <a:pos x="0" y="8"/>
                    </a:cxn>
                    <a:cxn ang="0">
                      <a:pos x="0" y="320"/>
                    </a:cxn>
                    <a:cxn ang="0">
                      <a:pos x="16" y="320"/>
                    </a:cxn>
                    <a:cxn ang="0">
                      <a:pos x="16" y="8"/>
                    </a:cxn>
                    <a:cxn ang="0">
                      <a:pos x="8" y="0"/>
                    </a:cxn>
                    <a:cxn ang="0">
                      <a:pos x="16" y="8"/>
                    </a:cxn>
                    <a:cxn ang="0">
                      <a:pos x="16" y="0"/>
                    </a:cxn>
                    <a:cxn ang="0">
                      <a:pos x="8" y="0"/>
                    </a:cxn>
                    <a:cxn ang="0">
                      <a:pos x="8" y="16"/>
                    </a:cxn>
                  </a:cxnLst>
                  <a:rect l="0" t="0" r="r" b="b"/>
                  <a:pathLst>
                    <a:path w="16" h="320">
                      <a:moveTo>
                        <a:pt x="8" y="16"/>
                      </a:moveTo>
                      <a:lnTo>
                        <a:pt x="0" y="8"/>
                      </a:lnTo>
                      <a:lnTo>
                        <a:pt x="0" y="320"/>
                      </a:lnTo>
                      <a:lnTo>
                        <a:pt x="16" y="320"/>
                      </a:lnTo>
                      <a:lnTo>
                        <a:pt x="16" y="8"/>
                      </a:lnTo>
                      <a:lnTo>
                        <a:pt x="8" y="0"/>
                      </a:lnTo>
                      <a:lnTo>
                        <a:pt x="16" y="8"/>
                      </a:lnTo>
                      <a:lnTo>
                        <a:pt x="16" y="0"/>
                      </a:lnTo>
                      <a:lnTo>
                        <a:pt x="8" y="0"/>
                      </a:lnTo>
                      <a:lnTo>
                        <a:pt x="8" y="16"/>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664" name="Freeform 264"/>
                <p:cNvSpPr/>
                <p:nvPr/>
              </p:nvSpPr>
              <p:spPr bwMode="auto">
                <a:xfrm>
                  <a:off x="4559" y="2819"/>
                  <a:ext cx="184" cy="21"/>
                </a:xfrm>
                <a:custGeom>
                  <a:avLst/>
                  <a:gdLst/>
                  <a:ahLst/>
                  <a:cxnLst>
                    <a:cxn ang="0">
                      <a:pos x="16" y="8"/>
                    </a:cxn>
                    <a:cxn ang="0">
                      <a:pos x="8" y="16"/>
                    </a:cxn>
                    <a:cxn ang="0">
                      <a:pos x="187" y="16"/>
                    </a:cxn>
                    <a:cxn ang="0">
                      <a:pos x="187" y="0"/>
                    </a:cxn>
                    <a:cxn ang="0">
                      <a:pos x="8" y="0"/>
                    </a:cxn>
                    <a:cxn ang="0">
                      <a:pos x="0" y="8"/>
                    </a:cxn>
                    <a:cxn ang="0">
                      <a:pos x="8" y="0"/>
                    </a:cxn>
                    <a:cxn ang="0">
                      <a:pos x="0" y="0"/>
                    </a:cxn>
                    <a:cxn ang="0">
                      <a:pos x="0" y="8"/>
                    </a:cxn>
                    <a:cxn ang="0">
                      <a:pos x="16" y="8"/>
                    </a:cxn>
                  </a:cxnLst>
                  <a:rect l="0" t="0" r="r" b="b"/>
                  <a:pathLst>
                    <a:path w="187" h="16">
                      <a:moveTo>
                        <a:pt x="16" y="8"/>
                      </a:moveTo>
                      <a:lnTo>
                        <a:pt x="8" y="16"/>
                      </a:lnTo>
                      <a:lnTo>
                        <a:pt x="187" y="16"/>
                      </a:lnTo>
                      <a:lnTo>
                        <a:pt x="187" y="0"/>
                      </a:lnTo>
                      <a:lnTo>
                        <a:pt x="8" y="0"/>
                      </a:lnTo>
                      <a:lnTo>
                        <a:pt x="0" y="8"/>
                      </a:lnTo>
                      <a:lnTo>
                        <a:pt x="8" y="0"/>
                      </a:lnTo>
                      <a:lnTo>
                        <a:pt x="0" y="0"/>
                      </a:lnTo>
                      <a:lnTo>
                        <a:pt x="0" y="8"/>
                      </a:lnTo>
                      <a:lnTo>
                        <a:pt x="16"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665" name="Freeform 265"/>
                <p:cNvSpPr/>
                <p:nvPr/>
              </p:nvSpPr>
              <p:spPr bwMode="auto">
                <a:xfrm>
                  <a:off x="4559" y="2826"/>
                  <a:ext cx="13" cy="318"/>
                </a:xfrm>
                <a:custGeom>
                  <a:avLst/>
                  <a:gdLst/>
                  <a:ahLst/>
                  <a:cxnLst>
                    <a:cxn ang="0">
                      <a:pos x="8" y="304"/>
                    </a:cxn>
                    <a:cxn ang="0">
                      <a:pos x="16" y="312"/>
                    </a:cxn>
                    <a:cxn ang="0">
                      <a:pos x="16" y="0"/>
                    </a:cxn>
                    <a:cxn ang="0">
                      <a:pos x="0" y="0"/>
                    </a:cxn>
                    <a:cxn ang="0">
                      <a:pos x="0" y="312"/>
                    </a:cxn>
                    <a:cxn ang="0">
                      <a:pos x="8" y="320"/>
                    </a:cxn>
                    <a:cxn ang="0">
                      <a:pos x="0" y="312"/>
                    </a:cxn>
                    <a:cxn ang="0">
                      <a:pos x="0" y="320"/>
                    </a:cxn>
                    <a:cxn ang="0">
                      <a:pos x="8" y="320"/>
                    </a:cxn>
                    <a:cxn ang="0">
                      <a:pos x="8" y="304"/>
                    </a:cxn>
                  </a:cxnLst>
                  <a:rect l="0" t="0" r="r" b="b"/>
                  <a:pathLst>
                    <a:path w="16" h="320">
                      <a:moveTo>
                        <a:pt x="8" y="304"/>
                      </a:moveTo>
                      <a:lnTo>
                        <a:pt x="16" y="312"/>
                      </a:lnTo>
                      <a:lnTo>
                        <a:pt x="16" y="0"/>
                      </a:lnTo>
                      <a:lnTo>
                        <a:pt x="0" y="0"/>
                      </a:lnTo>
                      <a:lnTo>
                        <a:pt x="0" y="312"/>
                      </a:lnTo>
                      <a:lnTo>
                        <a:pt x="8" y="320"/>
                      </a:lnTo>
                      <a:lnTo>
                        <a:pt x="0" y="312"/>
                      </a:lnTo>
                      <a:lnTo>
                        <a:pt x="0" y="320"/>
                      </a:lnTo>
                      <a:lnTo>
                        <a:pt x="8" y="320"/>
                      </a:lnTo>
                      <a:lnTo>
                        <a:pt x="8" y="304"/>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666" name="Freeform 266"/>
                <p:cNvSpPr/>
                <p:nvPr/>
              </p:nvSpPr>
              <p:spPr bwMode="auto">
                <a:xfrm>
                  <a:off x="4565" y="3134"/>
                  <a:ext cx="184" cy="14"/>
                </a:xfrm>
                <a:custGeom>
                  <a:avLst/>
                  <a:gdLst/>
                  <a:ahLst/>
                  <a:cxnLst>
                    <a:cxn ang="0">
                      <a:pos x="171" y="8"/>
                    </a:cxn>
                    <a:cxn ang="0">
                      <a:pos x="179" y="0"/>
                    </a:cxn>
                    <a:cxn ang="0">
                      <a:pos x="0" y="0"/>
                    </a:cxn>
                    <a:cxn ang="0">
                      <a:pos x="0" y="16"/>
                    </a:cxn>
                    <a:cxn ang="0">
                      <a:pos x="179" y="16"/>
                    </a:cxn>
                    <a:cxn ang="0">
                      <a:pos x="187" y="8"/>
                    </a:cxn>
                    <a:cxn ang="0">
                      <a:pos x="179" y="16"/>
                    </a:cxn>
                    <a:cxn ang="0">
                      <a:pos x="187" y="16"/>
                    </a:cxn>
                    <a:cxn ang="0">
                      <a:pos x="187" y="8"/>
                    </a:cxn>
                    <a:cxn ang="0">
                      <a:pos x="171" y="8"/>
                    </a:cxn>
                  </a:cxnLst>
                  <a:rect l="0" t="0" r="r" b="b"/>
                  <a:pathLst>
                    <a:path w="187" h="16">
                      <a:moveTo>
                        <a:pt x="171" y="8"/>
                      </a:moveTo>
                      <a:lnTo>
                        <a:pt x="179" y="0"/>
                      </a:lnTo>
                      <a:lnTo>
                        <a:pt x="0" y="0"/>
                      </a:lnTo>
                      <a:lnTo>
                        <a:pt x="0" y="16"/>
                      </a:lnTo>
                      <a:lnTo>
                        <a:pt x="179" y="16"/>
                      </a:lnTo>
                      <a:lnTo>
                        <a:pt x="187" y="8"/>
                      </a:lnTo>
                      <a:lnTo>
                        <a:pt x="179" y="16"/>
                      </a:lnTo>
                      <a:lnTo>
                        <a:pt x="187" y="16"/>
                      </a:lnTo>
                      <a:lnTo>
                        <a:pt x="187" y="8"/>
                      </a:lnTo>
                      <a:lnTo>
                        <a:pt x="171"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667" name="Freeform 267"/>
                <p:cNvSpPr/>
                <p:nvPr/>
              </p:nvSpPr>
              <p:spPr bwMode="auto">
                <a:xfrm>
                  <a:off x="4568" y="2916"/>
                  <a:ext cx="174" cy="11"/>
                </a:xfrm>
                <a:custGeom>
                  <a:avLst/>
                  <a:gdLst/>
                  <a:ahLst/>
                  <a:cxnLst>
                    <a:cxn ang="0">
                      <a:pos x="176" y="8"/>
                    </a:cxn>
                    <a:cxn ang="0">
                      <a:pos x="176" y="0"/>
                    </a:cxn>
                    <a:cxn ang="0">
                      <a:pos x="0" y="0"/>
                    </a:cxn>
                    <a:cxn ang="0">
                      <a:pos x="0" y="16"/>
                    </a:cxn>
                    <a:cxn ang="0">
                      <a:pos x="176" y="16"/>
                    </a:cxn>
                    <a:cxn ang="0">
                      <a:pos x="176" y="8"/>
                    </a:cxn>
                  </a:cxnLst>
                  <a:rect l="0" t="0" r="r" b="b"/>
                  <a:pathLst>
                    <a:path w="176" h="16">
                      <a:moveTo>
                        <a:pt x="176" y="8"/>
                      </a:moveTo>
                      <a:lnTo>
                        <a:pt x="176" y="0"/>
                      </a:lnTo>
                      <a:lnTo>
                        <a:pt x="0" y="0"/>
                      </a:lnTo>
                      <a:lnTo>
                        <a:pt x="0" y="16"/>
                      </a:lnTo>
                      <a:lnTo>
                        <a:pt x="176" y="16"/>
                      </a:lnTo>
                      <a:lnTo>
                        <a:pt x="176"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668" name="Freeform 268"/>
                <p:cNvSpPr/>
                <p:nvPr/>
              </p:nvSpPr>
              <p:spPr bwMode="auto">
                <a:xfrm>
                  <a:off x="4568" y="3026"/>
                  <a:ext cx="174" cy="18"/>
                </a:xfrm>
                <a:custGeom>
                  <a:avLst/>
                  <a:gdLst/>
                  <a:ahLst/>
                  <a:cxnLst>
                    <a:cxn ang="0">
                      <a:pos x="176" y="8"/>
                    </a:cxn>
                    <a:cxn ang="0">
                      <a:pos x="176" y="0"/>
                    </a:cxn>
                    <a:cxn ang="0">
                      <a:pos x="0" y="0"/>
                    </a:cxn>
                    <a:cxn ang="0">
                      <a:pos x="0" y="16"/>
                    </a:cxn>
                    <a:cxn ang="0">
                      <a:pos x="176" y="16"/>
                    </a:cxn>
                    <a:cxn ang="0">
                      <a:pos x="176" y="8"/>
                    </a:cxn>
                  </a:cxnLst>
                  <a:rect l="0" t="0" r="r" b="b"/>
                  <a:pathLst>
                    <a:path w="176" h="16">
                      <a:moveTo>
                        <a:pt x="176" y="8"/>
                      </a:moveTo>
                      <a:lnTo>
                        <a:pt x="176" y="0"/>
                      </a:lnTo>
                      <a:lnTo>
                        <a:pt x="0" y="0"/>
                      </a:lnTo>
                      <a:lnTo>
                        <a:pt x="0" y="16"/>
                      </a:lnTo>
                      <a:lnTo>
                        <a:pt x="176" y="16"/>
                      </a:lnTo>
                      <a:lnTo>
                        <a:pt x="176"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669" name="Freeform 269"/>
                <p:cNvSpPr/>
                <p:nvPr/>
              </p:nvSpPr>
              <p:spPr bwMode="auto">
                <a:xfrm>
                  <a:off x="4644" y="2837"/>
                  <a:ext cx="16" cy="300"/>
                </a:xfrm>
                <a:custGeom>
                  <a:avLst/>
                  <a:gdLst/>
                  <a:ahLst/>
                  <a:cxnLst>
                    <a:cxn ang="0">
                      <a:pos x="7" y="302"/>
                    </a:cxn>
                    <a:cxn ang="0">
                      <a:pos x="15" y="302"/>
                    </a:cxn>
                    <a:cxn ang="0">
                      <a:pos x="15" y="0"/>
                    </a:cxn>
                    <a:cxn ang="0">
                      <a:pos x="0" y="0"/>
                    </a:cxn>
                    <a:cxn ang="0">
                      <a:pos x="0" y="302"/>
                    </a:cxn>
                    <a:cxn ang="0">
                      <a:pos x="7" y="302"/>
                    </a:cxn>
                  </a:cxnLst>
                  <a:rect l="0" t="0" r="r" b="b"/>
                  <a:pathLst>
                    <a:path w="15" h="302">
                      <a:moveTo>
                        <a:pt x="7" y="302"/>
                      </a:moveTo>
                      <a:lnTo>
                        <a:pt x="15" y="302"/>
                      </a:lnTo>
                      <a:lnTo>
                        <a:pt x="15" y="0"/>
                      </a:lnTo>
                      <a:lnTo>
                        <a:pt x="0" y="0"/>
                      </a:lnTo>
                      <a:lnTo>
                        <a:pt x="0" y="302"/>
                      </a:lnTo>
                      <a:lnTo>
                        <a:pt x="7" y="302"/>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670" name="Freeform 270"/>
                <p:cNvSpPr/>
                <p:nvPr/>
              </p:nvSpPr>
              <p:spPr bwMode="auto">
                <a:xfrm>
                  <a:off x="5240" y="2819"/>
                  <a:ext cx="16" cy="318"/>
                </a:xfrm>
                <a:custGeom>
                  <a:avLst/>
                  <a:gdLst/>
                  <a:ahLst/>
                  <a:cxnLst>
                    <a:cxn ang="0">
                      <a:pos x="8" y="16"/>
                    </a:cxn>
                    <a:cxn ang="0">
                      <a:pos x="0" y="8"/>
                    </a:cxn>
                    <a:cxn ang="0">
                      <a:pos x="0" y="320"/>
                    </a:cxn>
                    <a:cxn ang="0">
                      <a:pos x="16" y="320"/>
                    </a:cxn>
                    <a:cxn ang="0">
                      <a:pos x="16" y="8"/>
                    </a:cxn>
                    <a:cxn ang="0">
                      <a:pos x="8" y="0"/>
                    </a:cxn>
                    <a:cxn ang="0">
                      <a:pos x="16" y="8"/>
                    </a:cxn>
                    <a:cxn ang="0">
                      <a:pos x="16" y="0"/>
                    </a:cxn>
                    <a:cxn ang="0">
                      <a:pos x="8" y="0"/>
                    </a:cxn>
                    <a:cxn ang="0">
                      <a:pos x="8" y="16"/>
                    </a:cxn>
                  </a:cxnLst>
                  <a:rect l="0" t="0" r="r" b="b"/>
                  <a:pathLst>
                    <a:path w="16" h="320">
                      <a:moveTo>
                        <a:pt x="8" y="16"/>
                      </a:moveTo>
                      <a:lnTo>
                        <a:pt x="0" y="8"/>
                      </a:lnTo>
                      <a:lnTo>
                        <a:pt x="0" y="320"/>
                      </a:lnTo>
                      <a:lnTo>
                        <a:pt x="16" y="320"/>
                      </a:lnTo>
                      <a:lnTo>
                        <a:pt x="16" y="8"/>
                      </a:lnTo>
                      <a:lnTo>
                        <a:pt x="8" y="0"/>
                      </a:lnTo>
                      <a:lnTo>
                        <a:pt x="16" y="8"/>
                      </a:lnTo>
                      <a:lnTo>
                        <a:pt x="16" y="0"/>
                      </a:lnTo>
                      <a:lnTo>
                        <a:pt x="8" y="0"/>
                      </a:lnTo>
                      <a:lnTo>
                        <a:pt x="8" y="16"/>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671" name="Freeform 271"/>
                <p:cNvSpPr/>
                <p:nvPr/>
              </p:nvSpPr>
              <p:spPr bwMode="auto">
                <a:xfrm>
                  <a:off x="5060" y="2819"/>
                  <a:ext cx="187" cy="21"/>
                </a:xfrm>
                <a:custGeom>
                  <a:avLst/>
                  <a:gdLst/>
                  <a:ahLst/>
                  <a:cxnLst>
                    <a:cxn ang="0">
                      <a:pos x="16" y="8"/>
                    </a:cxn>
                    <a:cxn ang="0">
                      <a:pos x="8" y="16"/>
                    </a:cxn>
                    <a:cxn ang="0">
                      <a:pos x="187" y="16"/>
                    </a:cxn>
                    <a:cxn ang="0">
                      <a:pos x="187" y="0"/>
                    </a:cxn>
                    <a:cxn ang="0">
                      <a:pos x="8" y="0"/>
                    </a:cxn>
                    <a:cxn ang="0">
                      <a:pos x="0" y="8"/>
                    </a:cxn>
                    <a:cxn ang="0">
                      <a:pos x="8" y="0"/>
                    </a:cxn>
                    <a:cxn ang="0">
                      <a:pos x="0" y="0"/>
                    </a:cxn>
                    <a:cxn ang="0">
                      <a:pos x="0" y="8"/>
                    </a:cxn>
                    <a:cxn ang="0">
                      <a:pos x="16" y="8"/>
                    </a:cxn>
                  </a:cxnLst>
                  <a:rect l="0" t="0" r="r" b="b"/>
                  <a:pathLst>
                    <a:path w="187" h="16">
                      <a:moveTo>
                        <a:pt x="16" y="8"/>
                      </a:moveTo>
                      <a:lnTo>
                        <a:pt x="8" y="16"/>
                      </a:lnTo>
                      <a:lnTo>
                        <a:pt x="187" y="16"/>
                      </a:lnTo>
                      <a:lnTo>
                        <a:pt x="187" y="0"/>
                      </a:lnTo>
                      <a:lnTo>
                        <a:pt x="8" y="0"/>
                      </a:lnTo>
                      <a:lnTo>
                        <a:pt x="0" y="8"/>
                      </a:lnTo>
                      <a:lnTo>
                        <a:pt x="8" y="0"/>
                      </a:lnTo>
                      <a:lnTo>
                        <a:pt x="0" y="0"/>
                      </a:lnTo>
                      <a:lnTo>
                        <a:pt x="0" y="8"/>
                      </a:lnTo>
                      <a:lnTo>
                        <a:pt x="16"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672" name="Freeform 272"/>
                <p:cNvSpPr/>
                <p:nvPr/>
              </p:nvSpPr>
              <p:spPr bwMode="auto">
                <a:xfrm>
                  <a:off x="5060" y="2826"/>
                  <a:ext cx="16" cy="318"/>
                </a:xfrm>
                <a:custGeom>
                  <a:avLst/>
                  <a:gdLst/>
                  <a:ahLst/>
                  <a:cxnLst>
                    <a:cxn ang="0">
                      <a:pos x="8" y="304"/>
                    </a:cxn>
                    <a:cxn ang="0">
                      <a:pos x="16" y="312"/>
                    </a:cxn>
                    <a:cxn ang="0">
                      <a:pos x="16" y="0"/>
                    </a:cxn>
                    <a:cxn ang="0">
                      <a:pos x="0" y="0"/>
                    </a:cxn>
                    <a:cxn ang="0">
                      <a:pos x="0" y="312"/>
                    </a:cxn>
                    <a:cxn ang="0">
                      <a:pos x="8" y="320"/>
                    </a:cxn>
                    <a:cxn ang="0">
                      <a:pos x="0" y="312"/>
                    </a:cxn>
                    <a:cxn ang="0">
                      <a:pos x="0" y="320"/>
                    </a:cxn>
                    <a:cxn ang="0">
                      <a:pos x="8" y="320"/>
                    </a:cxn>
                    <a:cxn ang="0">
                      <a:pos x="8" y="304"/>
                    </a:cxn>
                  </a:cxnLst>
                  <a:rect l="0" t="0" r="r" b="b"/>
                  <a:pathLst>
                    <a:path w="16" h="320">
                      <a:moveTo>
                        <a:pt x="8" y="304"/>
                      </a:moveTo>
                      <a:lnTo>
                        <a:pt x="16" y="312"/>
                      </a:lnTo>
                      <a:lnTo>
                        <a:pt x="16" y="0"/>
                      </a:lnTo>
                      <a:lnTo>
                        <a:pt x="0" y="0"/>
                      </a:lnTo>
                      <a:lnTo>
                        <a:pt x="0" y="312"/>
                      </a:lnTo>
                      <a:lnTo>
                        <a:pt x="8" y="320"/>
                      </a:lnTo>
                      <a:lnTo>
                        <a:pt x="0" y="312"/>
                      </a:lnTo>
                      <a:lnTo>
                        <a:pt x="0" y="320"/>
                      </a:lnTo>
                      <a:lnTo>
                        <a:pt x="8" y="320"/>
                      </a:lnTo>
                      <a:lnTo>
                        <a:pt x="8" y="304"/>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673" name="Freeform 273"/>
                <p:cNvSpPr/>
                <p:nvPr/>
              </p:nvSpPr>
              <p:spPr bwMode="auto">
                <a:xfrm>
                  <a:off x="5069" y="3134"/>
                  <a:ext cx="187" cy="14"/>
                </a:xfrm>
                <a:custGeom>
                  <a:avLst/>
                  <a:gdLst/>
                  <a:ahLst/>
                  <a:cxnLst>
                    <a:cxn ang="0">
                      <a:pos x="171" y="8"/>
                    </a:cxn>
                    <a:cxn ang="0">
                      <a:pos x="179" y="0"/>
                    </a:cxn>
                    <a:cxn ang="0">
                      <a:pos x="0" y="0"/>
                    </a:cxn>
                    <a:cxn ang="0">
                      <a:pos x="0" y="16"/>
                    </a:cxn>
                    <a:cxn ang="0">
                      <a:pos x="179" y="16"/>
                    </a:cxn>
                    <a:cxn ang="0">
                      <a:pos x="187" y="8"/>
                    </a:cxn>
                    <a:cxn ang="0">
                      <a:pos x="179" y="16"/>
                    </a:cxn>
                    <a:cxn ang="0">
                      <a:pos x="187" y="16"/>
                    </a:cxn>
                    <a:cxn ang="0">
                      <a:pos x="187" y="8"/>
                    </a:cxn>
                    <a:cxn ang="0">
                      <a:pos x="171" y="8"/>
                    </a:cxn>
                  </a:cxnLst>
                  <a:rect l="0" t="0" r="r" b="b"/>
                  <a:pathLst>
                    <a:path w="187" h="16">
                      <a:moveTo>
                        <a:pt x="171" y="8"/>
                      </a:moveTo>
                      <a:lnTo>
                        <a:pt x="179" y="0"/>
                      </a:lnTo>
                      <a:lnTo>
                        <a:pt x="0" y="0"/>
                      </a:lnTo>
                      <a:lnTo>
                        <a:pt x="0" y="16"/>
                      </a:lnTo>
                      <a:lnTo>
                        <a:pt x="179" y="16"/>
                      </a:lnTo>
                      <a:lnTo>
                        <a:pt x="187" y="8"/>
                      </a:lnTo>
                      <a:lnTo>
                        <a:pt x="179" y="16"/>
                      </a:lnTo>
                      <a:lnTo>
                        <a:pt x="187" y="16"/>
                      </a:lnTo>
                      <a:lnTo>
                        <a:pt x="187" y="8"/>
                      </a:lnTo>
                      <a:lnTo>
                        <a:pt x="171"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674" name="Freeform 274"/>
                <p:cNvSpPr/>
                <p:nvPr/>
              </p:nvSpPr>
              <p:spPr bwMode="auto">
                <a:xfrm>
                  <a:off x="5069" y="2916"/>
                  <a:ext cx="174" cy="11"/>
                </a:xfrm>
                <a:custGeom>
                  <a:avLst/>
                  <a:gdLst/>
                  <a:ahLst/>
                  <a:cxnLst>
                    <a:cxn ang="0">
                      <a:pos x="175" y="8"/>
                    </a:cxn>
                    <a:cxn ang="0">
                      <a:pos x="175" y="0"/>
                    </a:cxn>
                    <a:cxn ang="0">
                      <a:pos x="0" y="0"/>
                    </a:cxn>
                    <a:cxn ang="0">
                      <a:pos x="0" y="16"/>
                    </a:cxn>
                    <a:cxn ang="0">
                      <a:pos x="175" y="16"/>
                    </a:cxn>
                    <a:cxn ang="0">
                      <a:pos x="175" y="8"/>
                    </a:cxn>
                  </a:cxnLst>
                  <a:rect l="0" t="0" r="r" b="b"/>
                  <a:pathLst>
                    <a:path w="175" h="16">
                      <a:moveTo>
                        <a:pt x="175" y="8"/>
                      </a:moveTo>
                      <a:lnTo>
                        <a:pt x="175" y="0"/>
                      </a:lnTo>
                      <a:lnTo>
                        <a:pt x="0" y="0"/>
                      </a:lnTo>
                      <a:lnTo>
                        <a:pt x="0" y="16"/>
                      </a:lnTo>
                      <a:lnTo>
                        <a:pt x="175" y="16"/>
                      </a:lnTo>
                      <a:lnTo>
                        <a:pt x="175"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675" name="Freeform 275"/>
                <p:cNvSpPr/>
                <p:nvPr/>
              </p:nvSpPr>
              <p:spPr bwMode="auto">
                <a:xfrm>
                  <a:off x="5069" y="3026"/>
                  <a:ext cx="174" cy="18"/>
                </a:xfrm>
                <a:custGeom>
                  <a:avLst/>
                  <a:gdLst/>
                  <a:ahLst/>
                  <a:cxnLst>
                    <a:cxn ang="0">
                      <a:pos x="175" y="8"/>
                    </a:cxn>
                    <a:cxn ang="0">
                      <a:pos x="175" y="0"/>
                    </a:cxn>
                    <a:cxn ang="0">
                      <a:pos x="0" y="0"/>
                    </a:cxn>
                    <a:cxn ang="0">
                      <a:pos x="0" y="16"/>
                    </a:cxn>
                    <a:cxn ang="0">
                      <a:pos x="175" y="16"/>
                    </a:cxn>
                    <a:cxn ang="0">
                      <a:pos x="175" y="8"/>
                    </a:cxn>
                  </a:cxnLst>
                  <a:rect l="0" t="0" r="r" b="b"/>
                  <a:pathLst>
                    <a:path w="175" h="16">
                      <a:moveTo>
                        <a:pt x="175" y="8"/>
                      </a:moveTo>
                      <a:lnTo>
                        <a:pt x="175" y="0"/>
                      </a:lnTo>
                      <a:lnTo>
                        <a:pt x="0" y="0"/>
                      </a:lnTo>
                      <a:lnTo>
                        <a:pt x="0" y="16"/>
                      </a:lnTo>
                      <a:lnTo>
                        <a:pt x="175" y="16"/>
                      </a:lnTo>
                      <a:lnTo>
                        <a:pt x="175"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676" name="Freeform 276"/>
                <p:cNvSpPr/>
                <p:nvPr/>
              </p:nvSpPr>
              <p:spPr bwMode="auto">
                <a:xfrm>
                  <a:off x="5148" y="2837"/>
                  <a:ext cx="13" cy="300"/>
                </a:xfrm>
                <a:custGeom>
                  <a:avLst/>
                  <a:gdLst/>
                  <a:ahLst/>
                  <a:cxnLst>
                    <a:cxn ang="0">
                      <a:pos x="8" y="302"/>
                    </a:cxn>
                    <a:cxn ang="0">
                      <a:pos x="16" y="302"/>
                    </a:cxn>
                    <a:cxn ang="0">
                      <a:pos x="16" y="0"/>
                    </a:cxn>
                    <a:cxn ang="0">
                      <a:pos x="0" y="0"/>
                    </a:cxn>
                    <a:cxn ang="0">
                      <a:pos x="0" y="302"/>
                    </a:cxn>
                    <a:cxn ang="0">
                      <a:pos x="8" y="302"/>
                    </a:cxn>
                  </a:cxnLst>
                  <a:rect l="0" t="0" r="r" b="b"/>
                  <a:pathLst>
                    <a:path w="16" h="302">
                      <a:moveTo>
                        <a:pt x="8" y="302"/>
                      </a:moveTo>
                      <a:lnTo>
                        <a:pt x="16" y="302"/>
                      </a:lnTo>
                      <a:lnTo>
                        <a:pt x="16" y="0"/>
                      </a:lnTo>
                      <a:lnTo>
                        <a:pt x="0" y="0"/>
                      </a:lnTo>
                      <a:lnTo>
                        <a:pt x="0" y="302"/>
                      </a:lnTo>
                      <a:lnTo>
                        <a:pt x="8" y="302"/>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677" name="Freeform 277"/>
                <p:cNvSpPr/>
                <p:nvPr/>
              </p:nvSpPr>
              <p:spPr bwMode="auto">
                <a:xfrm>
                  <a:off x="4850" y="2237"/>
                  <a:ext cx="101" cy="111"/>
                </a:xfrm>
                <a:custGeom>
                  <a:avLst/>
                  <a:gdLst/>
                  <a:ahLst/>
                  <a:cxnLst>
                    <a:cxn ang="0">
                      <a:pos x="59" y="112"/>
                    </a:cxn>
                    <a:cxn ang="0">
                      <a:pos x="76" y="112"/>
                    </a:cxn>
                    <a:cxn ang="0">
                      <a:pos x="89" y="109"/>
                    </a:cxn>
                    <a:cxn ang="0">
                      <a:pos x="99" y="107"/>
                    </a:cxn>
                    <a:cxn ang="0">
                      <a:pos x="102" y="104"/>
                    </a:cxn>
                    <a:cxn ang="0">
                      <a:pos x="103" y="103"/>
                    </a:cxn>
                    <a:cxn ang="0">
                      <a:pos x="103" y="98"/>
                    </a:cxn>
                    <a:cxn ang="0">
                      <a:pos x="100" y="88"/>
                    </a:cxn>
                    <a:cxn ang="0">
                      <a:pos x="97" y="79"/>
                    </a:cxn>
                    <a:cxn ang="0">
                      <a:pos x="95" y="73"/>
                    </a:cxn>
                    <a:cxn ang="0">
                      <a:pos x="95" y="68"/>
                    </a:cxn>
                    <a:cxn ang="0">
                      <a:pos x="94" y="66"/>
                    </a:cxn>
                    <a:cxn ang="0">
                      <a:pos x="92" y="60"/>
                    </a:cxn>
                    <a:cxn ang="0">
                      <a:pos x="91" y="50"/>
                    </a:cxn>
                    <a:cxn ang="0">
                      <a:pos x="91" y="42"/>
                    </a:cxn>
                    <a:cxn ang="0">
                      <a:pos x="91" y="41"/>
                    </a:cxn>
                    <a:cxn ang="0">
                      <a:pos x="89" y="33"/>
                    </a:cxn>
                    <a:cxn ang="0">
                      <a:pos x="89" y="22"/>
                    </a:cxn>
                    <a:cxn ang="0">
                      <a:pos x="87" y="9"/>
                    </a:cxn>
                    <a:cxn ang="0">
                      <a:pos x="75" y="1"/>
                    </a:cxn>
                    <a:cxn ang="0">
                      <a:pos x="59" y="0"/>
                    </a:cxn>
                    <a:cxn ang="0">
                      <a:pos x="45" y="3"/>
                    </a:cxn>
                    <a:cxn ang="0">
                      <a:pos x="38" y="14"/>
                    </a:cxn>
                    <a:cxn ang="0">
                      <a:pos x="34" y="25"/>
                    </a:cxn>
                    <a:cxn ang="0">
                      <a:pos x="30" y="31"/>
                    </a:cxn>
                    <a:cxn ang="0">
                      <a:pos x="30" y="33"/>
                    </a:cxn>
                    <a:cxn ang="0">
                      <a:pos x="27" y="39"/>
                    </a:cxn>
                    <a:cxn ang="0">
                      <a:pos x="23" y="49"/>
                    </a:cxn>
                    <a:cxn ang="0">
                      <a:pos x="19" y="54"/>
                    </a:cxn>
                    <a:cxn ang="0">
                      <a:pos x="19" y="55"/>
                    </a:cxn>
                    <a:cxn ang="0">
                      <a:pos x="16" y="58"/>
                    </a:cxn>
                    <a:cxn ang="0">
                      <a:pos x="11" y="63"/>
                    </a:cxn>
                    <a:cxn ang="0">
                      <a:pos x="5" y="73"/>
                    </a:cxn>
                    <a:cxn ang="0">
                      <a:pos x="0" y="82"/>
                    </a:cxn>
                    <a:cxn ang="0">
                      <a:pos x="0" y="87"/>
                    </a:cxn>
                    <a:cxn ang="0">
                      <a:pos x="0" y="88"/>
                    </a:cxn>
                    <a:cxn ang="0">
                      <a:pos x="7" y="93"/>
                    </a:cxn>
                    <a:cxn ang="0">
                      <a:pos x="29" y="106"/>
                    </a:cxn>
                  </a:cxnLst>
                  <a:rect l="0" t="0" r="r" b="b"/>
                  <a:pathLst>
                    <a:path w="103" h="112">
                      <a:moveTo>
                        <a:pt x="48" y="110"/>
                      </a:moveTo>
                      <a:lnTo>
                        <a:pt x="59" y="112"/>
                      </a:lnTo>
                      <a:lnTo>
                        <a:pt x="68" y="112"/>
                      </a:lnTo>
                      <a:lnTo>
                        <a:pt x="76" y="112"/>
                      </a:lnTo>
                      <a:lnTo>
                        <a:pt x="84" y="110"/>
                      </a:lnTo>
                      <a:lnTo>
                        <a:pt x="89" y="109"/>
                      </a:lnTo>
                      <a:lnTo>
                        <a:pt x="94" y="107"/>
                      </a:lnTo>
                      <a:lnTo>
                        <a:pt x="99" y="107"/>
                      </a:lnTo>
                      <a:lnTo>
                        <a:pt x="100" y="106"/>
                      </a:lnTo>
                      <a:lnTo>
                        <a:pt x="102" y="104"/>
                      </a:lnTo>
                      <a:lnTo>
                        <a:pt x="102" y="103"/>
                      </a:lnTo>
                      <a:lnTo>
                        <a:pt x="103" y="103"/>
                      </a:lnTo>
                      <a:lnTo>
                        <a:pt x="103" y="101"/>
                      </a:lnTo>
                      <a:lnTo>
                        <a:pt x="103" y="98"/>
                      </a:lnTo>
                      <a:lnTo>
                        <a:pt x="103" y="93"/>
                      </a:lnTo>
                      <a:lnTo>
                        <a:pt x="100" y="88"/>
                      </a:lnTo>
                      <a:lnTo>
                        <a:pt x="99" y="82"/>
                      </a:lnTo>
                      <a:lnTo>
                        <a:pt x="97" y="79"/>
                      </a:lnTo>
                      <a:lnTo>
                        <a:pt x="97" y="76"/>
                      </a:lnTo>
                      <a:lnTo>
                        <a:pt x="95" y="73"/>
                      </a:lnTo>
                      <a:lnTo>
                        <a:pt x="95" y="69"/>
                      </a:lnTo>
                      <a:lnTo>
                        <a:pt x="95" y="68"/>
                      </a:lnTo>
                      <a:lnTo>
                        <a:pt x="95" y="68"/>
                      </a:lnTo>
                      <a:lnTo>
                        <a:pt x="94" y="66"/>
                      </a:lnTo>
                      <a:lnTo>
                        <a:pt x="94" y="66"/>
                      </a:lnTo>
                      <a:lnTo>
                        <a:pt x="92" y="60"/>
                      </a:lnTo>
                      <a:lnTo>
                        <a:pt x="92" y="55"/>
                      </a:lnTo>
                      <a:lnTo>
                        <a:pt x="91" y="50"/>
                      </a:lnTo>
                      <a:lnTo>
                        <a:pt x="91" y="44"/>
                      </a:lnTo>
                      <a:lnTo>
                        <a:pt x="91" y="42"/>
                      </a:lnTo>
                      <a:lnTo>
                        <a:pt x="91" y="42"/>
                      </a:lnTo>
                      <a:lnTo>
                        <a:pt x="91" y="41"/>
                      </a:lnTo>
                      <a:lnTo>
                        <a:pt x="91" y="41"/>
                      </a:lnTo>
                      <a:lnTo>
                        <a:pt x="89" y="33"/>
                      </a:lnTo>
                      <a:lnTo>
                        <a:pt x="89" y="27"/>
                      </a:lnTo>
                      <a:lnTo>
                        <a:pt x="89" y="22"/>
                      </a:lnTo>
                      <a:lnTo>
                        <a:pt x="89" y="17"/>
                      </a:lnTo>
                      <a:lnTo>
                        <a:pt x="87" y="9"/>
                      </a:lnTo>
                      <a:lnTo>
                        <a:pt x="83" y="5"/>
                      </a:lnTo>
                      <a:lnTo>
                        <a:pt x="75" y="1"/>
                      </a:lnTo>
                      <a:lnTo>
                        <a:pt x="67" y="0"/>
                      </a:lnTo>
                      <a:lnTo>
                        <a:pt x="59" y="0"/>
                      </a:lnTo>
                      <a:lnTo>
                        <a:pt x="51" y="0"/>
                      </a:lnTo>
                      <a:lnTo>
                        <a:pt x="45" y="3"/>
                      </a:lnTo>
                      <a:lnTo>
                        <a:pt x="40" y="9"/>
                      </a:lnTo>
                      <a:lnTo>
                        <a:pt x="38" y="14"/>
                      </a:lnTo>
                      <a:lnTo>
                        <a:pt x="37" y="19"/>
                      </a:lnTo>
                      <a:lnTo>
                        <a:pt x="34" y="25"/>
                      </a:lnTo>
                      <a:lnTo>
                        <a:pt x="30" y="31"/>
                      </a:lnTo>
                      <a:lnTo>
                        <a:pt x="30" y="31"/>
                      </a:lnTo>
                      <a:lnTo>
                        <a:pt x="30" y="33"/>
                      </a:lnTo>
                      <a:lnTo>
                        <a:pt x="30" y="33"/>
                      </a:lnTo>
                      <a:lnTo>
                        <a:pt x="30" y="35"/>
                      </a:lnTo>
                      <a:lnTo>
                        <a:pt x="27" y="39"/>
                      </a:lnTo>
                      <a:lnTo>
                        <a:pt x="26" y="44"/>
                      </a:lnTo>
                      <a:lnTo>
                        <a:pt x="23" y="49"/>
                      </a:lnTo>
                      <a:lnTo>
                        <a:pt x="19" y="54"/>
                      </a:lnTo>
                      <a:lnTo>
                        <a:pt x="19" y="54"/>
                      </a:lnTo>
                      <a:lnTo>
                        <a:pt x="19" y="54"/>
                      </a:lnTo>
                      <a:lnTo>
                        <a:pt x="19" y="55"/>
                      </a:lnTo>
                      <a:lnTo>
                        <a:pt x="18" y="55"/>
                      </a:lnTo>
                      <a:lnTo>
                        <a:pt x="16" y="58"/>
                      </a:lnTo>
                      <a:lnTo>
                        <a:pt x="15" y="61"/>
                      </a:lnTo>
                      <a:lnTo>
                        <a:pt x="11" y="63"/>
                      </a:lnTo>
                      <a:lnTo>
                        <a:pt x="10" y="66"/>
                      </a:lnTo>
                      <a:lnTo>
                        <a:pt x="5" y="73"/>
                      </a:lnTo>
                      <a:lnTo>
                        <a:pt x="2" y="77"/>
                      </a:lnTo>
                      <a:lnTo>
                        <a:pt x="0" y="82"/>
                      </a:lnTo>
                      <a:lnTo>
                        <a:pt x="0" y="85"/>
                      </a:lnTo>
                      <a:lnTo>
                        <a:pt x="0" y="87"/>
                      </a:lnTo>
                      <a:lnTo>
                        <a:pt x="0" y="87"/>
                      </a:lnTo>
                      <a:lnTo>
                        <a:pt x="0" y="88"/>
                      </a:lnTo>
                      <a:lnTo>
                        <a:pt x="2" y="88"/>
                      </a:lnTo>
                      <a:lnTo>
                        <a:pt x="7" y="93"/>
                      </a:lnTo>
                      <a:lnTo>
                        <a:pt x="15" y="99"/>
                      </a:lnTo>
                      <a:lnTo>
                        <a:pt x="29" y="106"/>
                      </a:lnTo>
                      <a:lnTo>
                        <a:pt x="48" y="110"/>
                      </a:lnTo>
                      <a:close/>
                    </a:path>
                  </a:pathLst>
                </a:custGeom>
                <a:solidFill>
                  <a:srgbClr val="000000"/>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678" name="Freeform 278"/>
                <p:cNvSpPr/>
                <p:nvPr/>
              </p:nvSpPr>
              <p:spPr bwMode="auto">
                <a:xfrm>
                  <a:off x="4850" y="2316"/>
                  <a:ext cx="101" cy="29"/>
                </a:xfrm>
                <a:custGeom>
                  <a:avLst/>
                  <a:gdLst/>
                  <a:ahLst/>
                  <a:cxnLst>
                    <a:cxn ang="0">
                      <a:pos x="40" y="3"/>
                    </a:cxn>
                    <a:cxn ang="0">
                      <a:pos x="49" y="5"/>
                    </a:cxn>
                    <a:cxn ang="0">
                      <a:pos x="59" y="6"/>
                    </a:cxn>
                    <a:cxn ang="0">
                      <a:pos x="67" y="8"/>
                    </a:cxn>
                    <a:cxn ang="0">
                      <a:pos x="75" y="11"/>
                    </a:cxn>
                    <a:cxn ang="0">
                      <a:pos x="83" y="14"/>
                    </a:cxn>
                    <a:cxn ang="0">
                      <a:pos x="89" y="17"/>
                    </a:cxn>
                    <a:cxn ang="0">
                      <a:pos x="95" y="22"/>
                    </a:cxn>
                    <a:cxn ang="0">
                      <a:pos x="100" y="27"/>
                    </a:cxn>
                    <a:cxn ang="0">
                      <a:pos x="102" y="25"/>
                    </a:cxn>
                    <a:cxn ang="0">
                      <a:pos x="102" y="24"/>
                    </a:cxn>
                    <a:cxn ang="0">
                      <a:pos x="103" y="24"/>
                    </a:cxn>
                    <a:cxn ang="0">
                      <a:pos x="103" y="22"/>
                    </a:cxn>
                    <a:cxn ang="0">
                      <a:pos x="94" y="14"/>
                    </a:cxn>
                    <a:cxn ang="0">
                      <a:pos x="81" y="9"/>
                    </a:cxn>
                    <a:cxn ang="0">
                      <a:pos x="68" y="5"/>
                    </a:cxn>
                    <a:cxn ang="0">
                      <a:pos x="53" y="1"/>
                    </a:cxn>
                    <a:cxn ang="0">
                      <a:pos x="38" y="0"/>
                    </a:cxn>
                    <a:cxn ang="0">
                      <a:pos x="24" y="0"/>
                    </a:cxn>
                    <a:cxn ang="0">
                      <a:pos x="11" y="1"/>
                    </a:cxn>
                    <a:cxn ang="0">
                      <a:pos x="0" y="6"/>
                    </a:cxn>
                    <a:cxn ang="0">
                      <a:pos x="0" y="8"/>
                    </a:cxn>
                    <a:cxn ang="0">
                      <a:pos x="0" y="8"/>
                    </a:cxn>
                    <a:cxn ang="0">
                      <a:pos x="0" y="9"/>
                    </a:cxn>
                    <a:cxn ang="0">
                      <a:pos x="2" y="9"/>
                    </a:cxn>
                    <a:cxn ang="0">
                      <a:pos x="10" y="6"/>
                    </a:cxn>
                    <a:cxn ang="0">
                      <a:pos x="18" y="5"/>
                    </a:cxn>
                    <a:cxn ang="0">
                      <a:pos x="27" y="3"/>
                    </a:cxn>
                    <a:cxn ang="0">
                      <a:pos x="37" y="3"/>
                    </a:cxn>
                    <a:cxn ang="0">
                      <a:pos x="35" y="5"/>
                    </a:cxn>
                    <a:cxn ang="0">
                      <a:pos x="35" y="6"/>
                    </a:cxn>
                    <a:cxn ang="0">
                      <a:pos x="35" y="8"/>
                    </a:cxn>
                    <a:cxn ang="0">
                      <a:pos x="34" y="9"/>
                    </a:cxn>
                    <a:cxn ang="0">
                      <a:pos x="30" y="9"/>
                    </a:cxn>
                    <a:cxn ang="0">
                      <a:pos x="27" y="11"/>
                    </a:cxn>
                    <a:cxn ang="0">
                      <a:pos x="26" y="14"/>
                    </a:cxn>
                    <a:cxn ang="0">
                      <a:pos x="24" y="16"/>
                    </a:cxn>
                    <a:cxn ang="0">
                      <a:pos x="24" y="17"/>
                    </a:cxn>
                    <a:cxn ang="0">
                      <a:pos x="24" y="20"/>
                    </a:cxn>
                    <a:cxn ang="0">
                      <a:pos x="24" y="24"/>
                    </a:cxn>
                    <a:cxn ang="0">
                      <a:pos x="26" y="27"/>
                    </a:cxn>
                    <a:cxn ang="0">
                      <a:pos x="27" y="27"/>
                    </a:cxn>
                    <a:cxn ang="0">
                      <a:pos x="27" y="27"/>
                    </a:cxn>
                    <a:cxn ang="0">
                      <a:pos x="27" y="27"/>
                    </a:cxn>
                    <a:cxn ang="0">
                      <a:pos x="29" y="27"/>
                    </a:cxn>
                    <a:cxn ang="0">
                      <a:pos x="29" y="28"/>
                    </a:cxn>
                    <a:cxn ang="0">
                      <a:pos x="30" y="28"/>
                    </a:cxn>
                    <a:cxn ang="0">
                      <a:pos x="30" y="28"/>
                    </a:cxn>
                    <a:cxn ang="0">
                      <a:pos x="32" y="28"/>
                    </a:cxn>
                    <a:cxn ang="0">
                      <a:pos x="35" y="28"/>
                    </a:cxn>
                    <a:cxn ang="0">
                      <a:pos x="38" y="25"/>
                    </a:cxn>
                    <a:cxn ang="0">
                      <a:pos x="40" y="24"/>
                    </a:cxn>
                    <a:cxn ang="0">
                      <a:pos x="40" y="22"/>
                    </a:cxn>
                    <a:cxn ang="0">
                      <a:pos x="42" y="19"/>
                    </a:cxn>
                    <a:cxn ang="0">
                      <a:pos x="42" y="16"/>
                    </a:cxn>
                    <a:cxn ang="0">
                      <a:pos x="40" y="12"/>
                    </a:cxn>
                    <a:cxn ang="0">
                      <a:pos x="37" y="11"/>
                    </a:cxn>
                    <a:cxn ang="0">
                      <a:pos x="38" y="9"/>
                    </a:cxn>
                    <a:cxn ang="0">
                      <a:pos x="38" y="6"/>
                    </a:cxn>
                    <a:cxn ang="0">
                      <a:pos x="38" y="5"/>
                    </a:cxn>
                    <a:cxn ang="0">
                      <a:pos x="40" y="3"/>
                    </a:cxn>
                  </a:cxnLst>
                  <a:rect l="0" t="0" r="r" b="b"/>
                  <a:pathLst>
                    <a:path w="103" h="28">
                      <a:moveTo>
                        <a:pt x="40" y="3"/>
                      </a:moveTo>
                      <a:lnTo>
                        <a:pt x="49" y="5"/>
                      </a:lnTo>
                      <a:lnTo>
                        <a:pt x="59" y="6"/>
                      </a:lnTo>
                      <a:lnTo>
                        <a:pt x="67" y="8"/>
                      </a:lnTo>
                      <a:lnTo>
                        <a:pt x="75" y="11"/>
                      </a:lnTo>
                      <a:lnTo>
                        <a:pt x="83" y="14"/>
                      </a:lnTo>
                      <a:lnTo>
                        <a:pt x="89" y="17"/>
                      </a:lnTo>
                      <a:lnTo>
                        <a:pt x="95" y="22"/>
                      </a:lnTo>
                      <a:lnTo>
                        <a:pt x="100" y="27"/>
                      </a:lnTo>
                      <a:lnTo>
                        <a:pt x="102" y="25"/>
                      </a:lnTo>
                      <a:lnTo>
                        <a:pt x="102" y="24"/>
                      </a:lnTo>
                      <a:lnTo>
                        <a:pt x="103" y="24"/>
                      </a:lnTo>
                      <a:lnTo>
                        <a:pt x="103" y="22"/>
                      </a:lnTo>
                      <a:lnTo>
                        <a:pt x="94" y="14"/>
                      </a:lnTo>
                      <a:lnTo>
                        <a:pt x="81" y="9"/>
                      </a:lnTo>
                      <a:lnTo>
                        <a:pt x="68" y="5"/>
                      </a:lnTo>
                      <a:lnTo>
                        <a:pt x="53" y="1"/>
                      </a:lnTo>
                      <a:lnTo>
                        <a:pt x="38" y="0"/>
                      </a:lnTo>
                      <a:lnTo>
                        <a:pt x="24" y="0"/>
                      </a:lnTo>
                      <a:lnTo>
                        <a:pt x="11" y="1"/>
                      </a:lnTo>
                      <a:lnTo>
                        <a:pt x="0" y="6"/>
                      </a:lnTo>
                      <a:lnTo>
                        <a:pt x="0" y="8"/>
                      </a:lnTo>
                      <a:lnTo>
                        <a:pt x="0" y="8"/>
                      </a:lnTo>
                      <a:lnTo>
                        <a:pt x="0" y="9"/>
                      </a:lnTo>
                      <a:lnTo>
                        <a:pt x="2" y="9"/>
                      </a:lnTo>
                      <a:lnTo>
                        <a:pt x="10" y="6"/>
                      </a:lnTo>
                      <a:lnTo>
                        <a:pt x="18" y="5"/>
                      </a:lnTo>
                      <a:lnTo>
                        <a:pt x="27" y="3"/>
                      </a:lnTo>
                      <a:lnTo>
                        <a:pt x="37" y="3"/>
                      </a:lnTo>
                      <a:lnTo>
                        <a:pt x="35" y="5"/>
                      </a:lnTo>
                      <a:lnTo>
                        <a:pt x="35" y="6"/>
                      </a:lnTo>
                      <a:lnTo>
                        <a:pt x="35" y="8"/>
                      </a:lnTo>
                      <a:lnTo>
                        <a:pt x="34" y="9"/>
                      </a:lnTo>
                      <a:lnTo>
                        <a:pt x="30" y="9"/>
                      </a:lnTo>
                      <a:lnTo>
                        <a:pt x="27" y="11"/>
                      </a:lnTo>
                      <a:lnTo>
                        <a:pt x="26" y="14"/>
                      </a:lnTo>
                      <a:lnTo>
                        <a:pt x="24" y="16"/>
                      </a:lnTo>
                      <a:lnTo>
                        <a:pt x="24" y="17"/>
                      </a:lnTo>
                      <a:lnTo>
                        <a:pt x="24" y="20"/>
                      </a:lnTo>
                      <a:lnTo>
                        <a:pt x="24" y="24"/>
                      </a:lnTo>
                      <a:lnTo>
                        <a:pt x="26" y="27"/>
                      </a:lnTo>
                      <a:lnTo>
                        <a:pt x="27" y="27"/>
                      </a:lnTo>
                      <a:lnTo>
                        <a:pt x="27" y="27"/>
                      </a:lnTo>
                      <a:lnTo>
                        <a:pt x="27" y="27"/>
                      </a:lnTo>
                      <a:lnTo>
                        <a:pt x="29" y="27"/>
                      </a:lnTo>
                      <a:lnTo>
                        <a:pt x="29" y="28"/>
                      </a:lnTo>
                      <a:lnTo>
                        <a:pt x="30" y="28"/>
                      </a:lnTo>
                      <a:lnTo>
                        <a:pt x="30" y="28"/>
                      </a:lnTo>
                      <a:lnTo>
                        <a:pt x="32" y="28"/>
                      </a:lnTo>
                      <a:lnTo>
                        <a:pt x="35" y="28"/>
                      </a:lnTo>
                      <a:lnTo>
                        <a:pt x="38" y="25"/>
                      </a:lnTo>
                      <a:lnTo>
                        <a:pt x="40" y="24"/>
                      </a:lnTo>
                      <a:lnTo>
                        <a:pt x="40" y="22"/>
                      </a:lnTo>
                      <a:lnTo>
                        <a:pt x="42" y="19"/>
                      </a:lnTo>
                      <a:lnTo>
                        <a:pt x="42" y="16"/>
                      </a:lnTo>
                      <a:lnTo>
                        <a:pt x="40" y="12"/>
                      </a:lnTo>
                      <a:lnTo>
                        <a:pt x="37" y="11"/>
                      </a:lnTo>
                      <a:lnTo>
                        <a:pt x="38" y="9"/>
                      </a:lnTo>
                      <a:lnTo>
                        <a:pt x="38" y="6"/>
                      </a:lnTo>
                      <a:lnTo>
                        <a:pt x="38" y="5"/>
                      </a:lnTo>
                      <a:lnTo>
                        <a:pt x="40" y="3"/>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679" name="Freeform 279"/>
                <p:cNvSpPr/>
                <p:nvPr/>
              </p:nvSpPr>
              <p:spPr bwMode="auto">
                <a:xfrm>
                  <a:off x="4876" y="2341"/>
                  <a:ext cx="3" cy="7"/>
                </a:xfrm>
                <a:custGeom>
                  <a:avLst/>
                  <a:gdLst/>
                  <a:ahLst/>
                  <a:cxnLst>
                    <a:cxn ang="0">
                      <a:pos x="0" y="0"/>
                    </a:cxn>
                    <a:cxn ang="0">
                      <a:pos x="1" y="0"/>
                    </a:cxn>
                    <a:cxn ang="0">
                      <a:pos x="1" y="0"/>
                    </a:cxn>
                    <a:cxn ang="0">
                      <a:pos x="1" y="0"/>
                    </a:cxn>
                    <a:cxn ang="0">
                      <a:pos x="3" y="0"/>
                    </a:cxn>
                    <a:cxn ang="0">
                      <a:pos x="3" y="1"/>
                    </a:cxn>
                    <a:cxn ang="0">
                      <a:pos x="4" y="1"/>
                    </a:cxn>
                    <a:cxn ang="0">
                      <a:pos x="4" y="1"/>
                    </a:cxn>
                    <a:cxn ang="0">
                      <a:pos x="6" y="1"/>
                    </a:cxn>
                    <a:cxn ang="0">
                      <a:pos x="6" y="3"/>
                    </a:cxn>
                    <a:cxn ang="0">
                      <a:pos x="6" y="3"/>
                    </a:cxn>
                    <a:cxn ang="0">
                      <a:pos x="4" y="4"/>
                    </a:cxn>
                    <a:cxn ang="0">
                      <a:pos x="3" y="6"/>
                    </a:cxn>
                    <a:cxn ang="0">
                      <a:pos x="1" y="6"/>
                    </a:cxn>
                    <a:cxn ang="0">
                      <a:pos x="0" y="6"/>
                    </a:cxn>
                    <a:cxn ang="0">
                      <a:pos x="0" y="4"/>
                    </a:cxn>
                    <a:cxn ang="0">
                      <a:pos x="0" y="4"/>
                    </a:cxn>
                    <a:cxn ang="0">
                      <a:pos x="0" y="3"/>
                    </a:cxn>
                    <a:cxn ang="0">
                      <a:pos x="0" y="1"/>
                    </a:cxn>
                    <a:cxn ang="0">
                      <a:pos x="0" y="0"/>
                    </a:cxn>
                  </a:cxnLst>
                  <a:rect l="0" t="0" r="r" b="b"/>
                  <a:pathLst>
                    <a:path w="6" h="6">
                      <a:moveTo>
                        <a:pt x="0" y="0"/>
                      </a:moveTo>
                      <a:lnTo>
                        <a:pt x="1" y="0"/>
                      </a:lnTo>
                      <a:lnTo>
                        <a:pt x="1" y="0"/>
                      </a:lnTo>
                      <a:lnTo>
                        <a:pt x="1" y="0"/>
                      </a:lnTo>
                      <a:lnTo>
                        <a:pt x="3" y="0"/>
                      </a:lnTo>
                      <a:lnTo>
                        <a:pt x="3" y="1"/>
                      </a:lnTo>
                      <a:lnTo>
                        <a:pt x="4" y="1"/>
                      </a:lnTo>
                      <a:lnTo>
                        <a:pt x="4" y="1"/>
                      </a:lnTo>
                      <a:lnTo>
                        <a:pt x="6" y="1"/>
                      </a:lnTo>
                      <a:lnTo>
                        <a:pt x="6" y="3"/>
                      </a:lnTo>
                      <a:lnTo>
                        <a:pt x="6" y="3"/>
                      </a:lnTo>
                      <a:lnTo>
                        <a:pt x="4" y="4"/>
                      </a:lnTo>
                      <a:lnTo>
                        <a:pt x="3" y="6"/>
                      </a:lnTo>
                      <a:lnTo>
                        <a:pt x="1" y="6"/>
                      </a:lnTo>
                      <a:lnTo>
                        <a:pt x="0" y="6"/>
                      </a:lnTo>
                      <a:lnTo>
                        <a:pt x="0" y="4"/>
                      </a:lnTo>
                      <a:lnTo>
                        <a:pt x="0" y="4"/>
                      </a:lnTo>
                      <a:lnTo>
                        <a:pt x="0" y="3"/>
                      </a:lnTo>
                      <a:lnTo>
                        <a:pt x="0" y="1"/>
                      </a:lnTo>
                      <a:lnTo>
                        <a:pt x="0" y="0"/>
                      </a:lnTo>
                      <a:close/>
                    </a:path>
                  </a:pathLst>
                </a:custGeom>
                <a:solidFill>
                  <a:srgbClr val="7A1111"/>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680" name="Freeform 280"/>
                <p:cNvSpPr/>
                <p:nvPr/>
              </p:nvSpPr>
              <p:spPr bwMode="auto">
                <a:xfrm>
                  <a:off x="4996" y="2819"/>
                  <a:ext cx="19" cy="14"/>
                </a:xfrm>
                <a:custGeom>
                  <a:avLst/>
                  <a:gdLst/>
                  <a:ahLst/>
                  <a:cxnLst>
                    <a:cxn ang="0">
                      <a:pos x="0" y="0"/>
                    </a:cxn>
                    <a:cxn ang="0">
                      <a:pos x="0" y="0"/>
                    </a:cxn>
                    <a:cxn ang="0">
                      <a:pos x="0" y="9"/>
                    </a:cxn>
                    <a:cxn ang="0">
                      <a:pos x="0" y="14"/>
                    </a:cxn>
                    <a:cxn ang="0">
                      <a:pos x="0" y="15"/>
                    </a:cxn>
                    <a:cxn ang="0">
                      <a:pos x="8" y="15"/>
                    </a:cxn>
                    <a:cxn ang="0">
                      <a:pos x="8" y="15"/>
                    </a:cxn>
                    <a:cxn ang="0">
                      <a:pos x="16" y="15"/>
                    </a:cxn>
                    <a:cxn ang="0">
                      <a:pos x="16" y="14"/>
                    </a:cxn>
                    <a:cxn ang="0">
                      <a:pos x="16" y="9"/>
                    </a:cxn>
                    <a:cxn ang="0">
                      <a:pos x="16" y="0"/>
                    </a:cxn>
                    <a:cxn ang="0">
                      <a:pos x="16" y="0"/>
                    </a:cxn>
                    <a:cxn ang="0">
                      <a:pos x="0" y="0"/>
                    </a:cxn>
                  </a:cxnLst>
                  <a:rect l="0" t="0" r="r" b="b"/>
                  <a:pathLst>
                    <a:path w="16" h="15">
                      <a:moveTo>
                        <a:pt x="0" y="0"/>
                      </a:moveTo>
                      <a:lnTo>
                        <a:pt x="0" y="0"/>
                      </a:lnTo>
                      <a:lnTo>
                        <a:pt x="0" y="9"/>
                      </a:lnTo>
                      <a:lnTo>
                        <a:pt x="0" y="14"/>
                      </a:lnTo>
                      <a:lnTo>
                        <a:pt x="0" y="15"/>
                      </a:lnTo>
                      <a:lnTo>
                        <a:pt x="8" y="15"/>
                      </a:lnTo>
                      <a:lnTo>
                        <a:pt x="8" y="15"/>
                      </a:lnTo>
                      <a:lnTo>
                        <a:pt x="16" y="15"/>
                      </a:lnTo>
                      <a:lnTo>
                        <a:pt x="16" y="14"/>
                      </a:lnTo>
                      <a:lnTo>
                        <a:pt x="16" y="9"/>
                      </a:lnTo>
                      <a:lnTo>
                        <a:pt x="16" y="0"/>
                      </a:lnTo>
                      <a:lnTo>
                        <a:pt x="16" y="0"/>
                      </a:lnTo>
                      <a:lnTo>
                        <a:pt x="0" y="0"/>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681" name="Freeform 281"/>
                <p:cNvSpPr/>
                <p:nvPr/>
              </p:nvSpPr>
              <p:spPr bwMode="auto">
                <a:xfrm>
                  <a:off x="4803" y="2726"/>
                  <a:ext cx="212" cy="93"/>
                </a:xfrm>
                <a:custGeom>
                  <a:avLst/>
                  <a:gdLst/>
                  <a:ahLst/>
                  <a:cxnLst>
                    <a:cxn ang="0">
                      <a:pos x="16" y="94"/>
                    </a:cxn>
                    <a:cxn ang="0">
                      <a:pos x="16" y="94"/>
                    </a:cxn>
                    <a:cxn ang="0">
                      <a:pos x="23" y="59"/>
                    </a:cxn>
                    <a:cxn ang="0">
                      <a:pos x="43" y="35"/>
                    </a:cxn>
                    <a:cxn ang="0">
                      <a:pos x="72" y="21"/>
                    </a:cxn>
                    <a:cxn ang="0">
                      <a:pos x="107" y="16"/>
                    </a:cxn>
                    <a:cxn ang="0">
                      <a:pos x="140" y="21"/>
                    </a:cxn>
                    <a:cxn ang="0">
                      <a:pos x="168" y="37"/>
                    </a:cxn>
                    <a:cxn ang="0">
                      <a:pos x="189" y="60"/>
                    </a:cxn>
                    <a:cxn ang="0">
                      <a:pos x="195" y="94"/>
                    </a:cxn>
                    <a:cxn ang="0">
                      <a:pos x="211" y="94"/>
                    </a:cxn>
                    <a:cxn ang="0">
                      <a:pos x="202" y="54"/>
                    </a:cxn>
                    <a:cxn ang="0">
                      <a:pos x="178" y="24"/>
                    </a:cxn>
                    <a:cxn ang="0">
                      <a:pos x="143" y="5"/>
                    </a:cxn>
                    <a:cxn ang="0">
                      <a:pos x="107" y="0"/>
                    </a:cxn>
                    <a:cxn ang="0">
                      <a:pos x="69" y="5"/>
                    </a:cxn>
                    <a:cxn ang="0">
                      <a:pos x="34" y="23"/>
                    </a:cxn>
                    <a:cxn ang="0">
                      <a:pos x="10" y="53"/>
                    </a:cxn>
                    <a:cxn ang="0">
                      <a:pos x="0" y="94"/>
                    </a:cxn>
                    <a:cxn ang="0">
                      <a:pos x="0" y="94"/>
                    </a:cxn>
                    <a:cxn ang="0">
                      <a:pos x="16" y="94"/>
                    </a:cxn>
                  </a:cxnLst>
                  <a:rect l="0" t="0" r="r" b="b"/>
                  <a:pathLst>
                    <a:path w="211" h="94">
                      <a:moveTo>
                        <a:pt x="16" y="94"/>
                      </a:moveTo>
                      <a:lnTo>
                        <a:pt x="16" y="94"/>
                      </a:lnTo>
                      <a:lnTo>
                        <a:pt x="23" y="59"/>
                      </a:lnTo>
                      <a:lnTo>
                        <a:pt x="43" y="35"/>
                      </a:lnTo>
                      <a:lnTo>
                        <a:pt x="72" y="21"/>
                      </a:lnTo>
                      <a:lnTo>
                        <a:pt x="107" y="16"/>
                      </a:lnTo>
                      <a:lnTo>
                        <a:pt x="140" y="21"/>
                      </a:lnTo>
                      <a:lnTo>
                        <a:pt x="168" y="37"/>
                      </a:lnTo>
                      <a:lnTo>
                        <a:pt x="189" y="60"/>
                      </a:lnTo>
                      <a:lnTo>
                        <a:pt x="195" y="94"/>
                      </a:lnTo>
                      <a:lnTo>
                        <a:pt x="211" y="94"/>
                      </a:lnTo>
                      <a:lnTo>
                        <a:pt x="202" y="54"/>
                      </a:lnTo>
                      <a:lnTo>
                        <a:pt x="178" y="24"/>
                      </a:lnTo>
                      <a:lnTo>
                        <a:pt x="143" y="5"/>
                      </a:lnTo>
                      <a:lnTo>
                        <a:pt x="107" y="0"/>
                      </a:lnTo>
                      <a:lnTo>
                        <a:pt x="69" y="5"/>
                      </a:lnTo>
                      <a:lnTo>
                        <a:pt x="34" y="23"/>
                      </a:lnTo>
                      <a:lnTo>
                        <a:pt x="10" y="53"/>
                      </a:lnTo>
                      <a:lnTo>
                        <a:pt x="0" y="94"/>
                      </a:lnTo>
                      <a:lnTo>
                        <a:pt x="0" y="94"/>
                      </a:lnTo>
                      <a:lnTo>
                        <a:pt x="16" y="94"/>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682" name="Freeform 282"/>
                <p:cNvSpPr/>
                <p:nvPr/>
              </p:nvSpPr>
              <p:spPr bwMode="auto">
                <a:xfrm>
                  <a:off x="4803" y="2819"/>
                  <a:ext cx="16" cy="21"/>
                </a:xfrm>
                <a:custGeom>
                  <a:avLst/>
                  <a:gdLst/>
                  <a:ahLst/>
                  <a:cxnLst>
                    <a:cxn ang="0">
                      <a:pos x="8" y="8"/>
                    </a:cxn>
                    <a:cxn ang="0">
                      <a:pos x="8" y="15"/>
                    </a:cxn>
                    <a:cxn ang="0">
                      <a:pos x="16" y="15"/>
                    </a:cxn>
                    <a:cxn ang="0">
                      <a:pos x="16" y="14"/>
                    </a:cxn>
                    <a:cxn ang="0">
                      <a:pos x="16" y="9"/>
                    </a:cxn>
                    <a:cxn ang="0">
                      <a:pos x="16" y="0"/>
                    </a:cxn>
                    <a:cxn ang="0">
                      <a:pos x="0" y="0"/>
                    </a:cxn>
                    <a:cxn ang="0">
                      <a:pos x="0" y="9"/>
                    </a:cxn>
                    <a:cxn ang="0">
                      <a:pos x="0" y="14"/>
                    </a:cxn>
                    <a:cxn ang="0">
                      <a:pos x="0" y="15"/>
                    </a:cxn>
                    <a:cxn ang="0">
                      <a:pos x="8" y="15"/>
                    </a:cxn>
                    <a:cxn ang="0">
                      <a:pos x="8" y="23"/>
                    </a:cxn>
                    <a:cxn ang="0">
                      <a:pos x="0" y="15"/>
                    </a:cxn>
                    <a:cxn ang="0">
                      <a:pos x="0" y="23"/>
                    </a:cxn>
                    <a:cxn ang="0">
                      <a:pos x="8" y="23"/>
                    </a:cxn>
                    <a:cxn ang="0">
                      <a:pos x="8" y="8"/>
                    </a:cxn>
                  </a:cxnLst>
                  <a:rect l="0" t="0" r="r" b="b"/>
                  <a:pathLst>
                    <a:path w="16" h="23">
                      <a:moveTo>
                        <a:pt x="8" y="8"/>
                      </a:moveTo>
                      <a:lnTo>
                        <a:pt x="8" y="15"/>
                      </a:lnTo>
                      <a:lnTo>
                        <a:pt x="16" y="15"/>
                      </a:lnTo>
                      <a:lnTo>
                        <a:pt x="16" y="14"/>
                      </a:lnTo>
                      <a:lnTo>
                        <a:pt x="16" y="9"/>
                      </a:lnTo>
                      <a:lnTo>
                        <a:pt x="16" y="0"/>
                      </a:lnTo>
                      <a:lnTo>
                        <a:pt x="0" y="0"/>
                      </a:lnTo>
                      <a:lnTo>
                        <a:pt x="0" y="9"/>
                      </a:lnTo>
                      <a:lnTo>
                        <a:pt x="0" y="14"/>
                      </a:lnTo>
                      <a:lnTo>
                        <a:pt x="0" y="15"/>
                      </a:lnTo>
                      <a:lnTo>
                        <a:pt x="8" y="15"/>
                      </a:lnTo>
                      <a:lnTo>
                        <a:pt x="8" y="23"/>
                      </a:lnTo>
                      <a:lnTo>
                        <a:pt x="0" y="15"/>
                      </a:lnTo>
                      <a:lnTo>
                        <a:pt x="0" y="23"/>
                      </a:lnTo>
                      <a:lnTo>
                        <a:pt x="8" y="23"/>
                      </a:lnTo>
                      <a:lnTo>
                        <a:pt x="8"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683" name="Freeform 283"/>
                <p:cNvSpPr/>
                <p:nvPr/>
              </p:nvSpPr>
              <p:spPr bwMode="auto">
                <a:xfrm>
                  <a:off x="4812" y="2826"/>
                  <a:ext cx="203" cy="14"/>
                </a:xfrm>
                <a:custGeom>
                  <a:avLst/>
                  <a:gdLst/>
                  <a:ahLst/>
                  <a:cxnLst>
                    <a:cxn ang="0">
                      <a:pos x="187" y="7"/>
                    </a:cxn>
                    <a:cxn ang="0">
                      <a:pos x="195" y="0"/>
                    </a:cxn>
                    <a:cxn ang="0">
                      <a:pos x="0" y="0"/>
                    </a:cxn>
                    <a:cxn ang="0">
                      <a:pos x="0" y="15"/>
                    </a:cxn>
                    <a:cxn ang="0">
                      <a:pos x="195" y="15"/>
                    </a:cxn>
                    <a:cxn ang="0">
                      <a:pos x="203" y="7"/>
                    </a:cxn>
                    <a:cxn ang="0">
                      <a:pos x="195" y="15"/>
                    </a:cxn>
                    <a:cxn ang="0">
                      <a:pos x="203" y="15"/>
                    </a:cxn>
                    <a:cxn ang="0">
                      <a:pos x="203" y="7"/>
                    </a:cxn>
                    <a:cxn ang="0">
                      <a:pos x="187" y="7"/>
                    </a:cxn>
                  </a:cxnLst>
                  <a:rect l="0" t="0" r="r" b="b"/>
                  <a:pathLst>
                    <a:path w="203" h="15">
                      <a:moveTo>
                        <a:pt x="187" y="7"/>
                      </a:moveTo>
                      <a:lnTo>
                        <a:pt x="195" y="0"/>
                      </a:lnTo>
                      <a:lnTo>
                        <a:pt x="0" y="0"/>
                      </a:lnTo>
                      <a:lnTo>
                        <a:pt x="0" y="15"/>
                      </a:lnTo>
                      <a:lnTo>
                        <a:pt x="195" y="15"/>
                      </a:lnTo>
                      <a:lnTo>
                        <a:pt x="203" y="7"/>
                      </a:lnTo>
                      <a:lnTo>
                        <a:pt x="195" y="15"/>
                      </a:lnTo>
                      <a:lnTo>
                        <a:pt x="203" y="15"/>
                      </a:lnTo>
                      <a:lnTo>
                        <a:pt x="203" y="7"/>
                      </a:lnTo>
                      <a:lnTo>
                        <a:pt x="187" y="7"/>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684" name="Freeform 284"/>
                <p:cNvSpPr/>
                <p:nvPr/>
              </p:nvSpPr>
              <p:spPr bwMode="auto">
                <a:xfrm>
                  <a:off x="4901" y="2734"/>
                  <a:ext cx="13" cy="100"/>
                </a:xfrm>
                <a:custGeom>
                  <a:avLst/>
                  <a:gdLst/>
                  <a:ahLst/>
                  <a:cxnLst>
                    <a:cxn ang="0">
                      <a:pos x="8" y="101"/>
                    </a:cxn>
                    <a:cxn ang="0">
                      <a:pos x="16" y="101"/>
                    </a:cxn>
                    <a:cxn ang="0">
                      <a:pos x="16" y="0"/>
                    </a:cxn>
                    <a:cxn ang="0">
                      <a:pos x="0" y="0"/>
                    </a:cxn>
                    <a:cxn ang="0">
                      <a:pos x="0" y="101"/>
                    </a:cxn>
                    <a:cxn ang="0">
                      <a:pos x="8" y="101"/>
                    </a:cxn>
                  </a:cxnLst>
                  <a:rect l="0" t="0" r="r" b="b"/>
                  <a:pathLst>
                    <a:path w="16" h="101">
                      <a:moveTo>
                        <a:pt x="8" y="101"/>
                      </a:moveTo>
                      <a:lnTo>
                        <a:pt x="16" y="101"/>
                      </a:lnTo>
                      <a:lnTo>
                        <a:pt x="16" y="0"/>
                      </a:lnTo>
                      <a:lnTo>
                        <a:pt x="0" y="0"/>
                      </a:lnTo>
                      <a:lnTo>
                        <a:pt x="0" y="101"/>
                      </a:lnTo>
                      <a:lnTo>
                        <a:pt x="8" y="101"/>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685" name="Freeform 285"/>
                <p:cNvSpPr/>
                <p:nvPr/>
              </p:nvSpPr>
              <p:spPr bwMode="auto">
                <a:xfrm>
                  <a:off x="4904" y="2755"/>
                  <a:ext cx="86" cy="86"/>
                </a:xfrm>
                <a:custGeom>
                  <a:avLst/>
                  <a:gdLst/>
                  <a:ahLst/>
                  <a:cxnLst>
                    <a:cxn ang="0">
                      <a:pos x="5" y="79"/>
                    </a:cxn>
                    <a:cxn ang="0">
                      <a:pos x="10" y="84"/>
                    </a:cxn>
                    <a:cxn ang="0">
                      <a:pos x="87" y="10"/>
                    </a:cxn>
                    <a:cxn ang="0">
                      <a:pos x="78" y="0"/>
                    </a:cxn>
                    <a:cxn ang="0">
                      <a:pos x="0" y="75"/>
                    </a:cxn>
                    <a:cxn ang="0">
                      <a:pos x="5" y="79"/>
                    </a:cxn>
                  </a:cxnLst>
                  <a:rect l="0" t="0" r="r" b="b"/>
                  <a:pathLst>
                    <a:path w="87" h="84">
                      <a:moveTo>
                        <a:pt x="5" y="79"/>
                      </a:moveTo>
                      <a:lnTo>
                        <a:pt x="10" y="84"/>
                      </a:lnTo>
                      <a:lnTo>
                        <a:pt x="87" y="10"/>
                      </a:lnTo>
                      <a:lnTo>
                        <a:pt x="78" y="0"/>
                      </a:lnTo>
                      <a:lnTo>
                        <a:pt x="0" y="75"/>
                      </a:lnTo>
                      <a:lnTo>
                        <a:pt x="5" y="79"/>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686" name="Freeform 286"/>
                <p:cNvSpPr/>
                <p:nvPr/>
              </p:nvSpPr>
              <p:spPr bwMode="auto">
                <a:xfrm>
                  <a:off x="4828" y="2755"/>
                  <a:ext cx="86" cy="86"/>
                </a:xfrm>
                <a:custGeom>
                  <a:avLst/>
                  <a:gdLst/>
                  <a:ahLst/>
                  <a:cxnLst>
                    <a:cxn ang="0">
                      <a:pos x="78" y="80"/>
                    </a:cxn>
                    <a:cxn ang="0">
                      <a:pos x="83" y="76"/>
                    </a:cxn>
                    <a:cxn ang="0">
                      <a:pos x="10" y="0"/>
                    </a:cxn>
                    <a:cxn ang="0">
                      <a:pos x="0" y="9"/>
                    </a:cxn>
                    <a:cxn ang="0">
                      <a:pos x="73" y="85"/>
                    </a:cxn>
                    <a:cxn ang="0">
                      <a:pos x="78" y="80"/>
                    </a:cxn>
                  </a:cxnLst>
                  <a:rect l="0" t="0" r="r" b="b"/>
                  <a:pathLst>
                    <a:path w="83" h="85">
                      <a:moveTo>
                        <a:pt x="78" y="80"/>
                      </a:moveTo>
                      <a:lnTo>
                        <a:pt x="83" y="76"/>
                      </a:lnTo>
                      <a:lnTo>
                        <a:pt x="10" y="0"/>
                      </a:lnTo>
                      <a:lnTo>
                        <a:pt x="0" y="9"/>
                      </a:lnTo>
                      <a:lnTo>
                        <a:pt x="73" y="85"/>
                      </a:lnTo>
                      <a:lnTo>
                        <a:pt x="78" y="80"/>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grpSp>
          <p:sp>
            <p:nvSpPr>
              <p:cNvPr id="30909" name="Text Box 287"/>
              <p:cNvSpPr txBox="1"/>
              <p:nvPr/>
            </p:nvSpPr>
            <p:spPr>
              <a:xfrm>
                <a:off x="4729" y="650"/>
                <a:ext cx="804" cy="845"/>
              </a:xfrm>
              <a:prstGeom prst="rect">
                <a:avLst/>
              </a:prstGeom>
              <a:noFill/>
              <a:ln w="12700">
                <a:noFill/>
              </a:ln>
            </p:spPr>
            <p:txBody>
              <a:bodyPr wrap="none">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ct val="0"/>
                  </a:spcBef>
                  <a:spcAft>
                    <a:spcPts val="590"/>
                  </a:spcAft>
                  <a:buSzPct val="80000"/>
                  <a:buNone/>
                </a:pPr>
                <a:endParaRPr lang="zh-CN" altLang="en-US" sz="2800" dirty="0">
                  <a:ea typeface="宋体" pitchFamily="2" charset="-122"/>
                </a:endParaRPr>
              </a:p>
            </p:txBody>
          </p:sp>
        </p:grpSp>
        <p:grpSp>
          <p:nvGrpSpPr>
            <p:cNvPr id="30732" name="Group 288"/>
            <p:cNvGrpSpPr/>
            <p:nvPr/>
          </p:nvGrpSpPr>
          <p:grpSpPr>
            <a:xfrm>
              <a:off x="6156375" y="1856458"/>
              <a:ext cx="536575" cy="846027"/>
              <a:chOff x="4368" y="0"/>
              <a:chExt cx="1392" cy="1495"/>
            </a:xfrm>
          </p:grpSpPr>
          <p:grpSp>
            <p:nvGrpSpPr>
              <p:cNvPr id="30874" name="Group 289"/>
              <p:cNvGrpSpPr/>
              <p:nvPr/>
            </p:nvGrpSpPr>
            <p:grpSpPr>
              <a:xfrm>
                <a:off x="4368" y="0"/>
                <a:ext cx="1392" cy="1056"/>
                <a:chOff x="4368" y="2016"/>
                <a:chExt cx="1072" cy="1344"/>
              </a:xfrm>
            </p:grpSpPr>
            <p:sp>
              <p:nvSpPr>
                <p:cNvPr id="621" name="Freeform 290"/>
                <p:cNvSpPr/>
                <p:nvPr/>
              </p:nvSpPr>
              <p:spPr bwMode="auto">
                <a:xfrm>
                  <a:off x="4457" y="2462"/>
                  <a:ext cx="897" cy="825"/>
                </a:xfrm>
                <a:custGeom>
                  <a:avLst/>
                  <a:gdLst/>
                  <a:ahLst/>
                  <a:cxnLst>
                    <a:cxn ang="0">
                      <a:pos x="445" y="0"/>
                    </a:cxn>
                    <a:cxn ang="0">
                      <a:pos x="897" y="293"/>
                    </a:cxn>
                    <a:cxn ang="0">
                      <a:pos x="897" y="829"/>
                    </a:cxn>
                    <a:cxn ang="0">
                      <a:pos x="601" y="829"/>
                    </a:cxn>
                    <a:cxn ang="0">
                      <a:pos x="296" y="829"/>
                    </a:cxn>
                    <a:cxn ang="0">
                      <a:pos x="0" y="829"/>
                    </a:cxn>
                    <a:cxn ang="0">
                      <a:pos x="0" y="293"/>
                    </a:cxn>
                    <a:cxn ang="0">
                      <a:pos x="445" y="0"/>
                    </a:cxn>
                  </a:cxnLst>
                  <a:rect l="0" t="0" r="r" b="b"/>
                  <a:pathLst>
                    <a:path w="897" h="829">
                      <a:moveTo>
                        <a:pt x="445" y="0"/>
                      </a:moveTo>
                      <a:lnTo>
                        <a:pt x="897" y="293"/>
                      </a:lnTo>
                      <a:lnTo>
                        <a:pt x="897" y="829"/>
                      </a:lnTo>
                      <a:lnTo>
                        <a:pt x="601" y="829"/>
                      </a:lnTo>
                      <a:lnTo>
                        <a:pt x="296" y="829"/>
                      </a:lnTo>
                      <a:lnTo>
                        <a:pt x="0" y="829"/>
                      </a:lnTo>
                      <a:lnTo>
                        <a:pt x="0" y="293"/>
                      </a:lnTo>
                      <a:lnTo>
                        <a:pt x="445" y="0"/>
                      </a:lnTo>
                      <a:close/>
                    </a:path>
                  </a:pathLst>
                </a:custGeom>
                <a:solidFill>
                  <a:srgbClr val="993366"/>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622" name="Freeform 291"/>
                <p:cNvSpPr/>
                <p:nvPr/>
              </p:nvSpPr>
              <p:spPr bwMode="auto">
                <a:xfrm>
                  <a:off x="4368" y="2462"/>
                  <a:ext cx="415" cy="289"/>
                </a:xfrm>
                <a:custGeom>
                  <a:avLst/>
                  <a:gdLst/>
                  <a:ahLst/>
                  <a:cxnLst>
                    <a:cxn ang="0">
                      <a:pos x="0" y="288"/>
                    </a:cxn>
                    <a:cxn ang="0">
                      <a:pos x="416" y="32"/>
                    </a:cxn>
                    <a:cxn ang="0">
                      <a:pos x="416" y="27"/>
                    </a:cxn>
                    <a:cxn ang="0">
                      <a:pos x="416" y="19"/>
                    </a:cxn>
                    <a:cxn ang="0">
                      <a:pos x="416" y="9"/>
                    </a:cxn>
                    <a:cxn ang="0">
                      <a:pos x="416" y="0"/>
                    </a:cxn>
                    <a:cxn ang="0">
                      <a:pos x="0" y="254"/>
                    </a:cxn>
                    <a:cxn ang="0">
                      <a:pos x="0" y="288"/>
                    </a:cxn>
                  </a:cxnLst>
                  <a:rect l="0" t="0" r="r" b="b"/>
                  <a:pathLst>
                    <a:path w="416" h="288">
                      <a:moveTo>
                        <a:pt x="0" y="288"/>
                      </a:moveTo>
                      <a:lnTo>
                        <a:pt x="416" y="32"/>
                      </a:lnTo>
                      <a:lnTo>
                        <a:pt x="416" y="27"/>
                      </a:lnTo>
                      <a:lnTo>
                        <a:pt x="416" y="19"/>
                      </a:lnTo>
                      <a:lnTo>
                        <a:pt x="416" y="9"/>
                      </a:lnTo>
                      <a:lnTo>
                        <a:pt x="416" y="0"/>
                      </a:lnTo>
                      <a:lnTo>
                        <a:pt x="0" y="254"/>
                      </a:lnTo>
                      <a:lnTo>
                        <a:pt x="0" y="288"/>
                      </a:lnTo>
                      <a:close/>
                    </a:path>
                  </a:pathLst>
                </a:custGeom>
                <a:solidFill>
                  <a:srgbClr val="000000"/>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623" name="Rectangle 292"/>
                <p:cNvSpPr>
                  <a:spLocks noChangeArrowheads="1"/>
                </p:cNvSpPr>
                <p:nvPr/>
              </p:nvSpPr>
              <p:spPr bwMode="auto">
                <a:xfrm>
                  <a:off x="4457" y="3330"/>
                  <a:ext cx="897" cy="29"/>
                </a:xfrm>
                <a:prstGeom prst="rect">
                  <a:avLst/>
                </a:prstGeom>
                <a:solidFill>
                  <a:srgbClr val="000000"/>
                </a:solidFill>
                <a:ln w="9525">
                  <a:noFill/>
                  <a:miter lim="800000"/>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624" name="Freeform 293"/>
                <p:cNvSpPr/>
                <p:nvPr/>
              </p:nvSpPr>
              <p:spPr bwMode="auto">
                <a:xfrm>
                  <a:off x="4787" y="2170"/>
                  <a:ext cx="241" cy="328"/>
                </a:xfrm>
                <a:custGeom>
                  <a:avLst/>
                  <a:gdLst/>
                  <a:ahLst/>
                  <a:cxnLst>
                    <a:cxn ang="0">
                      <a:pos x="242" y="327"/>
                    </a:cxn>
                    <a:cxn ang="0">
                      <a:pos x="242" y="0"/>
                    </a:cxn>
                    <a:cxn ang="0">
                      <a:pos x="0" y="0"/>
                    </a:cxn>
                    <a:cxn ang="0">
                      <a:pos x="0" y="321"/>
                    </a:cxn>
                    <a:cxn ang="0">
                      <a:pos x="116" y="240"/>
                    </a:cxn>
                    <a:cxn ang="0">
                      <a:pos x="242" y="327"/>
                    </a:cxn>
                  </a:cxnLst>
                  <a:rect l="0" t="0" r="r" b="b"/>
                  <a:pathLst>
                    <a:path w="242" h="327">
                      <a:moveTo>
                        <a:pt x="242" y="327"/>
                      </a:moveTo>
                      <a:lnTo>
                        <a:pt x="242" y="0"/>
                      </a:lnTo>
                      <a:lnTo>
                        <a:pt x="0" y="0"/>
                      </a:lnTo>
                      <a:lnTo>
                        <a:pt x="0" y="321"/>
                      </a:lnTo>
                      <a:lnTo>
                        <a:pt x="116" y="240"/>
                      </a:lnTo>
                      <a:lnTo>
                        <a:pt x="242" y="327"/>
                      </a:lnTo>
                      <a:close/>
                    </a:path>
                  </a:pathLst>
                </a:custGeom>
                <a:solidFill>
                  <a:srgbClr val="000000"/>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625" name="Freeform 294"/>
                <p:cNvSpPr/>
                <p:nvPr/>
              </p:nvSpPr>
              <p:spPr bwMode="auto">
                <a:xfrm>
                  <a:off x="4724" y="2016"/>
                  <a:ext cx="358" cy="125"/>
                </a:xfrm>
                <a:custGeom>
                  <a:avLst/>
                  <a:gdLst/>
                  <a:ahLst/>
                  <a:cxnLst>
                    <a:cxn ang="0">
                      <a:pos x="181" y="0"/>
                    </a:cxn>
                    <a:cxn ang="0">
                      <a:pos x="0" y="126"/>
                    </a:cxn>
                    <a:cxn ang="0">
                      <a:pos x="361" y="126"/>
                    </a:cxn>
                    <a:cxn ang="0">
                      <a:pos x="181" y="0"/>
                    </a:cxn>
                  </a:cxnLst>
                  <a:rect l="0" t="0" r="r" b="b"/>
                  <a:pathLst>
                    <a:path w="361" h="126">
                      <a:moveTo>
                        <a:pt x="181" y="0"/>
                      </a:moveTo>
                      <a:lnTo>
                        <a:pt x="0" y="126"/>
                      </a:lnTo>
                      <a:lnTo>
                        <a:pt x="361" y="126"/>
                      </a:lnTo>
                      <a:lnTo>
                        <a:pt x="181" y="0"/>
                      </a:lnTo>
                      <a:close/>
                    </a:path>
                  </a:pathLst>
                </a:custGeom>
                <a:solidFill>
                  <a:srgbClr val="000000"/>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626" name="Freeform 295"/>
                <p:cNvSpPr/>
                <p:nvPr/>
              </p:nvSpPr>
              <p:spPr bwMode="auto">
                <a:xfrm>
                  <a:off x="5028" y="2469"/>
                  <a:ext cx="412" cy="282"/>
                </a:xfrm>
                <a:custGeom>
                  <a:avLst/>
                  <a:gdLst/>
                  <a:ahLst/>
                  <a:cxnLst>
                    <a:cxn ang="0">
                      <a:pos x="413" y="287"/>
                    </a:cxn>
                    <a:cxn ang="0">
                      <a:pos x="0" y="31"/>
                    </a:cxn>
                    <a:cxn ang="0">
                      <a:pos x="0" y="25"/>
                    </a:cxn>
                    <a:cxn ang="0">
                      <a:pos x="0" y="17"/>
                    </a:cxn>
                    <a:cxn ang="0">
                      <a:pos x="0" y="9"/>
                    </a:cxn>
                    <a:cxn ang="0">
                      <a:pos x="0" y="0"/>
                    </a:cxn>
                    <a:cxn ang="0">
                      <a:pos x="413" y="253"/>
                    </a:cxn>
                    <a:cxn ang="0">
                      <a:pos x="413" y="287"/>
                    </a:cxn>
                  </a:cxnLst>
                  <a:rect l="0" t="0" r="r" b="b"/>
                  <a:pathLst>
                    <a:path w="413" h="287">
                      <a:moveTo>
                        <a:pt x="413" y="287"/>
                      </a:moveTo>
                      <a:lnTo>
                        <a:pt x="0" y="31"/>
                      </a:lnTo>
                      <a:lnTo>
                        <a:pt x="0" y="25"/>
                      </a:lnTo>
                      <a:lnTo>
                        <a:pt x="0" y="17"/>
                      </a:lnTo>
                      <a:lnTo>
                        <a:pt x="0" y="9"/>
                      </a:lnTo>
                      <a:lnTo>
                        <a:pt x="0" y="0"/>
                      </a:lnTo>
                      <a:lnTo>
                        <a:pt x="413" y="253"/>
                      </a:lnTo>
                      <a:lnTo>
                        <a:pt x="413" y="287"/>
                      </a:lnTo>
                      <a:close/>
                    </a:path>
                  </a:pathLst>
                </a:custGeom>
                <a:solidFill>
                  <a:srgbClr val="000000"/>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627" name="Freeform 296"/>
                <p:cNvSpPr/>
                <p:nvPr/>
              </p:nvSpPr>
              <p:spPr bwMode="auto">
                <a:xfrm>
                  <a:off x="4841" y="2209"/>
                  <a:ext cx="127" cy="164"/>
                </a:xfrm>
                <a:custGeom>
                  <a:avLst/>
                  <a:gdLst/>
                  <a:ahLst/>
                  <a:cxnLst>
                    <a:cxn ang="0">
                      <a:pos x="65" y="0"/>
                    </a:cxn>
                    <a:cxn ang="0">
                      <a:pos x="51" y="1"/>
                    </a:cxn>
                    <a:cxn ang="0">
                      <a:pos x="38" y="6"/>
                    </a:cxn>
                    <a:cxn ang="0">
                      <a:pos x="27" y="13"/>
                    </a:cxn>
                    <a:cxn ang="0">
                      <a:pos x="17" y="20"/>
                    </a:cxn>
                    <a:cxn ang="0">
                      <a:pos x="9" y="32"/>
                    </a:cxn>
                    <a:cxn ang="0">
                      <a:pos x="5" y="44"/>
                    </a:cxn>
                    <a:cxn ang="0">
                      <a:pos x="1" y="58"/>
                    </a:cxn>
                    <a:cxn ang="0">
                      <a:pos x="0" y="74"/>
                    </a:cxn>
                    <a:cxn ang="0">
                      <a:pos x="0" y="103"/>
                    </a:cxn>
                    <a:cxn ang="0">
                      <a:pos x="0" y="126"/>
                    </a:cxn>
                    <a:cxn ang="0">
                      <a:pos x="0" y="145"/>
                    </a:cxn>
                    <a:cxn ang="0">
                      <a:pos x="0" y="164"/>
                    </a:cxn>
                    <a:cxn ang="0">
                      <a:pos x="27" y="164"/>
                    </a:cxn>
                    <a:cxn ang="0">
                      <a:pos x="44" y="164"/>
                    </a:cxn>
                    <a:cxn ang="0">
                      <a:pos x="55" y="164"/>
                    </a:cxn>
                    <a:cxn ang="0">
                      <a:pos x="63" y="164"/>
                    </a:cxn>
                    <a:cxn ang="0">
                      <a:pos x="71" y="164"/>
                    </a:cxn>
                    <a:cxn ang="0">
                      <a:pos x="82" y="164"/>
                    </a:cxn>
                    <a:cxn ang="0">
                      <a:pos x="100" y="164"/>
                    </a:cxn>
                    <a:cxn ang="0">
                      <a:pos x="127" y="164"/>
                    </a:cxn>
                    <a:cxn ang="0">
                      <a:pos x="127" y="139"/>
                    </a:cxn>
                    <a:cxn ang="0">
                      <a:pos x="127" y="114"/>
                    </a:cxn>
                    <a:cxn ang="0">
                      <a:pos x="127" y="90"/>
                    </a:cxn>
                    <a:cxn ang="0">
                      <a:pos x="127" y="71"/>
                    </a:cxn>
                    <a:cxn ang="0">
                      <a:pos x="127" y="62"/>
                    </a:cxn>
                    <a:cxn ang="0">
                      <a:pos x="123" y="51"/>
                    </a:cxn>
                    <a:cxn ang="0">
                      <a:pos x="119" y="38"/>
                    </a:cxn>
                    <a:cxn ang="0">
                      <a:pos x="112" y="27"/>
                    </a:cxn>
                    <a:cxn ang="0">
                      <a:pos x="104" y="16"/>
                    </a:cxn>
                    <a:cxn ang="0">
                      <a:pos x="93" y="8"/>
                    </a:cxn>
                    <a:cxn ang="0">
                      <a:pos x="81" y="1"/>
                    </a:cxn>
                    <a:cxn ang="0">
                      <a:pos x="65" y="0"/>
                    </a:cxn>
                  </a:cxnLst>
                  <a:rect l="0" t="0" r="r" b="b"/>
                  <a:pathLst>
                    <a:path w="127" h="164">
                      <a:moveTo>
                        <a:pt x="65" y="0"/>
                      </a:moveTo>
                      <a:lnTo>
                        <a:pt x="51" y="1"/>
                      </a:lnTo>
                      <a:lnTo>
                        <a:pt x="38" y="6"/>
                      </a:lnTo>
                      <a:lnTo>
                        <a:pt x="27" y="13"/>
                      </a:lnTo>
                      <a:lnTo>
                        <a:pt x="17" y="20"/>
                      </a:lnTo>
                      <a:lnTo>
                        <a:pt x="9" y="32"/>
                      </a:lnTo>
                      <a:lnTo>
                        <a:pt x="5" y="44"/>
                      </a:lnTo>
                      <a:lnTo>
                        <a:pt x="1" y="58"/>
                      </a:lnTo>
                      <a:lnTo>
                        <a:pt x="0" y="74"/>
                      </a:lnTo>
                      <a:lnTo>
                        <a:pt x="0" y="103"/>
                      </a:lnTo>
                      <a:lnTo>
                        <a:pt x="0" y="126"/>
                      </a:lnTo>
                      <a:lnTo>
                        <a:pt x="0" y="145"/>
                      </a:lnTo>
                      <a:lnTo>
                        <a:pt x="0" y="164"/>
                      </a:lnTo>
                      <a:lnTo>
                        <a:pt x="27" y="164"/>
                      </a:lnTo>
                      <a:lnTo>
                        <a:pt x="44" y="164"/>
                      </a:lnTo>
                      <a:lnTo>
                        <a:pt x="55" y="164"/>
                      </a:lnTo>
                      <a:lnTo>
                        <a:pt x="63" y="164"/>
                      </a:lnTo>
                      <a:lnTo>
                        <a:pt x="71" y="164"/>
                      </a:lnTo>
                      <a:lnTo>
                        <a:pt x="82" y="164"/>
                      </a:lnTo>
                      <a:lnTo>
                        <a:pt x="100" y="164"/>
                      </a:lnTo>
                      <a:lnTo>
                        <a:pt x="127" y="164"/>
                      </a:lnTo>
                      <a:lnTo>
                        <a:pt x="127" y="139"/>
                      </a:lnTo>
                      <a:lnTo>
                        <a:pt x="127" y="114"/>
                      </a:lnTo>
                      <a:lnTo>
                        <a:pt x="127" y="90"/>
                      </a:lnTo>
                      <a:lnTo>
                        <a:pt x="127" y="71"/>
                      </a:lnTo>
                      <a:lnTo>
                        <a:pt x="127" y="62"/>
                      </a:lnTo>
                      <a:lnTo>
                        <a:pt x="123" y="51"/>
                      </a:lnTo>
                      <a:lnTo>
                        <a:pt x="119" y="38"/>
                      </a:lnTo>
                      <a:lnTo>
                        <a:pt x="112" y="27"/>
                      </a:lnTo>
                      <a:lnTo>
                        <a:pt x="104" y="16"/>
                      </a:lnTo>
                      <a:lnTo>
                        <a:pt x="93" y="8"/>
                      </a:lnTo>
                      <a:lnTo>
                        <a:pt x="81" y="1"/>
                      </a:lnTo>
                      <a:lnTo>
                        <a:pt x="65" y="0"/>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628" name="Rectangle 297"/>
                <p:cNvSpPr>
                  <a:spLocks noChangeArrowheads="1"/>
                </p:cNvSpPr>
                <p:nvPr/>
              </p:nvSpPr>
              <p:spPr bwMode="auto">
                <a:xfrm>
                  <a:off x="4803" y="2901"/>
                  <a:ext cx="206" cy="386"/>
                </a:xfrm>
                <a:prstGeom prst="rect">
                  <a:avLst/>
                </a:prstGeom>
                <a:solidFill>
                  <a:srgbClr val="FFFFFF"/>
                </a:solidFill>
                <a:ln w="9525">
                  <a:noFill/>
                  <a:miter lim="800000"/>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629" name="Freeform 298"/>
                <p:cNvSpPr/>
                <p:nvPr/>
              </p:nvSpPr>
              <p:spPr bwMode="auto">
                <a:xfrm>
                  <a:off x="4736" y="2819"/>
                  <a:ext cx="13" cy="318"/>
                </a:xfrm>
                <a:custGeom>
                  <a:avLst/>
                  <a:gdLst/>
                  <a:ahLst/>
                  <a:cxnLst>
                    <a:cxn ang="0">
                      <a:pos x="8" y="16"/>
                    </a:cxn>
                    <a:cxn ang="0">
                      <a:pos x="0" y="8"/>
                    </a:cxn>
                    <a:cxn ang="0">
                      <a:pos x="0" y="320"/>
                    </a:cxn>
                    <a:cxn ang="0">
                      <a:pos x="16" y="320"/>
                    </a:cxn>
                    <a:cxn ang="0">
                      <a:pos x="16" y="8"/>
                    </a:cxn>
                    <a:cxn ang="0">
                      <a:pos x="8" y="0"/>
                    </a:cxn>
                    <a:cxn ang="0">
                      <a:pos x="16" y="8"/>
                    </a:cxn>
                    <a:cxn ang="0">
                      <a:pos x="16" y="0"/>
                    </a:cxn>
                    <a:cxn ang="0">
                      <a:pos x="8" y="0"/>
                    </a:cxn>
                    <a:cxn ang="0">
                      <a:pos x="8" y="16"/>
                    </a:cxn>
                  </a:cxnLst>
                  <a:rect l="0" t="0" r="r" b="b"/>
                  <a:pathLst>
                    <a:path w="16" h="320">
                      <a:moveTo>
                        <a:pt x="8" y="16"/>
                      </a:moveTo>
                      <a:lnTo>
                        <a:pt x="0" y="8"/>
                      </a:lnTo>
                      <a:lnTo>
                        <a:pt x="0" y="320"/>
                      </a:lnTo>
                      <a:lnTo>
                        <a:pt x="16" y="320"/>
                      </a:lnTo>
                      <a:lnTo>
                        <a:pt x="16" y="8"/>
                      </a:lnTo>
                      <a:lnTo>
                        <a:pt x="8" y="0"/>
                      </a:lnTo>
                      <a:lnTo>
                        <a:pt x="16" y="8"/>
                      </a:lnTo>
                      <a:lnTo>
                        <a:pt x="16" y="0"/>
                      </a:lnTo>
                      <a:lnTo>
                        <a:pt x="8" y="0"/>
                      </a:lnTo>
                      <a:lnTo>
                        <a:pt x="8" y="16"/>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630" name="Freeform 299"/>
                <p:cNvSpPr/>
                <p:nvPr/>
              </p:nvSpPr>
              <p:spPr bwMode="auto">
                <a:xfrm>
                  <a:off x="4559" y="2819"/>
                  <a:ext cx="184" cy="21"/>
                </a:xfrm>
                <a:custGeom>
                  <a:avLst/>
                  <a:gdLst/>
                  <a:ahLst/>
                  <a:cxnLst>
                    <a:cxn ang="0">
                      <a:pos x="16" y="8"/>
                    </a:cxn>
                    <a:cxn ang="0">
                      <a:pos x="8" y="16"/>
                    </a:cxn>
                    <a:cxn ang="0">
                      <a:pos x="187" y="16"/>
                    </a:cxn>
                    <a:cxn ang="0">
                      <a:pos x="187" y="0"/>
                    </a:cxn>
                    <a:cxn ang="0">
                      <a:pos x="8" y="0"/>
                    </a:cxn>
                    <a:cxn ang="0">
                      <a:pos x="0" y="8"/>
                    </a:cxn>
                    <a:cxn ang="0">
                      <a:pos x="8" y="0"/>
                    </a:cxn>
                    <a:cxn ang="0">
                      <a:pos x="0" y="0"/>
                    </a:cxn>
                    <a:cxn ang="0">
                      <a:pos x="0" y="8"/>
                    </a:cxn>
                    <a:cxn ang="0">
                      <a:pos x="16" y="8"/>
                    </a:cxn>
                  </a:cxnLst>
                  <a:rect l="0" t="0" r="r" b="b"/>
                  <a:pathLst>
                    <a:path w="187" h="16">
                      <a:moveTo>
                        <a:pt x="16" y="8"/>
                      </a:moveTo>
                      <a:lnTo>
                        <a:pt x="8" y="16"/>
                      </a:lnTo>
                      <a:lnTo>
                        <a:pt x="187" y="16"/>
                      </a:lnTo>
                      <a:lnTo>
                        <a:pt x="187" y="0"/>
                      </a:lnTo>
                      <a:lnTo>
                        <a:pt x="8" y="0"/>
                      </a:lnTo>
                      <a:lnTo>
                        <a:pt x="0" y="8"/>
                      </a:lnTo>
                      <a:lnTo>
                        <a:pt x="8" y="0"/>
                      </a:lnTo>
                      <a:lnTo>
                        <a:pt x="0" y="0"/>
                      </a:lnTo>
                      <a:lnTo>
                        <a:pt x="0" y="8"/>
                      </a:lnTo>
                      <a:lnTo>
                        <a:pt x="16"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631" name="Freeform 300"/>
                <p:cNvSpPr/>
                <p:nvPr/>
              </p:nvSpPr>
              <p:spPr bwMode="auto">
                <a:xfrm>
                  <a:off x="4559" y="2826"/>
                  <a:ext cx="13" cy="318"/>
                </a:xfrm>
                <a:custGeom>
                  <a:avLst/>
                  <a:gdLst/>
                  <a:ahLst/>
                  <a:cxnLst>
                    <a:cxn ang="0">
                      <a:pos x="8" y="304"/>
                    </a:cxn>
                    <a:cxn ang="0">
                      <a:pos x="16" y="312"/>
                    </a:cxn>
                    <a:cxn ang="0">
                      <a:pos x="16" y="0"/>
                    </a:cxn>
                    <a:cxn ang="0">
                      <a:pos x="0" y="0"/>
                    </a:cxn>
                    <a:cxn ang="0">
                      <a:pos x="0" y="312"/>
                    </a:cxn>
                    <a:cxn ang="0">
                      <a:pos x="8" y="320"/>
                    </a:cxn>
                    <a:cxn ang="0">
                      <a:pos x="0" y="312"/>
                    </a:cxn>
                    <a:cxn ang="0">
                      <a:pos x="0" y="320"/>
                    </a:cxn>
                    <a:cxn ang="0">
                      <a:pos x="8" y="320"/>
                    </a:cxn>
                    <a:cxn ang="0">
                      <a:pos x="8" y="304"/>
                    </a:cxn>
                  </a:cxnLst>
                  <a:rect l="0" t="0" r="r" b="b"/>
                  <a:pathLst>
                    <a:path w="16" h="320">
                      <a:moveTo>
                        <a:pt x="8" y="304"/>
                      </a:moveTo>
                      <a:lnTo>
                        <a:pt x="16" y="312"/>
                      </a:lnTo>
                      <a:lnTo>
                        <a:pt x="16" y="0"/>
                      </a:lnTo>
                      <a:lnTo>
                        <a:pt x="0" y="0"/>
                      </a:lnTo>
                      <a:lnTo>
                        <a:pt x="0" y="312"/>
                      </a:lnTo>
                      <a:lnTo>
                        <a:pt x="8" y="320"/>
                      </a:lnTo>
                      <a:lnTo>
                        <a:pt x="0" y="312"/>
                      </a:lnTo>
                      <a:lnTo>
                        <a:pt x="0" y="320"/>
                      </a:lnTo>
                      <a:lnTo>
                        <a:pt x="8" y="320"/>
                      </a:lnTo>
                      <a:lnTo>
                        <a:pt x="8" y="304"/>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632" name="Freeform 301"/>
                <p:cNvSpPr/>
                <p:nvPr/>
              </p:nvSpPr>
              <p:spPr bwMode="auto">
                <a:xfrm>
                  <a:off x="4565" y="3134"/>
                  <a:ext cx="184" cy="14"/>
                </a:xfrm>
                <a:custGeom>
                  <a:avLst/>
                  <a:gdLst/>
                  <a:ahLst/>
                  <a:cxnLst>
                    <a:cxn ang="0">
                      <a:pos x="171" y="8"/>
                    </a:cxn>
                    <a:cxn ang="0">
                      <a:pos x="179" y="0"/>
                    </a:cxn>
                    <a:cxn ang="0">
                      <a:pos x="0" y="0"/>
                    </a:cxn>
                    <a:cxn ang="0">
                      <a:pos x="0" y="16"/>
                    </a:cxn>
                    <a:cxn ang="0">
                      <a:pos x="179" y="16"/>
                    </a:cxn>
                    <a:cxn ang="0">
                      <a:pos x="187" y="8"/>
                    </a:cxn>
                    <a:cxn ang="0">
                      <a:pos x="179" y="16"/>
                    </a:cxn>
                    <a:cxn ang="0">
                      <a:pos x="187" y="16"/>
                    </a:cxn>
                    <a:cxn ang="0">
                      <a:pos x="187" y="8"/>
                    </a:cxn>
                    <a:cxn ang="0">
                      <a:pos x="171" y="8"/>
                    </a:cxn>
                  </a:cxnLst>
                  <a:rect l="0" t="0" r="r" b="b"/>
                  <a:pathLst>
                    <a:path w="187" h="16">
                      <a:moveTo>
                        <a:pt x="171" y="8"/>
                      </a:moveTo>
                      <a:lnTo>
                        <a:pt x="179" y="0"/>
                      </a:lnTo>
                      <a:lnTo>
                        <a:pt x="0" y="0"/>
                      </a:lnTo>
                      <a:lnTo>
                        <a:pt x="0" y="16"/>
                      </a:lnTo>
                      <a:lnTo>
                        <a:pt x="179" y="16"/>
                      </a:lnTo>
                      <a:lnTo>
                        <a:pt x="187" y="8"/>
                      </a:lnTo>
                      <a:lnTo>
                        <a:pt x="179" y="16"/>
                      </a:lnTo>
                      <a:lnTo>
                        <a:pt x="187" y="16"/>
                      </a:lnTo>
                      <a:lnTo>
                        <a:pt x="187" y="8"/>
                      </a:lnTo>
                      <a:lnTo>
                        <a:pt x="171"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633" name="Freeform 302"/>
                <p:cNvSpPr/>
                <p:nvPr/>
              </p:nvSpPr>
              <p:spPr bwMode="auto">
                <a:xfrm>
                  <a:off x="4568" y="2916"/>
                  <a:ext cx="174" cy="11"/>
                </a:xfrm>
                <a:custGeom>
                  <a:avLst/>
                  <a:gdLst/>
                  <a:ahLst/>
                  <a:cxnLst>
                    <a:cxn ang="0">
                      <a:pos x="176" y="8"/>
                    </a:cxn>
                    <a:cxn ang="0">
                      <a:pos x="176" y="0"/>
                    </a:cxn>
                    <a:cxn ang="0">
                      <a:pos x="0" y="0"/>
                    </a:cxn>
                    <a:cxn ang="0">
                      <a:pos x="0" y="16"/>
                    </a:cxn>
                    <a:cxn ang="0">
                      <a:pos x="176" y="16"/>
                    </a:cxn>
                    <a:cxn ang="0">
                      <a:pos x="176" y="8"/>
                    </a:cxn>
                  </a:cxnLst>
                  <a:rect l="0" t="0" r="r" b="b"/>
                  <a:pathLst>
                    <a:path w="176" h="16">
                      <a:moveTo>
                        <a:pt x="176" y="8"/>
                      </a:moveTo>
                      <a:lnTo>
                        <a:pt x="176" y="0"/>
                      </a:lnTo>
                      <a:lnTo>
                        <a:pt x="0" y="0"/>
                      </a:lnTo>
                      <a:lnTo>
                        <a:pt x="0" y="16"/>
                      </a:lnTo>
                      <a:lnTo>
                        <a:pt x="176" y="16"/>
                      </a:lnTo>
                      <a:lnTo>
                        <a:pt x="176"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634" name="Freeform 303"/>
                <p:cNvSpPr/>
                <p:nvPr/>
              </p:nvSpPr>
              <p:spPr bwMode="auto">
                <a:xfrm>
                  <a:off x="4568" y="3026"/>
                  <a:ext cx="174" cy="18"/>
                </a:xfrm>
                <a:custGeom>
                  <a:avLst/>
                  <a:gdLst/>
                  <a:ahLst/>
                  <a:cxnLst>
                    <a:cxn ang="0">
                      <a:pos x="176" y="8"/>
                    </a:cxn>
                    <a:cxn ang="0">
                      <a:pos x="176" y="0"/>
                    </a:cxn>
                    <a:cxn ang="0">
                      <a:pos x="0" y="0"/>
                    </a:cxn>
                    <a:cxn ang="0">
                      <a:pos x="0" y="16"/>
                    </a:cxn>
                    <a:cxn ang="0">
                      <a:pos x="176" y="16"/>
                    </a:cxn>
                    <a:cxn ang="0">
                      <a:pos x="176" y="8"/>
                    </a:cxn>
                  </a:cxnLst>
                  <a:rect l="0" t="0" r="r" b="b"/>
                  <a:pathLst>
                    <a:path w="176" h="16">
                      <a:moveTo>
                        <a:pt x="176" y="8"/>
                      </a:moveTo>
                      <a:lnTo>
                        <a:pt x="176" y="0"/>
                      </a:lnTo>
                      <a:lnTo>
                        <a:pt x="0" y="0"/>
                      </a:lnTo>
                      <a:lnTo>
                        <a:pt x="0" y="16"/>
                      </a:lnTo>
                      <a:lnTo>
                        <a:pt x="176" y="16"/>
                      </a:lnTo>
                      <a:lnTo>
                        <a:pt x="176"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635" name="Freeform 304"/>
                <p:cNvSpPr/>
                <p:nvPr/>
              </p:nvSpPr>
              <p:spPr bwMode="auto">
                <a:xfrm>
                  <a:off x="4644" y="2837"/>
                  <a:ext cx="16" cy="300"/>
                </a:xfrm>
                <a:custGeom>
                  <a:avLst/>
                  <a:gdLst/>
                  <a:ahLst/>
                  <a:cxnLst>
                    <a:cxn ang="0">
                      <a:pos x="7" y="302"/>
                    </a:cxn>
                    <a:cxn ang="0">
                      <a:pos x="15" y="302"/>
                    </a:cxn>
                    <a:cxn ang="0">
                      <a:pos x="15" y="0"/>
                    </a:cxn>
                    <a:cxn ang="0">
                      <a:pos x="0" y="0"/>
                    </a:cxn>
                    <a:cxn ang="0">
                      <a:pos x="0" y="302"/>
                    </a:cxn>
                    <a:cxn ang="0">
                      <a:pos x="7" y="302"/>
                    </a:cxn>
                  </a:cxnLst>
                  <a:rect l="0" t="0" r="r" b="b"/>
                  <a:pathLst>
                    <a:path w="15" h="302">
                      <a:moveTo>
                        <a:pt x="7" y="302"/>
                      </a:moveTo>
                      <a:lnTo>
                        <a:pt x="15" y="302"/>
                      </a:lnTo>
                      <a:lnTo>
                        <a:pt x="15" y="0"/>
                      </a:lnTo>
                      <a:lnTo>
                        <a:pt x="0" y="0"/>
                      </a:lnTo>
                      <a:lnTo>
                        <a:pt x="0" y="302"/>
                      </a:lnTo>
                      <a:lnTo>
                        <a:pt x="7" y="302"/>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636" name="Freeform 305"/>
                <p:cNvSpPr/>
                <p:nvPr/>
              </p:nvSpPr>
              <p:spPr bwMode="auto">
                <a:xfrm>
                  <a:off x="5240" y="2819"/>
                  <a:ext cx="16" cy="318"/>
                </a:xfrm>
                <a:custGeom>
                  <a:avLst/>
                  <a:gdLst/>
                  <a:ahLst/>
                  <a:cxnLst>
                    <a:cxn ang="0">
                      <a:pos x="8" y="16"/>
                    </a:cxn>
                    <a:cxn ang="0">
                      <a:pos x="0" y="8"/>
                    </a:cxn>
                    <a:cxn ang="0">
                      <a:pos x="0" y="320"/>
                    </a:cxn>
                    <a:cxn ang="0">
                      <a:pos x="16" y="320"/>
                    </a:cxn>
                    <a:cxn ang="0">
                      <a:pos x="16" y="8"/>
                    </a:cxn>
                    <a:cxn ang="0">
                      <a:pos x="8" y="0"/>
                    </a:cxn>
                    <a:cxn ang="0">
                      <a:pos x="16" y="8"/>
                    </a:cxn>
                    <a:cxn ang="0">
                      <a:pos x="16" y="0"/>
                    </a:cxn>
                    <a:cxn ang="0">
                      <a:pos x="8" y="0"/>
                    </a:cxn>
                    <a:cxn ang="0">
                      <a:pos x="8" y="16"/>
                    </a:cxn>
                  </a:cxnLst>
                  <a:rect l="0" t="0" r="r" b="b"/>
                  <a:pathLst>
                    <a:path w="16" h="320">
                      <a:moveTo>
                        <a:pt x="8" y="16"/>
                      </a:moveTo>
                      <a:lnTo>
                        <a:pt x="0" y="8"/>
                      </a:lnTo>
                      <a:lnTo>
                        <a:pt x="0" y="320"/>
                      </a:lnTo>
                      <a:lnTo>
                        <a:pt x="16" y="320"/>
                      </a:lnTo>
                      <a:lnTo>
                        <a:pt x="16" y="8"/>
                      </a:lnTo>
                      <a:lnTo>
                        <a:pt x="8" y="0"/>
                      </a:lnTo>
                      <a:lnTo>
                        <a:pt x="16" y="8"/>
                      </a:lnTo>
                      <a:lnTo>
                        <a:pt x="16" y="0"/>
                      </a:lnTo>
                      <a:lnTo>
                        <a:pt x="8" y="0"/>
                      </a:lnTo>
                      <a:lnTo>
                        <a:pt x="8" y="16"/>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637" name="Freeform 306"/>
                <p:cNvSpPr/>
                <p:nvPr/>
              </p:nvSpPr>
              <p:spPr bwMode="auto">
                <a:xfrm>
                  <a:off x="5060" y="2819"/>
                  <a:ext cx="187" cy="21"/>
                </a:xfrm>
                <a:custGeom>
                  <a:avLst/>
                  <a:gdLst/>
                  <a:ahLst/>
                  <a:cxnLst>
                    <a:cxn ang="0">
                      <a:pos x="16" y="8"/>
                    </a:cxn>
                    <a:cxn ang="0">
                      <a:pos x="8" y="16"/>
                    </a:cxn>
                    <a:cxn ang="0">
                      <a:pos x="187" y="16"/>
                    </a:cxn>
                    <a:cxn ang="0">
                      <a:pos x="187" y="0"/>
                    </a:cxn>
                    <a:cxn ang="0">
                      <a:pos x="8" y="0"/>
                    </a:cxn>
                    <a:cxn ang="0">
                      <a:pos x="0" y="8"/>
                    </a:cxn>
                    <a:cxn ang="0">
                      <a:pos x="8" y="0"/>
                    </a:cxn>
                    <a:cxn ang="0">
                      <a:pos x="0" y="0"/>
                    </a:cxn>
                    <a:cxn ang="0">
                      <a:pos x="0" y="8"/>
                    </a:cxn>
                    <a:cxn ang="0">
                      <a:pos x="16" y="8"/>
                    </a:cxn>
                  </a:cxnLst>
                  <a:rect l="0" t="0" r="r" b="b"/>
                  <a:pathLst>
                    <a:path w="187" h="16">
                      <a:moveTo>
                        <a:pt x="16" y="8"/>
                      </a:moveTo>
                      <a:lnTo>
                        <a:pt x="8" y="16"/>
                      </a:lnTo>
                      <a:lnTo>
                        <a:pt x="187" y="16"/>
                      </a:lnTo>
                      <a:lnTo>
                        <a:pt x="187" y="0"/>
                      </a:lnTo>
                      <a:lnTo>
                        <a:pt x="8" y="0"/>
                      </a:lnTo>
                      <a:lnTo>
                        <a:pt x="0" y="8"/>
                      </a:lnTo>
                      <a:lnTo>
                        <a:pt x="8" y="0"/>
                      </a:lnTo>
                      <a:lnTo>
                        <a:pt x="0" y="0"/>
                      </a:lnTo>
                      <a:lnTo>
                        <a:pt x="0" y="8"/>
                      </a:lnTo>
                      <a:lnTo>
                        <a:pt x="16"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638" name="Freeform 307"/>
                <p:cNvSpPr/>
                <p:nvPr/>
              </p:nvSpPr>
              <p:spPr bwMode="auto">
                <a:xfrm>
                  <a:off x="5060" y="2826"/>
                  <a:ext cx="16" cy="318"/>
                </a:xfrm>
                <a:custGeom>
                  <a:avLst/>
                  <a:gdLst/>
                  <a:ahLst/>
                  <a:cxnLst>
                    <a:cxn ang="0">
                      <a:pos x="8" y="304"/>
                    </a:cxn>
                    <a:cxn ang="0">
                      <a:pos x="16" y="312"/>
                    </a:cxn>
                    <a:cxn ang="0">
                      <a:pos x="16" y="0"/>
                    </a:cxn>
                    <a:cxn ang="0">
                      <a:pos x="0" y="0"/>
                    </a:cxn>
                    <a:cxn ang="0">
                      <a:pos x="0" y="312"/>
                    </a:cxn>
                    <a:cxn ang="0">
                      <a:pos x="8" y="320"/>
                    </a:cxn>
                    <a:cxn ang="0">
                      <a:pos x="0" y="312"/>
                    </a:cxn>
                    <a:cxn ang="0">
                      <a:pos x="0" y="320"/>
                    </a:cxn>
                    <a:cxn ang="0">
                      <a:pos x="8" y="320"/>
                    </a:cxn>
                    <a:cxn ang="0">
                      <a:pos x="8" y="304"/>
                    </a:cxn>
                  </a:cxnLst>
                  <a:rect l="0" t="0" r="r" b="b"/>
                  <a:pathLst>
                    <a:path w="16" h="320">
                      <a:moveTo>
                        <a:pt x="8" y="304"/>
                      </a:moveTo>
                      <a:lnTo>
                        <a:pt x="16" y="312"/>
                      </a:lnTo>
                      <a:lnTo>
                        <a:pt x="16" y="0"/>
                      </a:lnTo>
                      <a:lnTo>
                        <a:pt x="0" y="0"/>
                      </a:lnTo>
                      <a:lnTo>
                        <a:pt x="0" y="312"/>
                      </a:lnTo>
                      <a:lnTo>
                        <a:pt x="8" y="320"/>
                      </a:lnTo>
                      <a:lnTo>
                        <a:pt x="0" y="312"/>
                      </a:lnTo>
                      <a:lnTo>
                        <a:pt x="0" y="320"/>
                      </a:lnTo>
                      <a:lnTo>
                        <a:pt x="8" y="320"/>
                      </a:lnTo>
                      <a:lnTo>
                        <a:pt x="8" y="304"/>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639" name="Freeform 308"/>
                <p:cNvSpPr/>
                <p:nvPr/>
              </p:nvSpPr>
              <p:spPr bwMode="auto">
                <a:xfrm>
                  <a:off x="5069" y="3134"/>
                  <a:ext cx="187" cy="14"/>
                </a:xfrm>
                <a:custGeom>
                  <a:avLst/>
                  <a:gdLst/>
                  <a:ahLst/>
                  <a:cxnLst>
                    <a:cxn ang="0">
                      <a:pos x="171" y="8"/>
                    </a:cxn>
                    <a:cxn ang="0">
                      <a:pos x="179" y="0"/>
                    </a:cxn>
                    <a:cxn ang="0">
                      <a:pos x="0" y="0"/>
                    </a:cxn>
                    <a:cxn ang="0">
                      <a:pos x="0" y="16"/>
                    </a:cxn>
                    <a:cxn ang="0">
                      <a:pos x="179" y="16"/>
                    </a:cxn>
                    <a:cxn ang="0">
                      <a:pos x="187" y="8"/>
                    </a:cxn>
                    <a:cxn ang="0">
                      <a:pos x="179" y="16"/>
                    </a:cxn>
                    <a:cxn ang="0">
                      <a:pos x="187" y="16"/>
                    </a:cxn>
                    <a:cxn ang="0">
                      <a:pos x="187" y="8"/>
                    </a:cxn>
                    <a:cxn ang="0">
                      <a:pos x="171" y="8"/>
                    </a:cxn>
                  </a:cxnLst>
                  <a:rect l="0" t="0" r="r" b="b"/>
                  <a:pathLst>
                    <a:path w="187" h="16">
                      <a:moveTo>
                        <a:pt x="171" y="8"/>
                      </a:moveTo>
                      <a:lnTo>
                        <a:pt x="179" y="0"/>
                      </a:lnTo>
                      <a:lnTo>
                        <a:pt x="0" y="0"/>
                      </a:lnTo>
                      <a:lnTo>
                        <a:pt x="0" y="16"/>
                      </a:lnTo>
                      <a:lnTo>
                        <a:pt x="179" y="16"/>
                      </a:lnTo>
                      <a:lnTo>
                        <a:pt x="187" y="8"/>
                      </a:lnTo>
                      <a:lnTo>
                        <a:pt x="179" y="16"/>
                      </a:lnTo>
                      <a:lnTo>
                        <a:pt x="187" y="16"/>
                      </a:lnTo>
                      <a:lnTo>
                        <a:pt x="187" y="8"/>
                      </a:lnTo>
                      <a:lnTo>
                        <a:pt x="171"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640" name="Freeform 309"/>
                <p:cNvSpPr/>
                <p:nvPr/>
              </p:nvSpPr>
              <p:spPr bwMode="auto">
                <a:xfrm>
                  <a:off x="5069" y="2916"/>
                  <a:ext cx="174" cy="11"/>
                </a:xfrm>
                <a:custGeom>
                  <a:avLst/>
                  <a:gdLst/>
                  <a:ahLst/>
                  <a:cxnLst>
                    <a:cxn ang="0">
                      <a:pos x="175" y="8"/>
                    </a:cxn>
                    <a:cxn ang="0">
                      <a:pos x="175" y="0"/>
                    </a:cxn>
                    <a:cxn ang="0">
                      <a:pos x="0" y="0"/>
                    </a:cxn>
                    <a:cxn ang="0">
                      <a:pos x="0" y="16"/>
                    </a:cxn>
                    <a:cxn ang="0">
                      <a:pos x="175" y="16"/>
                    </a:cxn>
                    <a:cxn ang="0">
                      <a:pos x="175" y="8"/>
                    </a:cxn>
                  </a:cxnLst>
                  <a:rect l="0" t="0" r="r" b="b"/>
                  <a:pathLst>
                    <a:path w="175" h="16">
                      <a:moveTo>
                        <a:pt x="175" y="8"/>
                      </a:moveTo>
                      <a:lnTo>
                        <a:pt x="175" y="0"/>
                      </a:lnTo>
                      <a:lnTo>
                        <a:pt x="0" y="0"/>
                      </a:lnTo>
                      <a:lnTo>
                        <a:pt x="0" y="16"/>
                      </a:lnTo>
                      <a:lnTo>
                        <a:pt x="175" y="16"/>
                      </a:lnTo>
                      <a:lnTo>
                        <a:pt x="175"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641" name="Freeform 310"/>
                <p:cNvSpPr/>
                <p:nvPr/>
              </p:nvSpPr>
              <p:spPr bwMode="auto">
                <a:xfrm>
                  <a:off x="5069" y="3026"/>
                  <a:ext cx="174" cy="18"/>
                </a:xfrm>
                <a:custGeom>
                  <a:avLst/>
                  <a:gdLst/>
                  <a:ahLst/>
                  <a:cxnLst>
                    <a:cxn ang="0">
                      <a:pos x="175" y="8"/>
                    </a:cxn>
                    <a:cxn ang="0">
                      <a:pos x="175" y="0"/>
                    </a:cxn>
                    <a:cxn ang="0">
                      <a:pos x="0" y="0"/>
                    </a:cxn>
                    <a:cxn ang="0">
                      <a:pos x="0" y="16"/>
                    </a:cxn>
                    <a:cxn ang="0">
                      <a:pos x="175" y="16"/>
                    </a:cxn>
                    <a:cxn ang="0">
                      <a:pos x="175" y="8"/>
                    </a:cxn>
                  </a:cxnLst>
                  <a:rect l="0" t="0" r="r" b="b"/>
                  <a:pathLst>
                    <a:path w="175" h="16">
                      <a:moveTo>
                        <a:pt x="175" y="8"/>
                      </a:moveTo>
                      <a:lnTo>
                        <a:pt x="175" y="0"/>
                      </a:lnTo>
                      <a:lnTo>
                        <a:pt x="0" y="0"/>
                      </a:lnTo>
                      <a:lnTo>
                        <a:pt x="0" y="16"/>
                      </a:lnTo>
                      <a:lnTo>
                        <a:pt x="175" y="16"/>
                      </a:lnTo>
                      <a:lnTo>
                        <a:pt x="175"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642" name="Freeform 311"/>
                <p:cNvSpPr/>
                <p:nvPr/>
              </p:nvSpPr>
              <p:spPr bwMode="auto">
                <a:xfrm>
                  <a:off x="5148" y="2837"/>
                  <a:ext cx="13" cy="300"/>
                </a:xfrm>
                <a:custGeom>
                  <a:avLst/>
                  <a:gdLst/>
                  <a:ahLst/>
                  <a:cxnLst>
                    <a:cxn ang="0">
                      <a:pos x="8" y="302"/>
                    </a:cxn>
                    <a:cxn ang="0">
                      <a:pos x="16" y="302"/>
                    </a:cxn>
                    <a:cxn ang="0">
                      <a:pos x="16" y="0"/>
                    </a:cxn>
                    <a:cxn ang="0">
                      <a:pos x="0" y="0"/>
                    </a:cxn>
                    <a:cxn ang="0">
                      <a:pos x="0" y="302"/>
                    </a:cxn>
                    <a:cxn ang="0">
                      <a:pos x="8" y="302"/>
                    </a:cxn>
                  </a:cxnLst>
                  <a:rect l="0" t="0" r="r" b="b"/>
                  <a:pathLst>
                    <a:path w="16" h="302">
                      <a:moveTo>
                        <a:pt x="8" y="302"/>
                      </a:moveTo>
                      <a:lnTo>
                        <a:pt x="16" y="302"/>
                      </a:lnTo>
                      <a:lnTo>
                        <a:pt x="16" y="0"/>
                      </a:lnTo>
                      <a:lnTo>
                        <a:pt x="0" y="0"/>
                      </a:lnTo>
                      <a:lnTo>
                        <a:pt x="0" y="302"/>
                      </a:lnTo>
                      <a:lnTo>
                        <a:pt x="8" y="302"/>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643" name="Freeform 312"/>
                <p:cNvSpPr/>
                <p:nvPr/>
              </p:nvSpPr>
              <p:spPr bwMode="auto">
                <a:xfrm>
                  <a:off x="4850" y="2237"/>
                  <a:ext cx="101" cy="111"/>
                </a:xfrm>
                <a:custGeom>
                  <a:avLst/>
                  <a:gdLst/>
                  <a:ahLst/>
                  <a:cxnLst>
                    <a:cxn ang="0">
                      <a:pos x="59" y="112"/>
                    </a:cxn>
                    <a:cxn ang="0">
                      <a:pos x="76" y="112"/>
                    </a:cxn>
                    <a:cxn ang="0">
                      <a:pos x="89" y="109"/>
                    </a:cxn>
                    <a:cxn ang="0">
                      <a:pos x="99" y="107"/>
                    </a:cxn>
                    <a:cxn ang="0">
                      <a:pos x="102" y="104"/>
                    </a:cxn>
                    <a:cxn ang="0">
                      <a:pos x="103" y="103"/>
                    </a:cxn>
                    <a:cxn ang="0">
                      <a:pos x="103" y="98"/>
                    </a:cxn>
                    <a:cxn ang="0">
                      <a:pos x="100" y="88"/>
                    </a:cxn>
                    <a:cxn ang="0">
                      <a:pos x="97" y="79"/>
                    </a:cxn>
                    <a:cxn ang="0">
                      <a:pos x="95" y="73"/>
                    </a:cxn>
                    <a:cxn ang="0">
                      <a:pos x="95" y="68"/>
                    </a:cxn>
                    <a:cxn ang="0">
                      <a:pos x="94" y="66"/>
                    </a:cxn>
                    <a:cxn ang="0">
                      <a:pos x="92" y="60"/>
                    </a:cxn>
                    <a:cxn ang="0">
                      <a:pos x="91" y="50"/>
                    </a:cxn>
                    <a:cxn ang="0">
                      <a:pos x="91" y="42"/>
                    </a:cxn>
                    <a:cxn ang="0">
                      <a:pos x="91" y="41"/>
                    </a:cxn>
                    <a:cxn ang="0">
                      <a:pos x="89" y="33"/>
                    </a:cxn>
                    <a:cxn ang="0">
                      <a:pos x="89" y="22"/>
                    </a:cxn>
                    <a:cxn ang="0">
                      <a:pos x="87" y="9"/>
                    </a:cxn>
                    <a:cxn ang="0">
                      <a:pos x="75" y="1"/>
                    </a:cxn>
                    <a:cxn ang="0">
                      <a:pos x="59" y="0"/>
                    </a:cxn>
                    <a:cxn ang="0">
                      <a:pos x="45" y="3"/>
                    </a:cxn>
                    <a:cxn ang="0">
                      <a:pos x="38" y="14"/>
                    </a:cxn>
                    <a:cxn ang="0">
                      <a:pos x="34" y="25"/>
                    </a:cxn>
                    <a:cxn ang="0">
                      <a:pos x="30" y="31"/>
                    </a:cxn>
                    <a:cxn ang="0">
                      <a:pos x="30" y="33"/>
                    </a:cxn>
                    <a:cxn ang="0">
                      <a:pos x="27" y="39"/>
                    </a:cxn>
                    <a:cxn ang="0">
                      <a:pos x="23" y="49"/>
                    </a:cxn>
                    <a:cxn ang="0">
                      <a:pos x="19" y="54"/>
                    </a:cxn>
                    <a:cxn ang="0">
                      <a:pos x="19" y="55"/>
                    </a:cxn>
                    <a:cxn ang="0">
                      <a:pos x="16" y="58"/>
                    </a:cxn>
                    <a:cxn ang="0">
                      <a:pos x="11" y="63"/>
                    </a:cxn>
                    <a:cxn ang="0">
                      <a:pos x="5" y="73"/>
                    </a:cxn>
                    <a:cxn ang="0">
                      <a:pos x="0" y="82"/>
                    </a:cxn>
                    <a:cxn ang="0">
                      <a:pos x="0" y="87"/>
                    </a:cxn>
                    <a:cxn ang="0">
                      <a:pos x="0" y="88"/>
                    </a:cxn>
                    <a:cxn ang="0">
                      <a:pos x="7" y="93"/>
                    </a:cxn>
                    <a:cxn ang="0">
                      <a:pos x="29" y="106"/>
                    </a:cxn>
                  </a:cxnLst>
                  <a:rect l="0" t="0" r="r" b="b"/>
                  <a:pathLst>
                    <a:path w="103" h="112">
                      <a:moveTo>
                        <a:pt x="48" y="110"/>
                      </a:moveTo>
                      <a:lnTo>
                        <a:pt x="59" y="112"/>
                      </a:lnTo>
                      <a:lnTo>
                        <a:pt x="68" y="112"/>
                      </a:lnTo>
                      <a:lnTo>
                        <a:pt x="76" y="112"/>
                      </a:lnTo>
                      <a:lnTo>
                        <a:pt x="84" y="110"/>
                      </a:lnTo>
                      <a:lnTo>
                        <a:pt x="89" y="109"/>
                      </a:lnTo>
                      <a:lnTo>
                        <a:pt x="94" y="107"/>
                      </a:lnTo>
                      <a:lnTo>
                        <a:pt x="99" y="107"/>
                      </a:lnTo>
                      <a:lnTo>
                        <a:pt x="100" y="106"/>
                      </a:lnTo>
                      <a:lnTo>
                        <a:pt x="102" y="104"/>
                      </a:lnTo>
                      <a:lnTo>
                        <a:pt x="102" y="103"/>
                      </a:lnTo>
                      <a:lnTo>
                        <a:pt x="103" y="103"/>
                      </a:lnTo>
                      <a:lnTo>
                        <a:pt x="103" y="101"/>
                      </a:lnTo>
                      <a:lnTo>
                        <a:pt x="103" y="98"/>
                      </a:lnTo>
                      <a:lnTo>
                        <a:pt x="103" y="93"/>
                      </a:lnTo>
                      <a:lnTo>
                        <a:pt x="100" y="88"/>
                      </a:lnTo>
                      <a:lnTo>
                        <a:pt x="99" y="82"/>
                      </a:lnTo>
                      <a:lnTo>
                        <a:pt x="97" y="79"/>
                      </a:lnTo>
                      <a:lnTo>
                        <a:pt x="97" y="76"/>
                      </a:lnTo>
                      <a:lnTo>
                        <a:pt x="95" y="73"/>
                      </a:lnTo>
                      <a:lnTo>
                        <a:pt x="95" y="69"/>
                      </a:lnTo>
                      <a:lnTo>
                        <a:pt x="95" y="68"/>
                      </a:lnTo>
                      <a:lnTo>
                        <a:pt x="95" y="68"/>
                      </a:lnTo>
                      <a:lnTo>
                        <a:pt x="94" y="66"/>
                      </a:lnTo>
                      <a:lnTo>
                        <a:pt x="94" y="66"/>
                      </a:lnTo>
                      <a:lnTo>
                        <a:pt x="92" y="60"/>
                      </a:lnTo>
                      <a:lnTo>
                        <a:pt x="92" y="55"/>
                      </a:lnTo>
                      <a:lnTo>
                        <a:pt x="91" y="50"/>
                      </a:lnTo>
                      <a:lnTo>
                        <a:pt x="91" y="44"/>
                      </a:lnTo>
                      <a:lnTo>
                        <a:pt x="91" y="42"/>
                      </a:lnTo>
                      <a:lnTo>
                        <a:pt x="91" y="42"/>
                      </a:lnTo>
                      <a:lnTo>
                        <a:pt x="91" y="41"/>
                      </a:lnTo>
                      <a:lnTo>
                        <a:pt x="91" y="41"/>
                      </a:lnTo>
                      <a:lnTo>
                        <a:pt x="89" y="33"/>
                      </a:lnTo>
                      <a:lnTo>
                        <a:pt x="89" y="27"/>
                      </a:lnTo>
                      <a:lnTo>
                        <a:pt x="89" y="22"/>
                      </a:lnTo>
                      <a:lnTo>
                        <a:pt x="89" y="17"/>
                      </a:lnTo>
                      <a:lnTo>
                        <a:pt x="87" y="9"/>
                      </a:lnTo>
                      <a:lnTo>
                        <a:pt x="83" y="5"/>
                      </a:lnTo>
                      <a:lnTo>
                        <a:pt x="75" y="1"/>
                      </a:lnTo>
                      <a:lnTo>
                        <a:pt x="67" y="0"/>
                      </a:lnTo>
                      <a:lnTo>
                        <a:pt x="59" y="0"/>
                      </a:lnTo>
                      <a:lnTo>
                        <a:pt x="51" y="0"/>
                      </a:lnTo>
                      <a:lnTo>
                        <a:pt x="45" y="3"/>
                      </a:lnTo>
                      <a:lnTo>
                        <a:pt x="40" y="9"/>
                      </a:lnTo>
                      <a:lnTo>
                        <a:pt x="38" y="14"/>
                      </a:lnTo>
                      <a:lnTo>
                        <a:pt x="37" y="19"/>
                      </a:lnTo>
                      <a:lnTo>
                        <a:pt x="34" y="25"/>
                      </a:lnTo>
                      <a:lnTo>
                        <a:pt x="30" y="31"/>
                      </a:lnTo>
                      <a:lnTo>
                        <a:pt x="30" y="31"/>
                      </a:lnTo>
                      <a:lnTo>
                        <a:pt x="30" y="33"/>
                      </a:lnTo>
                      <a:lnTo>
                        <a:pt x="30" y="33"/>
                      </a:lnTo>
                      <a:lnTo>
                        <a:pt x="30" y="35"/>
                      </a:lnTo>
                      <a:lnTo>
                        <a:pt x="27" y="39"/>
                      </a:lnTo>
                      <a:lnTo>
                        <a:pt x="26" y="44"/>
                      </a:lnTo>
                      <a:lnTo>
                        <a:pt x="23" y="49"/>
                      </a:lnTo>
                      <a:lnTo>
                        <a:pt x="19" y="54"/>
                      </a:lnTo>
                      <a:lnTo>
                        <a:pt x="19" y="54"/>
                      </a:lnTo>
                      <a:lnTo>
                        <a:pt x="19" y="54"/>
                      </a:lnTo>
                      <a:lnTo>
                        <a:pt x="19" y="55"/>
                      </a:lnTo>
                      <a:lnTo>
                        <a:pt x="18" y="55"/>
                      </a:lnTo>
                      <a:lnTo>
                        <a:pt x="16" y="58"/>
                      </a:lnTo>
                      <a:lnTo>
                        <a:pt x="15" y="61"/>
                      </a:lnTo>
                      <a:lnTo>
                        <a:pt x="11" y="63"/>
                      </a:lnTo>
                      <a:lnTo>
                        <a:pt x="10" y="66"/>
                      </a:lnTo>
                      <a:lnTo>
                        <a:pt x="5" y="73"/>
                      </a:lnTo>
                      <a:lnTo>
                        <a:pt x="2" y="77"/>
                      </a:lnTo>
                      <a:lnTo>
                        <a:pt x="0" y="82"/>
                      </a:lnTo>
                      <a:lnTo>
                        <a:pt x="0" y="85"/>
                      </a:lnTo>
                      <a:lnTo>
                        <a:pt x="0" y="87"/>
                      </a:lnTo>
                      <a:lnTo>
                        <a:pt x="0" y="87"/>
                      </a:lnTo>
                      <a:lnTo>
                        <a:pt x="0" y="88"/>
                      </a:lnTo>
                      <a:lnTo>
                        <a:pt x="2" y="88"/>
                      </a:lnTo>
                      <a:lnTo>
                        <a:pt x="7" y="93"/>
                      </a:lnTo>
                      <a:lnTo>
                        <a:pt x="15" y="99"/>
                      </a:lnTo>
                      <a:lnTo>
                        <a:pt x="29" y="106"/>
                      </a:lnTo>
                      <a:lnTo>
                        <a:pt x="48" y="110"/>
                      </a:lnTo>
                      <a:close/>
                    </a:path>
                  </a:pathLst>
                </a:custGeom>
                <a:solidFill>
                  <a:srgbClr val="000000"/>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644" name="Freeform 313"/>
                <p:cNvSpPr/>
                <p:nvPr/>
              </p:nvSpPr>
              <p:spPr bwMode="auto">
                <a:xfrm>
                  <a:off x="4850" y="2316"/>
                  <a:ext cx="101" cy="29"/>
                </a:xfrm>
                <a:custGeom>
                  <a:avLst/>
                  <a:gdLst/>
                  <a:ahLst/>
                  <a:cxnLst>
                    <a:cxn ang="0">
                      <a:pos x="40" y="3"/>
                    </a:cxn>
                    <a:cxn ang="0">
                      <a:pos x="49" y="5"/>
                    </a:cxn>
                    <a:cxn ang="0">
                      <a:pos x="59" y="6"/>
                    </a:cxn>
                    <a:cxn ang="0">
                      <a:pos x="67" y="8"/>
                    </a:cxn>
                    <a:cxn ang="0">
                      <a:pos x="75" y="11"/>
                    </a:cxn>
                    <a:cxn ang="0">
                      <a:pos x="83" y="14"/>
                    </a:cxn>
                    <a:cxn ang="0">
                      <a:pos x="89" y="17"/>
                    </a:cxn>
                    <a:cxn ang="0">
                      <a:pos x="95" y="22"/>
                    </a:cxn>
                    <a:cxn ang="0">
                      <a:pos x="100" y="27"/>
                    </a:cxn>
                    <a:cxn ang="0">
                      <a:pos x="102" y="25"/>
                    </a:cxn>
                    <a:cxn ang="0">
                      <a:pos x="102" y="24"/>
                    </a:cxn>
                    <a:cxn ang="0">
                      <a:pos x="103" y="24"/>
                    </a:cxn>
                    <a:cxn ang="0">
                      <a:pos x="103" y="22"/>
                    </a:cxn>
                    <a:cxn ang="0">
                      <a:pos x="94" y="14"/>
                    </a:cxn>
                    <a:cxn ang="0">
                      <a:pos x="81" y="9"/>
                    </a:cxn>
                    <a:cxn ang="0">
                      <a:pos x="68" y="5"/>
                    </a:cxn>
                    <a:cxn ang="0">
                      <a:pos x="53" y="1"/>
                    </a:cxn>
                    <a:cxn ang="0">
                      <a:pos x="38" y="0"/>
                    </a:cxn>
                    <a:cxn ang="0">
                      <a:pos x="24" y="0"/>
                    </a:cxn>
                    <a:cxn ang="0">
                      <a:pos x="11" y="1"/>
                    </a:cxn>
                    <a:cxn ang="0">
                      <a:pos x="0" y="6"/>
                    </a:cxn>
                    <a:cxn ang="0">
                      <a:pos x="0" y="8"/>
                    </a:cxn>
                    <a:cxn ang="0">
                      <a:pos x="0" y="8"/>
                    </a:cxn>
                    <a:cxn ang="0">
                      <a:pos x="0" y="9"/>
                    </a:cxn>
                    <a:cxn ang="0">
                      <a:pos x="2" y="9"/>
                    </a:cxn>
                    <a:cxn ang="0">
                      <a:pos x="10" y="6"/>
                    </a:cxn>
                    <a:cxn ang="0">
                      <a:pos x="18" y="5"/>
                    </a:cxn>
                    <a:cxn ang="0">
                      <a:pos x="27" y="3"/>
                    </a:cxn>
                    <a:cxn ang="0">
                      <a:pos x="37" y="3"/>
                    </a:cxn>
                    <a:cxn ang="0">
                      <a:pos x="35" y="5"/>
                    </a:cxn>
                    <a:cxn ang="0">
                      <a:pos x="35" y="6"/>
                    </a:cxn>
                    <a:cxn ang="0">
                      <a:pos x="35" y="8"/>
                    </a:cxn>
                    <a:cxn ang="0">
                      <a:pos x="34" y="9"/>
                    </a:cxn>
                    <a:cxn ang="0">
                      <a:pos x="30" y="9"/>
                    </a:cxn>
                    <a:cxn ang="0">
                      <a:pos x="27" y="11"/>
                    </a:cxn>
                    <a:cxn ang="0">
                      <a:pos x="26" y="14"/>
                    </a:cxn>
                    <a:cxn ang="0">
                      <a:pos x="24" y="16"/>
                    </a:cxn>
                    <a:cxn ang="0">
                      <a:pos x="24" y="17"/>
                    </a:cxn>
                    <a:cxn ang="0">
                      <a:pos x="24" y="20"/>
                    </a:cxn>
                    <a:cxn ang="0">
                      <a:pos x="24" y="24"/>
                    </a:cxn>
                    <a:cxn ang="0">
                      <a:pos x="26" y="27"/>
                    </a:cxn>
                    <a:cxn ang="0">
                      <a:pos x="27" y="27"/>
                    </a:cxn>
                    <a:cxn ang="0">
                      <a:pos x="27" y="27"/>
                    </a:cxn>
                    <a:cxn ang="0">
                      <a:pos x="27" y="27"/>
                    </a:cxn>
                    <a:cxn ang="0">
                      <a:pos x="29" y="27"/>
                    </a:cxn>
                    <a:cxn ang="0">
                      <a:pos x="29" y="28"/>
                    </a:cxn>
                    <a:cxn ang="0">
                      <a:pos x="30" y="28"/>
                    </a:cxn>
                    <a:cxn ang="0">
                      <a:pos x="30" y="28"/>
                    </a:cxn>
                    <a:cxn ang="0">
                      <a:pos x="32" y="28"/>
                    </a:cxn>
                    <a:cxn ang="0">
                      <a:pos x="35" y="28"/>
                    </a:cxn>
                    <a:cxn ang="0">
                      <a:pos x="38" y="25"/>
                    </a:cxn>
                    <a:cxn ang="0">
                      <a:pos x="40" y="24"/>
                    </a:cxn>
                    <a:cxn ang="0">
                      <a:pos x="40" y="22"/>
                    </a:cxn>
                    <a:cxn ang="0">
                      <a:pos x="42" y="19"/>
                    </a:cxn>
                    <a:cxn ang="0">
                      <a:pos x="42" y="16"/>
                    </a:cxn>
                    <a:cxn ang="0">
                      <a:pos x="40" y="12"/>
                    </a:cxn>
                    <a:cxn ang="0">
                      <a:pos x="37" y="11"/>
                    </a:cxn>
                    <a:cxn ang="0">
                      <a:pos x="38" y="9"/>
                    </a:cxn>
                    <a:cxn ang="0">
                      <a:pos x="38" y="6"/>
                    </a:cxn>
                    <a:cxn ang="0">
                      <a:pos x="38" y="5"/>
                    </a:cxn>
                    <a:cxn ang="0">
                      <a:pos x="40" y="3"/>
                    </a:cxn>
                  </a:cxnLst>
                  <a:rect l="0" t="0" r="r" b="b"/>
                  <a:pathLst>
                    <a:path w="103" h="28">
                      <a:moveTo>
                        <a:pt x="40" y="3"/>
                      </a:moveTo>
                      <a:lnTo>
                        <a:pt x="49" y="5"/>
                      </a:lnTo>
                      <a:lnTo>
                        <a:pt x="59" y="6"/>
                      </a:lnTo>
                      <a:lnTo>
                        <a:pt x="67" y="8"/>
                      </a:lnTo>
                      <a:lnTo>
                        <a:pt x="75" y="11"/>
                      </a:lnTo>
                      <a:lnTo>
                        <a:pt x="83" y="14"/>
                      </a:lnTo>
                      <a:lnTo>
                        <a:pt x="89" y="17"/>
                      </a:lnTo>
                      <a:lnTo>
                        <a:pt x="95" y="22"/>
                      </a:lnTo>
                      <a:lnTo>
                        <a:pt x="100" y="27"/>
                      </a:lnTo>
                      <a:lnTo>
                        <a:pt x="102" y="25"/>
                      </a:lnTo>
                      <a:lnTo>
                        <a:pt x="102" y="24"/>
                      </a:lnTo>
                      <a:lnTo>
                        <a:pt x="103" y="24"/>
                      </a:lnTo>
                      <a:lnTo>
                        <a:pt x="103" y="22"/>
                      </a:lnTo>
                      <a:lnTo>
                        <a:pt x="94" y="14"/>
                      </a:lnTo>
                      <a:lnTo>
                        <a:pt x="81" y="9"/>
                      </a:lnTo>
                      <a:lnTo>
                        <a:pt x="68" y="5"/>
                      </a:lnTo>
                      <a:lnTo>
                        <a:pt x="53" y="1"/>
                      </a:lnTo>
                      <a:lnTo>
                        <a:pt x="38" y="0"/>
                      </a:lnTo>
                      <a:lnTo>
                        <a:pt x="24" y="0"/>
                      </a:lnTo>
                      <a:lnTo>
                        <a:pt x="11" y="1"/>
                      </a:lnTo>
                      <a:lnTo>
                        <a:pt x="0" y="6"/>
                      </a:lnTo>
                      <a:lnTo>
                        <a:pt x="0" y="8"/>
                      </a:lnTo>
                      <a:lnTo>
                        <a:pt x="0" y="8"/>
                      </a:lnTo>
                      <a:lnTo>
                        <a:pt x="0" y="9"/>
                      </a:lnTo>
                      <a:lnTo>
                        <a:pt x="2" y="9"/>
                      </a:lnTo>
                      <a:lnTo>
                        <a:pt x="10" y="6"/>
                      </a:lnTo>
                      <a:lnTo>
                        <a:pt x="18" y="5"/>
                      </a:lnTo>
                      <a:lnTo>
                        <a:pt x="27" y="3"/>
                      </a:lnTo>
                      <a:lnTo>
                        <a:pt x="37" y="3"/>
                      </a:lnTo>
                      <a:lnTo>
                        <a:pt x="35" y="5"/>
                      </a:lnTo>
                      <a:lnTo>
                        <a:pt x="35" y="6"/>
                      </a:lnTo>
                      <a:lnTo>
                        <a:pt x="35" y="8"/>
                      </a:lnTo>
                      <a:lnTo>
                        <a:pt x="34" y="9"/>
                      </a:lnTo>
                      <a:lnTo>
                        <a:pt x="30" y="9"/>
                      </a:lnTo>
                      <a:lnTo>
                        <a:pt x="27" y="11"/>
                      </a:lnTo>
                      <a:lnTo>
                        <a:pt x="26" y="14"/>
                      </a:lnTo>
                      <a:lnTo>
                        <a:pt x="24" y="16"/>
                      </a:lnTo>
                      <a:lnTo>
                        <a:pt x="24" y="17"/>
                      </a:lnTo>
                      <a:lnTo>
                        <a:pt x="24" y="20"/>
                      </a:lnTo>
                      <a:lnTo>
                        <a:pt x="24" y="24"/>
                      </a:lnTo>
                      <a:lnTo>
                        <a:pt x="26" y="27"/>
                      </a:lnTo>
                      <a:lnTo>
                        <a:pt x="27" y="27"/>
                      </a:lnTo>
                      <a:lnTo>
                        <a:pt x="27" y="27"/>
                      </a:lnTo>
                      <a:lnTo>
                        <a:pt x="27" y="27"/>
                      </a:lnTo>
                      <a:lnTo>
                        <a:pt x="29" y="27"/>
                      </a:lnTo>
                      <a:lnTo>
                        <a:pt x="29" y="28"/>
                      </a:lnTo>
                      <a:lnTo>
                        <a:pt x="30" y="28"/>
                      </a:lnTo>
                      <a:lnTo>
                        <a:pt x="30" y="28"/>
                      </a:lnTo>
                      <a:lnTo>
                        <a:pt x="32" y="28"/>
                      </a:lnTo>
                      <a:lnTo>
                        <a:pt x="35" y="28"/>
                      </a:lnTo>
                      <a:lnTo>
                        <a:pt x="38" y="25"/>
                      </a:lnTo>
                      <a:lnTo>
                        <a:pt x="40" y="24"/>
                      </a:lnTo>
                      <a:lnTo>
                        <a:pt x="40" y="22"/>
                      </a:lnTo>
                      <a:lnTo>
                        <a:pt x="42" y="19"/>
                      </a:lnTo>
                      <a:lnTo>
                        <a:pt x="42" y="16"/>
                      </a:lnTo>
                      <a:lnTo>
                        <a:pt x="40" y="12"/>
                      </a:lnTo>
                      <a:lnTo>
                        <a:pt x="37" y="11"/>
                      </a:lnTo>
                      <a:lnTo>
                        <a:pt x="38" y="9"/>
                      </a:lnTo>
                      <a:lnTo>
                        <a:pt x="38" y="6"/>
                      </a:lnTo>
                      <a:lnTo>
                        <a:pt x="38" y="5"/>
                      </a:lnTo>
                      <a:lnTo>
                        <a:pt x="40" y="3"/>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645" name="Freeform 314"/>
                <p:cNvSpPr/>
                <p:nvPr/>
              </p:nvSpPr>
              <p:spPr bwMode="auto">
                <a:xfrm>
                  <a:off x="4876" y="2341"/>
                  <a:ext cx="3" cy="7"/>
                </a:xfrm>
                <a:custGeom>
                  <a:avLst/>
                  <a:gdLst/>
                  <a:ahLst/>
                  <a:cxnLst>
                    <a:cxn ang="0">
                      <a:pos x="0" y="0"/>
                    </a:cxn>
                    <a:cxn ang="0">
                      <a:pos x="1" y="0"/>
                    </a:cxn>
                    <a:cxn ang="0">
                      <a:pos x="1" y="0"/>
                    </a:cxn>
                    <a:cxn ang="0">
                      <a:pos x="1" y="0"/>
                    </a:cxn>
                    <a:cxn ang="0">
                      <a:pos x="3" y="0"/>
                    </a:cxn>
                    <a:cxn ang="0">
                      <a:pos x="3" y="1"/>
                    </a:cxn>
                    <a:cxn ang="0">
                      <a:pos x="4" y="1"/>
                    </a:cxn>
                    <a:cxn ang="0">
                      <a:pos x="4" y="1"/>
                    </a:cxn>
                    <a:cxn ang="0">
                      <a:pos x="6" y="1"/>
                    </a:cxn>
                    <a:cxn ang="0">
                      <a:pos x="6" y="3"/>
                    </a:cxn>
                    <a:cxn ang="0">
                      <a:pos x="6" y="3"/>
                    </a:cxn>
                    <a:cxn ang="0">
                      <a:pos x="4" y="4"/>
                    </a:cxn>
                    <a:cxn ang="0">
                      <a:pos x="3" y="6"/>
                    </a:cxn>
                    <a:cxn ang="0">
                      <a:pos x="1" y="6"/>
                    </a:cxn>
                    <a:cxn ang="0">
                      <a:pos x="0" y="6"/>
                    </a:cxn>
                    <a:cxn ang="0">
                      <a:pos x="0" y="4"/>
                    </a:cxn>
                    <a:cxn ang="0">
                      <a:pos x="0" y="4"/>
                    </a:cxn>
                    <a:cxn ang="0">
                      <a:pos x="0" y="3"/>
                    </a:cxn>
                    <a:cxn ang="0">
                      <a:pos x="0" y="1"/>
                    </a:cxn>
                    <a:cxn ang="0">
                      <a:pos x="0" y="0"/>
                    </a:cxn>
                  </a:cxnLst>
                  <a:rect l="0" t="0" r="r" b="b"/>
                  <a:pathLst>
                    <a:path w="6" h="6">
                      <a:moveTo>
                        <a:pt x="0" y="0"/>
                      </a:moveTo>
                      <a:lnTo>
                        <a:pt x="1" y="0"/>
                      </a:lnTo>
                      <a:lnTo>
                        <a:pt x="1" y="0"/>
                      </a:lnTo>
                      <a:lnTo>
                        <a:pt x="1" y="0"/>
                      </a:lnTo>
                      <a:lnTo>
                        <a:pt x="3" y="0"/>
                      </a:lnTo>
                      <a:lnTo>
                        <a:pt x="3" y="1"/>
                      </a:lnTo>
                      <a:lnTo>
                        <a:pt x="4" y="1"/>
                      </a:lnTo>
                      <a:lnTo>
                        <a:pt x="4" y="1"/>
                      </a:lnTo>
                      <a:lnTo>
                        <a:pt x="6" y="1"/>
                      </a:lnTo>
                      <a:lnTo>
                        <a:pt x="6" y="3"/>
                      </a:lnTo>
                      <a:lnTo>
                        <a:pt x="6" y="3"/>
                      </a:lnTo>
                      <a:lnTo>
                        <a:pt x="4" y="4"/>
                      </a:lnTo>
                      <a:lnTo>
                        <a:pt x="3" y="6"/>
                      </a:lnTo>
                      <a:lnTo>
                        <a:pt x="1" y="6"/>
                      </a:lnTo>
                      <a:lnTo>
                        <a:pt x="0" y="6"/>
                      </a:lnTo>
                      <a:lnTo>
                        <a:pt x="0" y="4"/>
                      </a:lnTo>
                      <a:lnTo>
                        <a:pt x="0" y="4"/>
                      </a:lnTo>
                      <a:lnTo>
                        <a:pt x="0" y="3"/>
                      </a:lnTo>
                      <a:lnTo>
                        <a:pt x="0" y="1"/>
                      </a:lnTo>
                      <a:lnTo>
                        <a:pt x="0" y="0"/>
                      </a:lnTo>
                      <a:close/>
                    </a:path>
                  </a:pathLst>
                </a:custGeom>
                <a:solidFill>
                  <a:srgbClr val="7A1111"/>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646" name="Freeform 315"/>
                <p:cNvSpPr/>
                <p:nvPr/>
              </p:nvSpPr>
              <p:spPr bwMode="auto">
                <a:xfrm>
                  <a:off x="4996" y="2819"/>
                  <a:ext cx="19" cy="14"/>
                </a:xfrm>
                <a:custGeom>
                  <a:avLst/>
                  <a:gdLst/>
                  <a:ahLst/>
                  <a:cxnLst>
                    <a:cxn ang="0">
                      <a:pos x="0" y="0"/>
                    </a:cxn>
                    <a:cxn ang="0">
                      <a:pos x="0" y="0"/>
                    </a:cxn>
                    <a:cxn ang="0">
                      <a:pos x="0" y="9"/>
                    </a:cxn>
                    <a:cxn ang="0">
                      <a:pos x="0" y="14"/>
                    </a:cxn>
                    <a:cxn ang="0">
                      <a:pos x="0" y="15"/>
                    </a:cxn>
                    <a:cxn ang="0">
                      <a:pos x="8" y="15"/>
                    </a:cxn>
                    <a:cxn ang="0">
                      <a:pos x="8" y="15"/>
                    </a:cxn>
                    <a:cxn ang="0">
                      <a:pos x="16" y="15"/>
                    </a:cxn>
                    <a:cxn ang="0">
                      <a:pos x="16" y="14"/>
                    </a:cxn>
                    <a:cxn ang="0">
                      <a:pos x="16" y="9"/>
                    </a:cxn>
                    <a:cxn ang="0">
                      <a:pos x="16" y="0"/>
                    </a:cxn>
                    <a:cxn ang="0">
                      <a:pos x="16" y="0"/>
                    </a:cxn>
                    <a:cxn ang="0">
                      <a:pos x="0" y="0"/>
                    </a:cxn>
                  </a:cxnLst>
                  <a:rect l="0" t="0" r="r" b="b"/>
                  <a:pathLst>
                    <a:path w="16" h="15">
                      <a:moveTo>
                        <a:pt x="0" y="0"/>
                      </a:moveTo>
                      <a:lnTo>
                        <a:pt x="0" y="0"/>
                      </a:lnTo>
                      <a:lnTo>
                        <a:pt x="0" y="9"/>
                      </a:lnTo>
                      <a:lnTo>
                        <a:pt x="0" y="14"/>
                      </a:lnTo>
                      <a:lnTo>
                        <a:pt x="0" y="15"/>
                      </a:lnTo>
                      <a:lnTo>
                        <a:pt x="8" y="15"/>
                      </a:lnTo>
                      <a:lnTo>
                        <a:pt x="8" y="15"/>
                      </a:lnTo>
                      <a:lnTo>
                        <a:pt x="16" y="15"/>
                      </a:lnTo>
                      <a:lnTo>
                        <a:pt x="16" y="14"/>
                      </a:lnTo>
                      <a:lnTo>
                        <a:pt x="16" y="9"/>
                      </a:lnTo>
                      <a:lnTo>
                        <a:pt x="16" y="0"/>
                      </a:lnTo>
                      <a:lnTo>
                        <a:pt x="16" y="0"/>
                      </a:lnTo>
                      <a:lnTo>
                        <a:pt x="0" y="0"/>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647" name="Freeform 316"/>
                <p:cNvSpPr/>
                <p:nvPr/>
              </p:nvSpPr>
              <p:spPr bwMode="auto">
                <a:xfrm>
                  <a:off x="4803" y="2726"/>
                  <a:ext cx="212" cy="93"/>
                </a:xfrm>
                <a:custGeom>
                  <a:avLst/>
                  <a:gdLst/>
                  <a:ahLst/>
                  <a:cxnLst>
                    <a:cxn ang="0">
                      <a:pos x="16" y="94"/>
                    </a:cxn>
                    <a:cxn ang="0">
                      <a:pos x="16" y="94"/>
                    </a:cxn>
                    <a:cxn ang="0">
                      <a:pos x="23" y="59"/>
                    </a:cxn>
                    <a:cxn ang="0">
                      <a:pos x="43" y="35"/>
                    </a:cxn>
                    <a:cxn ang="0">
                      <a:pos x="72" y="21"/>
                    </a:cxn>
                    <a:cxn ang="0">
                      <a:pos x="107" y="16"/>
                    </a:cxn>
                    <a:cxn ang="0">
                      <a:pos x="140" y="21"/>
                    </a:cxn>
                    <a:cxn ang="0">
                      <a:pos x="168" y="37"/>
                    </a:cxn>
                    <a:cxn ang="0">
                      <a:pos x="189" y="60"/>
                    </a:cxn>
                    <a:cxn ang="0">
                      <a:pos x="195" y="94"/>
                    </a:cxn>
                    <a:cxn ang="0">
                      <a:pos x="211" y="94"/>
                    </a:cxn>
                    <a:cxn ang="0">
                      <a:pos x="202" y="54"/>
                    </a:cxn>
                    <a:cxn ang="0">
                      <a:pos x="178" y="24"/>
                    </a:cxn>
                    <a:cxn ang="0">
                      <a:pos x="143" y="5"/>
                    </a:cxn>
                    <a:cxn ang="0">
                      <a:pos x="107" y="0"/>
                    </a:cxn>
                    <a:cxn ang="0">
                      <a:pos x="69" y="5"/>
                    </a:cxn>
                    <a:cxn ang="0">
                      <a:pos x="34" y="23"/>
                    </a:cxn>
                    <a:cxn ang="0">
                      <a:pos x="10" y="53"/>
                    </a:cxn>
                    <a:cxn ang="0">
                      <a:pos x="0" y="94"/>
                    </a:cxn>
                    <a:cxn ang="0">
                      <a:pos x="0" y="94"/>
                    </a:cxn>
                    <a:cxn ang="0">
                      <a:pos x="16" y="94"/>
                    </a:cxn>
                  </a:cxnLst>
                  <a:rect l="0" t="0" r="r" b="b"/>
                  <a:pathLst>
                    <a:path w="211" h="94">
                      <a:moveTo>
                        <a:pt x="16" y="94"/>
                      </a:moveTo>
                      <a:lnTo>
                        <a:pt x="16" y="94"/>
                      </a:lnTo>
                      <a:lnTo>
                        <a:pt x="23" y="59"/>
                      </a:lnTo>
                      <a:lnTo>
                        <a:pt x="43" y="35"/>
                      </a:lnTo>
                      <a:lnTo>
                        <a:pt x="72" y="21"/>
                      </a:lnTo>
                      <a:lnTo>
                        <a:pt x="107" y="16"/>
                      </a:lnTo>
                      <a:lnTo>
                        <a:pt x="140" y="21"/>
                      </a:lnTo>
                      <a:lnTo>
                        <a:pt x="168" y="37"/>
                      </a:lnTo>
                      <a:lnTo>
                        <a:pt x="189" y="60"/>
                      </a:lnTo>
                      <a:lnTo>
                        <a:pt x="195" y="94"/>
                      </a:lnTo>
                      <a:lnTo>
                        <a:pt x="211" y="94"/>
                      </a:lnTo>
                      <a:lnTo>
                        <a:pt x="202" y="54"/>
                      </a:lnTo>
                      <a:lnTo>
                        <a:pt x="178" y="24"/>
                      </a:lnTo>
                      <a:lnTo>
                        <a:pt x="143" y="5"/>
                      </a:lnTo>
                      <a:lnTo>
                        <a:pt x="107" y="0"/>
                      </a:lnTo>
                      <a:lnTo>
                        <a:pt x="69" y="5"/>
                      </a:lnTo>
                      <a:lnTo>
                        <a:pt x="34" y="23"/>
                      </a:lnTo>
                      <a:lnTo>
                        <a:pt x="10" y="53"/>
                      </a:lnTo>
                      <a:lnTo>
                        <a:pt x="0" y="94"/>
                      </a:lnTo>
                      <a:lnTo>
                        <a:pt x="0" y="94"/>
                      </a:lnTo>
                      <a:lnTo>
                        <a:pt x="16" y="94"/>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648" name="Freeform 317"/>
                <p:cNvSpPr/>
                <p:nvPr/>
              </p:nvSpPr>
              <p:spPr bwMode="auto">
                <a:xfrm>
                  <a:off x="4803" y="2819"/>
                  <a:ext cx="16" cy="21"/>
                </a:xfrm>
                <a:custGeom>
                  <a:avLst/>
                  <a:gdLst/>
                  <a:ahLst/>
                  <a:cxnLst>
                    <a:cxn ang="0">
                      <a:pos x="8" y="8"/>
                    </a:cxn>
                    <a:cxn ang="0">
                      <a:pos x="8" y="15"/>
                    </a:cxn>
                    <a:cxn ang="0">
                      <a:pos x="16" y="15"/>
                    </a:cxn>
                    <a:cxn ang="0">
                      <a:pos x="16" y="14"/>
                    </a:cxn>
                    <a:cxn ang="0">
                      <a:pos x="16" y="9"/>
                    </a:cxn>
                    <a:cxn ang="0">
                      <a:pos x="16" y="0"/>
                    </a:cxn>
                    <a:cxn ang="0">
                      <a:pos x="0" y="0"/>
                    </a:cxn>
                    <a:cxn ang="0">
                      <a:pos x="0" y="9"/>
                    </a:cxn>
                    <a:cxn ang="0">
                      <a:pos x="0" y="14"/>
                    </a:cxn>
                    <a:cxn ang="0">
                      <a:pos x="0" y="15"/>
                    </a:cxn>
                    <a:cxn ang="0">
                      <a:pos x="8" y="15"/>
                    </a:cxn>
                    <a:cxn ang="0">
                      <a:pos x="8" y="23"/>
                    </a:cxn>
                    <a:cxn ang="0">
                      <a:pos x="0" y="15"/>
                    </a:cxn>
                    <a:cxn ang="0">
                      <a:pos x="0" y="23"/>
                    </a:cxn>
                    <a:cxn ang="0">
                      <a:pos x="8" y="23"/>
                    </a:cxn>
                    <a:cxn ang="0">
                      <a:pos x="8" y="8"/>
                    </a:cxn>
                  </a:cxnLst>
                  <a:rect l="0" t="0" r="r" b="b"/>
                  <a:pathLst>
                    <a:path w="16" h="23">
                      <a:moveTo>
                        <a:pt x="8" y="8"/>
                      </a:moveTo>
                      <a:lnTo>
                        <a:pt x="8" y="15"/>
                      </a:lnTo>
                      <a:lnTo>
                        <a:pt x="16" y="15"/>
                      </a:lnTo>
                      <a:lnTo>
                        <a:pt x="16" y="14"/>
                      </a:lnTo>
                      <a:lnTo>
                        <a:pt x="16" y="9"/>
                      </a:lnTo>
                      <a:lnTo>
                        <a:pt x="16" y="0"/>
                      </a:lnTo>
                      <a:lnTo>
                        <a:pt x="0" y="0"/>
                      </a:lnTo>
                      <a:lnTo>
                        <a:pt x="0" y="9"/>
                      </a:lnTo>
                      <a:lnTo>
                        <a:pt x="0" y="14"/>
                      </a:lnTo>
                      <a:lnTo>
                        <a:pt x="0" y="15"/>
                      </a:lnTo>
                      <a:lnTo>
                        <a:pt x="8" y="15"/>
                      </a:lnTo>
                      <a:lnTo>
                        <a:pt x="8" y="23"/>
                      </a:lnTo>
                      <a:lnTo>
                        <a:pt x="0" y="15"/>
                      </a:lnTo>
                      <a:lnTo>
                        <a:pt x="0" y="23"/>
                      </a:lnTo>
                      <a:lnTo>
                        <a:pt x="8" y="23"/>
                      </a:lnTo>
                      <a:lnTo>
                        <a:pt x="8"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649" name="Freeform 318"/>
                <p:cNvSpPr/>
                <p:nvPr/>
              </p:nvSpPr>
              <p:spPr bwMode="auto">
                <a:xfrm>
                  <a:off x="4812" y="2826"/>
                  <a:ext cx="203" cy="14"/>
                </a:xfrm>
                <a:custGeom>
                  <a:avLst/>
                  <a:gdLst/>
                  <a:ahLst/>
                  <a:cxnLst>
                    <a:cxn ang="0">
                      <a:pos x="187" y="7"/>
                    </a:cxn>
                    <a:cxn ang="0">
                      <a:pos x="195" y="0"/>
                    </a:cxn>
                    <a:cxn ang="0">
                      <a:pos x="0" y="0"/>
                    </a:cxn>
                    <a:cxn ang="0">
                      <a:pos x="0" y="15"/>
                    </a:cxn>
                    <a:cxn ang="0">
                      <a:pos x="195" y="15"/>
                    </a:cxn>
                    <a:cxn ang="0">
                      <a:pos x="203" y="7"/>
                    </a:cxn>
                    <a:cxn ang="0">
                      <a:pos x="195" y="15"/>
                    </a:cxn>
                    <a:cxn ang="0">
                      <a:pos x="203" y="15"/>
                    </a:cxn>
                    <a:cxn ang="0">
                      <a:pos x="203" y="7"/>
                    </a:cxn>
                    <a:cxn ang="0">
                      <a:pos x="187" y="7"/>
                    </a:cxn>
                  </a:cxnLst>
                  <a:rect l="0" t="0" r="r" b="b"/>
                  <a:pathLst>
                    <a:path w="203" h="15">
                      <a:moveTo>
                        <a:pt x="187" y="7"/>
                      </a:moveTo>
                      <a:lnTo>
                        <a:pt x="195" y="0"/>
                      </a:lnTo>
                      <a:lnTo>
                        <a:pt x="0" y="0"/>
                      </a:lnTo>
                      <a:lnTo>
                        <a:pt x="0" y="15"/>
                      </a:lnTo>
                      <a:lnTo>
                        <a:pt x="195" y="15"/>
                      </a:lnTo>
                      <a:lnTo>
                        <a:pt x="203" y="7"/>
                      </a:lnTo>
                      <a:lnTo>
                        <a:pt x="195" y="15"/>
                      </a:lnTo>
                      <a:lnTo>
                        <a:pt x="203" y="15"/>
                      </a:lnTo>
                      <a:lnTo>
                        <a:pt x="203" y="7"/>
                      </a:lnTo>
                      <a:lnTo>
                        <a:pt x="187" y="7"/>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650" name="Freeform 319"/>
                <p:cNvSpPr/>
                <p:nvPr/>
              </p:nvSpPr>
              <p:spPr bwMode="auto">
                <a:xfrm>
                  <a:off x="4901" y="2734"/>
                  <a:ext cx="13" cy="100"/>
                </a:xfrm>
                <a:custGeom>
                  <a:avLst/>
                  <a:gdLst/>
                  <a:ahLst/>
                  <a:cxnLst>
                    <a:cxn ang="0">
                      <a:pos x="8" y="101"/>
                    </a:cxn>
                    <a:cxn ang="0">
                      <a:pos x="16" y="101"/>
                    </a:cxn>
                    <a:cxn ang="0">
                      <a:pos x="16" y="0"/>
                    </a:cxn>
                    <a:cxn ang="0">
                      <a:pos x="0" y="0"/>
                    </a:cxn>
                    <a:cxn ang="0">
                      <a:pos x="0" y="101"/>
                    </a:cxn>
                    <a:cxn ang="0">
                      <a:pos x="8" y="101"/>
                    </a:cxn>
                  </a:cxnLst>
                  <a:rect l="0" t="0" r="r" b="b"/>
                  <a:pathLst>
                    <a:path w="16" h="101">
                      <a:moveTo>
                        <a:pt x="8" y="101"/>
                      </a:moveTo>
                      <a:lnTo>
                        <a:pt x="16" y="101"/>
                      </a:lnTo>
                      <a:lnTo>
                        <a:pt x="16" y="0"/>
                      </a:lnTo>
                      <a:lnTo>
                        <a:pt x="0" y="0"/>
                      </a:lnTo>
                      <a:lnTo>
                        <a:pt x="0" y="101"/>
                      </a:lnTo>
                      <a:lnTo>
                        <a:pt x="8" y="101"/>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651" name="Freeform 320"/>
                <p:cNvSpPr/>
                <p:nvPr/>
              </p:nvSpPr>
              <p:spPr bwMode="auto">
                <a:xfrm>
                  <a:off x="4904" y="2755"/>
                  <a:ext cx="86" cy="86"/>
                </a:xfrm>
                <a:custGeom>
                  <a:avLst/>
                  <a:gdLst/>
                  <a:ahLst/>
                  <a:cxnLst>
                    <a:cxn ang="0">
                      <a:pos x="5" y="79"/>
                    </a:cxn>
                    <a:cxn ang="0">
                      <a:pos x="10" y="84"/>
                    </a:cxn>
                    <a:cxn ang="0">
                      <a:pos x="87" y="10"/>
                    </a:cxn>
                    <a:cxn ang="0">
                      <a:pos x="78" y="0"/>
                    </a:cxn>
                    <a:cxn ang="0">
                      <a:pos x="0" y="75"/>
                    </a:cxn>
                    <a:cxn ang="0">
                      <a:pos x="5" y="79"/>
                    </a:cxn>
                  </a:cxnLst>
                  <a:rect l="0" t="0" r="r" b="b"/>
                  <a:pathLst>
                    <a:path w="87" h="84">
                      <a:moveTo>
                        <a:pt x="5" y="79"/>
                      </a:moveTo>
                      <a:lnTo>
                        <a:pt x="10" y="84"/>
                      </a:lnTo>
                      <a:lnTo>
                        <a:pt x="87" y="10"/>
                      </a:lnTo>
                      <a:lnTo>
                        <a:pt x="78" y="0"/>
                      </a:lnTo>
                      <a:lnTo>
                        <a:pt x="0" y="75"/>
                      </a:lnTo>
                      <a:lnTo>
                        <a:pt x="5" y="79"/>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652" name="Freeform 321"/>
                <p:cNvSpPr/>
                <p:nvPr/>
              </p:nvSpPr>
              <p:spPr bwMode="auto">
                <a:xfrm>
                  <a:off x="4828" y="2755"/>
                  <a:ext cx="86" cy="86"/>
                </a:xfrm>
                <a:custGeom>
                  <a:avLst/>
                  <a:gdLst/>
                  <a:ahLst/>
                  <a:cxnLst>
                    <a:cxn ang="0">
                      <a:pos x="78" y="80"/>
                    </a:cxn>
                    <a:cxn ang="0">
                      <a:pos x="83" y="76"/>
                    </a:cxn>
                    <a:cxn ang="0">
                      <a:pos x="10" y="0"/>
                    </a:cxn>
                    <a:cxn ang="0">
                      <a:pos x="0" y="9"/>
                    </a:cxn>
                    <a:cxn ang="0">
                      <a:pos x="73" y="85"/>
                    </a:cxn>
                    <a:cxn ang="0">
                      <a:pos x="78" y="80"/>
                    </a:cxn>
                  </a:cxnLst>
                  <a:rect l="0" t="0" r="r" b="b"/>
                  <a:pathLst>
                    <a:path w="83" h="85">
                      <a:moveTo>
                        <a:pt x="78" y="80"/>
                      </a:moveTo>
                      <a:lnTo>
                        <a:pt x="83" y="76"/>
                      </a:lnTo>
                      <a:lnTo>
                        <a:pt x="10" y="0"/>
                      </a:lnTo>
                      <a:lnTo>
                        <a:pt x="0" y="9"/>
                      </a:lnTo>
                      <a:lnTo>
                        <a:pt x="73" y="85"/>
                      </a:lnTo>
                      <a:lnTo>
                        <a:pt x="78" y="80"/>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grpSp>
          <p:sp>
            <p:nvSpPr>
              <p:cNvPr id="30875" name="Text Box 322"/>
              <p:cNvSpPr txBox="1"/>
              <p:nvPr/>
            </p:nvSpPr>
            <p:spPr>
              <a:xfrm>
                <a:off x="4729" y="650"/>
                <a:ext cx="804" cy="845"/>
              </a:xfrm>
              <a:prstGeom prst="rect">
                <a:avLst/>
              </a:prstGeom>
              <a:noFill/>
              <a:ln w="12700">
                <a:noFill/>
              </a:ln>
            </p:spPr>
            <p:txBody>
              <a:bodyPr wrap="none">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ct val="0"/>
                  </a:spcBef>
                  <a:spcAft>
                    <a:spcPts val="590"/>
                  </a:spcAft>
                  <a:buSzPct val="80000"/>
                  <a:buNone/>
                </a:pPr>
                <a:endParaRPr lang="zh-CN" altLang="en-US" sz="2800" dirty="0">
                  <a:ea typeface="宋体" pitchFamily="2" charset="-122"/>
                </a:endParaRPr>
              </a:p>
            </p:txBody>
          </p:sp>
        </p:grpSp>
        <p:grpSp>
          <p:nvGrpSpPr>
            <p:cNvPr id="30733" name="Group 323"/>
            <p:cNvGrpSpPr/>
            <p:nvPr/>
          </p:nvGrpSpPr>
          <p:grpSpPr>
            <a:xfrm>
              <a:off x="6156375" y="2447008"/>
              <a:ext cx="536575" cy="846027"/>
              <a:chOff x="4368" y="0"/>
              <a:chExt cx="1392" cy="1495"/>
            </a:xfrm>
          </p:grpSpPr>
          <p:grpSp>
            <p:nvGrpSpPr>
              <p:cNvPr id="30840" name="Group 324"/>
              <p:cNvGrpSpPr/>
              <p:nvPr/>
            </p:nvGrpSpPr>
            <p:grpSpPr>
              <a:xfrm>
                <a:off x="4368" y="0"/>
                <a:ext cx="1392" cy="1056"/>
                <a:chOff x="4368" y="2016"/>
                <a:chExt cx="1072" cy="1344"/>
              </a:xfrm>
            </p:grpSpPr>
            <p:sp>
              <p:nvSpPr>
                <p:cNvPr id="587" name="Freeform 325"/>
                <p:cNvSpPr/>
                <p:nvPr/>
              </p:nvSpPr>
              <p:spPr bwMode="auto">
                <a:xfrm>
                  <a:off x="4457" y="2462"/>
                  <a:ext cx="897" cy="825"/>
                </a:xfrm>
                <a:custGeom>
                  <a:avLst/>
                  <a:gdLst/>
                  <a:ahLst/>
                  <a:cxnLst>
                    <a:cxn ang="0">
                      <a:pos x="445" y="0"/>
                    </a:cxn>
                    <a:cxn ang="0">
                      <a:pos x="897" y="293"/>
                    </a:cxn>
                    <a:cxn ang="0">
                      <a:pos x="897" y="829"/>
                    </a:cxn>
                    <a:cxn ang="0">
                      <a:pos x="601" y="829"/>
                    </a:cxn>
                    <a:cxn ang="0">
                      <a:pos x="296" y="829"/>
                    </a:cxn>
                    <a:cxn ang="0">
                      <a:pos x="0" y="829"/>
                    </a:cxn>
                    <a:cxn ang="0">
                      <a:pos x="0" y="293"/>
                    </a:cxn>
                    <a:cxn ang="0">
                      <a:pos x="445" y="0"/>
                    </a:cxn>
                  </a:cxnLst>
                  <a:rect l="0" t="0" r="r" b="b"/>
                  <a:pathLst>
                    <a:path w="897" h="829">
                      <a:moveTo>
                        <a:pt x="445" y="0"/>
                      </a:moveTo>
                      <a:lnTo>
                        <a:pt x="897" y="293"/>
                      </a:lnTo>
                      <a:lnTo>
                        <a:pt x="897" y="829"/>
                      </a:lnTo>
                      <a:lnTo>
                        <a:pt x="601" y="829"/>
                      </a:lnTo>
                      <a:lnTo>
                        <a:pt x="296" y="829"/>
                      </a:lnTo>
                      <a:lnTo>
                        <a:pt x="0" y="829"/>
                      </a:lnTo>
                      <a:lnTo>
                        <a:pt x="0" y="293"/>
                      </a:lnTo>
                      <a:lnTo>
                        <a:pt x="445" y="0"/>
                      </a:lnTo>
                      <a:close/>
                    </a:path>
                  </a:pathLst>
                </a:custGeom>
                <a:solidFill>
                  <a:srgbClr val="993366"/>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588" name="Freeform 326"/>
                <p:cNvSpPr/>
                <p:nvPr/>
              </p:nvSpPr>
              <p:spPr bwMode="auto">
                <a:xfrm>
                  <a:off x="4368" y="2462"/>
                  <a:ext cx="415" cy="289"/>
                </a:xfrm>
                <a:custGeom>
                  <a:avLst/>
                  <a:gdLst/>
                  <a:ahLst/>
                  <a:cxnLst>
                    <a:cxn ang="0">
                      <a:pos x="0" y="288"/>
                    </a:cxn>
                    <a:cxn ang="0">
                      <a:pos x="416" y="32"/>
                    </a:cxn>
                    <a:cxn ang="0">
                      <a:pos x="416" y="27"/>
                    </a:cxn>
                    <a:cxn ang="0">
                      <a:pos x="416" y="19"/>
                    </a:cxn>
                    <a:cxn ang="0">
                      <a:pos x="416" y="9"/>
                    </a:cxn>
                    <a:cxn ang="0">
                      <a:pos x="416" y="0"/>
                    </a:cxn>
                    <a:cxn ang="0">
                      <a:pos x="0" y="254"/>
                    </a:cxn>
                    <a:cxn ang="0">
                      <a:pos x="0" y="288"/>
                    </a:cxn>
                  </a:cxnLst>
                  <a:rect l="0" t="0" r="r" b="b"/>
                  <a:pathLst>
                    <a:path w="416" h="288">
                      <a:moveTo>
                        <a:pt x="0" y="288"/>
                      </a:moveTo>
                      <a:lnTo>
                        <a:pt x="416" y="32"/>
                      </a:lnTo>
                      <a:lnTo>
                        <a:pt x="416" y="27"/>
                      </a:lnTo>
                      <a:lnTo>
                        <a:pt x="416" y="19"/>
                      </a:lnTo>
                      <a:lnTo>
                        <a:pt x="416" y="9"/>
                      </a:lnTo>
                      <a:lnTo>
                        <a:pt x="416" y="0"/>
                      </a:lnTo>
                      <a:lnTo>
                        <a:pt x="0" y="254"/>
                      </a:lnTo>
                      <a:lnTo>
                        <a:pt x="0" y="288"/>
                      </a:lnTo>
                      <a:close/>
                    </a:path>
                  </a:pathLst>
                </a:custGeom>
                <a:solidFill>
                  <a:srgbClr val="000000"/>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589" name="Rectangle 327"/>
                <p:cNvSpPr>
                  <a:spLocks noChangeArrowheads="1"/>
                </p:cNvSpPr>
                <p:nvPr/>
              </p:nvSpPr>
              <p:spPr bwMode="auto">
                <a:xfrm>
                  <a:off x="4457" y="3330"/>
                  <a:ext cx="897" cy="29"/>
                </a:xfrm>
                <a:prstGeom prst="rect">
                  <a:avLst/>
                </a:prstGeom>
                <a:solidFill>
                  <a:srgbClr val="000000"/>
                </a:solidFill>
                <a:ln w="9525">
                  <a:noFill/>
                  <a:miter lim="800000"/>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590" name="Freeform 328"/>
                <p:cNvSpPr/>
                <p:nvPr/>
              </p:nvSpPr>
              <p:spPr bwMode="auto">
                <a:xfrm>
                  <a:off x="4787" y="2170"/>
                  <a:ext cx="241" cy="328"/>
                </a:xfrm>
                <a:custGeom>
                  <a:avLst/>
                  <a:gdLst/>
                  <a:ahLst/>
                  <a:cxnLst>
                    <a:cxn ang="0">
                      <a:pos x="242" y="327"/>
                    </a:cxn>
                    <a:cxn ang="0">
                      <a:pos x="242" y="0"/>
                    </a:cxn>
                    <a:cxn ang="0">
                      <a:pos x="0" y="0"/>
                    </a:cxn>
                    <a:cxn ang="0">
                      <a:pos x="0" y="321"/>
                    </a:cxn>
                    <a:cxn ang="0">
                      <a:pos x="116" y="240"/>
                    </a:cxn>
                    <a:cxn ang="0">
                      <a:pos x="242" y="327"/>
                    </a:cxn>
                  </a:cxnLst>
                  <a:rect l="0" t="0" r="r" b="b"/>
                  <a:pathLst>
                    <a:path w="242" h="327">
                      <a:moveTo>
                        <a:pt x="242" y="327"/>
                      </a:moveTo>
                      <a:lnTo>
                        <a:pt x="242" y="0"/>
                      </a:lnTo>
                      <a:lnTo>
                        <a:pt x="0" y="0"/>
                      </a:lnTo>
                      <a:lnTo>
                        <a:pt x="0" y="321"/>
                      </a:lnTo>
                      <a:lnTo>
                        <a:pt x="116" y="240"/>
                      </a:lnTo>
                      <a:lnTo>
                        <a:pt x="242" y="327"/>
                      </a:lnTo>
                      <a:close/>
                    </a:path>
                  </a:pathLst>
                </a:custGeom>
                <a:solidFill>
                  <a:srgbClr val="000000"/>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591" name="Freeform 329"/>
                <p:cNvSpPr/>
                <p:nvPr/>
              </p:nvSpPr>
              <p:spPr bwMode="auto">
                <a:xfrm>
                  <a:off x="4724" y="2016"/>
                  <a:ext cx="358" cy="125"/>
                </a:xfrm>
                <a:custGeom>
                  <a:avLst/>
                  <a:gdLst/>
                  <a:ahLst/>
                  <a:cxnLst>
                    <a:cxn ang="0">
                      <a:pos x="181" y="0"/>
                    </a:cxn>
                    <a:cxn ang="0">
                      <a:pos x="0" y="126"/>
                    </a:cxn>
                    <a:cxn ang="0">
                      <a:pos x="361" y="126"/>
                    </a:cxn>
                    <a:cxn ang="0">
                      <a:pos x="181" y="0"/>
                    </a:cxn>
                  </a:cxnLst>
                  <a:rect l="0" t="0" r="r" b="b"/>
                  <a:pathLst>
                    <a:path w="361" h="126">
                      <a:moveTo>
                        <a:pt x="181" y="0"/>
                      </a:moveTo>
                      <a:lnTo>
                        <a:pt x="0" y="126"/>
                      </a:lnTo>
                      <a:lnTo>
                        <a:pt x="361" y="126"/>
                      </a:lnTo>
                      <a:lnTo>
                        <a:pt x="181" y="0"/>
                      </a:lnTo>
                      <a:close/>
                    </a:path>
                  </a:pathLst>
                </a:custGeom>
                <a:solidFill>
                  <a:srgbClr val="000000"/>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592" name="Freeform 330"/>
                <p:cNvSpPr/>
                <p:nvPr/>
              </p:nvSpPr>
              <p:spPr bwMode="auto">
                <a:xfrm>
                  <a:off x="5028" y="2469"/>
                  <a:ext cx="412" cy="282"/>
                </a:xfrm>
                <a:custGeom>
                  <a:avLst/>
                  <a:gdLst/>
                  <a:ahLst/>
                  <a:cxnLst>
                    <a:cxn ang="0">
                      <a:pos x="413" y="287"/>
                    </a:cxn>
                    <a:cxn ang="0">
                      <a:pos x="0" y="31"/>
                    </a:cxn>
                    <a:cxn ang="0">
                      <a:pos x="0" y="25"/>
                    </a:cxn>
                    <a:cxn ang="0">
                      <a:pos x="0" y="17"/>
                    </a:cxn>
                    <a:cxn ang="0">
                      <a:pos x="0" y="9"/>
                    </a:cxn>
                    <a:cxn ang="0">
                      <a:pos x="0" y="0"/>
                    </a:cxn>
                    <a:cxn ang="0">
                      <a:pos x="413" y="253"/>
                    </a:cxn>
                    <a:cxn ang="0">
                      <a:pos x="413" y="287"/>
                    </a:cxn>
                  </a:cxnLst>
                  <a:rect l="0" t="0" r="r" b="b"/>
                  <a:pathLst>
                    <a:path w="413" h="287">
                      <a:moveTo>
                        <a:pt x="413" y="287"/>
                      </a:moveTo>
                      <a:lnTo>
                        <a:pt x="0" y="31"/>
                      </a:lnTo>
                      <a:lnTo>
                        <a:pt x="0" y="25"/>
                      </a:lnTo>
                      <a:lnTo>
                        <a:pt x="0" y="17"/>
                      </a:lnTo>
                      <a:lnTo>
                        <a:pt x="0" y="9"/>
                      </a:lnTo>
                      <a:lnTo>
                        <a:pt x="0" y="0"/>
                      </a:lnTo>
                      <a:lnTo>
                        <a:pt x="413" y="253"/>
                      </a:lnTo>
                      <a:lnTo>
                        <a:pt x="413" y="287"/>
                      </a:lnTo>
                      <a:close/>
                    </a:path>
                  </a:pathLst>
                </a:custGeom>
                <a:solidFill>
                  <a:srgbClr val="000000"/>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593" name="Freeform 331"/>
                <p:cNvSpPr/>
                <p:nvPr/>
              </p:nvSpPr>
              <p:spPr bwMode="auto">
                <a:xfrm>
                  <a:off x="4841" y="2209"/>
                  <a:ext cx="127" cy="164"/>
                </a:xfrm>
                <a:custGeom>
                  <a:avLst/>
                  <a:gdLst/>
                  <a:ahLst/>
                  <a:cxnLst>
                    <a:cxn ang="0">
                      <a:pos x="65" y="0"/>
                    </a:cxn>
                    <a:cxn ang="0">
                      <a:pos x="51" y="1"/>
                    </a:cxn>
                    <a:cxn ang="0">
                      <a:pos x="38" y="6"/>
                    </a:cxn>
                    <a:cxn ang="0">
                      <a:pos x="27" y="13"/>
                    </a:cxn>
                    <a:cxn ang="0">
                      <a:pos x="17" y="20"/>
                    </a:cxn>
                    <a:cxn ang="0">
                      <a:pos x="9" y="32"/>
                    </a:cxn>
                    <a:cxn ang="0">
                      <a:pos x="5" y="44"/>
                    </a:cxn>
                    <a:cxn ang="0">
                      <a:pos x="1" y="58"/>
                    </a:cxn>
                    <a:cxn ang="0">
                      <a:pos x="0" y="74"/>
                    </a:cxn>
                    <a:cxn ang="0">
                      <a:pos x="0" y="103"/>
                    </a:cxn>
                    <a:cxn ang="0">
                      <a:pos x="0" y="126"/>
                    </a:cxn>
                    <a:cxn ang="0">
                      <a:pos x="0" y="145"/>
                    </a:cxn>
                    <a:cxn ang="0">
                      <a:pos x="0" y="164"/>
                    </a:cxn>
                    <a:cxn ang="0">
                      <a:pos x="27" y="164"/>
                    </a:cxn>
                    <a:cxn ang="0">
                      <a:pos x="44" y="164"/>
                    </a:cxn>
                    <a:cxn ang="0">
                      <a:pos x="55" y="164"/>
                    </a:cxn>
                    <a:cxn ang="0">
                      <a:pos x="63" y="164"/>
                    </a:cxn>
                    <a:cxn ang="0">
                      <a:pos x="71" y="164"/>
                    </a:cxn>
                    <a:cxn ang="0">
                      <a:pos x="82" y="164"/>
                    </a:cxn>
                    <a:cxn ang="0">
                      <a:pos x="100" y="164"/>
                    </a:cxn>
                    <a:cxn ang="0">
                      <a:pos x="127" y="164"/>
                    </a:cxn>
                    <a:cxn ang="0">
                      <a:pos x="127" y="139"/>
                    </a:cxn>
                    <a:cxn ang="0">
                      <a:pos x="127" y="114"/>
                    </a:cxn>
                    <a:cxn ang="0">
                      <a:pos x="127" y="90"/>
                    </a:cxn>
                    <a:cxn ang="0">
                      <a:pos x="127" y="71"/>
                    </a:cxn>
                    <a:cxn ang="0">
                      <a:pos x="127" y="62"/>
                    </a:cxn>
                    <a:cxn ang="0">
                      <a:pos x="123" y="51"/>
                    </a:cxn>
                    <a:cxn ang="0">
                      <a:pos x="119" y="38"/>
                    </a:cxn>
                    <a:cxn ang="0">
                      <a:pos x="112" y="27"/>
                    </a:cxn>
                    <a:cxn ang="0">
                      <a:pos x="104" y="16"/>
                    </a:cxn>
                    <a:cxn ang="0">
                      <a:pos x="93" y="8"/>
                    </a:cxn>
                    <a:cxn ang="0">
                      <a:pos x="81" y="1"/>
                    </a:cxn>
                    <a:cxn ang="0">
                      <a:pos x="65" y="0"/>
                    </a:cxn>
                  </a:cxnLst>
                  <a:rect l="0" t="0" r="r" b="b"/>
                  <a:pathLst>
                    <a:path w="127" h="164">
                      <a:moveTo>
                        <a:pt x="65" y="0"/>
                      </a:moveTo>
                      <a:lnTo>
                        <a:pt x="51" y="1"/>
                      </a:lnTo>
                      <a:lnTo>
                        <a:pt x="38" y="6"/>
                      </a:lnTo>
                      <a:lnTo>
                        <a:pt x="27" y="13"/>
                      </a:lnTo>
                      <a:lnTo>
                        <a:pt x="17" y="20"/>
                      </a:lnTo>
                      <a:lnTo>
                        <a:pt x="9" y="32"/>
                      </a:lnTo>
                      <a:lnTo>
                        <a:pt x="5" y="44"/>
                      </a:lnTo>
                      <a:lnTo>
                        <a:pt x="1" y="58"/>
                      </a:lnTo>
                      <a:lnTo>
                        <a:pt x="0" y="74"/>
                      </a:lnTo>
                      <a:lnTo>
                        <a:pt x="0" y="103"/>
                      </a:lnTo>
                      <a:lnTo>
                        <a:pt x="0" y="126"/>
                      </a:lnTo>
                      <a:lnTo>
                        <a:pt x="0" y="145"/>
                      </a:lnTo>
                      <a:lnTo>
                        <a:pt x="0" y="164"/>
                      </a:lnTo>
                      <a:lnTo>
                        <a:pt x="27" y="164"/>
                      </a:lnTo>
                      <a:lnTo>
                        <a:pt x="44" y="164"/>
                      </a:lnTo>
                      <a:lnTo>
                        <a:pt x="55" y="164"/>
                      </a:lnTo>
                      <a:lnTo>
                        <a:pt x="63" y="164"/>
                      </a:lnTo>
                      <a:lnTo>
                        <a:pt x="71" y="164"/>
                      </a:lnTo>
                      <a:lnTo>
                        <a:pt x="82" y="164"/>
                      </a:lnTo>
                      <a:lnTo>
                        <a:pt x="100" y="164"/>
                      </a:lnTo>
                      <a:lnTo>
                        <a:pt x="127" y="164"/>
                      </a:lnTo>
                      <a:lnTo>
                        <a:pt x="127" y="139"/>
                      </a:lnTo>
                      <a:lnTo>
                        <a:pt x="127" y="114"/>
                      </a:lnTo>
                      <a:lnTo>
                        <a:pt x="127" y="90"/>
                      </a:lnTo>
                      <a:lnTo>
                        <a:pt x="127" y="71"/>
                      </a:lnTo>
                      <a:lnTo>
                        <a:pt x="127" y="62"/>
                      </a:lnTo>
                      <a:lnTo>
                        <a:pt x="123" y="51"/>
                      </a:lnTo>
                      <a:lnTo>
                        <a:pt x="119" y="38"/>
                      </a:lnTo>
                      <a:lnTo>
                        <a:pt x="112" y="27"/>
                      </a:lnTo>
                      <a:lnTo>
                        <a:pt x="104" y="16"/>
                      </a:lnTo>
                      <a:lnTo>
                        <a:pt x="93" y="8"/>
                      </a:lnTo>
                      <a:lnTo>
                        <a:pt x="81" y="1"/>
                      </a:lnTo>
                      <a:lnTo>
                        <a:pt x="65" y="0"/>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594" name="Rectangle 332"/>
                <p:cNvSpPr>
                  <a:spLocks noChangeArrowheads="1"/>
                </p:cNvSpPr>
                <p:nvPr/>
              </p:nvSpPr>
              <p:spPr bwMode="auto">
                <a:xfrm>
                  <a:off x="4803" y="2901"/>
                  <a:ext cx="206" cy="386"/>
                </a:xfrm>
                <a:prstGeom prst="rect">
                  <a:avLst/>
                </a:prstGeom>
                <a:solidFill>
                  <a:srgbClr val="FFFFFF"/>
                </a:solidFill>
                <a:ln w="9525">
                  <a:noFill/>
                  <a:miter lim="800000"/>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595" name="Freeform 333"/>
                <p:cNvSpPr/>
                <p:nvPr/>
              </p:nvSpPr>
              <p:spPr bwMode="auto">
                <a:xfrm>
                  <a:off x="4736" y="2819"/>
                  <a:ext cx="13" cy="318"/>
                </a:xfrm>
                <a:custGeom>
                  <a:avLst/>
                  <a:gdLst/>
                  <a:ahLst/>
                  <a:cxnLst>
                    <a:cxn ang="0">
                      <a:pos x="8" y="16"/>
                    </a:cxn>
                    <a:cxn ang="0">
                      <a:pos x="0" y="8"/>
                    </a:cxn>
                    <a:cxn ang="0">
                      <a:pos x="0" y="320"/>
                    </a:cxn>
                    <a:cxn ang="0">
                      <a:pos x="16" y="320"/>
                    </a:cxn>
                    <a:cxn ang="0">
                      <a:pos x="16" y="8"/>
                    </a:cxn>
                    <a:cxn ang="0">
                      <a:pos x="8" y="0"/>
                    </a:cxn>
                    <a:cxn ang="0">
                      <a:pos x="16" y="8"/>
                    </a:cxn>
                    <a:cxn ang="0">
                      <a:pos x="16" y="0"/>
                    </a:cxn>
                    <a:cxn ang="0">
                      <a:pos x="8" y="0"/>
                    </a:cxn>
                    <a:cxn ang="0">
                      <a:pos x="8" y="16"/>
                    </a:cxn>
                  </a:cxnLst>
                  <a:rect l="0" t="0" r="r" b="b"/>
                  <a:pathLst>
                    <a:path w="16" h="320">
                      <a:moveTo>
                        <a:pt x="8" y="16"/>
                      </a:moveTo>
                      <a:lnTo>
                        <a:pt x="0" y="8"/>
                      </a:lnTo>
                      <a:lnTo>
                        <a:pt x="0" y="320"/>
                      </a:lnTo>
                      <a:lnTo>
                        <a:pt x="16" y="320"/>
                      </a:lnTo>
                      <a:lnTo>
                        <a:pt x="16" y="8"/>
                      </a:lnTo>
                      <a:lnTo>
                        <a:pt x="8" y="0"/>
                      </a:lnTo>
                      <a:lnTo>
                        <a:pt x="16" y="8"/>
                      </a:lnTo>
                      <a:lnTo>
                        <a:pt x="16" y="0"/>
                      </a:lnTo>
                      <a:lnTo>
                        <a:pt x="8" y="0"/>
                      </a:lnTo>
                      <a:lnTo>
                        <a:pt x="8" y="16"/>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596" name="Freeform 334"/>
                <p:cNvSpPr/>
                <p:nvPr/>
              </p:nvSpPr>
              <p:spPr bwMode="auto">
                <a:xfrm>
                  <a:off x="4559" y="2819"/>
                  <a:ext cx="184" cy="21"/>
                </a:xfrm>
                <a:custGeom>
                  <a:avLst/>
                  <a:gdLst/>
                  <a:ahLst/>
                  <a:cxnLst>
                    <a:cxn ang="0">
                      <a:pos x="16" y="8"/>
                    </a:cxn>
                    <a:cxn ang="0">
                      <a:pos x="8" y="16"/>
                    </a:cxn>
                    <a:cxn ang="0">
                      <a:pos x="187" y="16"/>
                    </a:cxn>
                    <a:cxn ang="0">
                      <a:pos x="187" y="0"/>
                    </a:cxn>
                    <a:cxn ang="0">
                      <a:pos x="8" y="0"/>
                    </a:cxn>
                    <a:cxn ang="0">
                      <a:pos x="0" y="8"/>
                    </a:cxn>
                    <a:cxn ang="0">
                      <a:pos x="8" y="0"/>
                    </a:cxn>
                    <a:cxn ang="0">
                      <a:pos x="0" y="0"/>
                    </a:cxn>
                    <a:cxn ang="0">
                      <a:pos x="0" y="8"/>
                    </a:cxn>
                    <a:cxn ang="0">
                      <a:pos x="16" y="8"/>
                    </a:cxn>
                  </a:cxnLst>
                  <a:rect l="0" t="0" r="r" b="b"/>
                  <a:pathLst>
                    <a:path w="187" h="16">
                      <a:moveTo>
                        <a:pt x="16" y="8"/>
                      </a:moveTo>
                      <a:lnTo>
                        <a:pt x="8" y="16"/>
                      </a:lnTo>
                      <a:lnTo>
                        <a:pt x="187" y="16"/>
                      </a:lnTo>
                      <a:lnTo>
                        <a:pt x="187" y="0"/>
                      </a:lnTo>
                      <a:lnTo>
                        <a:pt x="8" y="0"/>
                      </a:lnTo>
                      <a:lnTo>
                        <a:pt x="0" y="8"/>
                      </a:lnTo>
                      <a:lnTo>
                        <a:pt x="8" y="0"/>
                      </a:lnTo>
                      <a:lnTo>
                        <a:pt x="0" y="0"/>
                      </a:lnTo>
                      <a:lnTo>
                        <a:pt x="0" y="8"/>
                      </a:lnTo>
                      <a:lnTo>
                        <a:pt x="16"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597" name="Freeform 335"/>
                <p:cNvSpPr/>
                <p:nvPr/>
              </p:nvSpPr>
              <p:spPr bwMode="auto">
                <a:xfrm>
                  <a:off x="4559" y="2826"/>
                  <a:ext cx="13" cy="318"/>
                </a:xfrm>
                <a:custGeom>
                  <a:avLst/>
                  <a:gdLst/>
                  <a:ahLst/>
                  <a:cxnLst>
                    <a:cxn ang="0">
                      <a:pos x="8" y="304"/>
                    </a:cxn>
                    <a:cxn ang="0">
                      <a:pos x="16" y="312"/>
                    </a:cxn>
                    <a:cxn ang="0">
                      <a:pos x="16" y="0"/>
                    </a:cxn>
                    <a:cxn ang="0">
                      <a:pos x="0" y="0"/>
                    </a:cxn>
                    <a:cxn ang="0">
                      <a:pos x="0" y="312"/>
                    </a:cxn>
                    <a:cxn ang="0">
                      <a:pos x="8" y="320"/>
                    </a:cxn>
                    <a:cxn ang="0">
                      <a:pos x="0" y="312"/>
                    </a:cxn>
                    <a:cxn ang="0">
                      <a:pos x="0" y="320"/>
                    </a:cxn>
                    <a:cxn ang="0">
                      <a:pos x="8" y="320"/>
                    </a:cxn>
                    <a:cxn ang="0">
                      <a:pos x="8" y="304"/>
                    </a:cxn>
                  </a:cxnLst>
                  <a:rect l="0" t="0" r="r" b="b"/>
                  <a:pathLst>
                    <a:path w="16" h="320">
                      <a:moveTo>
                        <a:pt x="8" y="304"/>
                      </a:moveTo>
                      <a:lnTo>
                        <a:pt x="16" y="312"/>
                      </a:lnTo>
                      <a:lnTo>
                        <a:pt x="16" y="0"/>
                      </a:lnTo>
                      <a:lnTo>
                        <a:pt x="0" y="0"/>
                      </a:lnTo>
                      <a:lnTo>
                        <a:pt x="0" y="312"/>
                      </a:lnTo>
                      <a:lnTo>
                        <a:pt x="8" y="320"/>
                      </a:lnTo>
                      <a:lnTo>
                        <a:pt x="0" y="312"/>
                      </a:lnTo>
                      <a:lnTo>
                        <a:pt x="0" y="320"/>
                      </a:lnTo>
                      <a:lnTo>
                        <a:pt x="8" y="320"/>
                      </a:lnTo>
                      <a:lnTo>
                        <a:pt x="8" y="304"/>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598" name="Freeform 336"/>
                <p:cNvSpPr/>
                <p:nvPr/>
              </p:nvSpPr>
              <p:spPr bwMode="auto">
                <a:xfrm>
                  <a:off x="4565" y="3134"/>
                  <a:ext cx="184" cy="14"/>
                </a:xfrm>
                <a:custGeom>
                  <a:avLst/>
                  <a:gdLst/>
                  <a:ahLst/>
                  <a:cxnLst>
                    <a:cxn ang="0">
                      <a:pos x="171" y="8"/>
                    </a:cxn>
                    <a:cxn ang="0">
                      <a:pos x="179" y="0"/>
                    </a:cxn>
                    <a:cxn ang="0">
                      <a:pos x="0" y="0"/>
                    </a:cxn>
                    <a:cxn ang="0">
                      <a:pos x="0" y="16"/>
                    </a:cxn>
                    <a:cxn ang="0">
                      <a:pos x="179" y="16"/>
                    </a:cxn>
                    <a:cxn ang="0">
                      <a:pos x="187" y="8"/>
                    </a:cxn>
                    <a:cxn ang="0">
                      <a:pos x="179" y="16"/>
                    </a:cxn>
                    <a:cxn ang="0">
                      <a:pos x="187" y="16"/>
                    </a:cxn>
                    <a:cxn ang="0">
                      <a:pos x="187" y="8"/>
                    </a:cxn>
                    <a:cxn ang="0">
                      <a:pos x="171" y="8"/>
                    </a:cxn>
                  </a:cxnLst>
                  <a:rect l="0" t="0" r="r" b="b"/>
                  <a:pathLst>
                    <a:path w="187" h="16">
                      <a:moveTo>
                        <a:pt x="171" y="8"/>
                      </a:moveTo>
                      <a:lnTo>
                        <a:pt x="179" y="0"/>
                      </a:lnTo>
                      <a:lnTo>
                        <a:pt x="0" y="0"/>
                      </a:lnTo>
                      <a:lnTo>
                        <a:pt x="0" y="16"/>
                      </a:lnTo>
                      <a:lnTo>
                        <a:pt x="179" y="16"/>
                      </a:lnTo>
                      <a:lnTo>
                        <a:pt x="187" y="8"/>
                      </a:lnTo>
                      <a:lnTo>
                        <a:pt x="179" y="16"/>
                      </a:lnTo>
                      <a:lnTo>
                        <a:pt x="187" y="16"/>
                      </a:lnTo>
                      <a:lnTo>
                        <a:pt x="187" y="8"/>
                      </a:lnTo>
                      <a:lnTo>
                        <a:pt x="171"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599" name="Freeform 337"/>
                <p:cNvSpPr/>
                <p:nvPr/>
              </p:nvSpPr>
              <p:spPr bwMode="auto">
                <a:xfrm>
                  <a:off x="4568" y="2916"/>
                  <a:ext cx="174" cy="11"/>
                </a:xfrm>
                <a:custGeom>
                  <a:avLst/>
                  <a:gdLst/>
                  <a:ahLst/>
                  <a:cxnLst>
                    <a:cxn ang="0">
                      <a:pos x="176" y="8"/>
                    </a:cxn>
                    <a:cxn ang="0">
                      <a:pos x="176" y="0"/>
                    </a:cxn>
                    <a:cxn ang="0">
                      <a:pos x="0" y="0"/>
                    </a:cxn>
                    <a:cxn ang="0">
                      <a:pos x="0" y="16"/>
                    </a:cxn>
                    <a:cxn ang="0">
                      <a:pos x="176" y="16"/>
                    </a:cxn>
                    <a:cxn ang="0">
                      <a:pos x="176" y="8"/>
                    </a:cxn>
                  </a:cxnLst>
                  <a:rect l="0" t="0" r="r" b="b"/>
                  <a:pathLst>
                    <a:path w="176" h="16">
                      <a:moveTo>
                        <a:pt x="176" y="8"/>
                      </a:moveTo>
                      <a:lnTo>
                        <a:pt x="176" y="0"/>
                      </a:lnTo>
                      <a:lnTo>
                        <a:pt x="0" y="0"/>
                      </a:lnTo>
                      <a:lnTo>
                        <a:pt x="0" y="16"/>
                      </a:lnTo>
                      <a:lnTo>
                        <a:pt x="176" y="16"/>
                      </a:lnTo>
                      <a:lnTo>
                        <a:pt x="176"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600" name="Freeform 338"/>
                <p:cNvSpPr/>
                <p:nvPr/>
              </p:nvSpPr>
              <p:spPr bwMode="auto">
                <a:xfrm>
                  <a:off x="4568" y="3026"/>
                  <a:ext cx="174" cy="18"/>
                </a:xfrm>
                <a:custGeom>
                  <a:avLst/>
                  <a:gdLst/>
                  <a:ahLst/>
                  <a:cxnLst>
                    <a:cxn ang="0">
                      <a:pos x="176" y="8"/>
                    </a:cxn>
                    <a:cxn ang="0">
                      <a:pos x="176" y="0"/>
                    </a:cxn>
                    <a:cxn ang="0">
                      <a:pos x="0" y="0"/>
                    </a:cxn>
                    <a:cxn ang="0">
                      <a:pos x="0" y="16"/>
                    </a:cxn>
                    <a:cxn ang="0">
                      <a:pos x="176" y="16"/>
                    </a:cxn>
                    <a:cxn ang="0">
                      <a:pos x="176" y="8"/>
                    </a:cxn>
                  </a:cxnLst>
                  <a:rect l="0" t="0" r="r" b="b"/>
                  <a:pathLst>
                    <a:path w="176" h="16">
                      <a:moveTo>
                        <a:pt x="176" y="8"/>
                      </a:moveTo>
                      <a:lnTo>
                        <a:pt x="176" y="0"/>
                      </a:lnTo>
                      <a:lnTo>
                        <a:pt x="0" y="0"/>
                      </a:lnTo>
                      <a:lnTo>
                        <a:pt x="0" y="16"/>
                      </a:lnTo>
                      <a:lnTo>
                        <a:pt x="176" y="16"/>
                      </a:lnTo>
                      <a:lnTo>
                        <a:pt x="176"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601" name="Freeform 339"/>
                <p:cNvSpPr/>
                <p:nvPr/>
              </p:nvSpPr>
              <p:spPr bwMode="auto">
                <a:xfrm>
                  <a:off x="4644" y="2837"/>
                  <a:ext cx="16" cy="300"/>
                </a:xfrm>
                <a:custGeom>
                  <a:avLst/>
                  <a:gdLst/>
                  <a:ahLst/>
                  <a:cxnLst>
                    <a:cxn ang="0">
                      <a:pos x="7" y="302"/>
                    </a:cxn>
                    <a:cxn ang="0">
                      <a:pos x="15" y="302"/>
                    </a:cxn>
                    <a:cxn ang="0">
                      <a:pos x="15" y="0"/>
                    </a:cxn>
                    <a:cxn ang="0">
                      <a:pos x="0" y="0"/>
                    </a:cxn>
                    <a:cxn ang="0">
                      <a:pos x="0" y="302"/>
                    </a:cxn>
                    <a:cxn ang="0">
                      <a:pos x="7" y="302"/>
                    </a:cxn>
                  </a:cxnLst>
                  <a:rect l="0" t="0" r="r" b="b"/>
                  <a:pathLst>
                    <a:path w="15" h="302">
                      <a:moveTo>
                        <a:pt x="7" y="302"/>
                      </a:moveTo>
                      <a:lnTo>
                        <a:pt x="15" y="302"/>
                      </a:lnTo>
                      <a:lnTo>
                        <a:pt x="15" y="0"/>
                      </a:lnTo>
                      <a:lnTo>
                        <a:pt x="0" y="0"/>
                      </a:lnTo>
                      <a:lnTo>
                        <a:pt x="0" y="302"/>
                      </a:lnTo>
                      <a:lnTo>
                        <a:pt x="7" y="302"/>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602" name="Freeform 340"/>
                <p:cNvSpPr/>
                <p:nvPr/>
              </p:nvSpPr>
              <p:spPr bwMode="auto">
                <a:xfrm>
                  <a:off x="5240" y="2819"/>
                  <a:ext cx="16" cy="318"/>
                </a:xfrm>
                <a:custGeom>
                  <a:avLst/>
                  <a:gdLst/>
                  <a:ahLst/>
                  <a:cxnLst>
                    <a:cxn ang="0">
                      <a:pos x="8" y="16"/>
                    </a:cxn>
                    <a:cxn ang="0">
                      <a:pos x="0" y="8"/>
                    </a:cxn>
                    <a:cxn ang="0">
                      <a:pos x="0" y="320"/>
                    </a:cxn>
                    <a:cxn ang="0">
                      <a:pos x="16" y="320"/>
                    </a:cxn>
                    <a:cxn ang="0">
                      <a:pos x="16" y="8"/>
                    </a:cxn>
                    <a:cxn ang="0">
                      <a:pos x="8" y="0"/>
                    </a:cxn>
                    <a:cxn ang="0">
                      <a:pos x="16" y="8"/>
                    </a:cxn>
                    <a:cxn ang="0">
                      <a:pos x="16" y="0"/>
                    </a:cxn>
                    <a:cxn ang="0">
                      <a:pos x="8" y="0"/>
                    </a:cxn>
                    <a:cxn ang="0">
                      <a:pos x="8" y="16"/>
                    </a:cxn>
                  </a:cxnLst>
                  <a:rect l="0" t="0" r="r" b="b"/>
                  <a:pathLst>
                    <a:path w="16" h="320">
                      <a:moveTo>
                        <a:pt x="8" y="16"/>
                      </a:moveTo>
                      <a:lnTo>
                        <a:pt x="0" y="8"/>
                      </a:lnTo>
                      <a:lnTo>
                        <a:pt x="0" y="320"/>
                      </a:lnTo>
                      <a:lnTo>
                        <a:pt x="16" y="320"/>
                      </a:lnTo>
                      <a:lnTo>
                        <a:pt x="16" y="8"/>
                      </a:lnTo>
                      <a:lnTo>
                        <a:pt x="8" y="0"/>
                      </a:lnTo>
                      <a:lnTo>
                        <a:pt x="16" y="8"/>
                      </a:lnTo>
                      <a:lnTo>
                        <a:pt x="16" y="0"/>
                      </a:lnTo>
                      <a:lnTo>
                        <a:pt x="8" y="0"/>
                      </a:lnTo>
                      <a:lnTo>
                        <a:pt x="8" y="16"/>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603" name="Freeform 341"/>
                <p:cNvSpPr/>
                <p:nvPr/>
              </p:nvSpPr>
              <p:spPr bwMode="auto">
                <a:xfrm>
                  <a:off x="5060" y="2819"/>
                  <a:ext cx="187" cy="21"/>
                </a:xfrm>
                <a:custGeom>
                  <a:avLst/>
                  <a:gdLst/>
                  <a:ahLst/>
                  <a:cxnLst>
                    <a:cxn ang="0">
                      <a:pos x="16" y="8"/>
                    </a:cxn>
                    <a:cxn ang="0">
                      <a:pos x="8" y="16"/>
                    </a:cxn>
                    <a:cxn ang="0">
                      <a:pos x="187" y="16"/>
                    </a:cxn>
                    <a:cxn ang="0">
                      <a:pos x="187" y="0"/>
                    </a:cxn>
                    <a:cxn ang="0">
                      <a:pos x="8" y="0"/>
                    </a:cxn>
                    <a:cxn ang="0">
                      <a:pos x="0" y="8"/>
                    </a:cxn>
                    <a:cxn ang="0">
                      <a:pos x="8" y="0"/>
                    </a:cxn>
                    <a:cxn ang="0">
                      <a:pos x="0" y="0"/>
                    </a:cxn>
                    <a:cxn ang="0">
                      <a:pos x="0" y="8"/>
                    </a:cxn>
                    <a:cxn ang="0">
                      <a:pos x="16" y="8"/>
                    </a:cxn>
                  </a:cxnLst>
                  <a:rect l="0" t="0" r="r" b="b"/>
                  <a:pathLst>
                    <a:path w="187" h="16">
                      <a:moveTo>
                        <a:pt x="16" y="8"/>
                      </a:moveTo>
                      <a:lnTo>
                        <a:pt x="8" y="16"/>
                      </a:lnTo>
                      <a:lnTo>
                        <a:pt x="187" y="16"/>
                      </a:lnTo>
                      <a:lnTo>
                        <a:pt x="187" y="0"/>
                      </a:lnTo>
                      <a:lnTo>
                        <a:pt x="8" y="0"/>
                      </a:lnTo>
                      <a:lnTo>
                        <a:pt x="0" y="8"/>
                      </a:lnTo>
                      <a:lnTo>
                        <a:pt x="8" y="0"/>
                      </a:lnTo>
                      <a:lnTo>
                        <a:pt x="0" y="0"/>
                      </a:lnTo>
                      <a:lnTo>
                        <a:pt x="0" y="8"/>
                      </a:lnTo>
                      <a:lnTo>
                        <a:pt x="16"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604" name="Freeform 342"/>
                <p:cNvSpPr/>
                <p:nvPr/>
              </p:nvSpPr>
              <p:spPr bwMode="auto">
                <a:xfrm>
                  <a:off x="5060" y="2826"/>
                  <a:ext cx="16" cy="318"/>
                </a:xfrm>
                <a:custGeom>
                  <a:avLst/>
                  <a:gdLst/>
                  <a:ahLst/>
                  <a:cxnLst>
                    <a:cxn ang="0">
                      <a:pos x="8" y="304"/>
                    </a:cxn>
                    <a:cxn ang="0">
                      <a:pos x="16" y="312"/>
                    </a:cxn>
                    <a:cxn ang="0">
                      <a:pos x="16" y="0"/>
                    </a:cxn>
                    <a:cxn ang="0">
                      <a:pos x="0" y="0"/>
                    </a:cxn>
                    <a:cxn ang="0">
                      <a:pos x="0" y="312"/>
                    </a:cxn>
                    <a:cxn ang="0">
                      <a:pos x="8" y="320"/>
                    </a:cxn>
                    <a:cxn ang="0">
                      <a:pos x="0" y="312"/>
                    </a:cxn>
                    <a:cxn ang="0">
                      <a:pos x="0" y="320"/>
                    </a:cxn>
                    <a:cxn ang="0">
                      <a:pos x="8" y="320"/>
                    </a:cxn>
                    <a:cxn ang="0">
                      <a:pos x="8" y="304"/>
                    </a:cxn>
                  </a:cxnLst>
                  <a:rect l="0" t="0" r="r" b="b"/>
                  <a:pathLst>
                    <a:path w="16" h="320">
                      <a:moveTo>
                        <a:pt x="8" y="304"/>
                      </a:moveTo>
                      <a:lnTo>
                        <a:pt x="16" y="312"/>
                      </a:lnTo>
                      <a:lnTo>
                        <a:pt x="16" y="0"/>
                      </a:lnTo>
                      <a:lnTo>
                        <a:pt x="0" y="0"/>
                      </a:lnTo>
                      <a:lnTo>
                        <a:pt x="0" y="312"/>
                      </a:lnTo>
                      <a:lnTo>
                        <a:pt x="8" y="320"/>
                      </a:lnTo>
                      <a:lnTo>
                        <a:pt x="0" y="312"/>
                      </a:lnTo>
                      <a:lnTo>
                        <a:pt x="0" y="320"/>
                      </a:lnTo>
                      <a:lnTo>
                        <a:pt x="8" y="320"/>
                      </a:lnTo>
                      <a:lnTo>
                        <a:pt x="8" y="304"/>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605" name="Freeform 343"/>
                <p:cNvSpPr/>
                <p:nvPr/>
              </p:nvSpPr>
              <p:spPr bwMode="auto">
                <a:xfrm>
                  <a:off x="5069" y="3134"/>
                  <a:ext cx="187" cy="14"/>
                </a:xfrm>
                <a:custGeom>
                  <a:avLst/>
                  <a:gdLst/>
                  <a:ahLst/>
                  <a:cxnLst>
                    <a:cxn ang="0">
                      <a:pos x="171" y="8"/>
                    </a:cxn>
                    <a:cxn ang="0">
                      <a:pos x="179" y="0"/>
                    </a:cxn>
                    <a:cxn ang="0">
                      <a:pos x="0" y="0"/>
                    </a:cxn>
                    <a:cxn ang="0">
                      <a:pos x="0" y="16"/>
                    </a:cxn>
                    <a:cxn ang="0">
                      <a:pos x="179" y="16"/>
                    </a:cxn>
                    <a:cxn ang="0">
                      <a:pos x="187" y="8"/>
                    </a:cxn>
                    <a:cxn ang="0">
                      <a:pos x="179" y="16"/>
                    </a:cxn>
                    <a:cxn ang="0">
                      <a:pos x="187" y="16"/>
                    </a:cxn>
                    <a:cxn ang="0">
                      <a:pos x="187" y="8"/>
                    </a:cxn>
                    <a:cxn ang="0">
                      <a:pos x="171" y="8"/>
                    </a:cxn>
                  </a:cxnLst>
                  <a:rect l="0" t="0" r="r" b="b"/>
                  <a:pathLst>
                    <a:path w="187" h="16">
                      <a:moveTo>
                        <a:pt x="171" y="8"/>
                      </a:moveTo>
                      <a:lnTo>
                        <a:pt x="179" y="0"/>
                      </a:lnTo>
                      <a:lnTo>
                        <a:pt x="0" y="0"/>
                      </a:lnTo>
                      <a:lnTo>
                        <a:pt x="0" y="16"/>
                      </a:lnTo>
                      <a:lnTo>
                        <a:pt x="179" y="16"/>
                      </a:lnTo>
                      <a:lnTo>
                        <a:pt x="187" y="8"/>
                      </a:lnTo>
                      <a:lnTo>
                        <a:pt x="179" y="16"/>
                      </a:lnTo>
                      <a:lnTo>
                        <a:pt x="187" y="16"/>
                      </a:lnTo>
                      <a:lnTo>
                        <a:pt x="187" y="8"/>
                      </a:lnTo>
                      <a:lnTo>
                        <a:pt x="171"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606" name="Freeform 344"/>
                <p:cNvSpPr/>
                <p:nvPr/>
              </p:nvSpPr>
              <p:spPr bwMode="auto">
                <a:xfrm>
                  <a:off x="5069" y="2916"/>
                  <a:ext cx="174" cy="11"/>
                </a:xfrm>
                <a:custGeom>
                  <a:avLst/>
                  <a:gdLst/>
                  <a:ahLst/>
                  <a:cxnLst>
                    <a:cxn ang="0">
                      <a:pos x="175" y="8"/>
                    </a:cxn>
                    <a:cxn ang="0">
                      <a:pos x="175" y="0"/>
                    </a:cxn>
                    <a:cxn ang="0">
                      <a:pos x="0" y="0"/>
                    </a:cxn>
                    <a:cxn ang="0">
                      <a:pos x="0" y="16"/>
                    </a:cxn>
                    <a:cxn ang="0">
                      <a:pos x="175" y="16"/>
                    </a:cxn>
                    <a:cxn ang="0">
                      <a:pos x="175" y="8"/>
                    </a:cxn>
                  </a:cxnLst>
                  <a:rect l="0" t="0" r="r" b="b"/>
                  <a:pathLst>
                    <a:path w="175" h="16">
                      <a:moveTo>
                        <a:pt x="175" y="8"/>
                      </a:moveTo>
                      <a:lnTo>
                        <a:pt x="175" y="0"/>
                      </a:lnTo>
                      <a:lnTo>
                        <a:pt x="0" y="0"/>
                      </a:lnTo>
                      <a:lnTo>
                        <a:pt x="0" y="16"/>
                      </a:lnTo>
                      <a:lnTo>
                        <a:pt x="175" y="16"/>
                      </a:lnTo>
                      <a:lnTo>
                        <a:pt x="175"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607" name="Freeform 345"/>
                <p:cNvSpPr/>
                <p:nvPr/>
              </p:nvSpPr>
              <p:spPr bwMode="auto">
                <a:xfrm>
                  <a:off x="5069" y="3026"/>
                  <a:ext cx="174" cy="18"/>
                </a:xfrm>
                <a:custGeom>
                  <a:avLst/>
                  <a:gdLst/>
                  <a:ahLst/>
                  <a:cxnLst>
                    <a:cxn ang="0">
                      <a:pos x="175" y="8"/>
                    </a:cxn>
                    <a:cxn ang="0">
                      <a:pos x="175" y="0"/>
                    </a:cxn>
                    <a:cxn ang="0">
                      <a:pos x="0" y="0"/>
                    </a:cxn>
                    <a:cxn ang="0">
                      <a:pos x="0" y="16"/>
                    </a:cxn>
                    <a:cxn ang="0">
                      <a:pos x="175" y="16"/>
                    </a:cxn>
                    <a:cxn ang="0">
                      <a:pos x="175" y="8"/>
                    </a:cxn>
                  </a:cxnLst>
                  <a:rect l="0" t="0" r="r" b="b"/>
                  <a:pathLst>
                    <a:path w="175" h="16">
                      <a:moveTo>
                        <a:pt x="175" y="8"/>
                      </a:moveTo>
                      <a:lnTo>
                        <a:pt x="175" y="0"/>
                      </a:lnTo>
                      <a:lnTo>
                        <a:pt x="0" y="0"/>
                      </a:lnTo>
                      <a:lnTo>
                        <a:pt x="0" y="16"/>
                      </a:lnTo>
                      <a:lnTo>
                        <a:pt x="175" y="16"/>
                      </a:lnTo>
                      <a:lnTo>
                        <a:pt x="175"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608" name="Freeform 346"/>
                <p:cNvSpPr/>
                <p:nvPr/>
              </p:nvSpPr>
              <p:spPr bwMode="auto">
                <a:xfrm>
                  <a:off x="5148" y="2837"/>
                  <a:ext cx="13" cy="300"/>
                </a:xfrm>
                <a:custGeom>
                  <a:avLst/>
                  <a:gdLst/>
                  <a:ahLst/>
                  <a:cxnLst>
                    <a:cxn ang="0">
                      <a:pos x="8" y="302"/>
                    </a:cxn>
                    <a:cxn ang="0">
                      <a:pos x="16" y="302"/>
                    </a:cxn>
                    <a:cxn ang="0">
                      <a:pos x="16" y="0"/>
                    </a:cxn>
                    <a:cxn ang="0">
                      <a:pos x="0" y="0"/>
                    </a:cxn>
                    <a:cxn ang="0">
                      <a:pos x="0" y="302"/>
                    </a:cxn>
                    <a:cxn ang="0">
                      <a:pos x="8" y="302"/>
                    </a:cxn>
                  </a:cxnLst>
                  <a:rect l="0" t="0" r="r" b="b"/>
                  <a:pathLst>
                    <a:path w="16" h="302">
                      <a:moveTo>
                        <a:pt x="8" y="302"/>
                      </a:moveTo>
                      <a:lnTo>
                        <a:pt x="16" y="302"/>
                      </a:lnTo>
                      <a:lnTo>
                        <a:pt x="16" y="0"/>
                      </a:lnTo>
                      <a:lnTo>
                        <a:pt x="0" y="0"/>
                      </a:lnTo>
                      <a:lnTo>
                        <a:pt x="0" y="302"/>
                      </a:lnTo>
                      <a:lnTo>
                        <a:pt x="8" y="302"/>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609" name="Freeform 347"/>
                <p:cNvSpPr/>
                <p:nvPr/>
              </p:nvSpPr>
              <p:spPr bwMode="auto">
                <a:xfrm>
                  <a:off x="4850" y="2237"/>
                  <a:ext cx="101" cy="111"/>
                </a:xfrm>
                <a:custGeom>
                  <a:avLst/>
                  <a:gdLst/>
                  <a:ahLst/>
                  <a:cxnLst>
                    <a:cxn ang="0">
                      <a:pos x="59" y="112"/>
                    </a:cxn>
                    <a:cxn ang="0">
                      <a:pos x="76" y="112"/>
                    </a:cxn>
                    <a:cxn ang="0">
                      <a:pos x="89" y="109"/>
                    </a:cxn>
                    <a:cxn ang="0">
                      <a:pos x="99" y="107"/>
                    </a:cxn>
                    <a:cxn ang="0">
                      <a:pos x="102" y="104"/>
                    </a:cxn>
                    <a:cxn ang="0">
                      <a:pos x="103" y="103"/>
                    </a:cxn>
                    <a:cxn ang="0">
                      <a:pos x="103" y="98"/>
                    </a:cxn>
                    <a:cxn ang="0">
                      <a:pos x="100" y="88"/>
                    </a:cxn>
                    <a:cxn ang="0">
                      <a:pos x="97" y="79"/>
                    </a:cxn>
                    <a:cxn ang="0">
                      <a:pos x="95" y="73"/>
                    </a:cxn>
                    <a:cxn ang="0">
                      <a:pos x="95" y="68"/>
                    </a:cxn>
                    <a:cxn ang="0">
                      <a:pos x="94" y="66"/>
                    </a:cxn>
                    <a:cxn ang="0">
                      <a:pos x="92" y="60"/>
                    </a:cxn>
                    <a:cxn ang="0">
                      <a:pos x="91" y="50"/>
                    </a:cxn>
                    <a:cxn ang="0">
                      <a:pos x="91" y="42"/>
                    </a:cxn>
                    <a:cxn ang="0">
                      <a:pos x="91" y="41"/>
                    </a:cxn>
                    <a:cxn ang="0">
                      <a:pos x="89" y="33"/>
                    </a:cxn>
                    <a:cxn ang="0">
                      <a:pos x="89" y="22"/>
                    </a:cxn>
                    <a:cxn ang="0">
                      <a:pos x="87" y="9"/>
                    </a:cxn>
                    <a:cxn ang="0">
                      <a:pos x="75" y="1"/>
                    </a:cxn>
                    <a:cxn ang="0">
                      <a:pos x="59" y="0"/>
                    </a:cxn>
                    <a:cxn ang="0">
                      <a:pos x="45" y="3"/>
                    </a:cxn>
                    <a:cxn ang="0">
                      <a:pos x="38" y="14"/>
                    </a:cxn>
                    <a:cxn ang="0">
                      <a:pos x="34" y="25"/>
                    </a:cxn>
                    <a:cxn ang="0">
                      <a:pos x="30" y="31"/>
                    </a:cxn>
                    <a:cxn ang="0">
                      <a:pos x="30" y="33"/>
                    </a:cxn>
                    <a:cxn ang="0">
                      <a:pos x="27" y="39"/>
                    </a:cxn>
                    <a:cxn ang="0">
                      <a:pos x="23" y="49"/>
                    </a:cxn>
                    <a:cxn ang="0">
                      <a:pos x="19" y="54"/>
                    </a:cxn>
                    <a:cxn ang="0">
                      <a:pos x="19" y="55"/>
                    </a:cxn>
                    <a:cxn ang="0">
                      <a:pos x="16" y="58"/>
                    </a:cxn>
                    <a:cxn ang="0">
                      <a:pos x="11" y="63"/>
                    </a:cxn>
                    <a:cxn ang="0">
                      <a:pos x="5" y="73"/>
                    </a:cxn>
                    <a:cxn ang="0">
                      <a:pos x="0" y="82"/>
                    </a:cxn>
                    <a:cxn ang="0">
                      <a:pos x="0" y="87"/>
                    </a:cxn>
                    <a:cxn ang="0">
                      <a:pos x="0" y="88"/>
                    </a:cxn>
                    <a:cxn ang="0">
                      <a:pos x="7" y="93"/>
                    </a:cxn>
                    <a:cxn ang="0">
                      <a:pos x="29" y="106"/>
                    </a:cxn>
                  </a:cxnLst>
                  <a:rect l="0" t="0" r="r" b="b"/>
                  <a:pathLst>
                    <a:path w="103" h="112">
                      <a:moveTo>
                        <a:pt x="48" y="110"/>
                      </a:moveTo>
                      <a:lnTo>
                        <a:pt x="59" y="112"/>
                      </a:lnTo>
                      <a:lnTo>
                        <a:pt x="68" y="112"/>
                      </a:lnTo>
                      <a:lnTo>
                        <a:pt x="76" y="112"/>
                      </a:lnTo>
                      <a:lnTo>
                        <a:pt x="84" y="110"/>
                      </a:lnTo>
                      <a:lnTo>
                        <a:pt x="89" y="109"/>
                      </a:lnTo>
                      <a:lnTo>
                        <a:pt x="94" y="107"/>
                      </a:lnTo>
                      <a:lnTo>
                        <a:pt x="99" y="107"/>
                      </a:lnTo>
                      <a:lnTo>
                        <a:pt x="100" y="106"/>
                      </a:lnTo>
                      <a:lnTo>
                        <a:pt x="102" y="104"/>
                      </a:lnTo>
                      <a:lnTo>
                        <a:pt x="102" y="103"/>
                      </a:lnTo>
                      <a:lnTo>
                        <a:pt x="103" y="103"/>
                      </a:lnTo>
                      <a:lnTo>
                        <a:pt x="103" y="101"/>
                      </a:lnTo>
                      <a:lnTo>
                        <a:pt x="103" y="98"/>
                      </a:lnTo>
                      <a:lnTo>
                        <a:pt x="103" y="93"/>
                      </a:lnTo>
                      <a:lnTo>
                        <a:pt x="100" y="88"/>
                      </a:lnTo>
                      <a:lnTo>
                        <a:pt x="99" y="82"/>
                      </a:lnTo>
                      <a:lnTo>
                        <a:pt x="97" y="79"/>
                      </a:lnTo>
                      <a:lnTo>
                        <a:pt x="97" y="76"/>
                      </a:lnTo>
                      <a:lnTo>
                        <a:pt x="95" y="73"/>
                      </a:lnTo>
                      <a:lnTo>
                        <a:pt x="95" y="69"/>
                      </a:lnTo>
                      <a:lnTo>
                        <a:pt x="95" y="68"/>
                      </a:lnTo>
                      <a:lnTo>
                        <a:pt x="95" y="68"/>
                      </a:lnTo>
                      <a:lnTo>
                        <a:pt x="94" y="66"/>
                      </a:lnTo>
                      <a:lnTo>
                        <a:pt x="94" y="66"/>
                      </a:lnTo>
                      <a:lnTo>
                        <a:pt x="92" y="60"/>
                      </a:lnTo>
                      <a:lnTo>
                        <a:pt x="92" y="55"/>
                      </a:lnTo>
                      <a:lnTo>
                        <a:pt x="91" y="50"/>
                      </a:lnTo>
                      <a:lnTo>
                        <a:pt x="91" y="44"/>
                      </a:lnTo>
                      <a:lnTo>
                        <a:pt x="91" y="42"/>
                      </a:lnTo>
                      <a:lnTo>
                        <a:pt x="91" y="42"/>
                      </a:lnTo>
                      <a:lnTo>
                        <a:pt x="91" y="41"/>
                      </a:lnTo>
                      <a:lnTo>
                        <a:pt x="91" y="41"/>
                      </a:lnTo>
                      <a:lnTo>
                        <a:pt x="89" y="33"/>
                      </a:lnTo>
                      <a:lnTo>
                        <a:pt x="89" y="27"/>
                      </a:lnTo>
                      <a:lnTo>
                        <a:pt x="89" y="22"/>
                      </a:lnTo>
                      <a:lnTo>
                        <a:pt x="89" y="17"/>
                      </a:lnTo>
                      <a:lnTo>
                        <a:pt x="87" y="9"/>
                      </a:lnTo>
                      <a:lnTo>
                        <a:pt x="83" y="5"/>
                      </a:lnTo>
                      <a:lnTo>
                        <a:pt x="75" y="1"/>
                      </a:lnTo>
                      <a:lnTo>
                        <a:pt x="67" y="0"/>
                      </a:lnTo>
                      <a:lnTo>
                        <a:pt x="59" y="0"/>
                      </a:lnTo>
                      <a:lnTo>
                        <a:pt x="51" y="0"/>
                      </a:lnTo>
                      <a:lnTo>
                        <a:pt x="45" y="3"/>
                      </a:lnTo>
                      <a:lnTo>
                        <a:pt x="40" y="9"/>
                      </a:lnTo>
                      <a:lnTo>
                        <a:pt x="38" y="14"/>
                      </a:lnTo>
                      <a:lnTo>
                        <a:pt x="37" y="19"/>
                      </a:lnTo>
                      <a:lnTo>
                        <a:pt x="34" y="25"/>
                      </a:lnTo>
                      <a:lnTo>
                        <a:pt x="30" y="31"/>
                      </a:lnTo>
                      <a:lnTo>
                        <a:pt x="30" y="31"/>
                      </a:lnTo>
                      <a:lnTo>
                        <a:pt x="30" y="33"/>
                      </a:lnTo>
                      <a:lnTo>
                        <a:pt x="30" y="33"/>
                      </a:lnTo>
                      <a:lnTo>
                        <a:pt x="30" y="35"/>
                      </a:lnTo>
                      <a:lnTo>
                        <a:pt x="27" y="39"/>
                      </a:lnTo>
                      <a:lnTo>
                        <a:pt x="26" y="44"/>
                      </a:lnTo>
                      <a:lnTo>
                        <a:pt x="23" y="49"/>
                      </a:lnTo>
                      <a:lnTo>
                        <a:pt x="19" y="54"/>
                      </a:lnTo>
                      <a:lnTo>
                        <a:pt x="19" y="54"/>
                      </a:lnTo>
                      <a:lnTo>
                        <a:pt x="19" y="54"/>
                      </a:lnTo>
                      <a:lnTo>
                        <a:pt x="19" y="55"/>
                      </a:lnTo>
                      <a:lnTo>
                        <a:pt x="18" y="55"/>
                      </a:lnTo>
                      <a:lnTo>
                        <a:pt x="16" y="58"/>
                      </a:lnTo>
                      <a:lnTo>
                        <a:pt x="15" y="61"/>
                      </a:lnTo>
                      <a:lnTo>
                        <a:pt x="11" y="63"/>
                      </a:lnTo>
                      <a:lnTo>
                        <a:pt x="10" y="66"/>
                      </a:lnTo>
                      <a:lnTo>
                        <a:pt x="5" y="73"/>
                      </a:lnTo>
                      <a:lnTo>
                        <a:pt x="2" y="77"/>
                      </a:lnTo>
                      <a:lnTo>
                        <a:pt x="0" y="82"/>
                      </a:lnTo>
                      <a:lnTo>
                        <a:pt x="0" y="85"/>
                      </a:lnTo>
                      <a:lnTo>
                        <a:pt x="0" y="87"/>
                      </a:lnTo>
                      <a:lnTo>
                        <a:pt x="0" y="87"/>
                      </a:lnTo>
                      <a:lnTo>
                        <a:pt x="0" y="88"/>
                      </a:lnTo>
                      <a:lnTo>
                        <a:pt x="2" y="88"/>
                      </a:lnTo>
                      <a:lnTo>
                        <a:pt x="7" y="93"/>
                      </a:lnTo>
                      <a:lnTo>
                        <a:pt x="15" y="99"/>
                      </a:lnTo>
                      <a:lnTo>
                        <a:pt x="29" y="106"/>
                      </a:lnTo>
                      <a:lnTo>
                        <a:pt x="48" y="110"/>
                      </a:lnTo>
                      <a:close/>
                    </a:path>
                  </a:pathLst>
                </a:custGeom>
                <a:solidFill>
                  <a:srgbClr val="000000"/>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610" name="Freeform 348"/>
                <p:cNvSpPr/>
                <p:nvPr/>
              </p:nvSpPr>
              <p:spPr bwMode="auto">
                <a:xfrm>
                  <a:off x="4850" y="2316"/>
                  <a:ext cx="101" cy="29"/>
                </a:xfrm>
                <a:custGeom>
                  <a:avLst/>
                  <a:gdLst/>
                  <a:ahLst/>
                  <a:cxnLst>
                    <a:cxn ang="0">
                      <a:pos x="40" y="3"/>
                    </a:cxn>
                    <a:cxn ang="0">
                      <a:pos x="49" y="5"/>
                    </a:cxn>
                    <a:cxn ang="0">
                      <a:pos x="59" y="6"/>
                    </a:cxn>
                    <a:cxn ang="0">
                      <a:pos x="67" y="8"/>
                    </a:cxn>
                    <a:cxn ang="0">
                      <a:pos x="75" y="11"/>
                    </a:cxn>
                    <a:cxn ang="0">
                      <a:pos x="83" y="14"/>
                    </a:cxn>
                    <a:cxn ang="0">
                      <a:pos x="89" y="17"/>
                    </a:cxn>
                    <a:cxn ang="0">
                      <a:pos x="95" y="22"/>
                    </a:cxn>
                    <a:cxn ang="0">
                      <a:pos x="100" y="27"/>
                    </a:cxn>
                    <a:cxn ang="0">
                      <a:pos x="102" y="25"/>
                    </a:cxn>
                    <a:cxn ang="0">
                      <a:pos x="102" y="24"/>
                    </a:cxn>
                    <a:cxn ang="0">
                      <a:pos x="103" y="24"/>
                    </a:cxn>
                    <a:cxn ang="0">
                      <a:pos x="103" y="22"/>
                    </a:cxn>
                    <a:cxn ang="0">
                      <a:pos x="94" y="14"/>
                    </a:cxn>
                    <a:cxn ang="0">
                      <a:pos x="81" y="9"/>
                    </a:cxn>
                    <a:cxn ang="0">
                      <a:pos x="68" y="5"/>
                    </a:cxn>
                    <a:cxn ang="0">
                      <a:pos x="53" y="1"/>
                    </a:cxn>
                    <a:cxn ang="0">
                      <a:pos x="38" y="0"/>
                    </a:cxn>
                    <a:cxn ang="0">
                      <a:pos x="24" y="0"/>
                    </a:cxn>
                    <a:cxn ang="0">
                      <a:pos x="11" y="1"/>
                    </a:cxn>
                    <a:cxn ang="0">
                      <a:pos x="0" y="6"/>
                    </a:cxn>
                    <a:cxn ang="0">
                      <a:pos x="0" y="8"/>
                    </a:cxn>
                    <a:cxn ang="0">
                      <a:pos x="0" y="8"/>
                    </a:cxn>
                    <a:cxn ang="0">
                      <a:pos x="0" y="9"/>
                    </a:cxn>
                    <a:cxn ang="0">
                      <a:pos x="2" y="9"/>
                    </a:cxn>
                    <a:cxn ang="0">
                      <a:pos x="10" y="6"/>
                    </a:cxn>
                    <a:cxn ang="0">
                      <a:pos x="18" y="5"/>
                    </a:cxn>
                    <a:cxn ang="0">
                      <a:pos x="27" y="3"/>
                    </a:cxn>
                    <a:cxn ang="0">
                      <a:pos x="37" y="3"/>
                    </a:cxn>
                    <a:cxn ang="0">
                      <a:pos x="35" y="5"/>
                    </a:cxn>
                    <a:cxn ang="0">
                      <a:pos x="35" y="6"/>
                    </a:cxn>
                    <a:cxn ang="0">
                      <a:pos x="35" y="8"/>
                    </a:cxn>
                    <a:cxn ang="0">
                      <a:pos x="34" y="9"/>
                    </a:cxn>
                    <a:cxn ang="0">
                      <a:pos x="30" y="9"/>
                    </a:cxn>
                    <a:cxn ang="0">
                      <a:pos x="27" y="11"/>
                    </a:cxn>
                    <a:cxn ang="0">
                      <a:pos x="26" y="14"/>
                    </a:cxn>
                    <a:cxn ang="0">
                      <a:pos x="24" y="16"/>
                    </a:cxn>
                    <a:cxn ang="0">
                      <a:pos x="24" y="17"/>
                    </a:cxn>
                    <a:cxn ang="0">
                      <a:pos x="24" y="20"/>
                    </a:cxn>
                    <a:cxn ang="0">
                      <a:pos x="24" y="24"/>
                    </a:cxn>
                    <a:cxn ang="0">
                      <a:pos x="26" y="27"/>
                    </a:cxn>
                    <a:cxn ang="0">
                      <a:pos x="27" y="27"/>
                    </a:cxn>
                    <a:cxn ang="0">
                      <a:pos x="27" y="27"/>
                    </a:cxn>
                    <a:cxn ang="0">
                      <a:pos x="27" y="27"/>
                    </a:cxn>
                    <a:cxn ang="0">
                      <a:pos x="29" y="27"/>
                    </a:cxn>
                    <a:cxn ang="0">
                      <a:pos x="29" y="28"/>
                    </a:cxn>
                    <a:cxn ang="0">
                      <a:pos x="30" y="28"/>
                    </a:cxn>
                    <a:cxn ang="0">
                      <a:pos x="30" y="28"/>
                    </a:cxn>
                    <a:cxn ang="0">
                      <a:pos x="32" y="28"/>
                    </a:cxn>
                    <a:cxn ang="0">
                      <a:pos x="35" y="28"/>
                    </a:cxn>
                    <a:cxn ang="0">
                      <a:pos x="38" y="25"/>
                    </a:cxn>
                    <a:cxn ang="0">
                      <a:pos x="40" y="24"/>
                    </a:cxn>
                    <a:cxn ang="0">
                      <a:pos x="40" y="22"/>
                    </a:cxn>
                    <a:cxn ang="0">
                      <a:pos x="42" y="19"/>
                    </a:cxn>
                    <a:cxn ang="0">
                      <a:pos x="42" y="16"/>
                    </a:cxn>
                    <a:cxn ang="0">
                      <a:pos x="40" y="12"/>
                    </a:cxn>
                    <a:cxn ang="0">
                      <a:pos x="37" y="11"/>
                    </a:cxn>
                    <a:cxn ang="0">
                      <a:pos x="38" y="9"/>
                    </a:cxn>
                    <a:cxn ang="0">
                      <a:pos x="38" y="6"/>
                    </a:cxn>
                    <a:cxn ang="0">
                      <a:pos x="38" y="5"/>
                    </a:cxn>
                    <a:cxn ang="0">
                      <a:pos x="40" y="3"/>
                    </a:cxn>
                  </a:cxnLst>
                  <a:rect l="0" t="0" r="r" b="b"/>
                  <a:pathLst>
                    <a:path w="103" h="28">
                      <a:moveTo>
                        <a:pt x="40" y="3"/>
                      </a:moveTo>
                      <a:lnTo>
                        <a:pt x="49" y="5"/>
                      </a:lnTo>
                      <a:lnTo>
                        <a:pt x="59" y="6"/>
                      </a:lnTo>
                      <a:lnTo>
                        <a:pt x="67" y="8"/>
                      </a:lnTo>
                      <a:lnTo>
                        <a:pt x="75" y="11"/>
                      </a:lnTo>
                      <a:lnTo>
                        <a:pt x="83" y="14"/>
                      </a:lnTo>
                      <a:lnTo>
                        <a:pt x="89" y="17"/>
                      </a:lnTo>
                      <a:lnTo>
                        <a:pt x="95" y="22"/>
                      </a:lnTo>
                      <a:lnTo>
                        <a:pt x="100" y="27"/>
                      </a:lnTo>
                      <a:lnTo>
                        <a:pt x="102" y="25"/>
                      </a:lnTo>
                      <a:lnTo>
                        <a:pt x="102" y="24"/>
                      </a:lnTo>
                      <a:lnTo>
                        <a:pt x="103" y="24"/>
                      </a:lnTo>
                      <a:lnTo>
                        <a:pt x="103" y="22"/>
                      </a:lnTo>
                      <a:lnTo>
                        <a:pt x="94" y="14"/>
                      </a:lnTo>
                      <a:lnTo>
                        <a:pt x="81" y="9"/>
                      </a:lnTo>
                      <a:lnTo>
                        <a:pt x="68" y="5"/>
                      </a:lnTo>
                      <a:lnTo>
                        <a:pt x="53" y="1"/>
                      </a:lnTo>
                      <a:lnTo>
                        <a:pt x="38" y="0"/>
                      </a:lnTo>
                      <a:lnTo>
                        <a:pt x="24" y="0"/>
                      </a:lnTo>
                      <a:lnTo>
                        <a:pt x="11" y="1"/>
                      </a:lnTo>
                      <a:lnTo>
                        <a:pt x="0" y="6"/>
                      </a:lnTo>
                      <a:lnTo>
                        <a:pt x="0" y="8"/>
                      </a:lnTo>
                      <a:lnTo>
                        <a:pt x="0" y="8"/>
                      </a:lnTo>
                      <a:lnTo>
                        <a:pt x="0" y="9"/>
                      </a:lnTo>
                      <a:lnTo>
                        <a:pt x="2" y="9"/>
                      </a:lnTo>
                      <a:lnTo>
                        <a:pt x="10" y="6"/>
                      </a:lnTo>
                      <a:lnTo>
                        <a:pt x="18" y="5"/>
                      </a:lnTo>
                      <a:lnTo>
                        <a:pt x="27" y="3"/>
                      </a:lnTo>
                      <a:lnTo>
                        <a:pt x="37" y="3"/>
                      </a:lnTo>
                      <a:lnTo>
                        <a:pt x="35" y="5"/>
                      </a:lnTo>
                      <a:lnTo>
                        <a:pt x="35" y="6"/>
                      </a:lnTo>
                      <a:lnTo>
                        <a:pt x="35" y="8"/>
                      </a:lnTo>
                      <a:lnTo>
                        <a:pt x="34" y="9"/>
                      </a:lnTo>
                      <a:lnTo>
                        <a:pt x="30" y="9"/>
                      </a:lnTo>
                      <a:lnTo>
                        <a:pt x="27" y="11"/>
                      </a:lnTo>
                      <a:lnTo>
                        <a:pt x="26" y="14"/>
                      </a:lnTo>
                      <a:lnTo>
                        <a:pt x="24" y="16"/>
                      </a:lnTo>
                      <a:lnTo>
                        <a:pt x="24" y="17"/>
                      </a:lnTo>
                      <a:lnTo>
                        <a:pt x="24" y="20"/>
                      </a:lnTo>
                      <a:lnTo>
                        <a:pt x="24" y="24"/>
                      </a:lnTo>
                      <a:lnTo>
                        <a:pt x="26" y="27"/>
                      </a:lnTo>
                      <a:lnTo>
                        <a:pt x="27" y="27"/>
                      </a:lnTo>
                      <a:lnTo>
                        <a:pt x="27" y="27"/>
                      </a:lnTo>
                      <a:lnTo>
                        <a:pt x="27" y="27"/>
                      </a:lnTo>
                      <a:lnTo>
                        <a:pt x="29" y="27"/>
                      </a:lnTo>
                      <a:lnTo>
                        <a:pt x="29" y="28"/>
                      </a:lnTo>
                      <a:lnTo>
                        <a:pt x="30" y="28"/>
                      </a:lnTo>
                      <a:lnTo>
                        <a:pt x="30" y="28"/>
                      </a:lnTo>
                      <a:lnTo>
                        <a:pt x="32" y="28"/>
                      </a:lnTo>
                      <a:lnTo>
                        <a:pt x="35" y="28"/>
                      </a:lnTo>
                      <a:lnTo>
                        <a:pt x="38" y="25"/>
                      </a:lnTo>
                      <a:lnTo>
                        <a:pt x="40" y="24"/>
                      </a:lnTo>
                      <a:lnTo>
                        <a:pt x="40" y="22"/>
                      </a:lnTo>
                      <a:lnTo>
                        <a:pt x="42" y="19"/>
                      </a:lnTo>
                      <a:lnTo>
                        <a:pt x="42" y="16"/>
                      </a:lnTo>
                      <a:lnTo>
                        <a:pt x="40" y="12"/>
                      </a:lnTo>
                      <a:lnTo>
                        <a:pt x="37" y="11"/>
                      </a:lnTo>
                      <a:lnTo>
                        <a:pt x="38" y="9"/>
                      </a:lnTo>
                      <a:lnTo>
                        <a:pt x="38" y="6"/>
                      </a:lnTo>
                      <a:lnTo>
                        <a:pt x="38" y="5"/>
                      </a:lnTo>
                      <a:lnTo>
                        <a:pt x="40" y="3"/>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611" name="Freeform 349"/>
                <p:cNvSpPr/>
                <p:nvPr/>
              </p:nvSpPr>
              <p:spPr bwMode="auto">
                <a:xfrm>
                  <a:off x="4876" y="2341"/>
                  <a:ext cx="3" cy="7"/>
                </a:xfrm>
                <a:custGeom>
                  <a:avLst/>
                  <a:gdLst/>
                  <a:ahLst/>
                  <a:cxnLst>
                    <a:cxn ang="0">
                      <a:pos x="0" y="0"/>
                    </a:cxn>
                    <a:cxn ang="0">
                      <a:pos x="1" y="0"/>
                    </a:cxn>
                    <a:cxn ang="0">
                      <a:pos x="1" y="0"/>
                    </a:cxn>
                    <a:cxn ang="0">
                      <a:pos x="1" y="0"/>
                    </a:cxn>
                    <a:cxn ang="0">
                      <a:pos x="3" y="0"/>
                    </a:cxn>
                    <a:cxn ang="0">
                      <a:pos x="3" y="1"/>
                    </a:cxn>
                    <a:cxn ang="0">
                      <a:pos x="4" y="1"/>
                    </a:cxn>
                    <a:cxn ang="0">
                      <a:pos x="4" y="1"/>
                    </a:cxn>
                    <a:cxn ang="0">
                      <a:pos x="6" y="1"/>
                    </a:cxn>
                    <a:cxn ang="0">
                      <a:pos x="6" y="3"/>
                    </a:cxn>
                    <a:cxn ang="0">
                      <a:pos x="6" y="3"/>
                    </a:cxn>
                    <a:cxn ang="0">
                      <a:pos x="4" y="4"/>
                    </a:cxn>
                    <a:cxn ang="0">
                      <a:pos x="3" y="6"/>
                    </a:cxn>
                    <a:cxn ang="0">
                      <a:pos x="1" y="6"/>
                    </a:cxn>
                    <a:cxn ang="0">
                      <a:pos x="0" y="6"/>
                    </a:cxn>
                    <a:cxn ang="0">
                      <a:pos x="0" y="4"/>
                    </a:cxn>
                    <a:cxn ang="0">
                      <a:pos x="0" y="4"/>
                    </a:cxn>
                    <a:cxn ang="0">
                      <a:pos x="0" y="3"/>
                    </a:cxn>
                    <a:cxn ang="0">
                      <a:pos x="0" y="1"/>
                    </a:cxn>
                    <a:cxn ang="0">
                      <a:pos x="0" y="0"/>
                    </a:cxn>
                  </a:cxnLst>
                  <a:rect l="0" t="0" r="r" b="b"/>
                  <a:pathLst>
                    <a:path w="6" h="6">
                      <a:moveTo>
                        <a:pt x="0" y="0"/>
                      </a:moveTo>
                      <a:lnTo>
                        <a:pt x="1" y="0"/>
                      </a:lnTo>
                      <a:lnTo>
                        <a:pt x="1" y="0"/>
                      </a:lnTo>
                      <a:lnTo>
                        <a:pt x="1" y="0"/>
                      </a:lnTo>
                      <a:lnTo>
                        <a:pt x="3" y="0"/>
                      </a:lnTo>
                      <a:lnTo>
                        <a:pt x="3" y="1"/>
                      </a:lnTo>
                      <a:lnTo>
                        <a:pt x="4" y="1"/>
                      </a:lnTo>
                      <a:lnTo>
                        <a:pt x="4" y="1"/>
                      </a:lnTo>
                      <a:lnTo>
                        <a:pt x="6" y="1"/>
                      </a:lnTo>
                      <a:lnTo>
                        <a:pt x="6" y="3"/>
                      </a:lnTo>
                      <a:lnTo>
                        <a:pt x="6" y="3"/>
                      </a:lnTo>
                      <a:lnTo>
                        <a:pt x="4" y="4"/>
                      </a:lnTo>
                      <a:lnTo>
                        <a:pt x="3" y="6"/>
                      </a:lnTo>
                      <a:lnTo>
                        <a:pt x="1" y="6"/>
                      </a:lnTo>
                      <a:lnTo>
                        <a:pt x="0" y="6"/>
                      </a:lnTo>
                      <a:lnTo>
                        <a:pt x="0" y="4"/>
                      </a:lnTo>
                      <a:lnTo>
                        <a:pt x="0" y="4"/>
                      </a:lnTo>
                      <a:lnTo>
                        <a:pt x="0" y="3"/>
                      </a:lnTo>
                      <a:lnTo>
                        <a:pt x="0" y="1"/>
                      </a:lnTo>
                      <a:lnTo>
                        <a:pt x="0" y="0"/>
                      </a:lnTo>
                      <a:close/>
                    </a:path>
                  </a:pathLst>
                </a:custGeom>
                <a:solidFill>
                  <a:srgbClr val="7A1111"/>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612" name="Freeform 350"/>
                <p:cNvSpPr/>
                <p:nvPr/>
              </p:nvSpPr>
              <p:spPr bwMode="auto">
                <a:xfrm>
                  <a:off x="4996" y="2819"/>
                  <a:ext cx="19" cy="14"/>
                </a:xfrm>
                <a:custGeom>
                  <a:avLst/>
                  <a:gdLst/>
                  <a:ahLst/>
                  <a:cxnLst>
                    <a:cxn ang="0">
                      <a:pos x="0" y="0"/>
                    </a:cxn>
                    <a:cxn ang="0">
                      <a:pos x="0" y="0"/>
                    </a:cxn>
                    <a:cxn ang="0">
                      <a:pos x="0" y="9"/>
                    </a:cxn>
                    <a:cxn ang="0">
                      <a:pos x="0" y="14"/>
                    </a:cxn>
                    <a:cxn ang="0">
                      <a:pos x="0" y="15"/>
                    </a:cxn>
                    <a:cxn ang="0">
                      <a:pos x="8" y="15"/>
                    </a:cxn>
                    <a:cxn ang="0">
                      <a:pos x="8" y="15"/>
                    </a:cxn>
                    <a:cxn ang="0">
                      <a:pos x="16" y="15"/>
                    </a:cxn>
                    <a:cxn ang="0">
                      <a:pos x="16" y="14"/>
                    </a:cxn>
                    <a:cxn ang="0">
                      <a:pos x="16" y="9"/>
                    </a:cxn>
                    <a:cxn ang="0">
                      <a:pos x="16" y="0"/>
                    </a:cxn>
                    <a:cxn ang="0">
                      <a:pos x="16" y="0"/>
                    </a:cxn>
                    <a:cxn ang="0">
                      <a:pos x="0" y="0"/>
                    </a:cxn>
                  </a:cxnLst>
                  <a:rect l="0" t="0" r="r" b="b"/>
                  <a:pathLst>
                    <a:path w="16" h="15">
                      <a:moveTo>
                        <a:pt x="0" y="0"/>
                      </a:moveTo>
                      <a:lnTo>
                        <a:pt x="0" y="0"/>
                      </a:lnTo>
                      <a:lnTo>
                        <a:pt x="0" y="9"/>
                      </a:lnTo>
                      <a:lnTo>
                        <a:pt x="0" y="14"/>
                      </a:lnTo>
                      <a:lnTo>
                        <a:pt x="0" y="15"/>
                      </a:lnTo>
                      <a:lnTo>
                        <a:pt x="8" y="15"/>
                      </a:lnTo>
                      <a:lnTo>
                        <a:pt x="8" y="15"/>
                      </a:lnTo>
                      <a:lnTo>
                        <a:pt x="16" y="15"/>
                      </a:lnTo>
                      <a:lnTo>
                        <a:pt x="16" y="14"/>
                      </a:lnTo>
                      <a:lnTo>
                        <a:pt x="16" y="9"/>
                      </a:lnTo>
                      <a:lnTo>
                        <a:pt x="16" y="0"/>
                      </a:lnTo>
                      <a:lnTo>
                        <a:pt x="16" y="0"/>
                      </a:lnTo>
                      <a:lnTo>
                        <a:pt x="0" y="0"/>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613" name="Freeform 351"/>
                <p:cNvSpPr/>
                <p:nvPr/>
              </p:nvSpPr>
              <p:spPr bwMode="auto">
                <a:xfrm>
                  <a:off x="4803" y="2726"/>
                  <a:ext cx="212" cy="93"/>
                </a:xfrm>
                <a:custGeom>
                  <a:avLst/>
                  <a:gdLst/>
                  <a:ahLst/>
                  <a:cxnLst>
                    <a:cxn ang="0">
                      <a:pos x="16" y="94"/>
                    </a:cxn>
                    <a:cxn ang="0">
                      <a:pos x="16" y="94"/>
                    </a:cxn>
                    <a:cxn ang="0">
                      <a:pos x="23" y="59"/>
                    </a:cxn>
                    <a:cxn ang="0">
                      <a:pos x="43" y="35"/>
                    </a:cxn>
                    <a:cxn ang="0">
                      <a:pos x="72" y="21"/>
                    </a:cxn>
                    <a:cxn ang="0">
                      <a:pos x="107" y="16"/>
                    </a:cxn>
                    <a:cxn ang="0">
                      <a:pos x="140" y="21"/>
                    </a:cxn>
                    <a:cxn ang="0">
                      <a:pos x="168" y="37"/>
                    </a:cxn>
                    <a:cxn ang="0">
                      <a:pos x="189" y="60"/>
                    </a:cxn>
                    <a:cxn ang="0">
                      <a:pos x="195" y="94"/>
                    </a:cxn>
                    <a:cxn ang="0">
                      <a:pos x="211" y="94"/>
                    </a:cxn>
                    <a:cxn ang="0">
                      <a:pos x="202" y="54"/>
                    </a:cxn>
                    <a:cxn ang="0">
                      <a:pos x="178" y="24"/>
                    </a:cxn>
                    <a:cxn ang="0">
                      <a:pos x="143" y="5"/>
                    </a:cxn>
                    <a:cxn ang="0">
                      <a:pos x="107" y="0"/>
                    </a:cxn>
                    <a:cxn ang="0">
                      <a:pos x="69" y="5"/>
                    </a:cxn>
                    <a:cxn ang="0">
                      <a:pos x="34" y="23"/>
                    </a:cxn>
                    <a:cxn ang="0">
                      <a:pos x="10" y="53"/>
                    </a:cxn>
                    <a:cxn ang="0">
                      <a:pos x="0" y="94"/>
                    </a:cxn>
                    <a:cxn ang="0">
                      <a:pos x="0" y="94"/>
                    </a:cxn>
                    <a:cxn ang="0">
                      <a:pos x="16" y="94"/>
                    </a:cxn>
                  </a:cxnLst>
                  <a:rect l="0" t="0" r="r" b="b"/>
                  <a:pathLst>
                    <a:path w="211" h="94">
                      <a:moveTo>
                        <a:pt x="16" y="94"/>
                      </a:moveTo>
                      <a:lnTo>
                        <a:pt x="16" y="94"/>
                      </a:lnTo>
                      <a:lnTo>
                        <a:pt x="23" y="59"/>
                      </a:lnTo>
                      <a:lnTo>
                        <a:pt x="43" y="35"/>
                      </a:lnTo>
                      <a:lnTo>
                        <a:pt x="72" y="21"/>
                      </a:lnTo>
                      <a:lnTo>
                        <a:pt x="107" y="16"/>
                      </a:lnTo>
                      <a:lnTo>
                        <a:pt x="140" y="21"/>
                      </a:lnTo>
                      <a:lnTo>
                        <a:pt x="168" y="37"/>
                      </a:lnTo>
                      <a:lnTo>
                        <a:pt x="189" y="60"/>
                      </a:lnTo>
                      <a:lnTo>
                        <a:pt x="195" y="94"/>
                      </a:lnTo>
                      <a:lnTo>
                        <a:pt x="211" y="94"/>
                      </a:lnTo>
                      <a:lnTo>
                        <a:pt x="202" y="54"/>
                      </a:lnTo>
                      <a:lnTo>
                        <a:pt x="178" y="24"/>
                      </a:lnTo>
                      <a:lnTo>
                        <a:pt x="143" y="5"/>
                      </a:lnTo>
                      <a:lnTo>
                        <a:pt x="107" y="0"/>
                      </a:lnTo>
                      <a:lnTo>
                        <a:pt x="69" y="5"/>
                      </a:lnTo>
                      <a:lnTo>
                        <a:pt x="34" y="23"/>
                      </a:lnTo>
                      <a:lnTo>
                        <a:pt x="10" y="53"/>
                      </a:lnTo>
                      <a:lnTo>
                        <a:pt x="0" y="94"/>
                      </a:lnTo>
                      <a:lnTo>
                        <a:pt x="0" y="94"/>
                      </a:lnTo>
                      <a:lnTo>
                        <a:pt x="16" y="94"/>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614" name="Freeform 352"/>
                <p:cNvSpPr/>
                <p:nvPr/>
              </p:nvSpPr>
              <p:spPr bwMode="auto">
                <a:xfrm>
                  <a:off x="4803" y="2819"/>
                  <a:ext cx="16" cy="21"/>
                </a:xfrm>
                <a:custGeom>
                  <a:avLst/>
                  <a:gdLst/>
                  <a:ahLst/>
                  <a:cxnLst>
                    <a:cxn ang="0">
                      <a:pos x="8" y="8"/>
                    </a:cxn>
                    <a:cxn ang="0">
                      <a:pos x="8" y="15"/>
                    </a:cxn>
                    <a:cxn ang="0">
                      <a:pos x="16" y="15"/>
                    </a:cxn>
                    <a:cxn ang="0">
                      <a:pos x="16" y="14"/>
                    </a:cxn>
                    <a:cxn ang="0">
                      <a:pos x="16" y="9"/>
                    </a:cxn>
                    <a:cxn ang="0">
                      <a:pos x="16" y="0"/>
                    </a:cxn>
                    <a:cxn ang="0">
                      <a:pos x="0" y="0"/>
                    </a:cxn>
                    <a:cxn ang="0">
                      <a:pos x="0" y="9"/>
                    </a:cxn>
                    <a:cxn ang="0">
                      <a:pos x="0" y="14"/>
                    </a:cxn>
                    <a:cxn ang="0">
                      <a:pos x="0" y="15"/>
                    </a:cxn>
                    <a:cxn ang="0">
                      <a:pos x="8" y="15"/>
                    </a:cxn>
                    <a:cxn ang="0">
                      <a:pos x="8" y="23"/>
                    </a:cxn>
                    <a:cxn ang="0">
                      <a:pos x="0" y="15"/>
                    </a:cxn>
                    <a:cxn ang="0">
                      <a:pos x="0" y="23"/>
                    </a:cxn>
                    <a:cxn ang="0">
                      <a:pos x="8" y="23"/>
                    </a:cxn>
                    <a:cxn ang="0">
                      <a:pos x="8" y="8"/>
                    </a:cxn>
                  </a:cxnLst>
                  <a:rect l="0" t="0" r="r" b="b"/>
                  <a:pathLst>
                    <a:path w="16" h="23">
                      <a:moveTo>
                        <a:pt x="8" y="8"/>
                      </a:moveTo>
                      <a:lnTo>
                        <a:pt x="8" y="15"/>
                      </a:lnTo>
                      <a:lnTo>
                        <a:pt x="16" y="15"/>
                      </a:lnTo>
                      <a:lnTo>
                        <a:pt x="16" y="14"/>
                      </a:lnTo>
                      <a:lnTo>
                        <a:pt x="16" y="9"/>
                      </a:lnTo>
                      <a:lnTo>
                        <a:pt x="16" y="0"/>
                      </a:lnTo>
                      <a:lnTo>
                        <a:pt x="0" y="0"/>
                      </a:lnTo>
                      <a:lnTo>
                        <a:pt x="0" y="9"/>
                      </a:lnTo>
                      <a:lnTo>
                        <a:pt x="0" y="14"/>
                      </a:lnTo>
                      <a:lnTo>
                        <a:pt x="0" y="15"/>
                      </a:lnTo>
                      <a:lnTo>
                        <a:pt x="8" y="15"/>
                      </a:lnTo>
                      <a:lnTo>
                        <a:pt x="8" y="23"/>
                      </a:lnTo>
                      <a:lnTo>
                        <a:pt x="0" y="15"/>
                      </a:lnTo>
                      <a:lnTo>
                        <a:pt x="0" y="23"/>
                      </a:lnTo>
                      <a:lnTo>
                        <a:pt x="8" y="23"/>
                      </a:lnTo>
                      <a:lnTo>
                        <a:pt x="8"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615" name="Freeform 353"/>
                <p:cNvSpPr/>
                <p:nvPr/>
              </p:nvSpPr>
              <p:spPr bwMode="auto">
                <a:xfrm>
                  <a:off x="4812" y="2826"/>
                  <a:ext cx="203" cy="14"/>
                </a:xfrm>
                <a:custGeom>
                  <a:avLst/>
                  <a:gdLst/>
                  <a:ahLst/>
                  <a:cxnLst>
                    <a:cxn ang="0">
                      <a:pos x="187" y="7"/>
                    </a:cxn>
                    <a:cxn ang="0">
                      <a:pos x="195" y="0"/>
                    </a:cxn>
                    <a:cxn ang="0">
                      <a:pos x="0" y="0"/>
                    </a:cxn>
                    <a:cxn ang="0">
                      <a:pos x="0" y="15"/>
                    </a:cxn>
                    <a:cxn ang="0">
                      <a:pos x="195" y="15"/>
                    </a:cxn>
                    <a:cxn ang="0">
                      <a:pos x="203" y="7"/>
                    </a:cxn>
                    <a:cxn ang="0">
                      <a:pos x="195" y="15"/>
                    </a:cxn>
                    <a:cxn ang="0">
                      <a:pos x="203" y="15"/>
                    </a:cxn>
                    <a:cxn ang="0">
                      <a:pos x="203" y="7"/>
                    </a:cxn>
                    <a:cxn ang="0">
                      <a:pos x="187" y="7"/>
                    </a:cxn>
                  </a:cxnLst>
                  <a:rect l="0" t="0" r="r" b="b"/>
                  <a:pathLst>
                    <a:path w="203" h="15">
                      <a:moveTo>
                        <a:pt x="187" y="7"/>
                      </a:moveTo>
                      <a:lnTo>
                        <a:pt x="195" y="0"/>
                      </a:lnTo>
                      <a:lnTo>
                        <a:pt x="0" y="0"/>
                      </a:lnTo>
                      <a:lnTo>
                        <a:pt x="0" y="15"/>
                      </a:lnTo>
                      <a:lnTo>
                        <a:pt x="195" y="15"/>
                      </a:lnTo>
                      <a:lnTo>
                        <a:pt x="203" y="7"/>
                      </a:lnTo>
                      <a:lnTo>
                        <a:pt x="195" y="15"/>
                      </a:lnTo>
                      <a:lnTo>
                        <a:pt x="203" y="15"/>
                      </a:lnTo>
                      <a:lnTo>
                        <a:pt x="203" y="7"/>
                      </a:lnTo>
                      <a:lnTo>
                        <a:pt x="187" y="7"/>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616" name="Freeform 354"/>
                <p:cNvSpPr/>
                <p:nvPr/>
              </p:nvSpPr>
              <p:spPr bwMode="auto">
                <a:xfrm>
                  <a:off x="4901" y="2734"/>
                  <a:ext cx="13" cy="100"/>
                </a:xfrm>
                <a:custGeom>
                  <a:avLst/>
                  <a:gdLst/>
                  <a:ahLst/>
                  <a:cxnLst>
                    <a:cxn ang="0">
                      <a:pos x="8" y="101"/>
                    </a:cxn>
                    <a:cxn ang="0">
                      <a:pos x="16" y="101"/>
                    </a:cxn>
                    <a:cxn ang="0">
                      <a:pos x="16" y="0"/>
                    </a:cxn>
                    <a:cxn ang="0">
                      <a:pos x="0" y="0"/>
                    </a:cxn>
                    <a:cxn ang="0">
                      <a:pos x="0" y="101"/>
                    </a:cxn>
                    <a:cxn ang="0">
                      <a:pos x="8" y="101"/>
                    </a:cxn>
                  </a:cxnLst>
                  <a:rect l="0" t="0" r="r" b="b"/>
                  <a:pathLst>
                    <a:path w="16" h="101">
                      <a:moveTo>
                        <a:pt x="8" y="101"/>
                      </a:moveTo>
                      <a:lnTo>
                        <a:pt x="16" y="101"/>
                      </a:lnTo>
                      <a:lnTo>
                        <a:pt x="16" y="0"/>
                      </a:lnTo>
                      <a:lnTo>
                        <a:pt x="0" y="0"/>
                      </a:lnTo>
                      <a:lnTo>
                        <a:pt x="0" y="101"/>
                      </a:lnTo>
                      <a:lnTo>
                        <a:pt x="8" y="101"/>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617" name="Freeform 355"/>
                <p:cNvSpPr/>
                <p:nvPr/>
              </p:nvSpPr>
              <p:spPr bwMode="auto">
                <a:xfrm>
                  <a:off x="4904" y="2755"/>
                  <a:ext cx="86" cy="86"/>
                </a:xfrm>
                <a:custGeom>
                  <a:avLst/>
                  <a:gdLst/>
                  <a:ahLst/>
                  <a:cxnLst>
                    <a:cxn ang="0">
                      <a:pos x="5" y="79"/>
                    </a:cxn>
                    <a:cxn ang="0">
                      <a:pos x="10" y="84"/>
                    </a:cxn>
                    <a:cxn ang="0">
                      <a:pos x="87" y="10"/>
                    </a:cxn>
                    <a:cxn ang="0">
                      <a:pos x="78" y="0"/>
                    </a:cxn>
                    <a:cxn ang="0">
                      <a:pos x="0" y="75"/>
                    </a:cxn>
                    <a:cxn ang="0">
                      <a:pos x="5" y="79"/>
                    </a:cxn>
                  </a:cxnLst>
                  <a:rect l="0" t="0" r="r" b="b"/>
                  <a:pathLst>
                    <a:path w="87" h="84">
                      <a:moveTo>
                        <a:pt x="5" y="79"/>
                      </a:moveTo>
                      <a:lnTo>
                        <a:pt x="10" y="84"/>
                      </a:lnTo>
                      <a:lnTo>
                        <a:pt x="87" y="10"/>
                      </a:lnTo>
                      <a:lnTo>
                        <a:pt x="78" y="0"/>
                      </a:lnTo>
                      <a:lnTo>
                        <a:pt x="0" y="75"/>
                      </a:lnTo>
                      <a:lnTo>
                        <a:pt x="5" y="79"/>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618" name="Freeform 356"/>
                <p:cNvSpPr/>
                <p:nvPr/>
              </p:nvSpPr>
              <p:spPr bwMode="auto">
                <a:xfrm>
                  <a:off x="4828" y="2755"/>
                  <a:ext cx="86" cy="86"/>
                </a:xfrm>
                <a:custGeom>
                  <a:avLst/>
                  <a:gdLst/>
                  <a:ahLst/>
                  <a:cxnLst>
                    <a:cxn ang="0">
                      <a:pos x="78" y="80"/>
                    </a:cxn>
                    <a:cxn ang="0">
                      <a:pos x="83" y="76"/>
                    </a:cxn>
                    <a:cxn ang="0">
                      <a:pos x="10" y="0"/>
                    </a:cxn>
                    <a:cxn ang="0">
                      <a:pos x="0" y="9"/>
                    </a:cxn>
                    <a:cxn ang="0">
                      <a:pos x="73" y="85"/>
                    </a:cxn>
                    <a:cxn ang="0">
                      <a:pos x="78" y="80"/>
                    </a:cxn>
                  </a:cxnLst>
                  <a:rect l="0" t="0" r="r" b="b"/>
                  <a:pathLst>
                    <a:path w="83" h="85">
                      <a:moveTo>
                        <a:pt x="78" y="80"/>
                      </a:moveTo>
                      <a:lnTo>
                        <a:pt x="83" y="76"/>
                      </a:lnTo>
                      <a:lnTo>
                        <a:pt x="10" y="0"/>
                      </a:lnTo>
                      <a:lnTo>
                        <a:pt x="0" y="9"/>
                      </a:lnTo>
                      <a:lnTo>
                        <a:pt x="73" y="85"/>
                      </a:lnTo>
                      <a:lnTo>
                        <a:pt x="78" y="80"/>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grpSp>
          <p:sp>
            <p:nvSpPr>
              <p:cNvPr id="30841" name="Text Box 357"/>
              <p:cNvSpPr txBox="1"/>
              <p:nvPr/>
            </p:nvSpPr>
            <p:spPr>
              <a:xfrm>
                <a:off x="4729" y="650"/>
                <a:ext cx="804" cy="845"/>
              </a:xfrm>
              <a:prstGeom prst="rect">
                <a:avLst/>
              </a:prstGeom>
              <a:noFill/>
              <a:ln w="12700">
                <a:noFill/>
              </a:ln>
            </p:spPr>
            <p:txBody>
              <a:bodyPr wrap="none">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ct val="0"/>
                  </a:spcBef>
                  <a:spcAft>
                    <a:spcPts val="590"/>
                  </a:spcAft>
                  <a:buSzPct val="80000"/>
                  <a:buNone/>
                </a:pPr>
                <a:endParaRPr lang="zh-CN" altLang="en-US" sz="2800" dirty="0">
                  <a:ea typeface="宋体" pitchFamily="2" charset="-122"/>
                </a:endParaRPr>
              </a:p>
            </p:txBody>
          </p:sp>
        </p:grpSp>
        <p:grpSp>
          <p:nvGrpSpPr>
            <p:cNvPr id="30734" name="Group 358"/>
            <p:cNvGrpSpPr/>
            <p:nvPr/>
          </p:nvGrpSpPr>
          <p:grpSpPr>
            <a:xfrm>
              <a:off x="6156375" y="3080420"/>
              <a:ext cx="536575" cy="846027"/>
              <a:chOff x="4368" y="0"/>
              <a:chExt cx="1392" cy="1495"/>
            </a:xfrm>
          </p:grpSpPr>
          <p:grpSp>
            <p:nvGrpSpPr>
              <p:cNvPr id="30806" name="Group 359"/>
              <p:cNvGrpSpPr/>
              <p:nvPr/>
            </p:nvGrpSpPr>
            <p:grpSpPr>
              <a:xfrm>
                <a:off x="4368" y="0"/>
                <a:ext cx="1392" cy="1056"/>
                <a:chOff x="4368" y="2016"/>
                <a:chExt cx="1072" cy="1344"/>
              </a:xfrm>
            </p:grpSpPr>
            <p:sp>
              <p:nvSpPr>
                <p:cNvPr id="553" name="Freeform 360"/>
                <p:cNvSpPr/>
                <p:nvPr/>
              </p:nvSpPr>
              <p:spPr bwMode="auto">
                <a:xfrm>
                  <a:off x="4457" y="2462"/>
                  <a:ext cx="897" cy="825"/>
                </a:xfrm>
                <a:custGeom>
                  <a:avLst/>
                  <a:gdLst/>
                  <a:ahLst/>
                  <a:cxnLst>
                    <a:cxn ang="0">
                      <a:pos x="445" y="0"/>
                    </a:cxn>
                    <a:cxn ang="0">
                      <a:pos x="897" y="293"/>
                    </a:cxn>
                    <a:cxn ang="0">
                      <a:pos x="897" y="829"/>
                    </a:cxn>
                    <a:cxn ang="0">
                      <a:pos x="601" y="829"/>
                    </a:cxn>
                    <a:cxn ang="0">
                      <a:pos x="296" y="829"/>
                    </a:cxn>
                    <a:cxn ang="0">
                      <a:pos x="0" y="829"/>
                    </a:cxn>
                    <a:cxn ang="0">
                      <a:pos x="0" y="293"/>
                    </a:cxn>
                    <a:cxn ang="0">
                      <a:pos x="445" y="0"/>
                    </a:cxn>
                  </a:cxnLst>
                  <a:rect l="0" t="0" r="r" b="b"/>
                  <a:pathLst>
                    <a:path w="897" h="829">
                      <a:moveTo>
                        <a:pt x="445" y="0"/>
                      </a:moveTo>
                      <a:lnTo>
                        <a:pt x="897" y="293"/>
                      </a:lnTo>
                      <a:lnTo>
                        <a:pt x="897" y="829"/>
                      </a:lnTo>
                      <a:lnTo>
                        <a:pt x="601" y="829"/>
                      </a:lnTo>
                      <a:lnTo>
                        <a:pt x="296" y="829"/>
                      </a:lnTo>
                      <a:lnTo>
                        <a:pt x="0" y="829"/>
                      </a:lnTo>
                      <a:lnTo>
                        <a:pt x="0" y="293"/>
                      </a:lnTo>
                      <a:lnTo>
                        <a:pt x="445" y="0"/>
                      </a:lnTo>
                      <a:close/>
                    </a:path>
                  </a:pathLst>
                </a:custGeom>
                <a:solidFill>
                  <a:srgbClr val="0000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554" name="Freeform 361"/>
                <p:cNvSpPr/>
                <p:nvPr/>
              </p:nvSpPr>
              <p:spPr bwMode="auto">
                <a:xfrm>
                  <a:off x="4368" y="2462"/>
                  <a:ext cx="415" cy="289"/>
                </a:xfrm>
                <a:custGeom>
                  <a:avLst/>
                  <a:gdLst/>
                  <a:ahLst/>
                  <a:cxnLst>
                    <a:cxn ang="0">
                      <a:pos x="0" y="288"/>
                    </a:cxn>
                    <a:cxn ang="0">
                      <a:pos x="416" y="32"/>
                    </a:cxn>
                    <a:cxn ang="0">
                      <a:pos x="416" y="27"/>
                    </a:cxn>
                    <a:cxn ang="0">
                      <a:pos x="416" y="19"/>
                    </a:cxn>
                    <a:cxn ang="0">
                      <a:pos x="416" y="9"/>
                    </a:cxn>
                    <a:cxn ang="0">
                      <a:pos x="416" y="0"/>
                    </a:cxn>
                    <a:cxn ang="0">
                      <a:pos x="0" y="254"/>
                    </a:cxn>
                    <a:cxn ang="0">
                      <a:pos x="0" y="288"/>
                    </a:cxn>
                  </a:cxnLst>
                  <a:rect l="0" t="0" r="r" b="b"/>
                  <a:pathLst>
                    <a:path w="416" h="288">
                      <a:moveTo>
                        <a:pt x="0" y="288"/>
                      </a:moveTo>
                      <a:lnTo>
                        <a:pt x="416" y="32"/>
                      </a:lnTo>
                      <a:lnTo>
                        <a:pt x="416" y="27"/>
                      </a:lnTo>
                      <a:lnTo>
                        <a:pt x="416" y="19"/>
                      </a:lnTo>
                      <a:lnTo>
                        <a:pt x="416" y="9"/>
                      </a:lnTo>
                      <a:lnTo>
                        <a:pt x="416" y="0"/>
                      </a:lnTo>
                      <a:lnTo>
                        <a:pt x="0" y="254"/>
                      </a:lnTo>
                      <a:lnTo>
                        <a:pt x="0" y="288"/>
                      </a:lnTo>
                      <a:close/>
                    </a:path>
                  </a:pathLst>
                </a:custGeom>
                <a:solidFill>
                  <a:srgbClr val="000000"/>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555" name="Rectangle 362"/>
                <p:cNvSpPr>
                  <a:spLocks noChangeArrowheads="1"/>
                </p:cNvSpPr>
                <p:nvPr/>
              </p:nvSpPr>
              <p:spPr bwMode="auto">
                <a:xfrm>
                  <a:off x="4457" y="3330"/>
                  <a:ext cx="897" cy="29"/>
                </a:xfrm>
                <a:prstGeom prst="rect">
                  <a:avLst/>
                </a:prstGeom>
                <a:solidFill>
                  <a:srgbClr val="000000"/>
                </a:solidFill>
                <a:ln w="9525">
                  <a:noFill/>
                  <a:miter lim="800000"/>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556" name="Freeform 363"/>
                <p:cNvSpPr/>
                <p:nvPr/>
              </p:nvSpPr>
              <p:spPr bwMode="auto">
                <a:xfrm>
                  <a:off x="4787" y="2170"/>
                  <a:ext cx="241" cy="328"/>
                </a:xfrm>
                <a:custGeom>
                  <a:avLst/>
                  <a:gdLst/>
                  <a:ahLst/>
                  <a:cxnLst>
                    <a:cxn ang="0">
                      <a:pos x="242" y="327"/>
                    </a:cxn>
                    <a:cxn ang="0">
                      <a:pos x="242" y="0"/>
                    </a:cxn>
                    <a:cxn ang="0">
                      <a:pos x="0" y="0"/>
                    </a:cxn>
                    <a:cxn ang="0">
                      <a:pos x="0" y="321"/>
                    </a:cxn>
                    <a:cxn ang="0">
                      <a:pos x="116" y="240"/>
                    </a:cxn>
                    <a:cxn ang="0">
                      <a:pos x="242" y="327"/>
                    </a:cxn>
                  </a:cxnLst>
                  <a:rect l="0" t="0" r="r" b="b"/>
                  <a:pathLst>
                    <a:path w="242" h="327">
                      <a:moveTo>
                        <a:pt x="242" y="327"/>
                      </a:moveTo>
                      <a:lnTo>
                        <a:pt x="242" y="0"/>
                      </a:lnTo>
                      <a:lnTo>
                        <a:pt x="0" y="0"/>
                      </a:lnTo>
                      <a:lnTo>
                        <a:pt x="0" y="321"/>
                      </a:lnTo>
                      <a:lnTo>
                        <a:pt x="116" y="240"/>
                      </a:lnTo>
                      <a:lnTo>
                        <a:pt x="242" y="327"/>
                      </a:lnTo>
                      <a:close/>
                    </a:path>
                  </a:pathLst>
                </a:custGeom>
                <a:solidFill>
                  <a:srgbClr val="000000"/>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557" name="Freeform 364"/>
                <p:cNvSpPr/>
                <p:nvPr/>
              </p:nvSpPr>
              <p:spPr bwMode="auto">
                <a:xfrm>
                  <a:off x="4724" y="2016"/>
                  <a:ext cx="358" cy="125"/>
                </a:xfrm>
                <a:custGeom>
                  <a:avLst/>
                  <a:gdLst/>
                  <a:ahLst/>
                  <a:cxnLst>
                    <a:cxn ang="0">
                      <a:pos x="181" y="0"/>
                    </a:cxn>
                    <a:cxn ang="0">
                      <a:pos x="0" y="126"/>
                    </a:cxn>
                    <a:cxn ang="0">
                      <a:pos x="361" y="126"/>
                    </a:cxn>
                    <a:cxn ang="0">
                      <a:pos x="181" y="0"/>
                    </a:cxn>
                  </a:cxnLst>
                  <a:rect l="0" t="0" r="r" b="b"/>
                  <a:pathLst>
                    <a:path w="361" h="126">
                      <a:moveTo>
                        <a:pt x="181" y="0"/>
                      </a:moveTo>
                      <a:lnTo>
                        <a:pt x="0" y="126"/>
                      </a:lnTo>
                      <a:lnTo>
                        <a:pt x="361" y="126"/>
                      </a:lnTo>
                      <a:lnTo>
                        <a:pt x="181" y="0"/>
                      </a:lnTo>
                      <a:close/>
                    </a:path>
                  </a:pathLst>
                </a:custGeom>
                <a:solidFill>
                  <a:srgbClr val="000000"/>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558" name="Freeform 365"/>
                <p:cNvSpPr/>
                <p:nvPr/>
              </p:nvSpPr>
              <p:spPr bwMode="auto">
                <a:xfrm>
                  <a:off x="5028" y="2469"/>
                  <a:ext cx="412" cy="282"/>
                </a:xfrm>
                <a:custGeom>
                  <a:avLst/>
                  <a:gdLst/>
                  <a:ahLst/>
                  <a:cxnLst>
                    <a:cxn ang="0">
                      <a:pos x="413" y="287"/>
                    </a:cxn>
                    <a:cxn ang="0">
                      <a:pos x="0" y="31"/>
                    </a:cxn>
                    <a:cxn ang="0">
                      <a:pos x="0" y="25"/>
                    </a:cxn>
                    <a:cxn ang="0">
                      <a:pos x="0" y="17"/>
                    </a:cxn>
                    <a:cxn ang="0">
                      <a:pos x="0" y="9"/>
                    </a:cxn>
                    <a:cxn ang="0">
                      <a:pos x="0" y="0"/>
                    </a:cxn>
                    <a:cxn ang="0">
                      <a:pos x="413" y="253"/>
                    </a:cxn>
                    <a:cxn ang="0">
                      <a:pos x="413" y="287"/>
                    </a:cxn>
                  </a:cxnLst>
                  <a:rect l="0" t="0" r="r" b="b"/>
                  <a:pathLst>
                    <a:path w="413" h="287">
                      <a:moveTo>
                        <a:pt x="413" y="287"/>
                      </a:moveTo>
                      <a:lnTo>
                        <a:pt x="0" y="31"/>
                      </a:lnTo>
                      <a:lnTo>
                        <a:pt x="0" y="25"/>
                      </a:lnTo>
                      <a:lnTo>
                        <a:pt x="0" y="17"/>
                      </a:lnTo>
                      <a:lnTo>
                        <a:pt x="0" y="9"/>
                      </a:lnTo>
                      <a:lnTo>
                        <a:pt x="0" y="0"/>
                      </a:lnTo>
                      <a:lnTo>
                        <a:pt x="413" y="253"/>
                      </a:lnTo>
                      <a:lnTo>
                        <a:pt x="413" y="287"/>
                      </a:lnTo>
                      <a:close/>
                    </a:path>
                  </a:pathLst>
                </a:custGeom>
                <a:solidFill>
                  <a:srgbClr val="000000"/>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559" name="Freeform 366"/>
                <p:cNvSpPr/>
                <p:nvPr/>
              </p:nvSpPr>
              <p:spPr bwMode="auto">
                <a:xfrm>
                  <a:off x="4841" y="2209"/>
                  <a:ext cx="127" cy="164"/>
                </a:xfrm>
                <a:custGeom>
                  <a:avLst/>
                  <a:gdLst/>
                  <a:ahLst/>
                  <a:cxnLst>
                    <a:cxn ang="0">
                      <a:pos x="65" y="0"/>
                    </a:cxn>
                    <a:cxn ang="0">
                      <a:pos x="51" y="1"/>
                    </a:cxn>
                    <a:cxn ang="0">
                      <a:pos x="38" y="6"/>
                    </a:cxn>
                    <a:cxn ang="0">
                      <a:pos x="27" y="13"/>
                    </a:cxn>
                    <a:cxn ang="0">
                      <a:pos x="17" y="20"/>
                    </a:cxn>
                    <a:cxn ang="0">
                      <a:pos x="9" y="32"/>
                    </a:cxn>
                    <a:cxn ang="0">
                      <a:pos x="5" y="44"/>
                    </a:cxn>
                    <a:cxn ang="0">
                      <a:pos x="1" y="58"/>
                    </a:cxn>
                    <a:cxn ang="0">
                      <a:pos x="0" y="74"/>
                    </a:cxn>
                    <a:cxn ang="0">
                      <a:pos x="0" y="103"/>
                    </a:cxn>
                    <a:cxn ang="0">
                      <a:pos x="0" y="126"/>
                    </a:cxn>
                    <a:cxn ang="0">
                      <a:pos x="0" y="145"/>
                    </a:cxn>
                    <a:cxn ang="0">
                      <a:pos x="0" y="164"/>
                    </a:cxn>
                    <a:cxn ang="0">
                      <a:pos x="27" y="164"/>
                    </a:cxn>
                    <a:cxn ang="0">
                      <a:pos x="44" y="164"/>
                    </a:cxn>
                    <a:cxn ang="0">
                      <a:pos x="55" y="164"/>
                    </a:cxn>
                    <a:cxn ang="0">
                      <a:pos x="63" y="164"/>
                    </a:cxn>
                    <a:cxn ang="0">
                      <a:pos x="71" y="164"/>
                    </a:cxn>
                    <a:cxn ang="0">
                      <a:pos x="82" y="164"/>
                    </a:cxn>
                    <a:cxn ang="0">
                      <a:pos x="100" y="164"/>
                    </a:cxn>
                    <a:cxn ang="0">
                      <a:pos x="127" y="164"/>
                    </a:cxn>
                    <a:cxn ang="0">
                      <a:pos x="127" y="139"/>
                    </a:cxn>
                    <a:cxn ang="0">
                      <a:pos x="127" y="114"/>
                    </a:cxn>
                    <a:cxn ang="0">
                      <a:pos x="127" y="90"/>
                    </a:cxn>
                    <a:cxn ang="0">
                      <a:pos x="127" y="71"/>
                    </a:cxn>
                    <a:cxn ang="0">
                      <a:pos x="127" y="62"/>
                    </a:cxn>
                    <a:cxn ang="0">
                      <a:pos x="123" y="51"/>
                    </a:cxn>
                    <a:cxn ang="0">
                      <a:pos x="119" y="38"/>
                    </a:cxn>
                    <a:cxn ang="0">
                      <a:pos x="112" y="27"/>
                    </a:cxn>
                    <a:cxn ang="0">
                      <a:pos x="104" y="16"/>
                    </a:cxn>
                    <a:cxn ang="0">
                      <a:pos x="93" y="8"/>
                    </a:cxn>
                    <a:cxn ang="0">
                      <a:pos x="81" y="1"/>
                    </a:cxn>
                    <a:cxn ang="0">
                      <a:pos x="65" y="0"/>
                    </a:cxn>
                  </a:cxnLst>
                  <a:rect l="0" t="0" r="r" b="b"/>
                  <a:pathLst>
                    <a:path w="127" h="164">
                      <a:moveTo>
                        <a:pt x="65" y="0"/>
                      </a:moveTo>
                      <a:lnTo>
                        <a:pt x="51" y="1"/>
                      </a:lnTo>
                      <a:lnTo>
                        <a:pt x="38" y="6"/>
                      </a:lnTo>
                      <a:lnTo>
                        <a:pt x="27" y="13"/>
                      </a:lnTo>
                      <a:lnTo>
                        <a:pt x="17" y="20"/>
                      </a:lnTo>
                      <a:lnTo>
                        <a:pt x="9" y="32"/>
                      </a:lnTo>
                      <a:lnTo>
                        <a:pt x="5" y="44"/>
                      </a:lnTo>
                      <a:lnTo>
                        <a:pt x="1" y="58"/>
                      </a:lnTo>
                      <a:lnTo>
                        <a:pt x="0" y="74"/>
                      </a:lnTo>
                      <a:lnTo>
                        <a:pt x="0" y="103"/>
                      </a:lnTo>
                      <a:lnTo>
                        <a:pt x="0" y="126"/>
                      </a:lnTo>
                      <a:lnTo>
                        <a:pt x="0" y="145"/>
                      </a:lnTo>
                      <a:lnTo>
                        <a:pt x="0" y="164"/>
                      </a:lnTo>
                      <a:lnTo>
                        <a:pt x="27" y="164"/>
                      </a:lnTo>
                      <a:lnTo>
                        <a:pt x="44" y="164"/>
                      </a:lnTo>
                      <a:lnTo>
                        <a:pt x="55" y="164"/>
                      </a:lnTo>
                      <a:lnTo>
                        <a:pt x="63" y="164"/>
                      </a:lnTo>
                      <a:lnTo>
                        <a:pt x="71" y="164"/>
                      </a:lnTo>
                      <a:lnTo>
                        <a:pt x="82" y="164"/>
                      </a:lnTo>
                      <a:lnTo>
                        <a:pt x="100" y="164"/>
                      </a:lnTo>
                      <a:lnTo>
                        <a:pt x="127" y="164"/>
                      </a:lnTo>
                      <a:lnTo>
                        <a:pt x="127" y="139"/>
                      </a:lnTo>
                      <a:lnTo>
                        <a:pt x="127" y="114"/>
                      </a:lnTo>
                      <a:lnTo>
                        <a:pt x="127" y="90"/>
                      </a:lnTo>
                      <a:lnTo>
                        <a:pt x="127" y="71"/>
                      </a:lnTo>
                      <a:lnTo>
                        <a:pt x="127" y="62"/>
                      </a:lnTo>
                      <a:lnTo>
                        <a:pt x="123" y="51"/>
                      </a:lnTo>
                      <a:lnTo>
                        <a:pt x="119" y="38"/>
                      </a:lnTo>
                      <a:lnTo>
                        <a:pt x="112" y="27"/>
                      </a:lnTo>
                      <a:lnTo>
                        <a:pt x="104" y="16"/>
                      </a:lnTo>
                      <a:lnTo>
                        <a:pt x="93" y="8"/>
                      </a:lnTo>
                      <a:lnTo>
                        <a:pt x="81" y="1"/>
                      </a:lnTo>
                      <a:lnTo>
                        <a:pt x="65" y="0"/>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560" name="Rectangle 367"/>
                <p:cNvSpPr>
                  <a:spLocks noChangeArrowheads="1"/>
                </p:cNvSpPr>
                <p:nvPr/>
              </p:nvSpPr>
              <p:spPr bwMode="auto">
                <a:xfrm>
                  <a:off x="4803" y="2901"/>
                  <a:ext cx="206" cy="386"/>
                </a:xfrm>
                <a:prstGeom prst="rect">
                  <a:avLst/>
                </a:prstGeom>
                <a:solidFill>
                  <a:srgbClr val="FFFFFF"/>
                </a:solidFill>
                <a:ln w="9525">
                  <a:noFill/>
                  <a:miter lim="800000"/>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561" name="Freeform 368"/>
                <p:cNvSpPr/>
                <p:nvPr/>
              </p:nvSpPr>
              <p:spPr bwMode="auto">
                <a:xfrm>
                  <a:off x="4736" y="2819"/>
                  <a:ext cx="13" cy="318"/>
                </a:xfrm>
                <a:custGeom>
                  <a:avLst/>
                  <a:gdLst/>
                  <a:ahLst/>
                  <a:cxnLst>
                    <a:cxn ang="0">
                      <a:pos x="8" y="16"/>
                    </a:cxn>
                    <a:cxn ang="0">
                      <a:pos x="0" y="8"/>
                    </a:cxn>
                    <a:cxn ang="0">
                      <a:pos x="0" y="320"/>
                    </a:cxn>
                    <a:cxn ang="0">
                      <a:pos x="16" y="320"/>
                    </a:cxn>
                    <a:cxn ang="0">
                      <a:pos x="16" y="8"/>
                    </a:cxn>
                    <a:cxn ang="0">
                      <a:pos x="8" y="0"/>
                    </a:cxn>
                    <a:cxn ang="0">
                      <a:pos x="16" y="8"/>
                    </a:cxn>
                    <a:cxn ang="0">
                      <a:pos x="16" y="0"/>
                    </a:cxn>
                    <a:cxn ang="0">
                      <a:pos x="8" y="0"/>
                    </a:cxn>
                    <a:cxn ang="0">
                      <a:pos x="8" y="16"/>
                    </a:cxn>
                  </a:cxnLst>
                  <a:rect l="0" t="0" r="r" b="b"/>
                  <a:pathLst>
                    <a:path w="16" h="320">
                      <a:moveTo>
                        <a:pt x="8" y="16"/>
                      </a:moveTo>
                      <a:lnTo>
                        <a:pt x="0" y="8"/>
                      </a:lnTo>
                      <a:lnTo>
                        <a:pt x="0" y="320"/>
                      </a:lnTo>
                      <a:lnTo>
                        <a:pt x="16" y="320"/>
                      </a:lnTo>
                      <a:lnTo>
                        <a:pt x="16" y="8"/>
                      </a:lnTo>
                      <a:lnTo>
                        <a:pt x="8" y="0"/>
                      </a:lnTo>
                      <a:lnTo>
                        <a:pt x="16" y="8"/>
                      </a:lnTo>
                      <a:lnTo>
                        <a:pt x="16" y="0"/>
                      </a:lnTo>
                      <a:lnTo>
                        <a:pt x="8" y="0"/>
                      </a:lnTo>
                      <a:lnTo>
                        <a:pt x="8" y="16"/>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562" name="Freeform 369"/>
                <p:cNvSpPr/>
                <p:nvPr/>
              </p:nvSpPr>
              <p:spPr bwMode="auto">
                <a:xfrm>
                  <a:off x="4559" y="2819"/>
                  <a:ext cx="184" cy="21"/>
                </a:xfrm>
                <a:custGeom>
                  <a:avLst/>
                  <a:gdLst/>
                  <a:ahLst/>
                  <a:cxnLst>
                    <a:cxn ang="0">
                      <a:pos x="16" y="8"/>
                    </a:cxn>
                    <a:cxn ang="0">
                      <a:pos x="8" y="16"/>
                    </a:cxn>
                    <a:cxn ang="0">
                      <a:pos x="187" y="16"/>
                    </a:cxn>
                    <a:cxn ang="0">
                      <a:pos x="187" y="0"/>
                    </a:cxn>
                    <a:cxn ang="0">
                      <a:pos x="8" y="0"/>
                    </a:cxn>
                    <a:cxn ang="0">
                      <a:pos x="0" y="8"/>
                    </a:cxn>
                    <a:cxn ang="0">
                      <a:pos x="8" y="0"/>
                    </a:cxn>
                    <a:cxn ang="0">
                      <a:pos x="0" y="0"/>
                    </a:cxn>
                    <a:cxn ang="0">
                      <a:pos x="0" y="8"/>
                    </a:cxn>
                    <a:cxn ang="0">
                      <a:pos x="16" y="8"/>
                    </a:cxn>
                  </a:cxnLst>
                  <a:rect l="0" t="0" r="r" b="b"/>
                  <a:pathLst>
                    <a:path w="187" h="16">
                      <a:moveTo>
                        <a:pt x="16" y="8"/>
                      </a:moveTo>
                      <a:lnTo>
                        <a:pt x="8" y="16"/>
                      </a:lnTo>
                      <a:lnTo>
                        <a:pt x="187" y="16"/>
                      </a:lnTo>
                      <a:lnTo>
                        <a:pt x="187" y="0"/>
                      </a:lnTo>
                      <a:lnTo>
                        <a:pt x="8" y="0"/>
                      </a:lnTo>
                      <a:lnTo>
                        <a:pt x="0" y="8"/>
                      </a:lnTo>
                      <a:lnTo>
                        <a:pt x="8" y="0"/>
                      </a:lnTo>
                      <a:lnTo>
                        <a:pt x="0" y="0"/>
                      </a:lnTo>
                      <a:lnTo>
                        <a:pt x="0" y="8"/>
                      </a:lnTo>
                      <a:lnTo>
                        <a:pt x="16"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563" name="Freeform 370"/>
                <p:cNvSpPr/>
                <p:nvPr/>
              </p:nvSpPr>
              <p:spPr bwMode="auto">
                <a:xfrm>
                  <a:off x="4559" y="2826"/>
                  <a:ext cx="13" cy="318"/>
                </a:xfrm>
                <a:custGeom>
                  <a:avLst/>
                  <a:gdLst/>
                  <a:ahLst/>
                  <a:cxnLst>
                    <a:cxn ang="0">
                      <a:pos x="8" y="304"/>
                    </a:cxn>
                    <a:cxn ang="0">
                      <a:pos x="16" y="312"/>
                    </a:cxn>
                    <a:cxn ang="0">
                      <a:pos x="16" y="0"/>
                    </a:cxn>
                    <a:cxn ang="0">
                      <a:pos x="0" y="0"/>
                    </a:cxn>
                    <a:cxn ang="0">
                      <a:pos x="0" y="312"/>
                    </a:cxn>
                    <a:cxn ang="0">
                      <a:pos x="8" y="320"/>
                    </a:cxn>
                    <a:cxn ang="0">
                      <a:pos x="0" y="312"/>
                    </a:cxn>
                    <a:cxn ang="0">
                      <a:pos x="0" y="320"/>
                    </a:cxn>
                    <a:cxn ang="0">
                      <a:pos x="8" y="320"/>
                    </a:cxn>
                    <a:cxn ang="0">
                      <a:pos x="8" y="304"/>
                    </a:cxn>
                  </a:cxnLst>
                  <a:rect l="0" t="0" r="r" b="b"/>
                  <a:pathLst>
                    <a:path w="16" h="320">
                      <a:moveTo>
                        <a:pt x="8" y="304"/>
                      </a:moveTo>
                      <a:lnTo>
                        <a:pt x="16" y="312"/>
                      </a:lnTo>
                      <a:lnTo>
                        <a:pt x="16" y="0"/>
                      </a:lnTo>
                      <a:lnTo>
                        <a:pt x="0" y="0"/>
                      </a:lnTo>
                      <a:lnTo>
                        <a:pt x="0" y="312"/>
                      </a:lnTo>
                      <a:lnTo>
                        <a:pt x="8" y="320"/>
                      </a:lnTo>
                      <a:lnTo>
                        <a:pt x="0" y="312"/>
                      </a:lnTo>
                      <a:lnTo>
                        <a:pt x="0" y="320"/>
                      </a:lnTo>
                      <a:lnTo>
                        <a:pt x="8" y="320"/>
                      </a:lnTo>
                      <a:lnTo>
                        <a:pt x="8" y="304"/>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564" name="Freeform 371"/>
                <p:cNvSpPr/>
                <p:nvPr/>
              </p:nvSpPr>
              <p:spPr bwMode="auto">
                <a:xfrm>
                  <a:off x="4565" y="3134"/>
                  <a:ext cx="184" cy="14"/>
                </a:xfrm>
                <a:custGeom>
                  <a:avLst/>
                  <a:gdLst/>
                  <a:ahLst/>
                  <a:cxnLst>
                    <a:cxn ang="0">
                      <a:pos x="171" y="8"/>
                    </a:cxn>
                    <a:cxn ang="0">
                      <a:pos x="179" y="0"/>
                    </a:cxn>
                    <a:cxn ang="0">
                      <a:pos x="0" y="0"/>
                    </a:cxn>
                    <a:cxn ang="0">
                      <a:pos x="0" y="16"/>
                    </a:cxn>
                    <a:cxn ang="0">
                      <a:pos x="179" y="16"/>
                    </a:cxn>
                    <a:cxn ang="0">
                      <a:pos x="187" y="8"/>
                    </a:cxn>
                    <a:cxn ang="0">
                      <a:pos x="179" y="16"/>
                    </a:cxn>
                    <a:cxn ang="0">
                      <a:pos x="187" y="16"/>
                    </a:cxn>
                    <a:cxn ang="0">
                      <a:pos x="187" y="8"/>
                    </a:cxn>
                    <a:cxn ang="0">
                      <a:pos x="171" y="8"/>
                    </a:cxn>
                  </a:cxnLst>
                  <a:rect l="0" t="0" r="r" b="b"/>
                  <a:pathLst>
                    <a:path w="187" h="16">
                      <a:moveTo>
                        <a:pt x="171" y="8"/>
                      </a:moveTo>
                      <a:lnTo>
                        <a:pt x="179" y="0"/>
                      </a:lnTo>
                      <a:lnTo>
                        <a:pt x="0" y="0"/>
                      </a:lnTo>
                      <a:lnTo>
                        <a:pt x="0" y="16"/>
                      </a:lnTo>
                      <a:lnTo>
                        <a:pt x="179" y="16"/>
                      </a:lnTo>
                      <a:lnTo>
                        <a:pt x="187" y="8"/>
                      </a:lnTo>
                      <a:lnTo>
                        <a:pt x="179" y="16"/>
                      </a:lnTo>
                      <a:lnTo>
                        <a:pt x="187" y="16"/>
                      </a:lnTo>
                      <a:lnTo>
                        <a:pt x="187" y="8"/>
                      </a:lnTo>
                      <a:lnTo>
                        <a:pt x="171"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565" name="Freeform 372"/>
                <p:cNvSpPr/>
                <p:nvPr/>
              </p:nvSpPr>
              <p:spPr bwMode="auto">
                <a:xfrm>
                  <a:off x="4568" y="2916"/>
                  <a:ext cx="174" cy="11"/>
                </a:xfrm>
                <a:custGeom>
                  <a:avLst/>
                  <a:gdLst/>
                  <a:ahLst/>
                  <a:cxnLst>
                    <a:cxn ang="0">
                      <a:pos x="176" y="8"/>
                    </a:cxn>
                    <a:cxn ang="0">
                      <a:pos x="176" y="0"/>
                    </a:cxn>
                    <a:cxn ang="0">
                      <a:pos x="0" y="0"/>
                    </a:cxn>
                    <a:cxn ang="0">
                      <a:pos x="0" y="16"/>
                    </a:cxn>
                    <a:cxn ang="0">
                      <a:pos x="176" y="16"/>
                    </a:cxn>
                    <a:cxn ang="0">
                      <a:pos x="176" y="8"/>
                    </a:cxn>
                  </a:cxnLst>
                  <a:rect l="0" t="0" r="r" b="b"/>
                  <a:pathLst>
                    <a:path w="176" h="16">
                      <a:moveTo>
                        <a:pt x="176" y="8"/>
                      </a:moveTo>
                      <a:lnTo>
                        <a:pt x="176" y="0"/>
                      </a:lnTo>
                      <a:lnTo>
                        <a:pt x="0" y="0"/>
                      </a:lnTo>
                      <a:lnTo>
                        <a:pt x="0" y="16"/>
                      </a:lnTo>
                      <a:lnTo>
                        <a:pt x="176" y="16"/>
                      </a:lnTo>
                      <a:lnTo>
                        <a:pt x="176"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566" name="Freeform 373"/>
                <p:cNvSpPr/>
                <p:nvPr/>
              </p:nvSpPr>
              <p:spPr bwMode="auto">
                <a:xfrm>
                  <a:off x="4568" y="3026"/>
                  <a:ext cx="174" cy="18"/>
                </a:xfrm>
                <a:custGeom>
                  <a:avLst/>
                  <a:gdLst/>
                  <a:ahLst/>
                  <a:cxnLst>
                    <a:cxn ang="0">
                      <a:pos x="176" y="8"/>
                    </a:cxn>
                    <a:cxn ang="0">
                      <a:pos x="176" y="0"/>
                    </a:cxn>
                    <a:cxn ang="0">
                      <a:pos x="0" y="0"/>
                    </a:cxn>
                    <a:cxn ang="0">
                      <a:pos x="0" y="16"/>
                    </a:cxn>
                    <a:cxn ang="0">
                      <a:pos x="176" y="16"/>
                    </a:cxn>
                    <a:cxn ang="0">
                      <a:pos x="176" y="8"/>
                    </a:cxn>
                  </a:cxnLst>
                  <a:rect l="0" t="0" r="r" b="b"/>
                  <a:pathLst>
                    <a:path w="176" h="16">
                      <a:moveTo>
                        <a:pt x="176" y="8"/>
                      </a:moveTo>
                      <a:lnTo>
                        <a:pt x="176" y="0"/>
                      </a:lnTo>
                      <a:lnTo>
                        <a:pt x="0" y="0"/>
                      </a:lnTo>
                      <a:lnTo>
                        <a:pt x="0" y="16"/>
                      </a:lnTo>
                      <a:lnTo>
                        <a:pt x="176" y="16"/>
                      </a:lnTo>
                      <a:lnTo>
                        <a:pt x="176"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567" name="Freeform 374"/>
                <p:cNvSpPr/>
                <p:nvPr/>
              </p:nvSpPr>
              <p:spPr bwMode="auto">
                <a:xfrm>
                  <a:off x="4644" y="2837"/>
                  <a:ext cx="16" cy="300"/>
                </a:xfrm>
                <a:custGeom>
                  <a:avLst/>
                  <a:gdLst/>
                  <a:ahLst/>
                  <a:cxnLst>
                    <a:cxn ang="0">
                      <a:pos x="7" y="302"/>
                    </a:cxn>
                    <a:cxn ang="0">
                      <a:pos x="15" y="302"/>
                    </a:cxn>
                    <a:cxn ang="0">
                      <a:pos x="15" y="0"/>
                    </a:cxn>
                    <a:cxn ang="0">
                      <a:pos x="0" y="0"/>
                    </a:cxn>
                    <a:cxn ang="0">
                      <a:pos x="0" y="302"/>
                    </a:cxn>
                    <a:cxn ang="0">
                      <a:pos x="7" y="302"/>
                    </a:cxn>
                  </a:cxnLst>
                  <a:rect l="0" t="0" r="r" b="b"/>
                  <a:pathLst>
                    <a:path w="15" h="302">
                      <a:moveTo>
                        <a:pt x="7" y="302"/>
                      </a:moveTo>
                      <a:lnTo>
                        <a:pt x="15" y="302"/>
                      </a:lnTo>
                      <a:lnTo>
                        <a:pt x="15" y="0"/>
                      </a:lnTo>
                      <a:lnTo>
                        <a:pt x="0" y="0"/>
                      </a:lnTo>
                      <a:lnTo>
                        <a:pt x="0" y="302"/>
                      </a:lnTo>
                      <a:lnTo>
                        <a:pt x="7" y="302"/>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568" name="Freeform 375"/>
                <p:cNvSpPr/>
                <p:nvPr/>
              </p:nvSpPr>
              <p:spPr bwMode="auto">
                <a:xfrm>
                  <a:off x="5240" y="2819"/>
                  <a:ext cx="16" cy="318"/>
                </a:xfrm>
                <a:custGeom>
                  <a:avLst/>
                  <a:gdLst/>
                  <a:ahLst/>
                  <a:cxnLst>
                    <a:cxn ang="0">
                      <a:pos x="8" y="16"/>
                    </a:cxn>
                    <a:cxn ang="0">
                      <a:pos x="0" y="8"/>
                    </a:cxn>
                    <a:cxn ang="0">
                      <a:pos x="0" y="320"/>
                    </a:cxn>
                    <a:cxn ang="0">
                      <a:pos x="16" y="320"/>
                    </a:cxn>
                    <a:cxn ang="0">
                      <a:pos x="16" y="8"/>
                    </a:cxn>
                    <a:cxn ang="0">
                      <a:pos x="8" y="0"/>
                    </a:cxn>
                    <a:cxn ang="0">
                      <a:pos x="16" y="8"/>
                    </a:cxn>
                    <a:cxn ang="0">
                      <a:pos x="16" y="0"/>
                    </a:cxn>
                    <a:cxn ang="0">
                      <a:pos x="8" y="0"/>
                    </a:cxn>
                    <a:cxn ang="0">
                      <a:pos x="8" y="16"/>
                    </a:cxn>
                  </a:cxnLst>
                  <a:rect l="0" t="0" r="r" b="b"/>
                  <a:pathLst>
                    <a:path w="16" h="320">
                      <a:moveTo>
                        <a:pt x="8" y="16"/>
                      </a:moveTo>
                      <a:lnTo>
                        <a:pt x="0" y="8"/>
                      </a:lnTo>
                      <a:lnTo>
                        <a:pt x="0" y="320"/>
                      </a:lnTo>
                      <a:lnTo>
                        <a:pt x="16" y="320"/>
                      </a:lnTo>
                      <a:lnTo>
                        <a:pt x="16" y="8"/>
                      </a:lnTo>
                      <a:lnTo>
                        <a:pt x="8" y="0"/>
                      </a:lnTo>
                      <a:lnTo>
                        <a:pt x="16" y="8"/>
                      </a:lnTo>
                      <a:lnTo>
                        <a:pt x="16" y="0"/>
                      </a:lnTo>
                      <a:lnTo>
                        <a:pt x="8" y="0"/>
                      </a:lnTo>
                      <a:lnTo>
                        <a:pt x="8" y="16"/>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569" name="Freeform 376"/>
                <p:cNvSpPr/>
                <p:nvPr/>
              </p:nvSpPr>
              <p:spPr bwMode="auto">
                <a:xfrm>
                  <a:off x="5060" y="2819"/>
                  <a:ext cx="187" cy="21"/>
                </a:xfrm>
                <a:custGeom>
                  <a:avLst/>
                  <a:gdLst/>
                  <a:ahLst/>
                  <a:cxnLst>
                    <a:cxn ang="0">
                      <a:pos x="16" y="8"/>
                    </a:cxn>
                    <a:cxn ang="0">
                      <a:pos x="8" y="16"/>
                    </a:cxn>
                    <a:cxn ang="0">
                      <a:pos x="187" y="16"/>
                    </a:cxn>
                    <a:cxn ang="0">
                      <a:pos x="187" y="0"/>
                    </a:cxn>
                    <a:cxn ang="0">
                      <a:pos x="8" y="0"/>
                    </a:cxn>
                    <a:cxn ang="0">
                      <a:pos x="0" y="8"/>
                    </a:cxn>
                    <a:cxn ang="0">
                      <a:pos x="8" y="0"/>
                    </a:cxn>
                    <a:cxn ang="0">
                      <a:pos x="0" y="0"/>
                    </a:cxn>
                    <a:cxn ang="0">
                      <a:pos x="0" y="8"/>
                    </a:cxn>
                    <a:cxn ang="0">
                      <a:pos x="16" y="8"/>
                    </a:cxn>
                  </a:cxnLst>
                  <a:rect l="0" t="0" r="r" b="b"/>
                  <a:pathLst>
                    <a:path w="187" h="16">
                      <a:moveTo>
                        <a:pt x="16" y="8"/>
                      </a:moveTo>
                      <a:lnTo>
                        <a:pt x="8" y="16"/>
                      </a:lnTo>
                      <a:lnTo>
                        <a:pt x="187" y="16"/>
                      </a:lnTo>
                      <a:lnTo>
                        <a:pt x="187" y="0"/>
                      </a:lnTo>
                      <a:lnTo>
                        <a:pt x="8" y="0"/>
                      </a:lnTo>
                      <a:lnTo>
                        <a:pt x="0" y="8"/>
                      </a:lnTo>
                      <a:lnTo>
                        <a:pt x="8" y="0"/>
                      </a:lnTo>
                      <a:lnTo>
                        <a:pt x="0" y="0"/>
                      </a:lnTo>
                      <a:lnTo>
                        <a:pt x="0" y="8"/>
                      </a:lnTo>
                      <a:lnTo>
                        <a:pt x="16"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570" name="Freeform 377"/>
                <p:cNvSpPr/>
                <p:nvPr/>
              </p:nvSpPr>
              <p:spPr bwMode="auto">
                <a:xfrm>
                  <a:off x="5060" y="2826"/>
                  <a:ext cx="16" cy="318"/>
                </a:xfrm>
                <a:custGeom>
                  <a:avLst/>
                  <a:gdLst/>
                  <a:ahLst/>
                  <a:cxnLst>
                    <a:cxn ang="0">
                      <a:pos x="8" y="304"/>
                    </a:cxn>
                    <a:cxn ang="0">
                      <a:pos x="16" y="312"/>
                    </a:cxn>
                    <a:cxn ang="0">
                      <a:pos x="16" y="0"/>
                    </a:cxn>
                    <a:cxn ang="0">
                      <a:pos x="0" y="0"/>
                    </a:cxn>
                    <a:cxn ang="0">
                      <a:pos x="0" y="312"/>
                    </a:cxn>
                    <a:cxn ang="0">
                      <a:pos x="8" y="320"/>
                    </a:cxn>
                    <a:cxn ang="0">
                      <a:pos x="0" y="312"/>
                    </a:cxn>
                    <a:cxn ang="0">
                      <a:pos x="0" y="320"/>
                    </a:cxn>
                    <a:cxn ang="0">
                      <a:pos x="8" y="320"/>
                    </a:cxn>
                    <a:cxn ang="0">
                      <a:pos x="8" y="304"/>
                    </a:cxn>
                  </a:cxnLst>
                  <a:rect l="0" t="0" r="r" b="b"/>
                  <a:pathLst>
                    <a:path w="16" h="320">
                      <a:moveTo>
                        <a:pt x="8" y="304"/>
                      </a:moveTo>
                      <a:lnTo>
                        <a:pt x="16" y="312"/>
                      </a:lnTo>
                      <a:lnTo>
                        <a:pt x="16" y="0"/>
                      </a:lnTo>
                      <a:lnTo>
                        <a:pt x="0" y="0"/>
                      </a:lnTo>
                      <a:lnTo>
                        <a:pt x="0" y="312"/>
                      </a:lnTo>
                      <a:lnTo>
                        <a:pt x="8" y="320"/>
                      </a:lnTo>
                      <a:lnTo>
                        <a:pt x="0" y="312"/>
                      </a:lnTo>
                      <a:lnTo>
                        <a:pt x="0" y="320"/>
                      </a:lnTo>
                      <a:lnTo>
                        <a:pt x="8" y="320"/>
                      </a:lnTo>
                      <a:lnTo>
                        <a:pt x="8" y="304"/>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571" name="Freeform 378"/>
                <p:cNvSpPr/>
                <p:nvPr/>
              </p:nvSpPr>
              <p:spPr bwMode="auto">
                <a:xfrm>
                  <a:off x="5069" y="3134"/>
                  <a:ext cx="187" cy="14"/>
                </a:xfrm>
                <a:custGeom>
                  <a:avLst/>
                  <a:gdLst/>
                  <a:ahLst/>
                  <a:cxnLst>
                    <a:cxn ang="0">
                      <a:pos x="171" y="8"/>
                    </a:cxn>
                    <a:cxn ang="0">
                      <a:pos x="179" y="0"/>
                    </a:cxn>
                    <a:cxn ang="0">
                      <a:pos x="0" y="0"/>
                    </a:cxn>
                    <a:cxn ang="0">
                      <a:pos x="0" y="16"/>
                    </a:cxn>
                    <a:cxn ang="0">
                      <a:pos x="179" y="16"/>
                    </a:cxn>
                    <a:cxn ang="0">
                      <a:pos x="187" y="8"/>
                    </a:cxn>
                    <a:cxn ang="0">
                      <a:pos x="179" y="16"/>
                    </a:cxn>
                    <a:cxn ang="0">
                      <a:pos x="187" y="16"/>
                    </a:cxn>
                    <a:cxn ang="0">
                      <a:pos x="187" y="8"/>
                    </a:cxn>
                    <a:cxn ang="0">
                      <a:pos x="171" y="8"/>
                    </a:cxn>
                  </a:cxnLst>
                  <a:rect l="0" t="0" r="r" b="b"/>
                  <a:pathLst>
                    <a:path w="187" h="16">
                      <a:moveTo>
                        <a:pt x="171" y="8"/>
                      </a:moveTo>
                      <a:lnTo>
                        <a:pt x="179" y="0"/>
                      </a:lnTo>
                      <a:lnTo>
                        <a:pt x="0" y="0"/>
                      </a:lnTo>
                      <a:lnTo>
                        <a:pt x="0" y="16"/>
                      </a:lnTo>
                      <a:lnTo>
                        <a:pt x="179" y="16"/>
                      </a:lnTo>
                      <a:lnTo>
                        <a:pt x="187" y="8"/>
                      </a:lnTo>
                      <a:lnTo>
                        <a:pt x="179" y="16"/>
                      </a:lnTo>
                      <a:lnTo>
                        <a:pt x="187" y="16"/>
                      </a:lnTo>
                      <a:lnTo>
                        <a:pt x="187" y="8"/>
                      </a:lnTo>
                      <a:lnTo>
                        <a:pt x="171"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572" name="Freeform 379"/>
                <p:cNvSpPr/>
                <p:nvPr/>
              </p:nvSpPr>
              <p:spPr bwMode="auto">
                <a:xfrm>
                  <a:off x="5069" y="2916"/>
                  <a:ext cx="174" cy="11"/>
                </a:xfrm>
                <a:custGeom>
                  <a:avLst/>
                  <a:gdLst/>
                  <a:ahLst/>
                  <a:cxnLst>
                    <a:cxn ang="0">
                      <a:pos x="175" y="8"/>
                    </a:cxn>
                    <a:cxn ang="0">
                      <a:pos x="175" y="0"/>
                    </a:cxn>
                    <a:cxn ang="0">
                      <a:pos x="0" y="0"/>
                    </a:cxn>
                    <a:cxn ang="0">
                      <a:pos x="0" y="16"/>
                    </a:cxn>
                    <a:cxn ang="0">
                      <a:pos x="175" y="16"/>
                    </a:cxn>
                    <a:cxn ang="0">
                      <a:pos x="175" y="8"/>
                    </a:cxn>
                  </a:cxnLst>
                  <a:rect l="0" t="0" r="r" b="b"/>
                  <a:pathLst>
                    <a:path w="175" h="16">
                      <a:moveTo>
                        <a:pt x="175" y="8"/>
                      </a:moveTo>
                      <a:lnTo>
                        <a:pt x="175" y="0"/>
                      </a:lnTo>
                      <a:lnTo>
                        <a:pt x="0" y="0"/>
                      </a:lnTo>
                      <a:lnTo>
                        <a:pt x="0" y="16"/>
                      </a:lnTo>
                      <a:lnTo>
                        <a:pt x="175" y="16"/>
                      </a:lnTo>
                      <a:lnTo>
                        <a:pt x="175"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573" name="Freeform 380"/>
                <p:cNvSpPr/>
                <p:nvPr/>
              </p:nvSpPr>
              <p:spPr bwMode="auto">
                <a:xfrm>
                  <a:off x="5069" y="3026"/>
                  <a:ext cx="174" cy="18"/>
                </a:xfrm>
                <a:custGeom>
                  <a:avLst/>
                  <a:gdLst/>
                  <a:ahLst/>
                  <a:cxnLst>
                    <a:cxn ang="0">
                      <a:pos x="175" y="8"/>
                    </a:cxn>
                    <a:cxn ang="0">
                      <a:pos x="175" y="0"/>
                    </a:cxn>
                    <a:cxn ang="0">
                      <a:pos x="0" y="0"/>
                    </a:cxn>
                    <a:cxn ang="0">
                      <a:pos x="0" y="16"/>
                    </a:cxn>
                    <a:cxn ang="0">
                      <a:pos x="175" y="16"/>
                    </a:cxn>
                    <a:cxn ang="0">
                      <a:pos x="175" y="8"/>
                    </a:cxn>
                  </a:cxnLst>
                  <a:rect l="0" t="0" r="r" b="b"/>
                  <a:pathLst>
                    <a:path w="175" h="16">
                      <a:moveTo>
                        <a:pt x="175" y="8"/>
                      </a:moveTo>
                      <a:lnTo>
                        <a:pt x="175" y="0"/>
                      </a:lnTo>
                      <a:lnTo>
                        <a:pt x="0" y="0"/>
                      </a:lnTo>
                      <a:lnTo>
                        <a:pt x="0" y="16"/>
                      </a:lnTo>
                      <a:lnTo>
                        <a:pt x="175" y="16"/>
                      </a:lnTo>
                      <a:lnTo>
                        <a:pt x="175"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574" name="Freeform 381"/>
                <p:cNvSpPr/>
                <p:nvPr/>
              </p:nvSpPr>
              <p:spPr bwMode="auto">
                <a:xfrm>
                  <a:off x="5148" y="2837"/>
                  <a:ext cx="13" cy="300"/>
                </a:xfrm>
                <a:custGeom>
                  <a:avLst/>
                  <a:gdLst/>
                  <a:ahLst/>
                  <a:cxnLst>
                    <a:cxn ang="0">
                      <a:pos x="8" y="302"/>
                    </a:cxn>
                    <a:cxn ang="0">
                      <a:pos x="16" y="302"/>
                    </a:cxn>
                    <a:cxn ang="0">
                      <a:pos x="16" y="0"/>
                    </a:cxn>
                    <a:cxn ang="0">
                      <a:pos x="0" y="0"/>
                    </a:cxn>
                    <a:cxn ang="0">
                      <a:pos x="0" y="302"/>
                    </a:cxn>
                    <a:cxn ang="0">
                      <a:pos x="8" y="302"/>
                    </a:cxn>
                  </a:cxnLst>
                  <a:rect l="0" t="0" r="r" b="b"/>
                  <a:pathLst>
                    <a:path w="16" h="302">
                      <a:moveTo>
                        <a:pt x="8" y="302"/>
                      </a:moveTo>
                      <a:lnTo>
                        <a:pt x="16" y="302"/>
                      </a:lnTo>
                      <a:lnTo>
                        <a:pt x="16" y="0"/>
                      </a:lnTo>
                      <a:lnTo>
                        <a:pt x="0" y="0"/>
                      </a:lnTo>
                      <a:lnTo>
                        <a:pt x="0" y="302"/>
                      </a:lnTo>
                      <a:lnTo>
                        <a:pt x="8" y="302"/>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575" name="Freeform 382"/>
                <p:cNvSpPr/>
                <p:nvPr/>
              </p:nvSpPr>
              <p:spPr bwMode="auto">
                <a:xfrm>
                  <a:off x="4850" y="2237"/>
                  <a:ext cx="101" cy="111"/>
                </a:xfrm>
                <a:custGeom>
                  <a:avLst/>
                  <a:gdLst/>
                  <a:ahLst/>
                  <a:cxnLst>
                    <a:cxn ang="0">
                      <a:pos x="59" y="112"/>
                    </a:cxn>
                    <a:cxn ang="0">
                      <a:pos x="76" y="112"/>
                    </a:cxn>
                    <a:cxn ang="0">
                      <a:pos x="89" y="109"/>
                    </a:cxn>
                    <a:cxn ang="0">
                      <a:pos x="99" y="107"/>
                    </a:cxn>
                    <a:cxn ang="0">
                      <a:pos x="102" y="104"/>
                    </a:cxn>
                    <a:cxn ang="0">
                      <a:pos x="103" y="103"/>
                    </a:cxn>
                    <a:cxn ang="0">
                      <a:pos x="103" y="98"/>
                    </a:cxn>
                    <a:cxn ang="0">
                      <a:pos x="100" y="88"/>
                    </a:cxn>
                    <a:cxn ang="0">
                      <a:pos x="97" y="79"/>
                    </a:cxn>
                    <a:cxn ang="0">
                      <a:pos x="95" y="73"/>
                    </a:cxn>
                    <a:cxn ang="0">
                      <a:pos x="95" y="68"/>
                    </a:cxn>
                    <a:cxn ang="0">
                      <a:pos x="94" y="66"/>
                    </a:cxn>
                    <a:cxn ang="0">
                      <a:pos x="92" y="60"/>
                    </a:cxn>
                    <a:cxn ang="0">
                      <a:pos x="91" y="50"/>
                    </a:cxn>
                    <a:cxn ang="0">
                      <a:pos x="91" y="42"/>
                    </a:cxn>
                    <a:cxn ang="0">
                      <a:pos x="91" y="41"/>
                    </a:cxn>
                    <a:cxn ang="0">
                      <a:pos x="89" y="33"/>
                    </a:cxn>
                    <a:cxn ang="0">
                      <a:pos x="89" y="22"/>
                    </a:cxn>
                    <a:cxn ang="0">
                      <a:pos x="87" y="9"/>
                    </a:cxn>
                    <a:cxn ang="0">
                      <a:pos x="75" y="1"/>
                    </a:cxn>
                    <a:cxn ang="0">
                      <a:pos x="59" y="0"/>
                    </a:cxn>
                    <a:cxn ang="0">
                      <a:pos x="45" y="3"/>
                    </a:cxn>
                    <a:cxn ang="0">
                      <a:pos x="38" y="14"/>
                    </a:cxn>
                    <a:cxn ang="0">
                      <a:pos x="34" y="25"/>
                    </a:cxn>
                    <a:cxn ang="0">
                      <a:pos x="30" y="31"/>
                    </a:cxn>
                    <a:cxn ang="0">
                      <a:pos x="30" y="33"/>
                    </a:cxn>
                    <a:cxn ang="0">
                      <a:pos x="27" y="39"/>
                    </a:cxn>
                    <a:cxn ang="0">
                      <a:pos x="23" y="49"/>
                    </a:cxn>
                    <a:cxn ang="0">
                      <a:pos x="19" y="54"/>
                    </a:cxn>
                    <a:cxn ang="0">
                      <a:pos x="19" y="55"/>
                    </a:cxn>
                    <a:cxn ang="0">
                      <a:pos x="16" y="58"/>
                    </a:cxn>
                    <a:cxn ang="0">
                      <a:pos x="11" y="63"/>
                    </a:cxn>
                    <a:cxn ang="0">
                      <a:pos x="5" y="73"/>
                    </a:cxn>
                    <a:cxn ang="0">
                      <a:pos x="0" y="82"/>
                    </a:cxn>
                    <a:cxn ang="0">
                      <a:pos x="0" y="87"/>
                    </a:cxn>
                    <a:cxn ang="0">
                      <a:pos x="0" y="88"/>
                    </a:cxn>
                    <a:cxn ang="0">
                      <a:pos x="7" y="93"/>
                    </a:cxn>
                    <a:cxn ang="0">
                      <a:pos x="29" y="106"/>
                    </a:cxn>
                  </a:cxnLst>
                  <a:rect l="0" t="0" r="r" b="b"/>
                  <a:pathLst>
                    <a:path w="103" h="112">
                      <a:moveTo>
                        <a:pt x="48" y="110"/>
                      </a:moveTo>
                      <a:lnTo>
                        <a:pt x="59" y="112"/>
                      </a:lnTo>
                      <a:lnTo>
                        <a:pt x="68" y="112"/>
                      </a:lnTo>
                      <a:lnTo>
                        <a:pt x="76" y="112"/>
                      </a:lnTo>
                      <a:lnTo>
                        <a:pt x="84" y="110"/>
                      </a:lnTo>
                      <a:lnTo>
                        <a:pt x="89" y="109"/>
                      </a:lnTo>
                      <a:lnTo>
                        <a:pt x="94" y="107"/>
                      </a:lnTo>
                      <a:lnTo>
                        <a:pt x="99" y="107"/>
                      </a:lnTo>
                      <a:lnTo>
                        <a:pt x="100" y="106"/>
                      </a:lnTo>
                      <a:lnTo>
                        <a:pt x="102" y="104"/>
                      </a:lnTo>
                      <a:lnTo>
                        <a:pt x="102" y="103"/>
                      </a:lnTo>
                      <a:lnTo>
                        <a:pt x="103" y="103"/>
                      </a:lnTo>
                      <a:lnTo>
                        <a:pt x="103" y="101"/>
                      </a:lnTo>
                      <a:lnTo>
                        <a:pt x="103" y="98"/>
                      </a:lnTo>
                      <a:lnTo>
                        <a:pt x="103" y="93"/>
                      </a:lnTo>
                      <a:lnTo>
                        <a:pt x="100" y="88"/>
                      </a:lnTo>
                      <a:lnTo>
                        <a:pt x="99" y="82"/>
                      </a:lnTo>
                      <a:lnTo>
                        <a:pt x="97" y="79"/>
                      </a:lnTo>
                      <a:lnTo>
                        <a:pt x="97" y="76"/>
                      </a:lnTo>
                      <a:lnTo>
                        <a:pt x="95" y="73"/>
                      </a:lnTo>
                      <a:lnTo>
                        <a:pt x="95" y="69"/>
                      </a:lnTo>
                      <a:lnTo>
                        <a:pt x="95" y="68"/>
                      </a:lnTo>
                      <a:lnTo>
                        <a:pt x="95" y="68"/>
                      </a:lnTo>
                      <a:lnTo>
                        <a:pt x="94" y="66"/>
                      </a:lnTo>
                      <a:lnTo>
                        <a:pt x="94" y="66"/>
                      </a:lnTo>
                      <a:lnTo>
                        <a:pt x="92" y="60"/>
                      </a:lnTo>
                      <a:lnTo>
                        <a:pt x="92" y="55"/>
                      </a:lnTo>
                      <a:lnTo>
                        <a:pt x="91" y="50"/>
                      </a:lnTo>
                      <a:lnTo>
                        <a:pt x="91" y="44"/>
                      </a:lnTo>
                      <a:lnTo>
                        <a:pt x="91" y="42"/>
                      </a:lnTo>
                      <a:lnTo>
                        <a:pt x="91" y="42"/>
                      </a:lnTo>
                      <a:lnTo>
                        <a:pt x="91" y="41"/>
                      </a:lnTo>
                      <a:lnTo>
                        <a:pt x="91" y="41"/>
                      </a:lnTo>
                      <a:lnTo>
                        <a:pt x="89" y="33"/>
                      </a:lnTo>
                      <a:lnTo>
                        <a:pt x="89" y="27"/>
                      </a:lnTo>
                      <a:lnTo>
                        <a:pt x="89" y="22"/>
                      </a:lnTo>
                      <a:lnTo>
                        <a:pt x="89" y="17"/>
                      </a:lnTo>
                      <a:lnTo>
                        <a:pt x="87" y="9"/>
                      </a:lnTo>
                      <a:lnTo>
                        <a:pt x="83" y="5"/>
                      </a:lnTo>
                      <a:lnTo>
                        <a:pt x="75" y="1"/>
                      </a:lnTo>
                      <a:lnTo>
                        <a:pt x="67" y="0"/>
                      </a:lnTo>
                      <a:lnTo>
                        <a:pt x="59" y="0"/>
                      </a:lnTo>
                      <a:lnTo>
                        <a:pt x="51" y="0"/>
                      </a:lnTo>
                      <a:lnTo>
                        <a:pt x="45" y="3"/>
                      </a:lnTo>
                      <a:lnTo>
                        <a:pt x="40" y="9"/>
                      </a:lnTo>
                      <a:lnTo>
                        <a:pt x="38" y="14"/>
                      </a:lnTo>
                      <a:lnTo>
                        <a:pt x="37" y="19"/>
                      </a:lnTo>
                      <a:lnTo>
                        <a:pt x="34" y="25"/>
                      </a:lnTo>
                      <a:lnTo>
                        <a:pt x="30" y="31"/>
                      </a:lnTo>
                      <a:lnTo>
                        <a:pt x="30" y="31"/>
                      </a:lnTo>
                      <a:lnTo>
                        <a:pt x="30" y="33"/>
                      </a:lnTo>
                      <a:lnTo>
                        <a:pt x="30" y="33"/>
                      </a:lnTo>
                      <a:lnTo>
                        <a:pt x="30" y="35"/>
                      </a:lnTo>
                      <a:lnTo>
                        <a:pt x="27" y="39"/>
                      </a:lnTo>
                      <a:lnTo>
                        <a:pt x="26" y="44"/>
                      </a:lnTo>
                      <a:lnTo>
                        <a:pt x="23" y="49"/>
                      </a:lnTo>
                      <a:lnTo>
                        <a:pt x="19" y="54"/>
                      </a:lnTo>
                      <a:lnTo>
                        <a:pt x="19" y="54"/>
                      </a:lnTo>
                      <a:lnTo>
                        <a:pt x="19" y="54"/>
                      </a:lnTo>
                      <a:lnTo>
                        <a:pt x="19" y="55"/>
                      </a:lnTo>
                      <a:lnTo>
                        <a:pt x="18" y="55"/>
                      </a:lnTo>
                      <a:lnTo>
                        <a:pt x="16" y="58"/>
                      </a:lnTo>
                      <a:lnTo>
                        <a:pt x="15" y="61"/>
                      </a:lnTo>
                      <a:lnTo>
                        <a:pt x="11" y="63"/>
                      </a:lnTo>
                      <a:lnTo>
                        <a:pt x="10" y="66"/>
                      </a:lnTo>
                      <a:lnTo>
                        <a:pt x="5" y="73"/>
                      </a:lnTo>
                      <a:lnTo>
                        <a:pt x="2" y="77"/>
                      </a:lnTo>
                      <a:lnTo>
                        <a:pt x="0" y="82"/>
                      </a:lnTo>
                      <a:lnTo>
                        <a:pt x="0" y="85"/>
                      </a:lnTo>
                      <a:lnTo>
                        <a:pt x="0" y="87"/>
                      </a:lnTo>
                      <a:lnTo>
                        <a:pt x="0" y="87"/>
                      </a:lnTo>
                      <a:lnTo>
                        <a:pt x="0" y="88"/>
                      </a:lnTo>
                      <a:lnTo>
                        <a:pt x="2" y="88"/>
                      </a:lnTo>
                      <a:lnTo>
                        <a:pt x="7" y="93"/>
                      </a:lnTo>
                      <a:lnTo>
                        <a:pt x="15" y="99"/>
                      </a:lnTo>
                      <a:lnTo>
                        <a:pt x="29" y="106"/>
                      </a:lnTo>
                      <a:lnTo>
                        <a:pt x="48" y="110"/>
                      </a:lnTo>
                      <a:close/>
                    </a:path>
                  </a:pathLst>
                </a:custGeom>
                <a:solidFill>
                  <a:srgbClr val="000000"/>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576" name="Freeform 383"/>
                <p:cNvSpPr/>
                <p:nvPr/>
              </p:nvSpPr>
              <p:spPr bwMode="auto">
                <a:xfrm>
                  <a:off x="4850" y="2316"/>
                  <a:ext cx="101" cy="29"/>
                </a:xfrm>
                <a:custGeom>
                  <a:avLst/>
                  <a:gdLst/>
                  <a:ahLst/>
                  <a:cxnLst>
                    <a:cxn ang="0">
                      <a:pos x="40" y="3"/>
                    </a:cxn>
                    <a:cxn ang="0">
                      <a:pos x="49" y="5"/>
                    </a:cxn>
                    <a:cxn ang="0">
                      <a:pos x="59" y="6"/>
                    </a:cxn>
                    <a:cxn ang="0">
                      <a:pos x="67" y="8"/>
                    </a:cxn>
                    <a:cxn ang="0">
                      <a:pos x="75" y="11"/>
                    </a:cxn>
                    <a:cxn ang="0">
                      <a:pos x="83" y="14"/>
                    </a:cxn>
                    <a:cxn ang="0">
                      <a:pos x="89" y="17"/>
                    </a:cxn>
                    <a:cxn ang="0">
                      <a:pos x="95" y="22"/>
                    </a:cxn>
                    <a:cxn ang="0">
                      <a:pos x="100" y="27"/>
                    </a:cxn>
                    <a:cxn ang="0">
                      <a:pos x="102" y="25"/>
                    </a:cxn>
                    <a:cxn ang="0">
                      <a:pos x="102" y="24"/>
                    </a:cxn>
                    <a:cxn ang="0">
                      <a:pos x="103" y="24"/>
                    </a:cxn>
                    <a:cxn ang="0">
                      <a:pos x="103" y="22"/>
                    </a:cxn>
                    <a:cxn ang="0">
                      <a:pos x="94" y="14"/>
                    </a:cxn>
                    <a:cxn ang="0">
                      <a:pos x="81" y="9"/>
                    </a:cxn>
                    <a:cxn ang="0">
                      <a:pos x="68" y="5"/>
                    </a:cxn>
                    <a:cxn ang="0">
                      <a:pos x="53" y="1"/>
                    </a:cxn>
                    <a:cxn ang="0">
                      <a:pos x="38" y="0"/>
                    </a:cxn>
                    <a:cxn ang="0">
                      <a:pos x="24" y="0"/>
                    </a:cxn>
                    <a:cxn ang="0">
                      <a:pos x="11" y="1"/>
                    </a:cxn>
                    <a:cxn ang="0">
                      <a:pos x="0" y="6"/>
                    </a:cxn>
                    <a:cxn ang="0">
                      <a:pos x="0" y="8"/>
                    </a:cxn>
                    <a:cxn ang="0">
                      <a:pos x="0" y="8"/>
                    </a:cxn>
                    <a:cxn ang="0">
                      <a:pos x="0" y="9"/>
                    </a:cxn>
                    <a:cxn ang="0">
                      <a:pos x="2" y="9"/>
                    </a:cxn>
                    <a:cxn ang="0">
                      <a:pos x="10" y="6"/>
                    </a:cxn>
                    <a:cxn ang="0">
                      <a:pos x="18" y="5"/>
                    </a:cxn>
                    <a:cxn ang="0">
                      <a:pos x="27" y="3"/>
                    </a:cxn>
                    <a:cxn ang="0">
                      <a:pos x="37" y="3"/>
                    </a:cxn>
                    <a:cxn ang="0">
                      <a:pos x="35" y="5"/>
                    </a:cxn>
                    <a:cxn ang="0">
                      <a:pos x="35" y="6"/>
                    </a:cxn>
                    <a:cxn ang="0">
                      <a:pos x="35" y="8"/>
                    </a:cxn>
                    <a:cxn ang="0">
                      <a:pos x="34" y="9"/>
                    </a:cxn>
                    <a:cxn ang="0">
                      <a:pos x="30" y="9"/>
                    </a:cxn>
                    <a:cxn ang="0">
                      <a:pos x="27" y="11"/>
                    </a:cxn>
                    <a:cxn ang="0">
                      <a:pos x="26" y="14"/>
                    </a:cxn>
                    <a:cxn ang="0">
                      <a:pos x="24" y="16"/>
                    </a:cxn>
                    <a:cxn ang="0">
                      <a:pos x="24" y="17"/>
                    </a:cxn>
                    <a:cxn ang="0">
                      <a:pos x="24" y="20"/>
                    </a:cxn>
                    <a:cxn ang="0">
                      <a:pos x="24" y="24"/>
                    </a:cxn>
                    <a:cxn ang="0">
                      <a:pos x="26" y="27"/>
                    </a:cxn>
                    <a:cxn ang="0">
                      <a:pos x="27" y="27"/>
                    </a:cxn>
                    <a:cxn ang="0">
                      <a:pos x="27" y="27"/>
                    </a:cxn>
                    <a:cxn ang="0">
                      <a:pos x="27" y="27"/>
                    </a:cxn>
                    <a:cxn ang="0">
                      <a:pos x="29" y="27"/>
                    </a:cxn>
                    <a:cxn ang="0">
                      <a:pos x="29" y="28"/>
                    </a:cxn>
                    <a:cxn ang="0">
                      <a:pos x="30" y="28"/>
                    </a:cxn>
                    <a:cxn ang="0">
                      <a:pos x="30" y="28"/>
                    </a:cxn>
                    <a:cxn ang="0">
                      <a:pos x="32" y="28"/>
                    </a:cxn>
                    <a:cxn ang="0">
                      <a:pos x="35" y="28"/>
                    </a:cxn>
                    <a:cxn ang="0">
                      <a:pos x="38" y="25"/>
                    </a:cxn>
                    <a:cxn ang="0">
                      <a:pos x="40" y="24"/>
                    </a:cxn>
                    <a:cxn ang="0">
                      <a:pos x="40" y="22"/>
                    </a:cxn>
                    <a:cxn ang="0">
                      <a:pos x="42" y="19"/>
                    </a:cxn>
                    <a:cxn ang="0">
                      <a:pos x="42" y="16"/>
                    </a:cxn>
                    <a:cxn ang="0">
                      <a:pos x="40" y="12"/>
                    </a:cxn>
                    <a:cxn ang="0">
                      <a:pos x="37" y="11"/>
                    </a:cxn>
                    <a:cxn ang="0">
                      <a:pos x="38" y="9"/>
                    </a:cxn>
                    <a:cxn ang="0">
                      <a:pos x="38" y="6"/>
                    </a:cxn>
                    <a:cxn ang="0">
                      <a:pos x="38" y="5"/>
                    </a:cxn>
                    <a:cxn ang="0">
                      <a:pos x="40" y="3"/>
                    </a:cxn>
                  </a:cxnLst>
                  <a:rect l="0" t="0" r="r" b="b"/>
                  <a:pathLst>
                    <a:path w="103" h="28">
                      <a:moveTo>
                        <a:pt x="40" y="3"/>
                      </a:moveTo>
                      <a:lnTo>
                        <a:pt x="49" y="5"/>
                      </a:lnTo>
                      <a:lnTo>
                        <a:pt x="59" y="6"/>
                      </a:lnTo>
                      <a:lnTo>
                        <a:pt x="67" y="8"/>
                      </a:lnTo>
                      <a:lnTo>
                        <a:pt x="75" y="11"/>
                      </a:lnTo>
                      <a:lnTo>
                        <a:pt x="83" y="14"/>
                      </a:lnTo>
                      <a:lnTo>
                        <a:pt x="89" y="17"/>
                      </a:lnTo>
                      <a:lnTo>
                        <a:pt x="95" y="22"/>
                      </a:lnTo>
                      <a:lnTo>
                        <a:pt x="100" y="27"/>
                      </a:lnTo>
                      <a:lnTo>
                        <a:pt x="102" y="25"/>
                      </a:lnTo>
                      <a:lnTo>
                        <a:pt x="102" y="24"/>
                      </a:lnTo>
                      <a:lnTo>
                        <a:pt x="103" y="24"/>
                      </a:lnTo>
                      <a:lnTo>
                        <a:pt x="103" y="22"/>
                      </a:lnTo>
                      <a:lnTo>
                        <a:pt x="94" y="14"/>
                      </a:lnTo>
                      <a:lnTo>
                        <a:pt x="81" y="9"/>
                      </a:lnTo>
                      <a:lnTo>
                        <a:pt x="68" y="5"/>
                      </a:lnTo>
                      <a:lnTo>
                        <a:pt x="53" y="1"/>
                      </a:lnTo>
                      <a:lnTo>
                        <a:pt x="38" y="0"/>
                      </a:lnTo>
                      <a:lnTo>
                        <a:pt x="24" y="0"/>
                      </a:lnTo>
                      <a:lnTo>
                        <a:pt x="11" y="1"/>
                      </a:lnTo>
                      <a:lnTo>
                        <a:pt x="0" y="6"/>
                      </a:lnTo>
                      <a:lnTo>
                        <a:pt x="0" y="8"/>
                      </a:lnTo>
                      <a:lnTo>
                        <a:pt x="0" y="8"/>
                      </a:lnTo>
                      <a:lnTo>
                        <a:pt x="0" y="9"/>
                      </a:lnTo>
                      <a:lnTo>
                        <a:pt x="2" y="9"/>
                      </a:lnTo>
                      <a:lnTo>
                        <a:pt x="10" y="6"/>
                      </a:lnTo>
                      <a:lnTo>
                        <a:pt x="18" y="5"/>
                      </a:lnTo>
                      <a:lnTo>
                        <a:pt x="27" y="3"/>
                      </a:lnTo>
                      <a:lnTo>
                        <a:pt x="37" y="3"/>
                      </a:lnTo>
                      <a:lnTo>
                        <a:pt x="35" y="5"/>
                      </a:lnTo>
                      <a:lnTo>
                        <a:pt x="35" y="6"/>
                      </a:lnTo>
                      <a:lnTo>
                        <a:pt x="35" y="8"/>
                      </a:lnTo>
                      <a:lnTo>
                        <a:pt x="34" y="9"/>
                      </a:lnTo>
                      <a:lnTo>
                        <a:pt x="30" y="9"/>
                      </a:lnTo>
                      <a:lnTo>
                        <a:pt x="27" y="11"/>
                      </a:lnTo>
                      <a:lnTo>
                        <a:pt x="26" y="14"/>
                      </a:lnTo>
                      <a:lnTo>
                        <a:pt x="24" y="16"/>
                      </a:lnTo>
                      <a:lnTo>
                        <a:pt x="24" y="17"/>
                      </a:lnTo>
                      <a:lnTo>
                        <a:pt x="24" y="20"/>
                      </a:lnTo>
                      <a:lnTo>
                        <a:pt x="24" y="24"/>
                      </a:lnTo>
                      <a:lnTo>
                        <a:pt x="26" y="27"/>
                      </a:lnTo>
                      <a:lnTo>
                        <a:pt x="27" y="27"/>
                      </a:lnTo>
                      <a:lnTo>
                        <a:pt x="27" y="27"/>
                      </a:lnTo>
                      <a:lnTo>
                        <a:pt x="27" y="27"/>
                      </a:lnTo>
                      <a:lnTo>
                        <a:pt x="29" y="27"/>
                      </a:lnTo>
                      <a:lnTo>
                        <a:pt x="29" y="28"/>
                      </a:lnTo>
                      <a:lnTo>
                        <a:pt x="30" y="28"/>
                      </a:lnTo>
                      <a:lnTo>
                        <a:pt x="30" y="28"/>
                      </a:lnTo>
                      <a:lnTo>
                        <a:pt x="32" y="28"/>
                      </a:lnTo>
                      <a:lnTo>
                        <a:pt x="35" y="28"/>
                      </a:lnTo>
                      <a:lnTo>
                        <a:pt x="38" y="25"/>
                      </a:lnTo>
                      <a:lnTo>
                        <a:pt x="40" y="24"/>
                      </a:lnTo>
                      <a:lnTo>
                        <a:pt x="40" y="22"/>
                      </a:lnTo>
                      <a:lnTo>
                        <a:pt x="42" y="19"/>
                      </a:lnTo>
                      <a:lnTo>
                        <a:pt x="42" y="16"/>
                      </a:lnTo>
                      <a:lnTo>
                        <a:pt x="40" y="12"/>
                      </a:lnTo>
                      <a:lnTo>
                        <a:pt x="37" y="11"/>
                      </a:lnTo>
                      <a:lnTo>
                        <a:pt x="38" y="9"/>
                      </a:lnTo>
                      <a:lnTo>
                        <a:pt x="38" y="6"/>
                      </a:lnTo>
                      <a:lnTo>
                        <a:pt x="38" y="5"/>
                      </a:lnTo>
                      <a:lnTo>
                        <a:pt x="40" y="3"/>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577" name="Freeform 384"/>
                <p:cNvSpPr/>
                <p:nvPr/>
              </p:nvSpPr>
              <p:spPr bwMode="auto">
                <a:xfrm>
                  <a:off x="4876" y="2341"/>
                  <a:ext cx="3" cy="7"/>
                </a:xfrm>
                <a:custGeom>
                  <a:avLst/>
                  <a:gdLst/>
                  <a:ahLst/>
                  <a:cxnLst>
                    <a:cxn ang="0">
                      <a:pos x="0" y="0"/>
                    </a:cxn>
                    <a:cxn ang="0">
                      <a:pos x="1" y="0"/>
                    </a:cxn>
                    <a:cxn ang="0">
                      <a:pos x="1" y="0"/>
                    </a:cxn>
                    <a:cxn ang="0">
                      <a:pos x="1" y="0"/>
                    </a:cxn>
                    <a:cxn ang="0">
                      <a:pos x="3" y="0"/>
                    </a:cxn>
                    <a:cxn ang="0">
                      <a:pos x="3" y="1"/>
                    </a:cxn>
                    <a:cxn ang="0">
                      <a:pos x="4" y="1"/>
                    </a:cxn>
                    <a:cxn ang="0">
                      <a:pos x="4" y="1"/>
                    </a:cxn>
                    <a:cxn ang="0">
                      <a:pos x="6" y="1"/>
                    </a:cxn>
                    <a:cxn ang="0">
                      <a:pos x="6" y="3"/>
                    </a:cxn>
                    <a:cxn ang="0">
                      <a:pos x="6" y="3"/>
                    </a:cxn>
                    <a:cxn ang="0">
                      <a:pos x="4" y="4"/>
                    </a:cxn>
                    <a:cxn ang="0">
                      <a:pos x="3" y="6"/>
                    </a:cxn>
                    <a:cxn ang="0">
                      <a:pos x="1" y="6"/>
                    </a:cxn>
                    <a:cxn ang="0">
                      <a:pos x="0" y="6"/>
                    </a:cxn>
                    <a:cxn ang="0">
                      <a:pos x="0" y="4"/>
                    </a:cxn>
                    <a:cxn ang="0">
                      <a:pos x="0" y="4"/>
                    </a:cxn>
                    <a:cxn ang="0">
                      <a:pos x="0" y="3"/>
                    </a:cxn>
                    <a:cxn ang="0">
                      <a:pos x="0" y="1"/>
                    </a:cxn>
                    <a:cxn ang="0">
                      <a:pos x="0" y="0"/>
                    </a:cxn>
                  </a:cxnLst>
                  <a:rect l="0" t="0" r="r" b="b"/>
                  <a:pathLst>
                    <a:path w="6" h="6">
                      <a:moveTo>
                        <a:pt x="0" y="0"/>
                      </a:moveTo>
                      <a:lnTo>
                        <a:pt x="1" y="0"/>
                      </a:lnTo>
                      <a:lnTo>
                        <a:pt x="1" y="0"/>
                      </a:lnTo>
                      <a:lnTo>
                        <a:pt x="1" y="0"/>
                      </a:lnTo>
                      <a:lnTo>
                        <a:pt x="3" y="0"/>
                      </a:lnTo>
                      <a:lnTo>
                        <a:pt x="3" y="1"/>
                      </a:lnTo>
                      <a:lnTo>
                        <a:pt x="4" y="1"/>
                      </a:lnTo>
                      <a:lnTo>
                        <a:pt x="4" y="1"/>
                      </a:lnTo>
                      <a:lnTo>
                        <a:pt x="6" y="1"/>
                      </a:lnTo>
                      <a:lnTo>
                        <a:pt x="6" y="3"/>
                      </a:lnTo>
                      <a:lnTo>
                        <a:pt x="6" y="3"/>
                      </a:lnTo>
                      <a:lnTo>
                        <a:pt x="4" y="4"/>
                      </a:lnTo>
                      <a:lnTo>
                        <a:pt x="3" y="6"/>
                      </a:lnTo>
                      <a:lnTo>
                        <a:pt x="1" y="6"/>
                      </a:lnTo>
                      <a:lnTo>
                        <a:pt x="0" y="6"/>
                      </a:lnTo>
                      <a:lnTo>
                        <a:pt x="0" y="4"/>
                      </a:lnTo>
                      <a:lnTo>
                        <a:pt x="0" y="4"/>
                      </a:lnTo>
                      <a:lnTo>
                        <a:pt x="0" y="3"/>
                      </a:lnTo>
                      <a:lnTo>
                        <a:pt x="0" y="1"/>
                      </a:lnTo>
                      <a:lnTo>
                        <a:pt x="0" y="0"/>
                      </a:lnTo>
                      <a:close/>
                    </a:path>
                  </a:pathLst>
                </a:custGeom>
                <a:solidFill>
                  <a:srgbClr val="7A1111"/>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578" name="Freeform 385"/>
                <p:cNvSpPr/>
                <p:nvPr/>
              </p:nvSpPr>
              <p:spPr bwMode="auto">
                <a:xfrm>
                  <a:off x="4996" y="2819"/>
                  <a:ext cx="19" cy="14"/>
                </a:xfrm>
                <a:custGeom>
                  <a:avLst/>
                  <a:gdLst/>
                  <a:ahLst/>
                  <a:cxnLst>
                    <a:cxn ang="0">
                      <a:pos x="0" y="0"/>
                    </a:cxn>
                    <a:cxn ang="0">
                      <a:pos x="0" y="0"/>
                    </a:cxn>
                    <a:cxn ang="0">
                      <a:pos x="0" y="9"/>
                    </a:cxn>
                    <a:cxn ang="0">
                      <a:pos x="0" y="14"/>
                    </a:cxn>
                    <a:cxn ang="0">
                      <a:pos x="0" y="15"/>
                    </a:cxn>
                    <a:cxn ang="0">
                      <a:pos x="8" y="15"/>
                    </a:cxn>
                    <a:cxn ang="0">
                      <a:pos x="8" y="15"/>
                    </a:cxn>
                    <a:cxn ang="0">
                      <a:pos x="16" y="15"/>
                    </a:cxn>
                    <a:cxn ang="0">
                      <a:pos x="16" y="14"/>
                    </a:cxn>
                    <a:cxn ang="0">
                      <a:pos x="16" y="9"/>
                    </a:cxn>
                    <a:cxn ang="0">
                      <a:pos x="16" y="0"/>
                    </a:cxn>
                    <a:cxn ang="0">
                      <a:pos x="16" y="0"/>
                    </a:cxn>
                    <a:cxn ang="0">
                      <a:pos x="0" y="0"/>
                    </a:cxn>
                  </a:cxnLst>
                  <a:rect l="0" t="0" r="r" b="b"/>
                  <a:pathLst>
                    <a:path w="16" h="15">
                      <a:moveTo>
                        <a:pt x="0" y="0"/>
                      </a:moveTo>
                      <a:lnTo>
                        <a:pt x="0" y="0"/>
                      </a:lnTo>
                      <a:lnTo>
                        <a:pt x="0" y="9"/>
                      </a:lnTo>
                      <a:lnTo>
                        <a:pt x="0" y="14"/>
                      </a:lnTo>
                      <a:lnTo>
                        <a:pt x="0" y="15"/>
                      </a:lnTo>
                      <a:lnTo>
                        <a:pt x="8" y="15"/>
                      </a:lnTo>
                      <a:lnTo>
                        <a:pt x="8" y="15"/>
                      </a:lnTo>
                      <a:lnTo>
                        <a:pt x="16" y="15"/>
                      </a:lnTo>
                      <a:lnTo>
                        <a:pt x="16" y="14"/>
                      </a:lnTo>
                      <a:lnTo>
                        <a:pt x="16" y="9"/>
                      </a:lnTo>
                      <a:lnTo>
                        <a:pt x="16" y="0"/>
                      </a:lnTo>
                      <a:lnTo>
                        <a:pt x="16" y="0"/>
                      </a:lnTo>
                      <a:lnTo>
                        <a:pt x="0" y="0"/>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579" name="Freeform 386"/>
                <p:cNvSpPr/>
                <p:nvPr/>
              </p:nvSpPr>
              <p:spPr bwMode="auto">
                <a:xfrm>
                  <a:off x="4803" y="2726"/>
                  <a:ext cx="212" cy="93"/>
                </a:xfrm>
                <a:custGeom>
                  <a:avLst/>
                  <a:gdLst/>
                  <a:ahLst/>
                  <a:cxnLst>
                    <a:cxn ang="0">
                      <a:pos x="16" y="94"/>
                    </a:cxn>
                    <a:cxn ang="0">
                      <a:pos x="16" y="94"/>
                    </a:cxn>
                    <a:cxn ang="0">
                      <a:pos x="23" y="59"/>
                    </a:cxn>
                    <a:cxn ang="0">
                      <a:pos x="43" y="35"/>
                    </a:cxn>
                    <a:cxn ang="0">
                      <a:pos x="72" y="21"/>
                    </a:cxn>
                    <a:cxn ang="0">
                      <a:pos x="107" y="16"/>
                    </a:cxn>
                    <a:cxn ang="0">
                      <a:pos x="140" y="21"/>
                    </a:cxn>
                    <a:cxn ang="0">
                      <a:pos x="168" y="37"/>
                    </a:cxn>
                    <a:cxn ang="0">
                      <a:pos x="189" y="60"/>
                    </a:cxn>
                    <a:cxn ang="0">
                      <a:pos x="195" y="94"/>
                    </a:cxn>
                    <a:cxn ang="0">
                      <a:pos x="211" y="94"/>
                    </a:cxn>
                    <a:cxn ang="0">
                      <a:pos x="202" y="54"/>
                    </a:cxn>
                    <a:cxn ang="0">
                      <a:pos x="178" y="24"/>
                    </a:cxn>
                    <a:cxn ang="0">
                      <a:pos x="143" y="5"/>
                    </a:cxn>
                    <a:cxn ang="0">
                      <a:pos x="107" y="0"/>
                    </a:cxn>
                    <a:cxn ang="0">
                      <a:pos x="69" y="5"/>
                    </a:cxn>
                    <a:cxn ang="0">
                      <a:pos x="34" y="23"/>
                    </a:cxn>
                    <a:cxn ang="0">
                      <a:pos x="10" y="53"/>
                    </a:cxn>
                    <a:cxn ang="0">
                      <a:pos x="0" y="94"/>
                    </a:cxn>
                    <a:cxn ang="0">
                      <a:pos x="0" y="94"/>
                    </a:cxn>
                    <a:cxn ang="0">
                      <a:pos x="16" y="94"/>
                    </a:cxn>
                  </a:cxnLst>
                  <a:rect l="0" t="0" r="r" b="b"/>
                  <a:pathLst>
                    <a:path w="211" h="94">
                      <a:moveTo>
                        <a:pt x="16" y="94"/>
                      </a:moveTo>
                      <a:lnTo>
                        <a:pt x="16" y="94"/>
                      </a:lnTo>
                      <a:lnTo>
                        <a:pt x="23" y="59"/>
                      </a:lnTo>
                      <a:lnTo>
                        <a:pt x="43" y="35"/>
                      </a:lnTo>
                      <a:lnTo>
                        <a:pt x="72" y="21"/>
                      </a:lnTo>
                      <a:lnTo>
                        <a:pt x="107" y="16"/>
                      </a:lnTo>
                      <a:lnTo>
                        <a:pt x="140" y="21"/>
                      </a:lnTo>
                      <a:lnTo>
                        <a:pt x="168" y="37"/>
                      </a:lnTo>
                      <a:lnTo>
                        <a:pt x="189" y="60"/>
                      </a:lnTo>
                      <a:lnTo>
                        <a:pt x="195" y="94"/>
                      </a:lnTo>
                      <a:lnTo>
                        <a:pt x="211" y="94"/>
                      </a:lnTo>
                      <a:lnTo>
                        <a:pt x="202" y="54"/>
                      </a:lnTo>
                      <a:lnTo>
                        <a:pt x="178" y="24"/>
                      </a:lnTo>
                      <a:lnTo>
                        <a:pt x="143" y="5"/>
                      </a:lnTo>
                      <a:lnTo>
                        <a:pt x="107" y="0"/>
                      </a:lnTo>
                      <a:lnTo>
                        <a:pt x="69" y="5"/>
                      </a:lnTo>
                      <a:lnTo>
                        <a:pt x="34" y="23"/>
                      </a:lnTo>
                      <a:lnTo>
                        <a:pt x="10" y="53"/>
                      </a:lnTo>
                      <a:lnTo>
                        <a:pt x="0" y="94"/>
                      </a:lnTo>
                      <a:lnTo>
                        <a:pt x="0" y="94"/>
                      </a:lnTo>
                      <a:lnTo>
                        <a:pt x="16" y="94"/>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580" name="Freeform 387"/>
                <p:cNvSpPr/>
                <p:nvPr/>
              </p:nvSpPr>
              <p:spPr bwMode="auto">
                <a:xfrm>
                  <a:off x="4803" y="2819"/>
                  <a:ext cx="16" cy="21"/>
                </a:xfrm>
                <a:custGeom>
                  <a:avLst/>
                  <a:gdLst/>
                  <a:ahLst/>
                  <a:cxnLst>
                    <a:cxn ang="0">
                      <a:pos x="8" y="8"/>
                    </a:cxn>
                    <a:cxn ang="0">
                      <a:pos x="8" y="15"/>
                    </a:cxn>
                    <a:cxn ang="0">
                      <a:pos x="16" y="15"/>
                    </a:cxn>
                    <a:cxn ang="0">
                      <a:pos x="16" y="14"/>
                    </a:cxn>
                    <a:cxn ang="0">
                      <a:pos x="16" y="9"/>
                    </a:cxn>
                    <a:cxn ang="0">
                      <a:pos x="16" y="0"/>
                    </a:cxn>
                    <a:cxn ang="0">
                      <a:pos x="0" y="0"/>
                    </a:cxn>
                    <a:cxn ang="0">
                      <a:pos x="0" y="9"/>
                    </a:cxn>
                    <a:cxn ang="0">
                      <a:pos x="0" y="14"/>
                    </a:cxn>
                    <a:cxn ang="0">
                      <a:pos x="0" y="15"/>
                    </a:cxn>
                    <a:cxn ang="0">
                      <a:pos x="8" y="15"/>
                    </a:cxn>
                    <a:cxn ang="0">
                      <a:pos x="8" y="23"/>
                    </a:cxn>
                    <a:cxn ang="0">
                      <a:pos x="0" y="15"/>
                    </a:cxn>
                    <a:cxn ang="0">
                      <a:pos x="0" y="23"/>
                    </a:cxn>
                    <a:cxn ang="0">
                      <a:pos x="8" y="23"/>
                    </a:cxn>
                    <a:cxn ang="0">
                      <a:pos x="8" y="8"/>
                    </a:cxn>
                  </a:cxnLst>
                  <a:rect l="0" t="0" r="r" b="b"/>
                  <a:pathLst>
                    <a:path w="16" h="23">
                      <a:moveTo>
                        <a:pt x="8" y="8"/>
                      </a:moveTo>
                      <a:lnTo>
                        <a:pt x="8" y="15"/>
                      </a:lnTo>
                      <a:lnTo>
                        <a:pt x="16" y="15"/>
                      </a:lnTo>
                      <a:lnTo>
                        <a:pt x="16" y="14"/>
                      </a:lnTo>
                      <a:lnTo>
                        <a:pt x="16" y="9"/>
                      </a:lnTo>
                      <a:lnTo>
                        <a:pt x="16" y="0"/>
                      </a:lnTo>
                      <a:lnTo>
                        <a:pt x="0" y="0"/>
                      </a:lnTo>
                      <a:lnTo>
                        <a:pt x="0" y="9"/>
                      </a:lnTo>
                      <a:lnTo>
                        <a:pt x="0" y="14"/>
                      </a:lnTo>
                      <a:lnTo>
                        <a:pt x="0" y="15"/>
                      </a:lnTo>
                      <a:lnTo>
                        <a:pt x="8" y="15"/>
                      </a:lnTo>
                      <a:lnTo>
                        <a:pt x="8" y="23"/>
                      </a:lnTo>
                      <a:lnTo>
                        <a:pt x="0" y="15"/>
                      </a:lnTo>
                      <a:lnTo>
                        <a:pt x="0" y="23"/>
                      </a:lnTo>
                      <a:lnTo>
                        <a:pt x="8" y="23"/>
                      </a:lnTo>
                      <a:lnTo>
                        <a:pt x="8"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581" name="Freeform 388"/>
                <p:cNvSpPr/>
                <p:nvPr/>
              </p:nvSpPr>
              <p:spPr bwMode="auto">
                <a:xfrm>
                  <a:off x="4812" y="2826"/>
                  <a:ext cx="203" cy="14"/>
                </a:xfrm>
                <a:custGeom>
                  <a:avLst/>
                  <a:gdLst/>
                  <a:ahLst/>
                  <a:cxnLst>
                    <a:cxn ang="0">
                      <a:pos x="187" y="7"/>
                    </a:cxn>
                    <a:cxn ang="0">
                      <a:pos x="195" y="0"/>
                    </a:cxn>
                    <a:cxn ang="0">
                      <a:pos x="0" y="0"/>
                    </a:cxn>
                    <a:cxn ang="0">
                      <a:pos x="0" y="15"/>
                    </a:cxn>
                    <a:cxn ang="0">
                      <a:pos x="195" y="15"/>
                    </a:cxn>
                    <a:cxn ang="0">
                      <a:pos x="203" y="7"/>
                    </a:cxn>
                    <a:cxn ang="0">
                      <a:pos x="195" y="15"/>
                    </a:cxn>
                    <a:cxn ang="0">
                      <a:pos x="203" y="15"/>
                    </a:cxn>
                    <a:cxn ang="0">
                      <a:pos x="203" y="7"/>
                    </a:cxn>
                    <a:cxn ang="0">
                      <a:pos x="187" y="7"/>
                    </a:cxn>
                  </a:cxnLst>
                  <a:rect l="0" t="0" r="r" b="b"/>
                  <a:pathLst>
                    <a:path w="203" h="15">
                      <a:moveTo>
                        <a:pt x="187" y="7"/>
                      </a:moveTo>
                      <a:lnTo>
                        <a:pt x="195" y="0"/>
                      </a:lnTo>
                      <a:lnTo>
                        <a:pt x="0" y="0"/>
                      </a:lnTo>
                      <a:lnTo>
                        <a:pt x="0" y="15"/>
                      </a:lnTo>
                      <a:lnTo>
                        <a:pt x="195" y="15"/>
                      </a:lnTo>
                      <a:lnTo>
                        <a:pt x="203" y="7"/>
                      </a:lnTo>
                      <a:lnTo>
                        <a:pt x="195" y="15"/>
                      </a:lnTo>
                      <a:lnTo>
                        <a:pt x="203" y="15"/>
                      </a:lnTo>
                      <a:lnTo>
                        <a:pt x="203" y="7"/>
                      </a:lnTo>
                      <a:lnTo>
                        <a:pt x="187" y="7"/>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582" name="Freeform 389"/>
                <p:cNvSpPr/>
                <p:nvPr/>
              </p:nvSpPr>
              <p:spPr bwMode="auto">
                <a:xfrm>
                  <a:off x="4901" y="2734"/>
                  <a:ext cx="13" cy="100"/>
                </a:xfrm>
                <a:custGeom>
                  <a:avLst/>
                  <a:gdLst/>
                  <a:ahLst/>
                  <a:cxnLst>
                    <a:cxn ang="0">
                      <a:pos x="8" y="101"/>
                    </a:cxn>
                    <a:cxn ang="0">
                      <a:pos x="16" y="101"/>
                    </a:cxn>
                    <a:cxn ang="0">
                      <a:pos x="16" y="0"/>
                    </a:cxn>
                    <a:cxn ang="0">
                      <a:pos x="0" y="0"/>
                    </a:cxn>
                    <a:cxn ang="0">
                      <a:pos x="0" y="101"/>
                    </a:cxn>
                    <a:cxn ang="0">
                      <a:pos x="8" y="101"/>
                    </a:cxn>
                  </a:cxnLst>
                  <a:rect l="0" t="0" r="r" b="b"/>
                  <a:pathLst>
                    <a:path w="16" h="101">
                      <a:moveTo>
                        <a:pt x="8" y="101"/>
                      </a:moveTo>
                      <a:lnTo>
                        <a:pt x="16" y="101"/>
                      </a:lnTo>
                      <a:lnTo>
                        <a:pt x="16" y="0"/>
                      </a:lnTo>
                      <a:lnTo>
                        <a:pt x="0" y="0"/>
                      </a:lnTo>
                      <a:lnTo>
                        <a:pt x="0" y="101"/>
                      </a:lnTo>
                      <a:lnTo>
                        <a:pt x="8" y="101"/>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583" name="Freeform 390"/>
                <p:cNvSpPr/>
                <p:nvPr/>
              </p:nvSpPr>
              <p:spPr bwMode="auto">
                <a:xfrm>
                  <a:off x="4904" y="2755"/>
                  <a:ext cx="86" cy="86"/>
                </a:xfrm>
                <a:custGeom>
                  <a:avLst/>
                  <a:gdLst/>
                  <a:ahLst/>
                  <a:cxnLst>
                    <a:cxn ang="0">
                      <a:pos x="5" y="79"/>
                    </a:cxn>
                    <a:cxn ang="0">
                      <a:pos x="10" y="84"/>
                    </a:cxn>
                    <a:cxn ang="0">
                      <a:pos x="87" y="10"/>
                    </a:cxn>
                    <a:cxn ang="0">
                      <a:pos x="78" y="0"/>
                    </a:cxn>
                    <a:cxn ang="0">
                      <a:pos x="0" y="75"/>
                    </a:cxn>
                    <a:cxn ang="0">
                      <a:pos x="5" y="79"/>
                    </a:cxn>
                  </a:cxnLst>
                  <a:rect l="0" t="0" r="r" b="b"/>
                  <a:pathLst>
                    <a:path w="87" h="84">
                      <a:moveTo>
                        <a:pt x="5" y="79"/>
                      </a:moveTo>
                      <a:lnTo>
                        <a:pt x="10" y="84"/>
                      </a:lnTo>
                      <a:lnTo>
                        <a:pt x="87" y="10"/>
                      </a:lnTo>
                      <a:lnTo>
                        <a:pt x="78" y="0"/>
                      </a:lnTo>
                      <a:lnTo>
                        <a:pt x="0" y="75"/>
                      </a:lnTo>
                      <a:lnTo>
                        <a:pt x="5" y="79"/>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584" name="Freeform 391"/>
                <p:cNvSpPr/>
                <p:nvPr/>
              </p:nvSpPr>
              <p:spPr bwMode="auto">
                <a:xfrm>
                  <a:off x="4828" y="2755"/>
                  <a:ext cx="86" cy="86"/>
                </a:xfrm>
                <a:custGeom>
                  <a:avLst/>
                  <a:gdLst/>
                  <a:ahLst/>
                  <a:cxnLst>
                    <a:cxn ang="0">
                      <a:pos x="78" y="80"/>
                    </a:cxn>
                    <a:cxn ang="0">
                      <a:pos x="83" y="76"/>
                    </a:cxn>
                    <a:cxn ang="0">
                      <a:pos x="10" y="0"/>
                    </a:cxn>
                    <a:cxn ang="0">
                      <a:pos x="0" y="9"/>
                    </a:cxn>
                    <a:cxn ang="0">
                      <a:pos x="73" y="85"/>
                    </a:cxn>
                    <a:cxn ang="0">
                      <a:pos x="78" y="80"/>
                    </a:cxn>
                  </a:cxnLst>
                  <a:rect l="0" t="0" r="r" b="b"/>
                  <a:pathLst>
                    <a:path w="83" h="85">
                      <a:moveTo>
                        <a:pt x="78" y="80"/>
                      </a:moveTo>
                      <a:lnTo>
                        <a:pt x="83" y="76"/>
                      </a:lnTo>
                      <a:lnTo>
                        <a:pt x="10" y="0"/>
                      </a:lnTo>
                      <a:lnTo>
                        <a:pt x="0" y="9"/>
                      </a:lnTo>
                      <a:lnTo>
                        <a:pt x="73" y="85"/>
                      </a:lnTo>
                      <a:lnTo>
                        <a:pt x="78" y="80"/>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grpSp>
          <p:sp>
            <p:nvSpPr>
              <p:cNvPr id="30807" name="Text Box 392"/>
              <p:cNvSpPr txBox="1"/>
              <p:nvPr/>
            </p:nvSpPr>
            <p:spPr>
              <a:xfrm>
                <a:off x="4729" y="650"/>
                <a:ext cx="804" cy="845"/>
              </a:xfrm>
              <a:prstGeom prst="rect">
                <a:avLst/>
              </a:prstGeom>
              <a:noFill/>
              <a:ln w="12700">
                <a:noFill/>
              </a:ln>
            </p:spPr>
            <p:txBody>
              <a:bodyPr wrap="none">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ct val="0"/>
                  </a:spcBef>
                  <a:spcAft>
                    <a:spcPts val="590"/>
                  </a:spcAft>
                  <a:buSzPct val="80000"/>
                  <a:buNone/>
                </a:pPr>
                <a:endParaRPr lang="zh-CN" altLang="en-US" sz="2800" dirty="0">
                  <a:ea typeface="宋体" pitchFamily="2" charset="-122"/>
                </a:endParaRPr>
              </a:p>
            </p:txBody>
          </p:sp>
        </p:grpSp>
        <p:grpSp>
          <p:nvGrpSpPr>
            <p:cNvPr id="30735" name="Group 393"/>
            <p:cNvGrpSpPr/>
            <p:nvPr/>
          </p:nvGrpSpPr>
          <p:grpSpPr>
            <a:xfrm>
              <a:off x="6156375" y="3670970"/>
              <a:ext cx="536575" cy="846027"/>
              <a:chOff x="4368" y="0"/>
              <a:chExt cx="1392" cy="1495"/>
            </a:xfrm>
          </p:grpSpPr>
          <p:grpSp>
            <p:nvGrpSpPr>
              <p:cNvPr id="30772" name="Group 394"/>
              <p:cNvGrpSpPr/>
              <p:nvPr/>
            </p:nvGrpSpPr>
            <p:grpSpPr>
              <a:xfrm>
                <a:off x="4368" y="0"/>
                <a:ext cx="1392" cy="1056"/>
                <a:chOff x="4368" y="2016"/>
                <a:chExt cx="1072" cy="1344"/>
              </a:xfrm>
            </p:grpSpPr>
            <p:sp>
              <p:nvSpPr>
                <p:cNvPr id="519" name="Freeform 395"/>
                <p:cNvSpPr/>
                <p:nvPr/>
              </p:nvSpPr>
              <p:spPr bwMode="auto">
                <a:xfrm>
                  <a:off x="4457" y="2462"/>
                  <a:ext cx="897" cy="825"/>
                </a:xfrm>
                <a:custGeom>
                  <a:avLst/>
                  <a:gdLst/>
                  <a:ahLst/>
                  <a:cxnLst>
                    <a:cxn ang="0">
                      <a:pos x="445" y="0"/>
                    </a:cxn>
                    <a:cxn ang="0">
                      <a:pos x="897" y="293"/>
                    </a:cxn>
                    <a:cxn ang="0">
                      <a:pos x="897" y="829"/>
                    </a:cxn>
                    <a:cxn ang="0">
                      <a:pos x="601" y="829"/>
                    </a:cxn>
                    <a:cxn ang="0">
                      <a:pos x="296" y="829"/>
                    </a:cxn>
                    <a:cxn ang="0">
                      <a:pos x="0" y="829"/>
                    </a:cxn>
                    <a:cxn ang="0">
                      <a:pos x="0" y="293"/>
                    </a:cxn>
                    <a:cxn ang="0">
                      <a:pos x="445" y="0"/>
                    </a:cxn>
                  </a:cxnLst>
                  <a:rect l="0" t="0" r="r" b="b"/>
                  <a:pathLst>
                    <a:path w="897" h="829">
                      <a:moveTo>
                        <a:pt x="445" y="0"/>
                      </a:moveTo>
                      <a:lnTo>
                        <a:pt x="897" y="293"/>
                      </a:lnTo>
                      <a:lnTo>
                        <a:pt x="897" y="829"/>
                      </a:lnTo>
                      <a:lnTo>
                        <a:pt x="601" y="829"/>
                      </a:lnTo>
                      <a:lnTo>
                        <a:pt x="296" y="829"/>
                      </a:lnTo>
                      <a:lnTo>
                        <a:pt x="0" y="829"/>
                      </a:lnTo>
                      <a:lnTo>
                        <a:pt x="0" y="293"/>
                      </a:lnTo>
                      <a:lnTo>
                        <a:pt x="445" y="0"/>
                      </a:lnTo>
                      <a:close/>
                    </a:path>
                  </a:pathLst>
                </a:custGeom>
                <a:solidFill>
                  <a:srgbClr val="0000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520" name="Freeform 396"/>
                <p:cNvSpPr/>
                <p:nvPr/>
              </p:nvSpPr>
              <p:spPr bwMode="auto">
                <a:xfrm>
                  <a:off x="4368" y="2462"/>
                  <a:ext cx="415" cy="289"/>
                </a:xfrm>
                <a:custGeom>
                  <a:avLst/>
                  <a:gdLst/>
                  <a:ahLst/>
                  <a:cxnLst>
                    <a:cxn ang="0">
                      <a:pos x="0" y="288"/>
                    </a:cxn>
                    <a:cxn ang="0">
                      <a:pos x="416" y="32"/>
                    </a:cxn>
                    <a:cxn ang="0">
                      <a:pos x="416" y="27"/>
                    </a:cxn>
                    <a:cxn ang="0">
                      <a:pos x="416" y="19"/>
                    </a:cxn>
                    <a:cxn ang="0">
                      <a:pos x="416" y="9"/>
                    </a:cxn>
                    <a:cxn ang="0">
                      <a:pos x="416" y="0"/>
                    </a:cxn>
                    <a:cxn ang="0">
                      <a:pos x="0" y="254"/>
                    </a:cxn>
                    <a:cxn ang="0">
                      <a:pos x="0" y="288"/>
                    </a:cxn>
                  </a:cxnLst>
                  <a:rect l="0" t="0" r="r" b="b"/>
                  <a:pathLst>
                    <a:path w="416" h="288">
                      <a:moveTo>
                        <a:pt x="0" y="288"/>
                      </a:moveTo>
                      <a:lnTo>
                        <a:pt x="416" y="32"/>
                      </a:lnTo>
                      <a:lnTo>
                        <a:pt x="416" y="27"/>
                      </a:lnTo>
                      <a:lnTo>
                        <a:pt x="416" y="19"/>
                      </a:lnTo>
                      <a:lnTo>
                        <a:pt x="416" y="9"/>
                      </a:lnTo>
                      <a:lnTo>
                        <a:pt x="416" y="0"/>
                      </a:lnTo>
                      <a:lnTo>
                        <a:pt x="0" y="254"/>
                      </a:lnTo>
                      <a:lnTo>
                        <a:pt x="0" y="288"/>
                      </a:lnTo>
                      <a:close/>
                    </a:path>
                  </a:pathLst>
                </a:custGeom>
                <a:solidFill>
                  <a:srgbClr val="000000"/>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521" name="Rectangle 397"/>
                <p:cNvSpPr>
                  <a:spLocks noChangeArrowheads="1"/>
                </p:cNvSpPr>
                <p:nvPr/>
              </p:nvSpPr>
              <p:spPr bwMode="auto">
                <a:xfrm>
                  <a:off x="4457" y="3330"/>
                  <a:ext cx="897" cy="29"/>
                </a:xfrm>
                <a:prstGeom prst="rect">
                  <a:avLst/>
                </a:prstGeom>
                <a:solidFill>
                  <a:srgbClr val="000000"/>
                </a:solidFill>
                <a:ln w="9525">
                  <a:noFill/>
                  <a:miter lim="800000"/>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522" name="Freeform 398"/>
                <p:cNvSpPr/>
                <p:nvPr/>
              </p:nvSpPr>
              <p:spPr bwMode="auto">
                <a:xfrm>
                  <a:off x="4787" y="2170"/>
                  <a:ext cx="241" cy="328"/>
                </a:xfrm>
                <a:custGeom>
                  <a:avLst/>
                  <a:gdLst/>
                  <a:ahLst/>
                  <a:cxnLst>
                    <a:cxn ang="0">
                      <a:pos x="242" y="327"/>
                    </a:cxn>
                    <a:cxn ang="0">
                      <a:pos x="242" y="0"/>
                    </a:cxn>
                    <a:cxn ang="0">
                      <a:pos x="0" y="0"/>
                    </a:cxn>
                    <a:cxn ang="0">
                      <a:pos x="0" y="321"/>
                    </a:cxn>
                    <a:cxn ang="0">
                      <a:pos x="116" y="240"/>
                    </a:cxn>
                    <a:cxn ang="0">
                      <a:pos x="242" y="327"/>
                    </a:cxn>
                  </a:cxnLst>
                  <a:rect l="0" t="0" r="r" b="b"/>
                  <a:pathLst>
                    <a:path w="242" h="327">
                      <a:moveTo>
                        <a:pt x="242" y="327"/>
                      </a:moveTo>
                      <a:lnTo>
                        <a:pt x="242" y="0"/>
                      </a:lnTo>
                      <a:lnTo>
                        <a:pt x="0" y="0"/>
                      </a:lnTo>
                      <a:lnTo>
                        <a:pt x="0" y="321"/>
                      </a:lnTo>
                      <a:lnTo>
                        <a:pt x="116" y="240"/>
                      </a:lnTo>
                      <a:lnTo>
                        <a:pt x="242" y="327"/>
                      </a:lnTo>
                      <a:close/>
                    </a:path>
                  </a:pathLst>
                </a:custGeom>
                <a:solidFill>
                  <a:srgbClr val="000000"/>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523" name="Freeform 399"/>
                <p:cNvSpPr/>
                <p:nvPr/>
              </p:nvSpPr>
              <p:spPr bwMode="auto">
                <a:xfrm>
                  <a:off x="4724" y="2016"/>
                  <a:ext cx="358" cy="125"/>
                </a:xfrm>
                <a:custGeom>
                  <a:avLst/>
                  <a:gdLst/>
                  <a:ahLst/>
                  <a:cxnLst>
                    <a:cxn ang="0">
                      <a:pos x="181" y="0"/>
                    </a:cxn>
                    <a:cxn ang="0">
                      <a:pos x="0" y="126"/>
                    </a:cxn>
                    <a:cxn ang="0">
                      <a:pos x="361" y="126"/>
                    </a:cxn>
                    <a:cxn ang="0">
                      <a:pos x="181" y="0"/>
                    </a:cxn>
                  </a:cxnLst>
                  <a:rect l="0" t="0" r="r" b="b"/>
                  <a:pathLst>
                    <a:path w="361" h="126">
                      <a:moveTo>
                        <a:pt x="181" y="0"/>
                      </a:moveTo>
                      <a:lnTo>
                        <a:pt x="0" y="126"/>
                      </a:lnTo>
                      <a:lnTo>
                        <a:pt x="361" y="126"/>
                      </a:lnTo>
                      <a:lnTo>
                        <a:pt x="181" y="0"/>
                      </a:lnTo>
                      <a:close/>
                    </a:path>
                  </a:pathLst>
                </a:custGeom>
                <a:solidFill>
                  <a:srgbClr val="000000"/>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524" name="Freeform 400"/>
                <p:cNvSpPr/>
                <p:nvPr/>
              </p:nvSpPr>
              <p:spPr bwMode="auto">
                <a:xfrm>
                  <a:off x="5028" y="2469"/>
                  <a:ext cx="412" cy="282"/>
                </a:xfrm>
                <a:custGeom>
                  <a:avLst/>
                  <a:gdLst/>
                  <a:ahLst/>
                  <a:cxnLst>
                    <a:cxn ang="0">
                      <a:pos x="413" y="287"/>
                    </a:cxn>
                    <a:cxn ang="0">
                      <a:pos x="0" y="31"/>
                    </a:cxn>
                    <a:cxn ang="0">
                      <a:pos x="0" y="25"/>
                    </a:cxn>
                    <a:cxn ang="0">
                      <a:pos x="0" y="17"/>
                    </a:cxn>
                    <a:cxn ang="0">
                      <a:pos x="0" y="9"/>
                    </a:cxn>
                    <a:cxn ang="0">
                      <a:pos x="0" y="0"/>
                    </a:cxn>
                    <a:cxn ang="0">
                      <a:pos x="413" y="253"/>
                    </a:cxn>
                    <a:cxn ang="0">
                      <a:pos x="413" y="287"/>
                    </a:cxn>
                  </a:cxnLst>
                  <a:rect l="0" t="0" r="r" b="b"/>
                  <a:pathLst>
                    <a:path w="413" h="287">
                      <a:moveTo>
                        <a:pt x="413" y="287"/>
                      </a:moveTo>
                      <a:lnTo>
                        <a:pt x="0" y="31"/>
                      </a:lnTo>
                      <a:lnTo>
                        <a:pt x="0" y="25"/>
                      </a:lnTo>
                      <a:lnTo>
                        <a:pt x="0" y="17"/>
                      </a:lnTo>
                      <a:lnTo>
                        <a:pt x="0" y="9"/>
                      </a:lnTo>
                      <a:lnTo>
                        <a:pt x="0" y="0"/>
                      </a:lnTo>
                      <a:lnTo>
                        <a:pt x="413" y="253"/>
                      </a:lnTo>
                      <a:lnTo>
                        <a:pt x="413" y="287"/>
                      </a:lnTo>
                      <a:close/>
                    </a:path>
                  </a:pathLst>
                </a:custGeom>
                <a:solidFill>
                  <a:srgbClr val="000000"/>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525" name="Freeform 401"/>
                <p:cNvSpPr/>
                <p:nvPr/>
              </p:nvSpPr>
              <p:spPr bwMode="auto">
                <a:xfrm>
                  <a:off x="4841" y="2209"/>
                  <a:ext cx="127" cy="164"/>
                </a:xfrm>
                <a:custGeom>
                  <a:avLst/>
                  <a:gdLst/>
                  <a:ahLst/>
                  <a:cxnLst>
                    <a:cxn ang="0">
                      <a:pos x="65" y="0"/>
                    </a:cxn>
                    <a:cxn ang="0">
                      <a:pos x="51" y="1"/>
                    </a:cxn>
                    <a:cxn ang="0">
                      <a:pos x="38" y="6"/>
                    </a:cxn>
                    <a:cxn ang="0">
                      <a:pos x="27" y="13"/>
                    </a:cxn>
                    <a:cxn ang="0">
                      <a:pos x="17" y="20"/>
                    </a:cxn>
                    <a:cxn ang="0">
                      <a:pos x="9" y="32"/>
                    </a:cxn>
                    <a:cxn ang="0">
                      <a:pos x="5" y="44"/>
                    </a:cxn>
                    <a:cxn ang="0">
                      <a:pos x="1" y="58"/>
                    </a:cxn>
                    <a:cxn ang="0">
                      <a:pos x="0" y="74"/>
                    </a:cxn>
                    <a:cxn ang="0">
                      <a:pos x="0" y="103"/>
                    </a:cxn>
                    <a:cxn ang="0">
                      <a:pos x="0" y="126"/>
                    </a:cxn>
                    <a:cxn ang="0">
                      <a:pos x="0" y="145"/>
                    </a:cxn>
                    <a:cxn ang="0">
                      <a:pos x="0" y="164"/>
                    </a:cxn>
                    <a:cxn ang="0">
                      <a:pos x="27" y="164"/>
                    </a:cxn>
                    <a:cxn ang="0">
                      <a:pos x="44" y="164"/>
                    </a:cxn>
                    <a:cxn ang="0">
                      <a:pos x="55" y="164"/>
                    </a:cxn>
                    <a:cxn ang="0">
                      <a:pos x="63" y="164"/>
                    </a:cxn>
                    <a:cxn ang="0">
                      <a:pos x="71" y="164"/>
                    </a:cxn>
                    <a:cxn ang="0">
                      <a:pos x="82" y="164"/>
                    </a:cxn>
                    <a:cxn ang="0">
                      <a:pos x="100" y="164"/>
                    </a:cxn>
                    <a:cxn ang="0">
                      <a:pos x="127" y="164"/>
                    </a:cxn>
                    <a:cxn ang="0">
                      <a:pos x="127" y="139"/>
                    </a:cxn>
                    <a:cxn ang="0">
                      <a:pos x="127" y="114"/>
                    </a:cxn>
                    <a:cxn ang="0">
                      <a:pos x="127" y="90"/>
                    </a:cxn>
                    <a:cxn ang="0">
                      <a:pos x="127" y="71"/>
                    </a:cxn>
                    <a:cxn ang="0">
                      <a:pos x="127" y="62"/>
                    </a:cxn>
                    <a:cxn ang="0">
                      <a:pos x="123" y="51"/>
                    </a:cxn>
                    <a:cxn ang="0">
                      <a:pos x="119" y="38"/>
                    </a:cxn>
                    <a:cxn ang="0">
                      <a:pos x="112" y="27"/>
                    </a:cxn>
                    <a:cxn ang="0">
                      <a:pos x="104" y="16"/>
                    </a:cxn>
                    <a:cxn ang="0">
                      <a:pos x="93" y="8"/>
                    </a:cxn>
                    <a:cxn ang="0">
                      <a:pos x="81" y="1"/>
                    </a:cxn>
                    <a:cxn ang="0">
                      <a:pos x="65" y="0"/>
                    </a:cxn>
                  </a:cxnLst>
                  <a:rect l="0" t="0" r="r" b="b"/>
                  <a:pathLst>
                    <a:path w="127" h="164">
                      <a:moveTo>
                        <a:pt x="65" y="0"/>
                      </a:moveTo>
                      <a:lnTo>
                        <a:pt x="51" y="1"/>
                      </a:lnTo>
                      <a:lnTo>
                        <a:pt x="38" y="6"/>
                      </a:lnTo>
                      <a:lnTo>
                        <a:pt x="27" y="13"/>
                      </a:lnTo>
                      <a:lnTo>
                        <a:pt x="17" y="20"/>
                      </a:lnTo>
                      <a:lnTo>
                        <a:pt x="9" y="32"/>
                      </a:lnTo>
                      <a:lnTo>
                        <a:pt x="5" y="44"/>
                      </a:lnTo>
                      <a:lnTo>
                        <a:pt x="1" y="58"/>
                      </a:lnTo>
                      <a:lnTo>
                        <a:pt x="0" y="74"/>
                      </a:lnTo>
                      <a:lnTo>
                        <a:pt x="0" y="103"/>
                      </a:lnTo>
                      <a:lnTo>
                        <a:pt x="0" y="126"/>
                      </a:lnTo>
                      <a:lnTo>
                        <a:pt x="0" y="145"/>
                      </a:lnTo>
                      <a:lnTo>
                        <a:pt x="0" y="164"/>
                      </a:lnTo>
                      <a:lnTo>
                        <a:pt x="27" y="164"/>
                      </a:lnTo>
                      <a:lnTo>
                        <a:pt x="44" y="164"/>
                      </a:lnTo>
                      <a:lnTo>
                        <a:pt x="55" y="164"/>
                      </a:lnTo>
                      <a:lnTo>
                        <a:pt x="63" y="164"/>
                      </a:lnTo>
                      <a:lnTo>
                        <a:pt x="71" y="164"/>
                      </a:lnTo>
                      <a:lnTo>
                        <a:pt x="82" y="164"/>
                      </a:lnTo>
                      <a:lnTo>
                        <a:pt x="100" y="164"/>
                      </a:lnTo>
                      <a:lnTo>
                        <a:pt x="127" y="164"/>
                      </a:lnTo>
                      <a:lnTo>
                        <a:pt x="127" y="139"/>
                      </a:lnTo>
                      <a:lnTo>
                        <a:pt x="127" y="114"/>
                      </a:lnTo>
                      <a:lnTo>
                        <a:pt x="127" y="90"/>
                      </a:lnTo>
                      <a:lnTo>
                        <a:pt x="127" y="71"/>
                      </a:lnTo>
                      <a:lnTo>
                        <a:pt x="127" y="62"/>
                      </a:lnTo>
                      <a:lnTo>
                        <a:pt x="123" y="51"/>
                      </a:lnTo>
                      <a:lnTo>
                        <a:pt x="119" y="38"/>
                      </a:lnTo>
                      <a:lnTo>
                        <a:pt x="112" y="27"/>
                      </a:lnTo>
                      <a:lnTo>
                        <a:pt x="104" y="16"/>
                      </a:lnTo>
                      <a:lnTo>
                        <a:pt x="93" y="8"/>
                      </a:lnTo>
                      <a:lnTo>
                        <a:pt x="81" y="1"/>
                      </a:lnTo>
                      <a:lnTo>
                        <a:pt x="65" y="0"/>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526" name="Rectangle 402"/>
                <p:cNvSpPr>
                  <a:spLocks noChangeArrowheads="1"/>
                </p:cNvSpPr>
                <p:nvPr/>
              </p:nvSpPr>
              <p:spPr bwMode="auto">
                <a:xfrm>
                  <a:off x="4803" y="2901"/>
                  <a:ext cx="206" cy="386"/>
                </a:xfrm>
                <a:prstGeom prst="rect">
                  <a:avLst/>
                </a:prstGeom>
                <a:solidFill>
                  <a:srgbClr val="FFFFFF"/>
                </a:solidFill>
                <a:ln w="9525">
                  <a:noFill/>
                  <a:miter lim="800000"/>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527" name="Freeform 403"/>
                <p:cNvSpPr/>
                <p:nvPr/>
              </p:nvSpPr>
              <p:spPr bwMode="auto">
                <a:xfrm>
                  <a:off x="4736" y="2819"/>
                  <a:ext cx="13" cy="318"/>
                </a:xfrm>
                <a:custGeom>
                  <a:avLst/>
                  <a:gdLst/>
                  <a:ahLst/>
                  <a:cxnLst>
                    <a:cxn ang="0">
                      <a:pos x="8" y="16"/>
                    </a:cxn>
                    <a:cxn ang="0">
                      <a:pos x="0" y="8"/>
                    </a:cxn>
                    <a:cxn ang="0">
                      <a:pos x="0" y="320"/>
                    </a:cxn>
                    <a:cxn ang="0">
                      <a:pos x="16" y="320"/>
                    </a:cxn>
                    <a:cxn ang="0">
                      <a:pos x="16" y="8"/>
                    </a:cxn>
                    <a:cxn ang="0">
                      <a:pos x="8" y="0"/>
                    </a:cxn>
                    <a:cxn ang="0">
                      <a:pos x="16" y="8"/>
                    </a:cxn>
                    <a:cxn ang="0">
                      <a:pos x="16" y="0"/>
                    </a:cxn>
                    <a:cxn ang="0">
                      <a:pos x="8" y="0"/>
                    </a:cxn>
                    <a:cxn ang="0">
                      <a:pos x="8" y="16"/>
                    </a:cxn>
                  </a:cxnLst>
                  <a:rect l="0" t="0" r="r" b="b"/>
                  <a:pathLst>
                    <a:path w="16" h="320">
                      <a:moveTo>
                        <a:pt x="8" y="16"/>
                      </a:moveTo>
                      <a:lnTo>
                        <a:pt x="0" y="8"/>
                      </a:lnTo>
                      <a:lnTo>
                        <a:pt x="0" y="320"/>
                      </a:lnTo>
                      <a:lnTo>
                        <a:pt x="16" y="320"/>
                      </a:lnTo>
                      <a:lnTo>
                        <a:pt x="16" y="8"/>
                      </a:lnTo>
                      <a:lnTo>
                        <a:pt x="8" y="0"/>
                      </a:lnTo>
                      <a:lnTo>
                        <a:pt x="16" y="8"/>
                      </a:lnTo>
                      <a:lnTo>
                        <a:pt x="16" y="0"/>
                      </a:lnTo>
                      <a:lnTo>
                        <a:pt x="8" y="0"/>
                      </a:lnTo>
                      <a:lnTo>
                        <a:pt x="8" y="16"/>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528" name="Freeform 404"/>
                <p:cNvSpPr/>
                <p:nvPr/>
              </p:nvSpPr>
              <p:spPr bwMode="auto">
                <a:xfrm>
                  <a:off x="4559" y="2819"/>
                  <a:ext cx="184" cy="21"/>
                </a:xfrm>
                <a:custGeom>
                  <a:avLst/>
                  <a:gdLst/>
                  <a:ahLst/>
                  <a:cxnLst>
                    <a:cxn ang="0">
                      <a:pos x="16" y="8"/>
                    </a:cxn>
                    <a:cxn ang="0">
                      <a:pos x="8" y="16"/>
                    </a:cxn>
                    <a:cxn ang="0">
                      <a:pos x="187" y="16"/>
                    </a:cxn>
                    <a:cxn ang="0">
                      <a:pos x="187" y="0"/>
                    </a:cxn>
                    <a:cxn ang="0">
                      <a:pos x="8" y="0"/>
                    </a:cxn>
                    <a:cxn ang="0">
                      <a:pos x="0" y="8"/>
                    </a:cxn>
                    <a:cxn ang="0">
                      <a:pos x="8" y="0"/>
                    </a:cxn>
                    <a:cxn ang="0">
                      <a:pos x="0" y="0"/>
                    </a:cxn>
                    <a:cxn ang="0">
                      <a:pos x="0" y="8"/>
                    </a:cxn>
                    <a:cxn ang="0">
                      <a:pos x="16" y="8"/>
                    </a:cxn>
                  </a:cxnLst>
                  <a:rect l="0" t="0" r="r" b="b"/>
                  <a:pathLst>
                    <a:path w="187" h="16">
                      <a:moveTo>
                        <a:pt x="16" y="8"/>
                      </a:moveTo>
                      <a:lnTo>
                        <a:pt x="8" y="16"/>
                      </a:lnTo>
                      <a:lnTo>
                        <a:pt x="187" y="16"/>
                      </a:lnTo>
                      <a:lnTo>
                        <a:pt x="187" y="0"/>
                      </a:lnTo>
                      <a:lnTo>
                        <a:pt x="8" y="0"/>
                      </a:lnTo>
                      <a:lnTo>
                        <a:pt x="0" y="8"/>
                      </a:lnTo>
                      <a:lnTo>
                        <a:pt x="8" y="0"/>
                      </a:lnTo>
                      <a:lnTo>
                        <a:pt x="0" y="0"/>
                      </a:lnTo>
                      <a:lnTo>
                        <a:pt x="0" y="8"/>
                      </a:lnTo>
                      <a:lnTo>
                        <a:pt x="16"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529" name="Freeform 405"/>
                <p:cNvSpPr/>
                <p:nvPr/>
              </p:nvSpPr>
              <p:spPr bwMode="auto">
                <a:xfrm>
                  <a:off x="4559" y="2826"/>
                  <a:ext cx="13" cy="318"/>
                </a:xfrm>
                <a:custGeom>
                  <a:avLst/>
                  <a:gdLst/>
                  <a:ahLst/>
                  <a:cxnLst>
                    <a:cxn ang="0">
                      <a:pos x="8" y="304"/>
                    </a:cxn>
                    <a:cxn ang="0">
                      <a:pos x="16" y="312"/>
                    </a:cxn>
                    <a:cxn ang="0">
                      <a:pos x="16" y="0"/>
                    </a:cxn>
                    <a:cxn ang="0">
                      <a:pos x="0" y="0"/>
                    </a:cxn>
                    <a:cxn ang="0">
                      <a:pos x="0" y="312"/>
                    </a:cxn>
                    <a:cxn ang="0">
                      <a:pos x="8" y="320"/>
                    </a:cxn>
                    <a:cxn ang="0">
                      <a:pos x="0" y="312"/>
                    </a:cxn>
                    <a:cxn ang="0">
                      <a:pos x="0" y="320"/>
                    </a:cxn>
                    <a:cxn ang="0">
                      <a:pos x="8" y="320"/>
                    </a:cxn>
                    <a:cxn ang="0">
                      <a:pos x="8" y="304"/>
                    </a:cxn>
                  </a:cxnLst>
                  <a:rect l="0" t="0" r="r" b="b"/>
                  <a:pathLst>
                    <a:path w="16" h="320">
                      <a:moveTo>
                        <a:pt x="8" y="304"/>
                      </a:moveTo>
                      <a:lnTo>
                        <a:pt x="16" y="312"/>
                      </a:lnTo>
                      <a:lnTo>
                        <a:pt x="16" y="0"/>
                      </a:lnTo>
                      <a:lnTo>
                        <a:pt x="0" y="0"/>
                      </a:lnTo>
                      <a:lnTo>
                        <a:pt x="0" y="312"/>
                      </a:lnTo>
                      <a:lnTo>
                        <a:pt x="8" y="320"/>
                      </a:lnTo>
                      <a:lnTo>
                        <a:pt x="0" y="312"/>
                      </a:lnTo>
                      <a:lnTo>
                        <a:pt x="0" y="320"/>
                      </a:lnTo>
                      <a:lnTo>
                        <a:pt x="8" y="320"/>
                      </a:lnTo>
                      <a:lnTo>
                        <a:pt x="8" y="304"/>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530" name="Freeform 406"/>
                <p:cNvSpPr/>
                <p:nvPr/>
              </p:nvSpPr>
              <p:spPr bwMode="auto">
                <a:xfrm>
                  <a:off x="4565" y="3134"/>
                  <a:ext cx="184" cy="14"/>
                </a:xfrm>
                <a:custGeom>
                  <a:avLst/>
                  <a:gdLst/>
                  <a:ahLst/>
                  <a:cxnLst>
                    <a:cxn ang="0">
                      <a:pos x="171" y="8"/>
                    </a:cxn>
                    <a:cxn ang="0">
                      <a:pos x="179" y="0"/>
                    </a:cxn>
                    <a:cxn ang="0">
                      <a:pos x="0" y="0"/>
                    </a:cxn>
                    <a:cxn ang="0">
                      <a:pos x="0" y="16"/>
                    </a:cxn>
                    <a:cxn ang="0">
                      <a:pos x="179" y="16"/>
                    </a:cxn>
                    <a:cxn ang="0">
                      <a:pos x="187" y="8"/>
                    </a:cxn>
                    <a:cxn ang="0">
                      <a:pos x="179" y="16"/>
                    </a:cxn>
                    <a:cxn ang="0">
                      <a:pos x="187" y="16"/>
                    </a:cxn>
                    <a:cxn ang="0">
                      <a:pos x="187" y="8"/>
                    </a:cxn>
                    <a:cxn ang="0">
                      <a:pos x="171" y="8"/>
                    </a:cxn>
                  </a:cxnLst>
                  <a:rect l="0" t="0" r="r" b="b"/>
                  <a:pathLst>
                    <a:path w="187" h="16">
                      <a:moveTo>
                        <a:pt x="171" y="8"/>
                      </a:moveTo>
                      <a:lnTo>
                        <a:pt x="179" y="0"/>
                      </a:lnTo>
                      <a:lnTo>
                        <a:pt x="0" y="0"/>
                      </a:lnTo>
                      <a:lnTo>
                        <a:pt x="0" y="16"/>
                      </a:lnTo>
                      <a:lnTo>
                        <a:pt x="179" y="16"/>
                      </a:lnTo>
                      <a:lnTo>
                        <a:pt x="187" y="8"/>
                      </a:lnTo>
                      <a:lnTo>
                        <a:pt x="179" y="16"/>
                      </a:lnTo>
                      <a:lnTo>
                        <a:pt x="187" y="16"/>
                      </a:lnTo>
                      <a:lnTo>
                        <a:pt x="187" y="8"/>
                      </a:lnTo>
                      <a:lnTo>
                        <a:pt x="171"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531" name="Freeform 407"/>
                <p:cNvSpPr/>
                <p:nvPr/>
              </p:nvSpPr>
              <p:spPr bwMode="auto">
                <a:xfrm>
                  <a:off x="4568" y="2916"/>
                  <a:ext cx="174" cy="11"/>
                </a:xfrm>
                <a:custGeom>
                  <a:avLst/>
                  <a:gdLst/>
                  <a:ahLst/>
                  <a:cxnLst>
                    <a:cxn ang="0">
                      <a:pos x="176" y="8"/>
                    </a:cxn>
                    <a:cxn ang="0">
                      <a:pos x="176" y="0"/>
                    </a:cxn>
                    <a:cxn ang="0">
                      <a:pos x="0" y="0"/>
                    </a:cxn>
                    <a:cxn ang="0">
                      <a:pos x="0" y="16"/>
                    </a:cxn>
                    <a:cxn ang="0">
                      <a:pos x="176" y="16"/>
                    </a:cxn>
                    <a:cxn ang="0">
                      <a:pos x="176" y="8"/>
                    </a:cxn>
                  </a:cxnLst>
                  <a:rect l="0" t="0" r="r" b="b"/>
                  <a:pathLst>
                    <a:path w="176" h="16">
                      <a:moveTo>
                        <a:pt x="176" y="8"/>
                      </a:moveTo>
                      <a:lnTo>
                        <a:pt x="176" y="0"/>
                      </a:lnTo>
                      <a:lnTo>
                        <a:pt x="0" y="0"/>
                      </a:lnTo>
                      <a:lnTo>
                        <a:pt x="0" y="16"/>
                      </a:lnTo>
                      <a:lnTo>
                        <a:pt x="176" y="16"/>
                      </a:lnTo>
                      <a:lnTo>
                        <a:pt x="176"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532" name="Freeform 408"/>
                <p:cNvSpPr/>
                <p:nvPr/>
              </p:nvSpPr>
              <p:spPr bwMode="auto">
                <a:xfrm>
                  <a:off x="4568" y="3026"/>
                  <a:ext cx="174" cy="18"/>
                </a:xfrm>
                <a:custGeom>
                  <a:avLst/>
                  <a:gdLst/>
                  <a:ahLst/>
                  <a:cxnLst>
                    <a:cxn ang="0">
                      <a:pos x="176" y="8"/>
                    </a:cxn>
                    <a:cxn ang="0">
                      <a:pos x="176" y="0"/>
                    </a:cxn>
                    <a:cxn ang="0">
                      <a:pos x="0" y="0"/>
                    </a:cxn>
                    <a:cxn ang="0">
                      <a:pos x="0" y="16"/>
                    </a:cxn>
                    <a:cxn ang="0">
                      <a:pos x="176" y="16"/>
                    </a:cxn>
                    <a:cxn ang="0">
                      <a:pos x="176" y="8"/>
                    </a:cxn>
                  </a:cxnLst>
                  <a:rect l="0" t="0" r="r" b="b"/>
                  <a:pathLst>
                    <a:path w="176" h="16">
                      <a:moveTo>
                        <a:pt x="176" y="8"/>
                      </a:moveTo>
                      <a:lnTo>
                        <a:pt x="176" y="0"/>
                      </a:lnTo>
                      <a:lnTo>
                        <a:pt x="0" y="0"/>
                      </a:lnTo>
                      <a:lnTo>
                        <a:pt x="0" y="16"/>
                      </a:lnTo>
                      <a:lnTo>
                        <a:pt x="176" y="16"/>
                      </a:lnTo>
                      <a:lnTo>
                        <a:pt x="176"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533" name="Freeform 409"/>
                <p:cNvSpPr/>
                <p:nvPr/>
              </p:nvSpPr>
              <p:spPr bwMode="auto">
                <a:xfrm>
                  <a:off x="4644" y="2837"/>
                  <a:ext cx="16" cy="300"/>
                </a:xfrm>
                <a:custGeom>
                  <a:avLst/>
                  <a:gdLst/>
                  <a:ahLst/>
                  <a:cxnLst>
                    <a:cxn ang="0">
                      <a:pos x="7" y="302"/>
                    </a:cxn>
                    <a:cxn ang="0">
                      <a:pos x="15" y="302"/>
                    </a:cxn>
                    <a:cxn ang="0">
                      <a:pos x="15" y="0"/>
                    </a:cxn>
                    <a:cxn ang="0">
                      <a:pos x="0" y="0"/>
                    </a:cxn>
                    <a:cxn ang="0">
                      <a:pos x="0" y="302"/>
                    </a:cxn>
                    <a:cxn ang="0">
                      <a:pos x="7" y="302"/>
                    </a:cxn>
                  </a:cxnLst>
                  <a:rect l="0" t="0" r="r" b="b"/>
                  <a:pathLst>
                    <a:path w="15" h="302">
                      <a:moveTo>
                        <a:pt x="7" y="302"/>
                      </a:moveTo>
                      <a:lnTo>
                        <a:pt x="15" y="302"/>
                      </a:lnTo>
                      <a:lnTo>
                        <a:pt x="15" y="0"/>
                      </a:lnTo>
                      <a:lnTo>
                        <a:pt x="0" y="0"/>
                      </a:lnTo>
                      <a:lnTo>
                        <a:pt x="0" y="302"/>
                      </a:lnTo>
                      <a:lnTo>
                        <a:pt x="7" y="302"/>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534" name="Freeform 410"/>
                <p:cNvSpPr/>
                <p:nvPr/>
              </p:nvSpPr>
              <p:spPr bwMode="auto">
                <a:xfrm>
                  <a:off x="5240" y="2819"/>
                  <a:ext cx="16" cy="318"/>
                </a:xfrm>
                <a:custGeom>
                  <a:avLst/>
                  <a:gdLst/>
                  <a:ahLst/>
                  <a:cxnLst>
                    <a:cxn ang="0">
                      <a:pos x="8" y="16"/>
                    </a:cxn>
                    <a:cxn ang="0">
                      <a:pos x="0" y="8"/>
                    </a:cxn>
                    <a:cxn ang="0">
                      <a:pos x="0" y="320"/>
                    </a:cxn>
                    <a:cxn ang="0">
                      <a:pos x="16" y="320"/>
                    </a:cxn>
                    <a:cxn ang="0">
                      <a:pos x="16" y="8"/>
                    </a:cxn>
                    <a:cxn ang="0">
                      <a:pos x="8" y="0"/>
                    </a:cxn>
                    <a:cxn ang="0">
                      <a:pos x="16" y="8"/>
                    </a:cxn>
                    <a:cxn ang="0">
                      <a:pos x="16" y="0"/>
                    </a:cxn>
                    <a:cxn ang="0">
                      <a:pos x="8" y="0"/>
                    </a:cxn>
                    <a:cxn ang="0">
                      <a:pos x="8" y="16"/>
                    </a:cxn>
                  </a:cxnLst>
                  <a:rect l="0" t="0" r="r" b="b"/>
                  <a:pathLst>
                    <a:path w="16" h="320">
                      <a:moveTo>
                        <a:pt x="8" y="16"/>
                      </a:moveTo>
                      <a:lnTo>
                        <a:pt x="0" y="8"/>
                      </a:lnTo>
                      <a:lnTo>
                        <a:pt x="0" y="320"/>
                      </a:lnTo>
                      <a:lnTo>
                        <a:pt x="16" y="320"/>
                      </a:lnTo>
                      <a:lnTo>
                        <a:pt x="16" y="8"/>
                      </a:lnTo>
                      <a:lnTo>
                        <a:pt x="8" y="0"/>
                      </a:lnTo>
                      <a:lnTo>
                        <a:pt x="16" y="8"/>
                      </a:lnTo>
                      <a:lnTo>
                        <a:pt x="16" y="0"/>
                      </a:lnTo>
                      <a:lnTo>
                        <a:pt x="8" y="0"/>
                      </a:lnTo>
                      <a:lnTo>
                        <a:pt x="8" y="16"/>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535" name="Freeform 411"/>
                <p:cNvSpPr/>
                <p:nvPr/>
              </p:nvSpPr>
              <p:spPr bwMode="auto">
                <a:xfrm>
                  <a:off x="5060" y="2819"/>
                  <a:ext cx="187" cy="21"/>
                </a:xfrm>
                <a:custGeom>
                  <a:avLst/>
                  <a:gdLst/>
                  <a:ahLst/>
                  <a:cxnLst>
                    <a:cxn ang="0">
                      <a:pos x="16" y="8"/>
                    </a:cxn>
                    <a:cxn ang="0">
                      <a:pos x="8" y="16"/>
                    </a:cxn>
                    <a:cxn ang="0">
                      <a:pos x="187" y="16"/>
                    </a:cxn>
                    <a:cxn ang="0">
                      <a:pos x="187" y="0"/>
                    </a:cxn>
                    <a:cxn ang="0">
                      <a:pos x="8" y="0"/>
                    </a:cxn>
                    <a:cxn ang="0">
                      <a:pos x="0" y="8"/>
                    </a:cxn>
                    <a:cxn ang="0">
                      <a:pos x="8" y="0"/>
                    </a:cxn>
                    <a:cxn ang="0">
                      <a:pos x="0" y="0"/>
                    </a:cxn>
                    <a:cxn ang="0">
                      <a:pos x="0" y="8"/>
                    </a:cxn>
                    <a:cxn ang="0">
                      <a:pos x="16" y="8"/>
                    </a:cxn>
                  </a:cxnLst>
                  <a:rect l="0" t="0" r="r" b="b"/>
                  <a:pathLst>
                    <a:path w="187" h="16">
                      <a:moveTo>
                        <a:pt x="16" y="8"/>
                      </a:moveTo>
                      <a:lnTo>
                        <a:pt x="8" y="16"/>
                      </a:lnTo>
                      <a:lnTo>
                        <a:pt x="187" y="16"/>
                      </a:lnTo>
                      <a:lnTo>
                        <a:pt x="187" y="0"/>
                      </a:lnTo>
                      <a:lnTo>
                        <a:pt x="8" y="0"/>
                      </a:lnTo>
                      <a:lnTo>
                        <a:pt x="0" y="8"/>
                      </a:lnTo>
                      <a:lnTo>
                        <a:pt x="8" y="0"/>
                      </a:lnTo>
                      <a:lnTo>
                        <a:pt x="0" y="0"/>
                      </a:lnTo>
                      <a:lnTo>
                        <a:pt x="0" y="8"/>
                      </a:lnTo>
                      <a:lnTo>
                        <a:pt x="16"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536" name="Freeform 412"/>
                <p:cNvSpPr/>
                <p:nvPr/>
              </p:nvSpPr>
              <p:spPr bwMode="auto">
                <a:xfrm>
                  <a:off x="5060" y="2826"/>
                  <a:ext cx="16" cy="318"/>
                </a:xfrm>
                <a:custGeom>
                  <a:avLst/>
                  <a:gdLst/>
                  <a:ahLst/>
                  <a:cxnLst>
                    <a:cxn ang="0">
                      <a:pos x="8" y="304"/>
                    </a:cxn>
                    <a:cxn ang="0">
                      <a:pos x="16" y="312"/>
                    </a:cxn>
                    <a:cxn ang="0">
                      <a:pos x="16" y="0"/>
                    </a:cxn>
                    <a:cxn ang="0">
                      <a:pos x="0" y="0"/>
                    </a:cxn>
                    <a:cxn ang="0">
                      <a:pos x="0" y="312"/>
                    </a:cxn>
                    <a:cxn ang="0">
                      <a:pos x="8" y="320"/>
                    </a:cxn>
                    <a:cxn ang="0">
                      <a:pos x="0" y="312"/>
                    </a:cxn>
                    <a:cxn ang="0">
                      <a:pos x="0" y="320"/>
                    </a:cxn>
                    <a:cxn ang="0">
                      <a:pos x="8" y="320"/>
                    </a:cxn>
                    <a:cxn ang="0">
                      <a:pos x="8" y="304"/>
                    </a:cxn>
                  </a:cxnLst>
                  <a:rect l="0" t="0" r="r" b="b"/>
                  <a:pathLst>
                    <a:path w="16" h="320">
                      <a:moveTo>
                        <a:pt x="8" y="304"/>
                      </a:moveTo>
                      <a:lnTo>
                        <a:pt x="16" y="312"/>
                      </a:lnTo>
                      <a:lnTo>
                        <a:pt x="16" y="0"/>
                      </a:lnTo>
                      <a:lnTo>
                        <a:pt x="0" y="0"/>
                      </a:lnTo>
                      <a:lnTo>
                        <a:pt x="0" y="312"/>
                      </a:lnTo>
                      <a:lnTo>
                        <a:pt x="8" y="320"/>
                      </a:lnTo>
                      <a:lnTo>
                        <a:pt x="0" y="312"/>
                      </a:lnTo>
                      <a:lnTo>
                        <a:pt x="0" y="320"/>
                      </a:lnTo>
                      <a:lnTo>
                        <a:pt x="8" y="320"/>
                      </a:lnTo>
                      <a:lnTo>
                        <a:pt x="8" y="304"/>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537" name="Freeform 413"/>
                <p:cNvSpPr/>
                <p:nvPr/>
              </p:nvSpPr>
              <p:spPr bwMode="auto">
                <a:xfrm>
                  <a:off x="5069" y="3134"/>
                  <a:ext cx="187" cy="14"/>
                </a:xfrm>
                <a:custGeom>
                  <a:avLst/>
                  <a:gdLst/>
                  <a:ahLst/>
                  <a:cxnLst>
                    <a:cxn ang="0">
                      <a:pos x="171" y="8"/>
                    </a:cxn>
                    <a:cxn ang="0">
                      <a:pos x="179" y="0"/>
                    </a:cxn>
                    <a:cxn ang="0">
                      <a:pos x="0" y="0"/>
                    </a:cxn>
                    <a:cxn ang="0">
                      <a:pos x="0" y="16"/>
                    </a:cxn>
                    <a:cxn ang="0">
                      <a:pos x="179" y="16"/>
                    </a:cxn>
                    <a:cxn ang="0">
                      <a:pos x="187" y="8"/>
                    </a:cxn>
                    <a:cxn ang="0">
                      <a:pos x="179" y="16"/>
                    </a:cxn>
                    <a:cxn ang="0">
                      <a:pos x="187" y="16"/>
                    </a:cxn>
                    <a:cxn ang="0">
                      <a:pos x="187" y="8"/>
                    </a:cxn>
                    <a:cxn ang="0">
                      <a:pos x="171" y="8"/>
                    </a:cxn>
                  </a:cxnLst>
                  <a:rect l="0" t="0" r="r" b="b"/>
                  <a:pathLst>
                    <a:path w="187" h="16">
                      <a:moveTo>
                        <a:pt x="171" y="8"/>
                      </a:moveTo>
                      <a:lnTo>
                        <a:pt x="179" y="0"/>
                      </a:lnTo>
                      <a:lnTo>
                        <a:pt x="0" y="0"/>
                      </a:lnTo>
                      <a:lnTo>
                        <a:pt x="0" y="16"/>
                      </a:lnTo>
                      <a:lnTo>
                        <a:pt x="179" y="16"/>
                      </a:lnTo>
                      <a:lnTo>
                        <a:pt x="187" y="8"/>
                      </a:lnTo>
                      <a:lnTo>
                        <a:pt x="179" y="16"/>
                      </a:lnTo>
                      <a:lnTo>
                        <a:pt x="187" y="16"/>
                      </a:lnTo>
                      <a:lnTo>
                        <a:pt x="187" y="8"/>
                      </a:lnTo>
                      <a:lnTo>
                        <a:pt x="171"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538" name="Freeform 414"/>
                <p:cNvSpPr/>
                <p:nvPr/>
              </p:nvSpPr>
              <p:spPr bwMode="auto">
                <a:xfrm>
                  <a:off x="5069" y="2916"/>
                  <a:ext cx="174" cy="11"/>
                </a:xfrm>
                <a:custGeom>
                  <a:avLst/>
                  <a:gdLst/>
                  <a:ahLst/>
                  <a:cxnLst>
                    <a:cxn ang="0">
                      <a:pos x="175" y="8"/>
                    </a:cxn>
                    <a:cxn ang="0">
                      <a:pos x="175" y="0"/>
                    </a:cxn>
                    <a:cxn ang="0">
                      <a:pos x="0" y="0"/>
                    </a:cxn>
                    <a:cxn ang="0">
                      <a:pos x="0" y="16"/>
                    </a:cxn>
                    <a:cxn ang="0">
                      <a:pos x="175" y="16"/>
                    </a:cxn>
                    <a:cxn ang="0">
                      <a:pos x="175" y="8"/>
                    </a:cxn>
                  </a:cxnLst>
                  <a:rect l="0" t="0" r="r" b="b"/>
                  <a:pathLst>
                    <a:path w="175" h="16">
                      <a:moveTo>
                        <a:pt x="175" y="8"/>
                      </a:moveTo>
                      <a:lnTo>
                        <a:pt x="175" y="0"/>
                      </a:lnTo>
                      <a:lnTo>
                        <a:pt x="0" y="0"/>
                      </a:lnTo>
                      <a:lnTo>
                        <a:pt x="0" y="16"/>
                      </a:lnTo>
                      <a:lnTo>
                        <a:pt x="175" y="16"/>
                      </a:lnTo>
                      <a:lnTo>
                        <a:pt x="175"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539" name="Freeform 415"/>
                <p:cNvSpPr/>
                <p:nvPr/>
              </p:nvSpPr>
              <p:spPr bwMode="auto">
                <a:xfrm>
                  <a:off x="5069" y="3026"/>
                  <a:ext cx="174" cy="18"/>
                </a:xfrm>
                <a:custGeom>
                  <a:avLst/>
                  <a:gdLst/>
                  <a:ahLst/>
                  <a:cxnLst>
                    <a:cxn ang="0">
                      <a:pos x="175" y="8"/>
                    </a:cxn>
                    <a:cxn ang="0">
                      <a:pos x="175" y="0"/>
                    </a:cxn>
                    <a:cxn ang="0">
                      <a:pos x="0" y="0"/>
                    </a:cxn>
                    <a:cxn ang="0">
                      <a:pos x="0" y="16"/>
                    </a:cxn>
                    <a:cxn ang="0">
                      <a:pos x="175" y="16"/>
                    </a:cxn>
                    <a:cxn ang="0">
                      <a:pos x="175" y="8"/>
                    </a:cxn>
                  </a:cxnLst>
                  <a:rect l="0" t="0" r="r" b="b"/>
                  <a:pathLst>
                    <a:path w="175" h="16">
                      <a:moveTo>
                        <a:pt x="175" y="8"/>
                      </a:moveTo>
                      <a:lnTo>
                        <a:pt x="175" y="0"/>
                      </a:lnTo>
                      <a:lnTo>
                        <a:pt x="0" y="0"/>
                      </a:lnTo>
                      <a:lnTo>
                        <a:pt x="0" y="16"/>
                      </a:lnTo>
                      <a:lnTo>
                        <a:pt x="175" y="16"/>
                      </a:lnTo>
                      <a:lnTo>
                        <a:pt x="175"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540" name="Freeform 416"/>
                <p:cNvSpPr/>
                <p:nvPr/>
              </p:nvSpPr>
              <p:spPr bwMode="auto">
                <a:xfrm>
                  <a:off x="5148" y="2837"/>
                  <a:ext cx="13" cy="300"/>
                </a:xfrm>
                <a:custGeom>
                  <a:avLst/>
                  <a:gdLst/>
                  <a:ahLst/>
                  <a:cxnLst>
                    <a:cxn ang="0">
                      <a:pos x="8" y="302"/>
                    </a:cxn>
                    <a:cxn ang="0">
                      <a:pos x="16" y="302"/>
                    </a:cxn>
                    <a:cxn ang="0">
                      <a:pos x="16" y="0"/>
                    </a:cxn>
                    <a:cxn ang="0">
                      <a:pos x="0" y="0"/>
                    </a:cxn>
                    <a:cxn ang="0">
                      <a:pos x="0" y="302"/>
                    </a:cxn>
                    <a:cxn ang="0">
                      <a:pos x="8" y="302"/>
                    </a:cxn>
                  </a:cxnLst>
                  <a:rect l="0" t="0" r="r" b="b"/>
                  <a:pathLst>
                    <a:path w="16" h="302">
                      <a:moveTo>
                        <a:pt x="8" y="302"/>
                      </a:moveTo>
                      <a:lnTo>
                        <a:pt x="16" y="302"/>
                      </a:lnTo>
                      <a:lnTo>
                        <a:pt x="16" y="0"/>
                      </a:lnTo>
                      <a:lnTo>
                        <a:pt x="0" y="0"/>
                      </a:lnTo>
                      <a:lnTo>
                        <a:pt x="0" y="302"/>
                      </a:lnTo>
                      <a:lnTo>
                        <a:pt x="8" y="302"/>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541" name="Freeform 417"/>
                <p:cNvSpPr/>
                <p:nvPr/>
              </p:nvSpPr>
              <p:spPr bwMode="auto">
                <a:xfrm>
                  <a:off x="4850" y="2237"/>
                  <a:ext cx="101" cy="111"/>
                </a:xfrm>
                <a:custGeom>
                  <a:avLst/>
                  <a:gdLst/>
                  <a:ahLst/>
                  <a:cxnLst>
                    <a:cxn ang="0">
                      <a:pos x="59" y="112"/>
                    </a:cxn>
                    <a:cxn ang="0">
                      <a:pos x="76" y="112"/>
                    </a:cxn>
                    <a:cxn ang="0">
                      <a:pos x="89" y="109"/>
                    </a:cxn>
                    <a:cxn ang="0">
                      <a:pos x="99" y="107"/>
                    </a:cxn>
                    <a:cxn ang="0">
                      <a:pos x="102" y="104"/>
                    </a:cxn>
                    <a:cxn ang="0">
                      <a:pos x="103" y="103"/>
                    </a:cxn>
                    <a:cxn ang="0">
                      <a:pos x="103" y="98"/>
                    </a:cxn>
                    <a:cxn ang="0">
                      <a:pos x="100" y="88"/>
                    </a:cxn>
                    <a:cxn ang="0">
                      <a:pos x="97" y="79"/>
                    </a:cxn>
                    <a:cxn ang="0">
                      <a:pos x="95" y="73"/>
                    </a:cxn>
                    <a:cxn ang="0">
                      <a:pos x="95" y="68"/>
                    </a:cxn>
                    <a:cxn ang="0">
                      <a:pos x="94" y="66"/>
                    </a:cxn>
                    <a:cxn ang="0">
                      <a:pos x="92" y="60"/>
                    </a:cxn>
                    <a:cxn ang="0">
                      <a:pos x="91" y="50"/>
                    </a:cxn>
                    <a:cxn ang="0">
                      <a:pos x="91" y="42"/>
                    </a:cxn>
                    <a:cxn ang="0">
                      <a:pos x="91" y="41"/>
                    </a:cxn>
                    <a:cxn ang="0">
                      <a:pos x="89" y="33"/>
                    </a:cxn>
                    <a:cxn ang="0">
                      <a:pos x="89" y="22"/>
                    </a:cxn>
                    <a:cxn ang="0">
                      <a:pos x="87" y="9"/>
                    </a:cxn>
                    <a:cxn ang="0">
                      <a:pos x="75" y="1"/>
                    </a:cxn>
                    <a:cxn ang="0">
                      <a:pos x="59" y="0"/>
                    </a:cxn>
                    <a:cxn ang="0">
                      <a:pos x="45" y="3"/>
                    </a:cxn>
                    <a:cxn ang="0">
                      <a:pos x="38" y="14"/>
                    </a:cxn>
                    <a:cxn ang="0">
                      <a:pos x="34" y="25"/>
                    </a:cxn>
                    <a:cxn ang="0">
                      <a:pos x="30" y="31"/>
                    </a:cxn>
                    <a:cxn ang="0">
                      <a:pos x="30" y="33"/>
                    </a:cxn>
                    <a:cxn ang="0">
                      <a:pos x="27" y="39"/>
                    </a:cxn>
                    <a:cxn ang="0">
                      <a:pos x="23" y="49"/>
                    </a:cxn>
                    <a:cxn ang="0">
                      <a:pos x="19" y="54"/>
                    </a:cxn>
                    <a:cxn ang="0">
                      <a:pos x="19" y="55"/>
                    </a:cxn>
                    <a:cxn ang="0">
                      <a:pos x="16" y="58"/>
                    </a:cxn>
                    <a:cxn ang="0">
                      <a:pos x="11" y="63"/>
                    </a:cxn>
                    <a:cxn ang="0">
                      <a:pos x="5" y="73"/>
                    </a:cxn>
                    <a:cxn ang="0">
                      <a:pos x="0" y="82"/>
                    </a:cxn>
                    <a:cxn ang="0">
                      <a:pos x="0" y="87"/>
                    </a:cxn>
                    <a:cxn ang="0">
                      <a:pos x="0" y="88"/>
                    </a:cxn>
                    <a:cxn ang="0">
                      <a:pos x="7" y="93"/>
                    </a:cxn>
                    <a:cxn ang="0">
                      <a:pos x="29" y="106"/>
                    </a:cxn>
                  </a:cxnLst>
                  <a:rect l="0" t="0" r="r" b="b"/>
                  <a:pathLst>
                    <a:path w="103" h="112">
                      <a:moveTo>
                        <a:pt x="48" y="110"/>
                      </a:moveTo>
                      <a:lnTo>
                        <a:pt x="59" y="112"/>
                      </a:lnTo>
                      <a:lnTo>
                        <a:pt x="68" y="112"/>
                      </a:lnTo>
                      <a:lnTo>
                        <a:pt x="76" y="112"/>
                      </a:lnTo>
                      <a:lnTo>
                        <a:pt x="84" y="110"/>
                      </a:lnTo>
                      <a:lnTo>
                        <a:pt x="89" y="109"/>
                      </a:lnTo>
                      <a:lnTo>
                        <a:pt x="94" y="107"/>
                      </a:lnTo>
                      <a:lnTo>
                        <a:pt x="99" y="107"/>
                      </a:lnTo>
                      <a:lnTo>
                        <a:pt x="100" y="106"/>
                      </a:lnTo>
                      <a:lnTo>
                        <a:pt x="102" y="104"/>
                      </a:lnTo>
                      <a:lnTo>
                        <a:pt x="102" y="103"/>
                      </a:lnTo>
                      <a:lnTo>
                        <a:pt x="103" y="103"/>
                      </a:lnTo>
                      <a:lnTo>
                        <a:pt x="103" y="101"/>
                      </a:lnTo>
                      <a:lnTo>
                        <a:pt x="103" y="98"/>
                      </a:lnTo>
                      <a:lnTo>
                        <a:pt x="103" y="93"/>
                      </a:lnTo>
                      <a:lnTo>
                        <a:pt x="100" y="88"/>
                      </a:lnTo>
                      <a:lnTo>
                        <a:pt x="99" y="82"/>
                      </a:lnTo>
                      <a:lnTo>
                        <a:pt x="97" y="79"/>
                      </a:lnTo>
                      <a:lnTo>
                        <a:pt x="97" y="76"/>
                      </a:lnTo>
                      <a:lnTo>
                        <a:pt x="95" y="73"/>
                      </a:lnTo>
                      <a:lnTo>
                        <a:pt x="95" y="69"/>
                      </a:lnTo>
                      <a:lnTo>
                        <a:pt x="95" y="68"/>
                      </a:lnTo>
                      <a:lnTo>
                        <a:pt x="95" y="68"/>
                      </a:lnTo>
                      <a:lnTo>
                        <a:pt x="94" y="66"/>
                      </a:lnTo>
                      <a:lnTo>
                        <a:pt x="94" y="66"/>
                      </a:lnTo>
                      <a:lnTo>
                        <a:pt x="92" y="60"/>
                      </a:lnTo>
                      <a:lnTo>
                        <a:pt x="92" y="55"/>
                      </a:lnTo>
                      <a:lnTo>
                        <a:pt x="91" y="50"/>
                      </a:lnTo>
                      <a:lnTo>
                        <a:pt x="91" y="44"/>
                      </a:lnTo>
                      <a:lnTo>
                        <a:pt x="91" y="42"/>
                      </a:lnTo>
                      <a:lnTo>
                        <a:pt x="91" y="42"/>
                      </a:lnTo>
                      <a:lnTo>
                        <a:pt x="91" y="41"/>
                      </a:lnTo>
                      <a:lnTo>
                        <a:pt x="91" y="41"/>
                      </a:lnTo>
                      <a:lnTo>
                        <a:pt x="89" y="33"/>
                      </a:lnTo>
                      <a:lnTo>
                        <a:pt x="89" y="27"/>
                      </a:lnTo>
                      <a:lnTo>
                        <a:pt x="89" y="22"/>
                      </a:lnTo>
                      <a:lnTo>
                        <a:pt x="89" y="17"/>
                      </a:lnTo>
                      <a:lnTo>
                        <a:pt x="87" y="9"/>
                      </a:lnTo>
                      <a:lnTo>
                        <a:pt x="83" y="5"/>
                      </a:lnTo>
                      <a:lnTo>
                        <a:pt x="75" y="1"/>
                      </a:lnTo>
                      <a:lnTo>
                        <a:pt x="67" y="0"/>
                      </a:lnTo>
                      <a:lnTo>
                        <a:pt x="59" y="0"/>
                      </a:lnTo>
                      <a:lnTo>
                        <a:pt x="51" y="0"/>
                      </a:lnTo>
                      <a:lnTo>
                        <a:pt x="45" y="3"/>
                      </a:lnTo>
                      <a:lnTo>
                        <a:pt x="40" y="9"/>
                      </a:lnTo>
                      <a:lnTo>
                        <a:pt x="38" y="14"/>
                      </a:lnTo>
                      <a:lnTo>
                        <a:pt x="37" y="19"/>
                      </a:lnTo>
                      <a:lnTo>
                        <a:pt x="34" y="25"/>
                      </a:lnTo>
                      <a:lnTo>
                        <a:pt x="30" y="31"/>
                      </a:lnTo>
                      <a:lnTo>
                        <a:pt x="30" y="31"/>
                      </a:lnTo>
                      <a:lnTo>
                        <a:pt x="30" y="33"/>
                      </a:lnTo>
                      <a:lnTo>
                        <a:pt x="30" y="33"/>
                      </a:lnTo>
                      <a:lnTo>
                        <a:pt x="30" y="35"/>
                      </a:lnTo>
                      <a:lnTo>
                        <a:pt x="27" y="39"/>
                      </a:lnTo>
                      <a:lnTo>
                        <a:pt x="26" y="44"/>
                      </a:lnTo>
                      <a:lnTo>
                        <a:pt x="23" y="49"/>
                      </a:lnTo>
                      <a:lnTo>
                        <a:pt x="19" y="54"/>
                      </a:lnTo>
                      <a:lnTo>
                        <a:pt x="19" y="54"/>
                      </a:lnTo>
                      <a:lnTo>
                        <a:pt x="19" y="54"/>
                      </a:lnTo>
                      <a:lnTo>
                        <a:pt x="19" y="55"/>
                      </a:lnTo>
                      <a:lnTo>
                        <a:pt x="18" y="55"/>
                      </a:lnTo>
                      <a:lnTo>
                        <a:pt x="16" y="58"/>
                      </a:lnTo>
                      <a:lnTo>
                        <a:pt x="15" y="61"/>
                      </a:lnTo>
                      <a:lnTo>
                        <a:pt x="11" y="63"/>
                      </a:lnTo>
                      <a:lnTo>
                        <a:pt x="10" y="66"/>
                      </a:lnTo>
                      <a:lnTo>
                        <a:pt x="5" y="73"/>
                      </a:lnTo>
                      <a:lnTo>
                        <a:pt x="2" y="77"/>
                      </a:lnTo>
                      <a:lnTo>
                        <a:pt x="0" y="82"/>
                      </a:lnTo>
                      <a:lnTo>
                        <a:pt x="0" y="85"/>
                      </a:lnTo>
                      <a:lnTo>
                        <a:pt x="0" y="87"/>
                      </a:lnTo>
                      <a:lnTo>
                        <a:pt x="0" y="87"/>
                      </a:lnTo>
                      <a:lnTo>
                        <a:pt x="0" y="88"/>
                      </a:lnTo>
                      <a:lnTo>
                        <a:pt x="2" y="88"/>
                      </a:lnTo>
                      <a:lnTo>
                        <a:pt x="7" y="93"/>
                      </a:lnTo>
                      <a:lnTo>
                        <a:pt x="15" y="99"/>
                      </a:lnTo>
                      <a:lnTo>
                        <a:pt x="29" y="106"/>
                      </a:lnTo>
                      <a:lnTo>
                        <a:pt x="48" y="110"/>
                      </a:lnTo>
                      <a:close/>
                    </a:path>
                  </a:pathLst>
                </a:custGeom>
                <a:solidFill>
                  <a:srgbClr val="000000"/>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542" name="Freeform 418"/>
                <p:cNvSpPr/>
                <p:nvPr/>
              </p:nvSpPr>
              <p:spPr bwMode="auto">
                <a:xfrm>
                  <a:off x="4850" y="2316"/>
                  <a:ext cx="101" cy="29"/>
                </a:xfrm>
                <a:custGeom>
                  <a:avLst/>
                  <a:gdLst/>
                  <a:ahLst/>
                  <a:cxnLst>
                    <a:cxn ang="0">
                      <a:pos x="40" y="3"/>
                    </a:cxn>
                    <a:cxn ang="0">
                      <a:pos x="49" y="5"/>
                    </a:cxn>
                    <a:cxn ang="0">
                      <a:pos x="59" y="6"/>
                    </a:cxn>
                    <a:cxn ang="0">
                      <a:pos x="67" y="8"/>
                    </a:cxn>
                    <a:cxn ang="0">
                      <a:pos x="75" y="11"/>
                    </a:cxn>
                    <a:cxn ang="0">
                      <a:pos x="83" y="14"/>
                    </a:cxn>
                    <a:cxn ang="0">
                      <a:pos x="89" y="17"/>
                    </a:cxn>
                    <a:cxn ang="0">
                      <a:pos x="95" y="22"/>
                    </a:cxn>
                    <a:cxn ang="0">
                      <a:pos x="100" y="27"/>
                    </a:cxn>
                    <a:cxn ang="0">
                      <a:pos x="102" y="25"/>
                    </a:cxn>
                    <a:cxn ang="0">
                      <a:pos x="102" y="24"/>
                    </a:cxn>
                    <a:cxn ang="0">
                      <a:pos x="103" y="24"/>
                    </a:cxn>
                    <a:cxn ang="0">
                      <a:pos x="103" y="22"/>
                    </a:cxn>
                    <a:cxn ang="0">
                      <a:pos x="94" y="14"/>
                    </a:cxn>
                    <a:cxn ang="0">
                      <a:pos x="81" y="9"/>
                    </a:cxn>
                    <a:cxn ang="0">
                      <a:pos x="68" y="5"/>
                    </a:cxn>
                    <a:cxn ang="0">
                      <a:pos x="53" y="1"/>
                    </a:cxn>
                    <a:cxn ang="0">
                      <a:pos x="38" y="0"/>
                    </a:cxn>
                    <a:cxn ang="0">
                      <a:pos x="24" y="0"/>
                    </a:cxn>
                    <a:cxn ang="0">
                      <a:pos x="11" y="1"/>
                    </a:cxn>
                    <a:cxn ang="0">
                      <a:pos x="0" y="6"/>
                    </a:cxn>
                    <a:cxn ang="0">
                      <a:pos x="0" y="8"/>
                    </a:cxn>
                    <a:cxn ang="0">
                      <a:pos x="0" y="8"/>
                    </a:cxn>
                    <a:cxn ang="0">
                      <a:pos x="0" y="9"/>
                    </a:cxn>
                    <a:cxn ang="0">
                      <a:pos x="2" y="9"/>
                    </a:cxn>
                    <a:cxn ang="0">
                      <a:pos x="10" y="6"/>
                    </a:cxn>
                    <a:cxn ang="0">
                      <a:pos x="18" y="5"/>
                    </a:cxn>
                    <a:cxn ang="0">
                      <a:pos x="27" y="3"/>
                    </a:cxn>
                    <a:cxn ang="0">
                      <a:pos x="37" y="3"/>
                    </a:cxn>
                    <a:cxn ang="0">
                      <a:pos x="35" y="5"/>
                    </a:cxn>
                    <a:cxn ang="0">
                      <a:pos x="35" y="6"/>
                    </a:cxn>
                    <a:cxn ang="0">
                      <a:pos x="35" y="8"/>
                    </a:cxn>
                    <a:cxn ang="0">
                      <a:pos x="34" y="9"/>
                    </a:cxn>
                    <a:cxn ang="0">
                      <a:pos x="30" y="9"/>
                    </a:cxn>
                    <a:cxn ang="0">
                      <a:pos x="27" y="11"/>
                    </a:cxn>
                    <a:cxn ang="0">
                      <a:pos x="26" y="14"/>
                    </a:cxn>
                    <a:cxn ang="0">
                      <a:pos x="24" y="16"/>
                    </a:cxn>
                    <a:cxn ang="0">
                      <a:pos x="24" y="17"/>
                    </a:cxn>
                    <a:cxn ang="0">
                      <a:pos x="24" y="20"/>
                    </a:cxn>
                    <a:cxn ang="0">
                      <a:pos x="24" y="24"/>
                    </a:cxn>
                    <a:cxn ang="0">
                      <a:pos x="26" y="27"/>
                    </a:cxn>
                    <a:cxn ang="0">
                      <a:pos x="27" y="27"/>
                    </a:cxn>
                    <a:cxn ang="0">
                      <a:pos x="27" y="27"/>
                    </a:cxn>
                    <a:cxn ang="0">
                      <a:pos x="27" y="27"/>
                    </a:cxn>
                    <a:cxn ang="0">
                      <a:pos x="29" y="27"/>
                    </a:cxn>
                    <a:cxn ang="0">
                      <a:pos x="29" y="28"/>
                    </a:cxn>
                    <a:cxn ang="0">
                      <a:pos x="30" y="28"/>
                    </a:cxn>
                    <a:cxn ang="0">
                      <a:pos x="30" y="28"/>
                    </a:cxn>
                    <a:cxn ang="0">
                      <a:pos x="32" y="28"/>
                    </a:cxn>
                    <a:cxn ang="0">
                      <a:pos x="35" y="28"/>
                    </a:cxn>
                    <a:cxn ang="0">
                      <a:pos x="38" y="25"/>
                    </a:cxn>
                    <a:cxn ang="0">
                      <a:pos x="40" y="24"/>
                    </a:cxn>
                    <a:cxn ang="0">
                      <a:pos x="40" y="22"/>
                    </a:cxn>
                    <a:cxn ang="0">
                      <a:pos x="42" y="19"/>
                    </a:cxn>
                    <a:cxn ang="0">
                      <a:pos x="42" y="16"/>
                    </a:cxn>
                    <a:cxn ang="0">
                      <a:pos x="40" y="12"/>
                    </a:cxn>
                    <a:cxn ang="0">
                      <a:pos x="37" y="11"/>
                    </a:cxn>
                    <a:cxn ang="0">
                      <a:pos x="38" y="9"/>
                    </a:cxn>
                    <a:cxn ang="0">
                      <a:pos x="38" y="6"/>
                    </a:cxn>
                    <a:cxn ang="0">
                      <a:pos x="38" y="5"/>
                    </a:cxn>
                    <a:cxn ang="0">
                      <a:pos x="40" y="3"/>
                    </a:cxn>
                  </a:cxnLst>
                  <a:rect l="0" t="0" r="r" b="b"/>
                  <a:pathLst>
                    <a:path w="103" h="28">
                      <a:moveTo>
                        <a:pt x="40" y="3"/>
                      </a:moveTo>
                      <a:lnTo>
                        <a:pt x="49" y="5"/>
                      </a:lnTo>
                      <a:lnTo>
                        <a:pt x="59" y="6"/>
                      </a:lnTo>
                      <a:lnTo>
                        <a:pt x="67" y="8"/>
                      </a:lnTo>
                      <a:lnTo>
                        <a:pt x="75" y="11"/>
                      </a:lnTo>
                      <a:lnTo>
                        <a:pt x="83" y="14"/>
                      </a:lnTo>
                      <a:lnTo>
                        <a:pt x="89" y="17"/>
                      </a:lnTo>
                      <a:lnTo>
                        <a:pt x="95" y="22"/>
                      </a:lnTo>
                      <a:lnTo>
                        <a:pt x="100" y="27"/>
                      </a:lnTo>
                      <a:lnTo>
                        <a:pt x="102" y="25"/>
                      </a:lnTo>
                      <a:lnTo>
                        <a:pt x="102" y="24"/>
                      </a:lnTo>
                      <a:lnTo>
                        <a:pt x="103" y="24"/>
                      </a:lnTo>
                      <a:lnTo>
                        <a:pt x="103" y="22"/>
                      </a:lnTo>
                      <a:lnTo>
                        <a:pt x="94" y="14"/>
                      </a:lnTo>
                      <a:lnTo>
                        <a:pt x="81" y="9"/>
                      </a:lnTo>
                      <a:lnTo>
                        <a:pt x="68" y="5"/>
                      </a:lnTo>
                      <a:lnTo>
                        <a:pt x="53" y="1"/>
                      </a:lnTo>
                      <a:lnTo>
                        <a:pt x="38" y="0"/>
                      </a:lnTo>
                      <a:lnTo>
                        <a:pt x="24" y="0"/>
                      </a:lnTo>
                      <a:lnTo>
                        <a:pt x="11" y="1"/>
                      </a:lnTo>
                      <a:lnTo>
                        <a:pt x="0" y="6"/>
                      </a:lnTo>
                      <a:lnTo>
                        <a:pt x="0" y="8"/>
                      </a:lnTo>
                      <a:lnTo>
                        <a:pt x="0" y="8"/>
                      </a:lnTo>
                      <a:lnTo>
                        <a:pt x="0" y="9"/>
                      </a:lnTo>
                      <a:lnTo>
                        <a:pt x="2" y="9"/>
                      </a:lnTo>
                      <a:lnTo>
                        <a:pt x="10" y="6"/>
                      </a:lnTo>
                      <a:lnTo>
                        <a:pt x="18" y="5"/>
                      </a:lnTo>
                      <a:lnTo>
                        <a:pt x="27" y="3"/>
                      </a:lnTo>
                      <a:lnTo>
                        <a:pt x="37" y="3"/>
                      </a:lnTo>
                      <a:lnTo>
                        <a:pt x="35" y="5"/>
                      </a:lnTo>
                      <a:lnTo>
                        <a:pt x="35" y="6"/>
                      </a:lnTo>
                      <a:lnTo>
                        <a:pt x="35" y="8"/>
                      </a:lnTo>
                      <a:lnTo>
                        <a:pt x="34" y="9"/>
                      </a:lnTo>
                      <a:lnTo>
                        <a:pt x="30" y="9"/>
                      </a:lnTo>
                      <a:lnTo>
                        <a:pt x="27" y="11"/>
                      </a:lnTo>
                      <a:lnTo>
                        <a:pt x="26" y="14"/>
                      </a:lnTo>
                      <a:lnTo>
                        <a:pt x="24" y="16"/>
                      </a:lnTo>
                      <a:lnTo>
                        <a:pt x="24" y="17"/>
                      </a:lnTo>
                      <a:lnTo>
                        <a:pt x="24" y="20"/>
                      </a:lnTo>
                      <a:lnTo>
                        <a:pt x="24" y="24"/>
                      </a:lnTo>
                      <a:lnTo>
                        <a:pt x="26" y="27"/>
                      </a:lnTo>
                      <a:lnTo>
                        <a:pt x="27" y="27"/>
                      </a:lnTo>
                      <a:lnTo>
                        <a:pt x="27" y="27"/>
                      </a:lnTo>
                      <a:lnTo>
                        <a:pt x="27" y="27"/>
                      </a:lnTo>
                      <a:lnTo>
                        <a:pt x="29" y="27"/>
                      </a:lnTo>
                      <a:lnTo>
                        <a:pt x="29" y="28"/>
                      </a:lnTo>
                      <a:lnTo>
                        <a:pt x="30" y="28"/>
                      </a:lnTo>
                      <a:lnTo>
                        <a:pt x="30" y="28"/>
                      </a:lnTo>
                      <a:lnTo>
                        <a:pt x="32" y="28"/>
                      </a:lnTo>
                      <a:lnTo>
                        <a:pt x="35" y="28"/>
                      </a:lnTo>
                      <a:lnTo>
                        <a:pt x="38" y="25"/>
                      </a:lnTo>
                      <a:lnTo>
                        <a:pt x="40" y="24"/>
                      </a:lnTo>
                      <a:lnTo>
                        <a:pt x="40" y="22"/>
                      </a:lnTo>
                      <a:lnTo>
                        <a:pt x="42" y="19"/>
                      </a:lnTo>
                      <a:lnTo>
                        <a:pt x="42" y="16"/>
                      </a:lnTo>
                      <a:lnTo>
                        <a:pt x="40" y="12"/>
                      </a:lnTo>
                      <a:lnTo>
                        <a:pt x="37" y="11"/>
                      </a:lnTo>
                      <a:lnTo>
                        <a:pt x="38" y="9"/>
                      </a:lnTo>
                      <a:lnTo>
                        <a:pt x="38" y="6"/>
                      </a:lnTo>
                      <a:lnTo>
                        <a:pt x="38" y="5"/>
                      </a:lnTo>
                      <a:lnTo>
                        <a:pt x="40" y="3"/>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543" name="Freeform 419"/>
                <p:cNvSpPr/>
                <p:nvPr/>
              </p:nvSpPr>
              <p:spPr bwMode="auto">
                <a:xfrm>
                  <a:off x="4876" y="2341"/>
                  <a:ext cx="3" cy="7"/>
                </a:xfrm>
                <a:custGeom>
                  <a:avLst/>
                  <a:gdLst/>
                  <a:ahLst/>
                  <a:cxnLst>
                    <a:cxn ang="0">
                      <a:pos x="0" y="0"/>
                    </a:cxn>
                    <a:cxn ang="0">
                      <a:pos x="1" y="0"/>
                    </a:cxn>
                    <a:cxn ang="0">
                      <a:pos x="1" y="0"/>
                    </a:cxn>
                    <a:cxn ang="0">
                      <a:pos x="1" y="0"/>
                    </a:cxn>
                    <a:cxn ang="0">
                      <a:pos x="3" y="0"/>
                    </a:cxn>
                    <a:cxn ang="0">
                      <a:pos x="3" y="1"/>
                    </a:cxn>
                    <a:cxn ang="0">
                      <a:pos x="4" y="1"/>
                    </a:cxn>
                    <a:cxn ang="0">
                      <a:pos x="4" y="1"/>
                    </a:cxn>
                    <a:cxn ang="0">
                      <a:pos x="6" y="1"/>
                    </a:cxn>
                    <a:cxn ang="0">
                      <a:pos x="6" y="3"/>
                    </a:cxn>
                    <a:cxn ang="0">
                      <a:pos x="6" y="3"/>
                    </a:cxn>
                    <a:cxn ang="0">
                      <a:pos x="4" y="4"/>
                    </a:cxn>
                    <a:cxn ang="0">
                      <a:pos x="3" y="6"/>
                    </a:cxn>
                    <a:cxn ang="0">
                      <a:pos x="1" y="6"/>
                    </a:cxn>
                    <a:cxn ang="0">
                      <a:pos x="0" y="6"/>
                    </a:cxn>
                    <a:cxn ang="0">
                      <a:pos x="0" y="4"/>
                    </a:cxn>
                    <a:cxn ang="0">
                      <a:pos x="0" y="4"/>
                    </a:cxn>
                    <a:cxn ang="0">
                      <a:pos x="0" y="3"/>
                    </a:cxn>
                    <a:cxn ang="0">
                      <a:pos x="0" y="1"/>
                    </a:cxn>
                    <a:cxn ang="0">
                      <a:pos x="0" y="0"/>
                    </a:cxn>
                  </a:cxnLst>
                  <a:rect l="0" t="0" r="r" b="b"/>
                  <a:pathLst>
                    <a:path w="6" h="6">
                      <a:moveTo>
                        <a:pt x="0" y="0"/>
                      </a:moveTo>
                      <a:lnTo>
                        <a:pt x="1" y="0"/>
                      </a:lnTo>
                      <a:lnTo>
                        <a:pt x="1" y="0"/>
                      </a:lnTo>
                      <a:lnTo>
                        <a:pt x="1" y="0"/>
                      </a:lnTo>
                      <a:lnTo>
                        <a:pt x="3" y="0"/>
                      </a:lnTo>
                      <a:lnTo>
                        <a:pt x="3" y="1"/>
                      </a:lnTo>
                      <a:lnTo>
                        <a:pt x="4" y="1"/>
                      </a:lnTo>
                      <a:lnTo>
                        <a:pt x="4" y="1"/>
                      </a:lnTo>
                      <a:lnTo>
                        <a:pt x="6" y="1"/>
                      </a:lnTo>
                      <a:lnTo>
                        <a:pt x="6" y="3"/>
                      </a:lnTo>
                      <a:lnTo>
                        <a:pt x="6" y="3"/>
                      </a:lnTo>
                      <a:lnTo>
                        <a:pt x="4" y="4"/>
                      </a:lnTo>
                      <a:lnTo>
                        <a:pt x="3" y="6"/>
                      </a:lnTo>
                      <a:lnTo>
                        <a:pt x="1" y="6"/>
                      </a:lnTo>
                      <a:lnTo>
                        <a:pt x="0" y="6"/>
                      </a:lnTo>
                      <a:lnTo>
                        <a:pt x="0" y="4"/>
                      </a:lnTo>
                      <a:lnTo>
                        <a:pt x="0" y="4"/>
                      </a:lnTo>
                      <a:lnTo>
                        <a:pt x="0" y="3"/>
                      </a:lnTo>
                      <a:lnTo>
                        <a:pt x="0" y="1"/>
                      </a:lnTo>
                      <a:lnTo>
                        <a:pt x="0" y="0"/>
                      </a:lnTo>
                      <a:close/>
                    </a:path>
                  </a:pathLst>
                </a:custGeom>
                <a:solidFill>
                  <a:srgbClr val="7A1111"/>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544" name="Freeform 420"/>
                <p:cNvSpPr/>
                <p:nvPr/>
              </p:nvSpPr>
              <p:spPr bwMode="auto">
                <a:xfrm>
                  <a:off x="4996" y="2819"/>
                  <a:ext cx="19" cy="14"/>
                </a:xfrm>
                <a:custGeom>
                  <a:avLst/>
                  <a:gdLst/>
                  <a:ahLst/>
                  <a:cxnLst>
                    <a:cxn ang="0">
                      <a:pos x="0" y="0"/>
                    </a:cxn>
                    <a:cxn ang="0">
                      <a:pos x="0" y="0"/>
                    </a:cxn>
                    <a:cxn ang="0">
                      <a:pos x="0" y="9"/>
                    </a:cxn>
                    <a:cxn ang="0">
                      <a:pos x="0" y="14"/>
                    </a:cxn>
                    <a:cxn ang="0">
                      <a:pos x="0" y="15"/>
                    </a:cxn>
                    <a:cxn ang="0">
                      <a:pos x="8" y="15"/>
                    </a:cxn>
                    <a:cxn ang="0">
                      <a:pos x="8" y="15"/>
                    </a:cxn>
                    <a:cxn ang="0">
                      <a:pos x="16" y="15"/>
                    </a:cxn>
                    <a:cxn ang="0">
                      <a:pos x="16" y="14"/>
                    </a:cxn>
                    <a:cxn ang="0">
                      <a:pos x="16" y="9"/>
                    </a:cxn>
                    <a:cxn ang="0">
                      <a:pos x="16" y="0"/>
                    </a:cxn>
                    <a:cxn ang="0">
                      <a:pos x="16" y="0"/>
                    </a:cxn>
                    <a:cxn ang="0">
                      <a:pos x="0" y="0"/>
                    </a:cxn>
                  </a:cxnLst>
                  <a:rect l="0" t="0" r="r" b="b"/>
                  <a:pathLst>
                    <a:path w="16" h="15">
                      <a:moveTo>
                        <a:pt x="0" y="0"/>
                      </a:moveTo>
                      <a:lnTo>
                        <a:pt x="0" y="0"/>
                      </a:lnTo>
                      <a:lnTo>
                        <a:pt x="0" y="9"/>
                      </a:lnTo>
                      <a:lnTo>
                        <a:pt x="0" y="14"/>
                      </a:lnTo>
                      <a:lnTo>
                        <a:pt x="0" y="15"/>
                      </a:lnTo>
                      <a:lnTo>
                        <a:pt x="8" y="15"/>
                      </a:lnTo>
                      <a:lnTo>
                        <a:pt x="8" y="15"/>
                      </a:lnTo>
                      <a:lnTo>
                        <a:pt x="16" y="15"/>
                      </a:lnTo>
                      <a:lnTo>
                        <a:pt x="16" y="14"/>
                      </a:lnTo>
                      <a:lnTo>
                        <a:pt x="16" y="9"/>
                      </a:lnTo>
                      <a:lnTo>
                        <a:pt x="16" y="0"/>
                      </a:lnTo>
                      <a:lnTo>
                        <a:pt x="16" y="0"/>
                      </a:lnTo>
                      <a:lnTo>
                        <a:pt x="0" y="0"/>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545" name="Freeform 421"/>
                <p:cNvSpPr/>
                <p:nvPr/>
              </p:nvSpPr>
              <p:spPr bwMode="auto">
                <a:xfrm>
                  <a:off x="4803" y="2726"/>
                  <a:ext cx="212" cy="93"/>
                </a:xfrm>
                <a:custGeom>
                  <a:avLst/>
                  <a:gdLst/>
                  <a:ahLst/>
                  <a:cxnLst>
                    <a:cxn ang="0">
                      <a:pos x="16" y="94"/>
                    </a:cxn>
                    <a:cxn ang="0">
                      <a:pos x="16" y="94"/>
                    </a:cxn>
                    <a:cxn ang="0">
                      <a:pos x="23" y="59"/>
                    </a:cxn>
                    <a:cxn ang="0">
                      <a:pos x="43" y="35"/>
                    </a:cxn>
                    <a:cxn ang="0">
                      <a:pos x="72" y="21"/>
                    </a:cxn>
                    <a:cxn ang="0">
                      <a:pos x="107" y="16"/>
                    </a:cxn>
                    <a:cxn ang="0">
                      <a:pos x="140" y="21"/>
                    </a:cxn>
                    <a:cxn ang="0">
                      <a:pos x="168" y="37"/>
                    </a:cxn>
                    <a:cxn ang="0">
                      <a:pos x="189" y="60"/>
                    </a:cxn>
                    <a:cxn ang="0">
                      <a:pos x="195" y="94"/>
                    </a:cxn>
                    <a:cxn ang="0">
                      <a:pos x="211" y="94"/>
                    </a:cxn>
                    <a:cxn ang="0">
                      <a:pos x="202" y="54"/>
                    </a:cxn>
                    <a:cxn ang="0">
                      <a:pos x="178" y="24"/>
                    </a:cxn>
                    <a:cxn ang="0">
                      <a:pos x="143" y="5"/>
                    </a:cxn>
                    <a:cxn ang="0">
                      <a:pos x="107" y="0"/>
                    </a:cxn>
                    <a:cxn ang="0">
                      <a:pos x="69" y="5"/>
                    </a:cxn>
                    <a:cxn ang="0">
                      <a:pos x="34" y="23"/>
                    </a:cxn>
                    <a:cxn ang="0">
                      <a:pos x="10" y="53"/>
                    </a:cxn>
                    <a:cxn ang="0">
                      <a:pos x="0" y="94"/>
                    </a:cxn>
                    <a:cxn ang="0">
                      <a:pos x="0" y="94"/>
                    </a:cxn>
                    <a:cxn ang="0">
                      <a:pos x="16" y="94"/>
                    </a:cxn>
                  </a:cxnLst>
                  <a:rect l="0" t="0" r="r" b="b"/>
                  <a:pathLst>
                    <a:path w="211" h="94">
                      <a:moveTo>
                        <a:pt x="16" y="94"/>
                      </a:moveTo>
                      <a:lnTo>
                        <a:pt x="16" y="94"/>
                      </a:lnTo>
                      <a:lnTo>
                        <a:pt x="23" y="59"/>
                      </a:lnTo>
                      <a:lnTo>
                        <a:pt x="43" y="35"/>
                      </a:lnTo>
                      <a:lnTo>
                        <a:pt x="72" y="21"/>
                      </a:lnTo>
                      <a:lnTo>
                        <a:pt x="107" y="16"/>
                      </a:lnTo>
                      <a:lnTo>
                        <a:pt x="140" y="21"/>
                      </a:lnTo>
                      <a:lnTo>
                        <a:pt x="168" y="37"/>
                      </a:lnTo>
                      <a:lnTo>
                        <a:pt x="189" y="60"/>
                      </a:lnTo>
                      <a:lnTo>
                        <a:pt x="195" y="94"/>
                      </a:lnTo>
                      <a:lnTo>
                        <a:pt x="211" y="94"/>
                      </a:lnTo>
                      <a:lnTo>
                        <a:pt x="202" y="54"/>
                      </a:lnTo>
                      <a:lnTo>
                        <a:pt x="178" y="24"/>
                      </a:lnTo>
                      <a:lnTo>
                        <a:pt x="143" y="5"/>
                      </a:lnTo>
                      <a:lnTo>
                        <a:pt x="107" y="0"/>
                      </a:lnTo>
                      <a:lnTo>
                        <a:pt x="69" y="5"/>
                      </a:lnTo>
                      <a:lnTo>
                        <a:pt x="34" y="23"/>
                      </a:lnTo>
                      <a:lnTo>
                        <a:pt x="10" y="53"/>
                      </a:lnTo>
                      <a:lnTo>
                        <a:pt x="0" y="94"/>
                      </a:lnTo>
                      <a:lnTo>
                        <a:pt x="0" y="94"/>
                      </a:lnTo>
                      <a:lnTo>
                        <a:pt x="16" y="94"/>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546" name="Freeform 422"/>
                <p:cNvSpPr/>
                <p:nvPr/>
              </p:nvSpPr>
              <p:spPr bwMode="auto">
                <a:xfrm>
                  <a:off x="4803" y="2819"/>
                  <a:ext cx="16" cy="21"/>
                </a:xfrm>
                <a:custGeom>
                  <a:avLst/>
                  <a:gdLst/>
                  <a:ahLst/>
                  <a:cxnLst>
                    <a:cxn ang="0">
                      <a:pos x="8" y="8"/>
                    </a:cxn>
                    <a:cxn ang="0">
                      <a:pos x="8" y="15"/>
                    </a:cxn>
                    <a:cxn ang="0">
                      <a:pos x="16" y="15"/>
                    </a:cxn>
                    <a:cxn ang="0">
                      <a:pos x="16" y="14"/>
                    </a:cxn>
                    <a:cxn ang="0">
                      <a:pos x="16" y="9"/>
                    </a:cxn>
                    <a:cxn ang="0">
                      <a:pos x="16" y="0"/>
                    </a:cxn>
                    <a:cxn ang="0">
                      <a:pos x="0" y="0"/>
                    </a:cxn>
                    <a:cxn ang="0">
                      <a:pos x="0" y="9"/>
                    </a:cxn>
                    <a:cxn ang="0">
                      <a:pos x="0" y="14"/>
                    </a:cxn>
                    <a:cxn ang="0">
                      <a:pos x="0" y="15"/>
                    </a:cxn>
                    <a:cxn ang="0">
                      <a:pos x="8" y="15"/>
                    </a:cxn>
                    <a:cxn ang="0">
                      <a:pos x="8" y="23"/>
                    </a:cxn>
                    <a:cxn ang="0">
                      <a:pos x="0" y="15"/>
                    </a:cxn>
                    <a:cxn ang="0">
                      <a:pos x="0" y="23"/>
                    </a:cxn>
                    <a:cxn ang="0">
                      <a:pos x="8" y="23"/>
                    </a:cxn>
                    <a:cxn ang="0">
                      <a:pos x="8" y="8"/>
                    </a:cxn>
                  </a:cxnLst>
                  <a:rect l="0" t="0" r="r" b="b"/>
                  <a:pathLst>
                    <a:path w="16" h="23">
                      <a:moveTo>
                        <a:pt x="8" y="8"/>
                      </a:moveTo>
                      <a:lnTo>
                        <a:pt x="8" y="15"/>
                      </a:lnTo>
                      <a:lnTo>
                        <a:pt x="16" y="15"/>
                      </a:lnTo>
                      <a:lnTo>
                        <a:pt x="16" y="14"/>
                      </a:lnTo>
                      <a:lnTo>
                        <a:pt x="16" y="9"/>
                      </a:lnTo>
                      <a:lnTo>
                        <a:pt x="16" y="0"/>
                      </a:lnTo>
                      <a:lnTo>
                        <a:pt x="0" y="0"/>
                      </a:lnTo>
                      <a:lnTo>
                        <a:pt x="0" y="9"/>
                      </a:lnTo>
                      <a:lnTo>
                        <a:pt x="0" y="14"/>
                      </a:lnTo>
                      <a:lnTo>
                        <a:pt x="0" y="15"/>
                      </a:lnTo>
                      <a:lnTo>
                        <a:pt x="8" y="15"/>
                      </a:lnTo>
                      <a:lnTo>
                        <a:pt x="8" y="23"/>
                      </a:lnTo>
                      <a:lnTo>
                        <a:pt x="0" y="15"/>
                      </a:lnTo>
                      <a:lnTo>
                        <a:pt x="0" y="23"/>
                      </a:lnTo>
                      <a:lnTo>
                        <a:pt x="8" y="23"/>
                      </a:lnTo>
                      <a:lnTo>
                        <a:pt x="8"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547" name="Freeform 423"/>
                <p:cNvSpPr/>
                <p:nvPr/>
              </p:nvSpPr>
              <p:spPr bwMode="auto">
                <a:xfrm>
                  <a:off x="4812" y="2826"/>
                  <a:ext cx="203" cy="14"/>
                </a:xfrm>
                <a:custGeom>
                  <a:avLst/>
                  <a:gdLst/>
                  <a:ahLst/>
                  <a:cxnLst>
                    <a:cxn ang="0">
                      <a:pos x="187" y="7"/>
                    </a:cxn>
                    <a:cxn ang="0">
                      <a:pos x="195" y="0"/>
                    </a:cxn>
                    <a:cxn ang="0">
                      <a:pos x="0" y="0"/>
                    </a:cxn>
                    <a:cxn ang="0">
                      <a:pos x="0" y="15"/>
                    </a:cxn>
                    <a:cxn ang="0">
                      <a:pos x="195" y="15"/>
                    </a:cxn>
                    <a:cxn ang="0">
                      <a:pos x="203" y="7"/>
                    </a:cxn>
                    <a:cxn ang="0">
                      <a:pos x="195" y="15"/>
                    </a:cxn>
                    <a:cxn ang="0">
                      <a:pos x="203" y="15"/>
                    </a:cxn>
                    <a:cxn ang="0">
                      <a:pos x="203" y="7"/>
                    </a:cxn>
                    <a:cxn ang="0">
                      <a:pos x="187" y="7"/>
                    </a:cxn>
                  </a:cxnLst>
                  <a:rect l="0" t="0" r="r" b="b"/>
                  <a:pathLst>
                    <a:path w="203" h="15">
                      <a:moveTo>
                        <a:pt x="187" y="7"/>
                      </a:moveTo>
                      <a:lnTo>
                        <a:pt x="195" y="0"/>
                      </a:lnTo>
                      <a:lnTo>
                        <a:pt x="0" y="0"/>
                      </a:lnTo>
                      <a:lnTo>
                        <a:pt x="0" y="15"/>
                      </a:lnTo>
                      <a:lnTo>
                        <a:pt x="195" y="15"/>
                      </a:lnTo>
                      <a:lnTo>
                        <a:pt x="203" y="7"/>
                      </a:lnTo>
                      <a:lnTo>
                        <a:pt x="195" y="15"/>
                      </a:lnTo>
                      <a:lnTo>
                        <a:pt x="203" y="15"/>
                      </a:lnTo>
                      <a:lnTo>
                        <a:pt x="203" y="7"/>
                      </a:lnTo>
                      <a:lnTo>
                        <a:pt x="187" y="7"/>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548" name="Freeform 424"/>
                <p:cNvSpPr/>
                <p:nvPr/>
              </p:nvSpPr>
              <p:spPr bwMode="auto">
                <a:xfrm>
                  <a:off x="4901" y="2734"/>
                  <a:ext cx="13" cy="100"/>
                </a:xfrm>
                <a:custGeom>
                  <a:avLst/>
                  <a:gdLst/>
                  <a:ahLst/>
                  <a:cxnLst>
                    <a:cxn ang="0">
                      <a:pos x="8" y="101"/>
                    </a:cxn>
                    <a:cxn ang="0">
                      <a:pos x="16" y="101"/>
                    </a:cxn>
                    <a:cxn ang="0">
                      <a:pos x="16" y="0"/>
                    </a:cxn>
                    <a:cxn ang="0">
                      <a:pos x="0" y="0"/>
                    </a:cxn>
                    <a:cxn ang="0">
                      <a:pos x="0" y="101"/>
                    </a:cxn>
                    <a:cxn ang="0">
                      <a:pos x="8" y="101"/>
                    </a:cxn>
                  </a:cxnLst>
                  <a:rect l="0" t="0" r="r" b="b"/>
                  <a:pathLst>
                    <a:path w="16" h="101">
                      <a:moveTo>
                        <a:pt x="8" y="101"/>
                      </a:moveTo>
                      <a:lnTo>
                        <a:pt x="16" y="101"/>
                      </a:lnTo>
                      <a:lnTo>
                        <a:pt x="16" y="0"/>
                      </a:lnTo>
                      <a:lnTo>
                        <a:pt x="0" y="0"/>
                      </a:lnTo>
                      <a:lnTo>
                        <a:pt x="0" y="101"/>
                      </a:lnTo>
                      <a:lnTo>
                        <a:pt x="8" y="101"/>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549" name="Freeform 425"/>
                <p:cNvSpPr/>
                <p:nvPr/>
              </p:nvSpPr>
              <p:spPr bwMode="auto">
                <a:xfrm>
                  <a:off x="4904" y="2755"/>
                  <a:ext cx="86" cy="86"/>
                </a:xfrm>
                <a:custGeom>
                  <a:avLst/>
                  <a:gdLst/>
                  <a:ahLst/>
                  <a:cxnLst>
                    <a:cxn ang="0">
                      <a:pos x="5" y="79"/>
                    </a:cxn>
                    <a:cxn ang="0">
                      <a:pos x="10" y="84"/>
                    </a:cxn>
                    <a:cxn ang="0">
                      <a:pos x="87" y="10"/>
                    </a:cxn>
                    <a:cxn ang="0">
                      <a:pos x="78" y="0"/>
                    </a:cxn>
                    <a:cxn ang="0">
                      <a:pos x="0" y="75"/>
                    </a:cxn>
                    <a:cxn ang="0">
                      <a:pos x="5" y="79"/>
                    </a:cxn>
                  </a:cxnLst>
                  <a:rect l="0" t="0" r="r" b="b"/>
                  <a:pathLst>
                    <a:path w="87" h="84">
                      <a:moveTo>
                        <a:pt x="5" y="79"/>
                      </a:moveTo>
                      <a:lnTo>
                        <a:pt x="10" y="84"/>
                      </a:lnTo>
                      <a:lnTo>
                        <a:pt x="87" y="10"/>
                      </a:lnTo>
                      <a:lnTo>
                        <a:pt x="78" y="0"/>
                      </a:lnTo>
                      <a:lnTo>
                        <a:pt x="0" y="75"/>
                      </a:lnTo>
                      <a:lnTo>
                        <a:pt x="5" y="79"/>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550" name="Freeform 426"/>
                <p:cNvSpPr/>
                <p:nvPr/>
              </p:nvSpPr>
              <p:spPr bwMode="auto">
                <a:xfrm>
                  <a:off x="4828" y="2755"/>
                  <a:ext cx="86" cy="86"/>
                </a:xfrm>
                <a:custGeom>
                  <a:avLst/>
                  <a:gdLst/>
                  <a:ahLst/>
                  <a:cxnLst>
                    <a:cxn ang="0">
                      <a:pos x="78" y="80"/>
                    </a:cxn>
                    <a:cxn ang="0">
                      <a:pos x="83" y="76"/>
                    </a:cxn>
                    <a:cxn ang="0">
                      <a:pos x="10" y="0"/>
                    </a:cxn>
                    <a:cxn ang="0">
                      <a:pos x="0" y="9"/>
                    </a:cxn>
                    <a:cxn ang="0">
                      <a:pos x="73" y="85"/>
                    </a:cxn>
                    <a:cxn ang="0">
                      <a:pos x="78" y="80"/>
                    </a:cxn>
                  </a:cxnLst>
                  <a:rect l="0" t="0" r="r" b="b"/>
                  <a:pathLst>
                    <a:path w="83" h="85">
                      <a:moveTo>
                        <a:pt x="78" y="80"/>
                      </a:moveTo>
                      <a:lnTo>
                        <a:pt x="83" y="76"/>
                      </a:lnTo>
                      <a:lnTo>
                        <a:pt x="10" y="0"/>
                      </a:lnTo>
                      <a:lnTo>
                        <a:pt x="0" y="9"/>
                      </a:lnTo>
                      <a:lnTo>
                        <a:pt x="73" y="85"/>
                      </a:lnTo>
                      <a:lnTo>
                        <a:pt x="78" y="80"/>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grpSp>
          <p:sp>
            <p:nvSpPr>
              <p:cNvPr id="30773" name="Text Box 427"/>
              <p:cNvSpPr txBox="1"/>
              <p:nvPr/>
            </p:nvSpPr>
            <p:spPr>
              <a:xfrm>
                <a:off x="4729" y="650"/>
                <a:ext cx="804" cy="845"/>
              </a:xfrm>
              <a:prstGeom prst="rect">
                <a:avLst/>
              </a:prstGeom>
              <a:noFill/>
              <a:ln w="12700">
                <a:noFill/>
              </a:ln>
            </p:spPr>
            <p:txBody>
              <a:bodyPr wrap="none">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ct val="0"/>
                  </a:spcBef>
                  <a:spcAft>
                    <a:spcPts val="590"/>
                  </a:spcAft>
                  <a:buSzPct val="80000"/>
                  <a:buNone/>
                </a:pPr>
                <a:endParaRPr lang="zh-CN" altLang="en-US" sz="2800" dirty="0">
                  <a:ea typeface="宋体" pitchFamily="2" charset="-122"/>
                </a:endParaRPr>
              </a:p>
            </p:txBody>
          </p:sp>
        </p:grpSp>
        <p:grpSp>
          <p:nvGrpSpPr>
            <p:cNvPr id="30736" name="Group 428"/>
            <p:cNvGrpSpPr/>
            <p:nvPr/>
          </p:nvGrpSpPr>
          <p:grpSpPr>
            <a:xfrm>
              <a:off x="6156375" y="4275808"/>
              <a:ext cx="536575" cy="846027"/>
              <a:chOff x="4368" y="0"/>
              <a:chExt cx="1392" cy="1495"/>
            </a:xfrm>
          </p:grpSpPr>
          <p:grpSp>
            <p:nvGrpSpPr>
              <p:cNvPr id="30738" name="Group 429"/>
              <p:cNvGrpSpPr/>
              <p:nvPr/>
            </p:nvGrpSpPr>
            <p:grpSpPr>
              <a:xfrm>
                <a:off x="4368" y="0"/>
                <a:ext cx="1392" cy="1056"/>
                <a:chOff x="4368" y="2016"/>
                <a:chExt cx="1072" cy="1344"/>
              </a:xfrm>
            </p:grpSpPr>
            <p:sp>
              <p:nvSpPr>
                <p:cNvPr id="485" name="Freeform 430"/>
                <p:cNvSpPr/>
                <p:nvPr/>
              </p:nvSpPr>
              <p:spPr bwMode="auto">
                <a:xfrm>
                  <a:off x="4457" y="2462"/>
                  <a:ext cx="897" cy="825"/>
                </a:xfrm>
                <a:custGeom>
                  <a:avLst/>
                  <a:gdLst/>
                  <a:ahLst/>
                  <a:cxnLst>
                    <a:cxn ang="0">
                      <a:pos x="445" y="0"/>
                    </a:cxn>
                    <a:cxn ang="0">
                      <a:pos x="897" y="293"/>
                    </a:cxn>
                    <a:cxn ang="0">
                      <a:pos x="897" y="829"/>
                    </a:cxn>
                    <a:cxn ang="0">
                      <a:pos x="601" y="829"/>
                    </a:cxn>
                    <a:cxn ang="0">
                      <a:pos x="296" y="829"/>
                    </a:cxn>
                    <a:cxn ang="0">
                      <a:pos x="0" y="829"/>
                    </a:cxn>
                    <a:cxn ang="0">
                      <a:pos x="0" y="293"/>
                    </a:cxn>
                    <a:cxn ang="0">
                      <a:pos x="445" y="0"/>
                    </a:cxn>
                  </a:cxnLst>
                  <a:rect l="0" t="0" r="r" b="b"/>
                  <a:pathLst>
                    <a:path w="897" h="829">
                      <a:moveTo>
                        <a:pt x="445" y="0"/>
                      </a:moveTo>
                      <a:lnTo>
                        <a:pt x="897" y="293"/>
                      </a:lnTo>
                      <a:lnTo>
                        <a:pt x="897" y="829"/>
                      </a:lnTo>
                      <a:lnTo>
                        <a:pt x="601" y="829"/>
                      </a:lnTo>
                      <a:lnTo>
                        <a:pt x="296" y="829"/>
                      </a:lnTo>
                      <a:lnTo>
                        <a:pt x="0" y="829"/>
                      </a:lnTo>
                      <a:lnTo>
                        <a:pt x="0" y="293"/>
                      </a:lnTo>
                      <a:lnTo>
                        <a:pt x="445" y="0"/>
                      </a:lnTo>
                      <a:close/>
                    </a:path>
                  </a:pathLst>
                </a:custGeom>
                <a:solidFill>
                  <a:srgbClr val="0000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486" name="Freeform 431"/>
                <p:cNvSpPr/>
                <p:nvPr/>
              </p:nvSpPr>
              <p:spPr bwMode="auto">
                <a:xfrm>
                  <a:off x="4368" y="2462"/>
                  <a:ext cx="415" cy="289"/>
                </a:xfrm>
                <a:custGeom>
                  <a:avLst/>
                  <a:gdLst/>
                  <a:ahLst/>
                  <a:cxnLst>
                    <a:cxn ang="0">
                      <a:pos x="0" y="288"/>
                    </a:cxn>
                    <a:cxn ang="0">
                      <a:pos x="416" y="32"/>
                    </a:cxn>
                    <a:cxn ang="0">
                      <a:pos x="416" y="27"/>
                    </a:cxn>
                    <a:cxn ang="0">
                      <a:pos x="416" y="19"/>
                    </a:cxn>
                    <a:cxn ang="0">
                      <a:pos x="416" y="9"/>
                    </a:cxn>
                    <a:cxn ang="0">
                      <a:pos x="416" y="0"/>
                    </a:cxn>
                    <a:cxn ang="0">
                      <a:pos x="0" y="254"/>
                    </a:cxn>
                    <a:cxn ang="0">
                      <a:pos x="0" y="288"/>
                    </a:cxn>
                  </a:cxnLst>
                  <a:rect l="0" t="0" r="r" b="b"/>
                  <a:pathLst>
                    <a:path w="416" h="288">
                      <a:moveTo>
                        <a:pt x="0" y="288"/>
                      </a:moveTo>
                      <a:lnTo>
                        <a:pt x="416" y="32"/>
                      </a:lnTo>
                      <a:lnTo>
                        <a:pt x="416" y="27"/>
                      </a:lnTo>
                      <a:lnTo>
                        <a:pt x="416" y="19"/>
                      </a:lnTo>
                      <a:lnTo>
                        <a:pt x="416" y="9"/>
                      </a:lnTo>
                      <a:lnTo>
                        <a:pt x="416" y="0"/>
                      </a:lnTo>
                      <a:lnTo>
                        <a:pt x="0" y="254"/>
                      </a:lnTo>
                      <a:lnTo>
                        <a:pt x="0" y="288"/>
                      </a:lnTo>
                      <a:close/>
                    </a:path>
                  </a:pathLst>
                </a:custGeom>
                <a:solidFill>
                  <a:srgbClr val="000000"/>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487" name="Rectangle 432"/>
                <p:cNvSpPr>
                  <a:spLocks noChangeArrowheads="1"/>
                </p:cNvSpPr>
                <p:nvPr/>
              </p:nvSpPr>
              <p:spPr bwMode="auto">
                <a:xfrm>
                  <a:off x="4457" y="3330"/>
                  <a:ext cx="897" cy="29"/>
                </a:xfrm>
                <a:prstGeom prst="rect">
                  <a:avLst/>
                </a:prstGeom>
                <a:solidFill>
                  <a:srgbClr val="000000"/>
                </a:solidFill>
                <a:ln w="9525">
                  <a:noFill/>
                  <a:miter lim="800000"/>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488" name="Freeform 433"/>
                <p:cNvSpPr/>
                <p:nvPr/>
              </p:nvSpPr>
              <p:spPr bwMode="auto">
                <a:xfrm>
                  <a:off x="4787" y="2170"/>
                  <a:ext cx="241" cy="328"/>
                </a:xfrm>
                <a:custGeom>
                  <a:avLst/>
                  <a:gdLst/>
                  <a:ahLst/>
                  <a:cxnLst>
                    <a:cxn ang="0">
                      <a:pos x="242" y="327"/>
                    </a:cxn>
                    <a:cxn ang="0">
                      <a:pos x="242" y="0"/>
                    </a:cxn>
                    <a:cxn ang="0">
                      <a:pos x="0" y="0"/>
                    </a:cxn>
                    <a:cxn ang="0">
                      <a:pos x="0" y="321"/>
                    </a:cxn>
                    <a:cxn ang="0">
                      <a:pos x="116" y="240"/>
                    </a:cxn>
                    <a:cxn ang="0">
                      <a:pos x="242" y="327"/>
                    </a:cxn>
                  </a:cxnLst>
                  <a:rect l="0" t="0" r="r" b="b"/>
                  <a:pathLst>
                    <a:path w="242" h="327">
                      <a:moveTo>
                        <a:pt x="242" y="327"/>
                      </a:moveTo>
                      <a:lnTo>
                        <a:pt x="242" y="0"/>
                      </a:lnTo>
                      <a:lnTo>
                        <a:pt x="0" y="0"/>
                      </a:lnTo>
                      <a:lnTo>
                        <a:pt x="0" y="321"/>
                      </a:lnTo>
                      <a:lnTo>
                        <a:pt x="116" y="240"/>
                      </a:lnTo>
                      <a:lnTo>
                        <a:pt x="242" y="327"/>
                      </a:lnTo>
                      <a:close/>
                    </a:path>
                  </a:pathLst>
                </a:custGeom>
                <a:solidFill>
                  <a:srgbClr val="000000"/>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489" name="Freeform 434"/>
                <p:cNvSpPr/>
                <p:nvPr/>
              </p:nvSpPr>
              <p:spPr bwMode="auto">
                <a:xfrm>
                  <a:off x="4724" y="2016"/>
                  <a:ext cx="358" cy="125"/>
                </a:xfrm>
                <a:custGeom>
                  <a:avLst/>
                  <a:gdLst/>
                  <a:ahLst/>
                  <a:cxnLst>
                    <a:cxn ang="0">
                      <a:pos x="181" y="0"/>
                    </a:cxn>
                    <a:cxn ang="0">
                      <a:pos x="0" y="126"/>
                    </a:cxn>
                    <a:cxn ang="0">
                      <a:pos x="361" y="126"/>
                    </a:cxn>
                    <a:cxn ang="0">
                      <a:pos x="181" y="0"/>
                    </a:cxn>
                  </a:cxnLst>
                  <a:rect l="0" t="0" r="r" b="b"/>
                  <a:pathLst>
                    <a:path w="361" h="126">
                      <a:moveTo>
                        <a:pt x="181" y="0"/>
                      </a:moveTo>
                      <a:lnTo>
                        <a:pt x="0" y="126"/>
                      </a:lnTo>
                      <a:lnTo>
                        <a:pt x="361" y="126"/>
                      </a:lnTo>
                      <a:lnTo>
                        <a:pt x="181" y="0"/>
                      </a:lnTo>
                      <a:close/>
                    </a:path>
                  </a:pathLst>
                </a:custGeom>
                <a:solidFill>
                  <a:srgbClr val="000000"/>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490" name="Freeform 435"/>
                <p:cNvSpPr/>
                <p:nvPr/>
              </p:nvSpPr>
              <p:spPr bwMode="auto">
                <a:xfrm>
                  <a:off x="5028" y="2469"/>
                  <a:ext cx="412" cy="282"/>
                </a:xfrm>
                <a:custGeom>
                  <a:avLst/>
                  <a:gdLst/>
                  <a:ahLst/>
                  <a:cxnLst>
                    <a:cxn ang="0">
                      <a:pos x="413" y="287"/>
                    </a:cxn>
                    <a:cxn ang="0">
                      <a:pos x="0" y="31"/>
                    </a:cxn>
                    <a:cxn ang="0">
                      <a:pos x="0" y="25"/>
                    </a:cxn>
                    <a:cxn ang="0">
                      <a:pos x="0" y="17"/>
                    </a:cxn>
                    <a:cxn ang="0">
                      <a:pos x="0" y="9"/>
                    </a:cxn>
                    <a:cxn ang="0">
                      <a:pos x="0" y="0"/>
                    </a:cxn>
                    <a:cxn ang="0">
                      <a:pos x="413" y="253"/>
                    </a:cxn>
                    <a:cxn ang="0">
                      <a:pos x="413" y="287"/>
                    </a:cxn>
                  </a:cxnLst>
                  <a:rect l="0" t="0" r="r" b="b"/>
                  <a:pathLst>
                    <a:path w="413" h="287">
                      <a:moveTo>
                        <a:pt x="413" y="287"/>
                      </a:moveTo>
                      <a:lnTo>
                        <a:pt x="0" y="31"/>
                      </a:lnTo>
                      <a:lnTo>
                        <a:pt x="0" y="25"/>
                      </a:lnTo>
                      <a:lnTo>
                        <a:pt x="0" y="17"/>
                      </a:lnTo>
                      <a:lnTo>
                        <a:pt x="0" y="9"/>
                      </a:lnTo>
                      <a:lnTo>
                        <a:pt x="0" y="0"/>
                      </a:lnTo>
                      <a:lnTo>
                        <a:pt x="413" y="253"/>
                      </a:lnTo>
                      <a:lnTo>
                        <a:pt x="413" y="287"/>
                      </a:lnTo>
                      <a:close/>
                    </a:path>
                  </a:pathLst>
                </a:custGeom>
                <a:solidFill>
                  <a:srgbClr val="000000"/>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491" name="Freeform 436"/>
                <p:cNvSpPr/>
                <p:nvPr/>
              </p:nvSpPr>
              <p:spPr bwMode="auto">
                <a:xfrm>
                  <a:off x="4841" y="2209"/>
                  <a:ext cx="127" cy="164"/>
                </a:xfrm>
                <a:custGeom>
                  <a:avLst/>
                  <a:gdLst/>
                  <a:ahLst/>
                  <a:cxnLst>
                    <a:cxn ang="0">
                      <a:pos x="65" y="0"/>
                    </a:cxn>
                    <a:cxn ang="0">
                      <a:pos x="51" y="1"/>
                    </a:cxn>
                    <a:cxn ang="0">
                      <a:pos x="38" y="6"/>
                    </a:cxn>
                    <a:cxn ang="0">
                      <a:pos x="27" y="13"/>
                    </a:cxn>
                    <a:cxn ang="0">
                      <a:pos x="17" y="20"/>
                    </a:cxn>
                    <a:cxn ang="0">
                      <a:pos x="9" y="32"/>
                    </a:cxn>
                    <a:cxn ang="0">
                      <a:pos x="5" y="44"/>
                    </a:cxn>
                    <a:cxn ang="0">
                      <a:pos x="1" y="58"/>
                    </a:cxn>
                    <a:cxn ang="0">
                      <a:pos x="0" y="74"/>
                    </a:cxn>
                    <a:cxn ang="0">
                      <a:pos x="0" y="103"/>
                    </a:cxn>
                    <a:cxn ang="0">
                      <a:pos x="0" y="126"/>
                    </a:cxn>
                    <a:cxn ang="0">
                      <a:pos x="0" y="145"/>
                    </a:cxn>
                    <a:cxn ang="0">
                      <a:pos x="0" y="164"/>
                    </a:cxn>
                    <a:cxn ang="0">
                      <a:pos x="27" y="164"/>
                    </a:cxn>
                    <a:cxn ang="0">
                      <a:pos x="44" y="164"/>
                    </a:cxn>
                    <a:cxn ang="0">
                      <a:pos x="55" y="164"/>
                    </a:cxn>
                    <a:cxn ang="0">
                      <a:pos x="63" y="164"/>
                    </a:cxn>
                    <a:cxn ang="0">
                      <a:pos x="71" y="164"/>
                    </a:cxn>
                    <a:cxn ang="0">
                      <a:pos x="82" y="164"/>
                    </a:cxn>
                    <a:cxn ang="0">
                      <a:pos x="100" y="164"/>
                    </a:cxn>
                    <a:cxn ang="0">
                      <a:pos x="127" y="164"/>
                    </a:cxn>
                    <a:cxn ang="0">
                      <a:pos x="127" y="139"/>
                    </a:cxn>
                    <a:cxn ang="0">
                      <a:pos x="127" y="114"/>
                    </a:cxn>
                    <a:cxn ang="0">
                      <a:pos x="127" y="90"/>
                    </a:cxn>
                    <a:cxn ang="0">
                      <a:pos x="127" y="71"/>
                    </a:cxn>
                    <a:cxn ang="0">
                      <a:pos x="127" y="62"/>
                    </a:cxn>
                    <a:cxn ang="0">
                      <a:pos x="123" y="51"/>
                    </a:cxn>
                    <a:cxn ang="0">
                      <a:pos x="119" y="38"/>
                    </a:cxn>
                    <a:cxn ang="0">
                      <a:pos x="112" y="27"/>
                    </a:cxn>
                    <a:cxn ang="0">
                      <a:pos x="104" y="16"/>
                    </a:cxn>
                    <a:cxn ang="0">
                      <a:pos x="93" y="8"/>
                    </a:cxn>
                    <a:cxn ang="0">
                      <a:pos x="81" y="1"/>
                    </a:cxn>
                    <a:cxn ang="0">
                      <a:pos x="65" y="0"/>
                    </a:cxn>
                  </a:cxnLst>
                  <a:rect l="0" t="0" r="r" b="b"/>
                  <a:pathLst>
                    <a:path w="127" h="164">
                      <a:moveTo>
                        <a:pt x="65" y="0"/>
                      </a:moveTo>
                      <a:lnTo>
                        <a:pt x="51" y="1"/>
                      </a:lnTo>
                      <a:lnTo>
                        <a:pt x="38" y="6"/>
                      </a:lnTo>
                      <a:lnTo>
                        <a:pt x="27" y="13"/>
                      </a:lnTo>
                      <a:lnTo>
                        <a:pt x="17" y="20"/>
                      </a:lnTo>
                      <a:lnTo>
                        <a:pt x="9" y="32"/>
                      </a:lnTo>
                      <a:lnTo>
                        <a:pt x="5" y="44"/>
                      </a:lnTo>
                      <a:lnTo>
                        <a:pt x="1" y="58"/>
                      </a:lnTo>
                      <a:lnTo>
                        <a:pt x="0" y="74"/>
                      </a:lnTo>
                      <a:lnTo>
                        <a:pt x="0" y="103"/>
                      </a:lnTo>
                      <a:lnTo>
                        <a:pt x="0" y="126"/>
                      </a:lnTo>
                      <a:lnTo>
                        <a:pt x="0" y="145"/>
                      </a:lnTo>
                      <a:lnTo>
                        <a:pt x="0" y="164"/>
                      </a:lnTo>
                      <a:lnTo>
                        <a:pt x="27" y="164"/>
                      </a:lnTo>
                      <a:lnTo>
                        <a:pt x="44" y="164"/>
                      </a:lnTo>
                      <a:lnTo>
                        <a:pt x="55" y="164"/>
                      </a:lnTo>
                      <a:lnTo>
                        <a:pt x="63" y="164"/>
                      </a:lnTo>
                      <a:lnTo>
                        <a:pt x="71" y="164"/>
                      </a:lnTo>
                      <a:lnTo>
                        <a:pt x="82" y="164"/>
                      </a:lnTo>
                      <a:lnTo>
                        <a:pt x="100" y="164"/>
                      </a:lnTo>
                      <a:lnTo>
                        <a:pt x="127" y="164"/>
                      </a:lnTo>
                      <a:lnTo>
                        <a:pt x="127" y="139"/>
                      </a:lnTo>
                      <a:lnTo>
                        <a:pt x="127" y="114"/>
                      </a:lnTo>
                      <a:lnTo>
                        <a:pt x="127" y="90"/>
                      </a:lnTo>
                      <a:lnTo>
                        <a:pt x="127" y="71"/>
                      </a:lnTo>
                      <a:lnTo>
                        <a:pt x="127" y="62"/>
                      </a:lnTo>
                      <a:lnTo>
                        <a:pt x="123" y="51"/>
                      </a:lnTo>
                      <a:lnTo>
                        <a:pt x="119" y="38"/>
                      </a:lnTo>
                      <a:lnTo>
                        <a:pt x="112" y="27"/>
                      </a:lnTo>
                      <a:lnTo>
                        <a:pt x="104" y="16"/>
                      </a:lnTo>
                      <a:lnTo>
                        <a:pt x="93" y="8"/>
                      </a:lnTo>
                      <a:lnTo>
                        <a:pt x="81" y="1"/>
                      </a:lnTo>
                      <a:lnTo>
                        <a:pt x="65" y="0"/>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492" name="Rectangle 437"/>
                <p:cNvSpPr>
                  <a:spLocks noChangeArrowheads="1"/>
                </p:cNvSpPr>
                <p:nvPr/>
              </p:nvSpPr>
              <p:spPr bwMode="auto">
                <a:xfrm>
                  <a:off x="4803" y="2901"/>
                  <a:ext cx="206" cy="386"/>
                </a:xfrm>
                <a:prstGeom prst="rect">
                  <a:avLst/>
                </a:prstGeom>
                <a:solidFill>
                  <a:srgbClr val="FFFFFF"/>
                </a:solidFill>
                <a:ln w="9525">
                  <a:noFill/>
                  <a:miter lim="800000"/>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493" name="Freeform 438"/>
                <p:cNvSpPr/>
                <p:nvPr/>
              </p:nvSpPr>
              <p:spPr bwMode="auto">
                <a:xfrm>
                  <a:off x="4736" y="2819"/>
                  <a:ext cx="13" cy="318"/>
                </a:xfrm>
                <a:custGeom>
                  <a:avLst/>
                  <a:gdLst/>
                  <a:ahLst/>
                  <a:cxnLst>
                    <a:cxn ang="0">
                      <a:pos x="8" y="16"/>
                    </a:cxn>
                    <a:cxn ang="0">
                      <a:pos x="0" y="8"/>
                    </a:cxn>
                    <a:cxn ang="0">
                      <a:pos x="0" y="320"/>
                    </a:cxn>
                    <a:cxn ang="0">
                      <a:pos x="16" y="320"/>
                    </a:cxn>
                    <a:cxn ang="0">
                      <a:pos x="16" y="8"/>
                    </a:cxn>
                    <a:cxn ang="0">
                      <a:pos x="8" y="0"/>
                    </a:cxn>
                    <a:cxn ang="0">
                      <a:pos x="16" y="8"/>
                    </a:cxn>
                    <a:cxn ang="0">
                      <a:pos x="16" y="0"/>
                    </a:cxn>
                    <a:cxn ang="0">
                      <a:pos x="8" y="0"/>
                    </a:cxn>
                    <a:cxn ang="0">
                      <a:pos x="8" y="16"/>
                    </a:cxn>
                  </a:cxnLst>
                  <a:rect l="0" t="0" r="r" b="b"/>
                  <a:pathLst>
                    <a:path w="16" h="320">
                      <a:moveTo>
                        <a:pt x="8" y="16"/>
                      </a:moveTo>
                      <a:lnTo>
                        <a:pt x="0" y="8"/>
                      </a:lnTo>
                      <a:lnTo>
                        <a:pt x="0" y="320"/>
                      </a:lnTo>
                      <a:lnTo>
                        <a:pt x="16" y="320"/>
                      </a:lnTo>
                      <a:lnTo>
                        <a:pt x="16" y="8"/>
                      </a:lnTo>
                      <a:lnTo>
                        <a:pt x="8" y="0"/>
                      </a:lnTo>
                      <a:lnTo>
                        <a:pt x="16" y="8"/>
                      </a:lnTo>
                      <a:lnTo>
                        <a:pt x="16" y="0"/>
                      </a:lnTo>
                      <a:lnTo>
                        <a:pt x="8" y="0"/>
                      </a:lnTo>
                      <a:lnTo>
                        <a:pt x="8" y="16"/>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494" name="Freeform 439"/>
                <p:cNvSpPr/>
                <p:nvPr/>
              </p:nvSpPr>
              <p:spPr bwMode="auto">
                <a:xfrm>
                  <a:off x="4559" y="2819"/>
                  <a:ext cx="184" cy="21"/>
                </a:xfrm>
                <a:custGeom>
                  <a:avLst/>
                  <a:gdLst/>
                  <a:ahLst/>
                  <a:cxnLst>
                    <a:cxn ang="0">
                      <a:pos x="16" y="8"/>
                    </a:cxn>
                    <a:cxn ang="0">
                      <a:pos x="8" y="16"/>
                    </a:cxn>
                    <a:cxn ang="0">
                      <a:pos x="187" y="16"/>
                    </a:cxn>
                    <a:cxn ang="0">
                      <a:pos x="187" y="0"/>
                    </a:cxn>
                    <a:cxn ang="0">
                      <a:pos x="8" y="0"/>
                    </a:cxn>
                    <a:cxn ang="0">
                      <a:pos x="0" y="8"/>
                    </a:cxn>
                    <a:cxn ang="0">
                      <a:pos x="8" y="0"/>
                    </a:cxn>
                    <a:cxn ang="0">
                      <a:pos x="0" y="0"/>
                    </a:cxn>
                    <a:cxn ang="0">
                      <a:pos x="0" y="8"/>
                    </a:cxn>
                    <a:cxn ang="0">
                      <a:pos x="16" y="8"/>
                    </a:cxn>
                  </a:cxnLst>
                  <a:rect l="0" t="0" r="r" b="b"/>
                  <a:pathLst>
                    <a:path w="187" h="16">
                      <a:moveTo>
                        <a:pt x="16" y="8"/>
                      </a:moveTo>
                      <a:lnTo>
                        <a:pt x="8" y="16"/>
                      </a:lnTo>
                      <a:lnTo>
                        <a:pt x="187" y="16"/>
                      </a:lnTo>
                      <a:lnTo>
                        <a:pt x="187" y="0"/>
                      </a:lnTo>
                      <a:lnTo>
                        <a:pt x="8" y="0"/>
                      </a:lnTo>
                      <a:lnTo>
                        <a:pt x="0" y="8"/>
                      </a:lnTo>
                      <a:lnTo>
                        <a:pt x="8" y="0"/>
                      </a:lnTo>
                      <a:lnTo>
                        <a:pt x="0" y="0"/>
                      </a:lnTo>
                      <a:lnTo>
                        <a:pt x="0" y="8"/>
                      </a:lnTo>
                      <a:lnTo>
                        <a:pt x="16"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495" name="Freeform 440"/>
                <p:cNvSpPr/>
                <p:nvPr/>
              </p:nvSpPr>
              <p:spPr bwMode="auto">
                <a:xfrm>
                  <a:off x="4559" y="2826"/>
                  <a:ext cx="13" cy="318"/>
                </a:xfrm>
                <a:custGeom>
                  <a:avLst/>
                  <a:gdLst/>
                  <a:ahLst/>
                  <a:cxnLst>
                    <a:cxn ang="0">
                      <a:pos x="8" y="304"/>
                    </a:cxn>
                    <a:cxn ang="0">
                      <a:pos x="16" y="312"/>
                    </a:cxn>
                    <a:cxn ang="0">
                      <a:pos x="16" y="0"/>
                    </a:cxn>
                    <a:cxn ang="0">
                      <a:pos x="0" y="0"/>
                    </a:cxn>
                    <a:cxn ang="0">
                      <a:pos x="0" y="312"/>
                    </a:cxn>
                    <a:cxn ang="0">
                      <a:pos x="8" y="320"/>
                    </a:cxn>
                    <a:cxn ang="0">
                      <a:pos x="0" y="312"/>
                    </a:cxn>
                    <a:cxn ang="0">
                      <a:pos x="0" y="320"/>
                    </a:cxn>
                    <a:cxn ang="0">
                      <a:pos x="8" y="320"/>
                    </a:cxn>
                    <a:cxn ang="0">
                      <a:pos x="8" y="304"/>
                    </a:cxn>
                  </a:cxnLst>
                  <a:rect l="0" t="0" r="r" b="b"/>
                  <a:pathLst>
                    <a:path w="16" h="320">
                      <a:moveTo>
                        <a:pt x="8" y="304"/>
                      </a:moveTo>
                      <a:lnTo>
                        <a:pt x="16" y="312"/>
                      </a:lnTo>
                      <a:lnTo>
                        <a:pt x="16" y="0"/>
                      </a:lnTo>
                      <a:lnTo>
                        <a:pt x="0" y="0"/>
                      </a:lnTo>
                      <a:lnTo>
                        <a:pt x="0" y="312"/>
                      </a:lnTo>
                      <a:lnTo>
                        <a:pt x="8" y="320"/>
                      </a:lnTo>
                      <a:lnTo>
                        <a:pt x="0" y="312"/>
                      </a:lnTo>
                      <a:lnTo>
                        <a:pt x="0" y="320"/>
                      </a:lnTo>
                      <a:lnTo>
                        <a:pt x="8" y="320"/>
                      </a:lnTo>
                      <a:lnTo>
                        <a:pt x="8" y="304"/>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496" name="Freeform 441"/>
                <p:cNvSpPr/>
                <p:nvPr/>
              </p:nvSpPr>
              <p:spPr bwMode="auto">
                <a:xfrm>
                  <a:off x="4565" y="3134"/>
                  <a:ext cx="184" cy="14"/>
                </a:xfrm>
                <a:custGeom>
                  <a:avLst/>
                  <a:gdLst/>
                  <a:ahLst/>
                  <a:cxnLst>
                    <a:cxn ang="0">
                      <a:pos x="171" y="8"/>
                    </a:cxn>
                    <a:cxn ang="0">
                      <a:pos x="179" y="0"/>
                    </a:cxn>
                    <a:cxn ang="0">
                      <a:pos x="0" y="0"/>
                    </a:cxn>
                    <a:cxn ang="0">
                      <a:pos x="0" y="16"/>
                    </a:cxn>
                    <a:cxn ang="0">
                      <a:pos x="179" y="16"/>
                    </a:cxn>
                    <a:cxn ang="0">
                      <a:pos x="187" y="8"/>
                    </a:cxn>
                    <a:cxn ang="0">
                      <a:pos x="179" y="16"/>
                    </a:cxn>
                    <a:cxn ang="0">
                      <a:pos x="187" y="16"/>
                    </a:cxn>
                    <a:cxn ang="0">
                      <a:pos x="187" y="8"/>
                    </a:cxn>
                    <a:cxn ang="0">
                      <a:pos x="171" y="8"/>
                    </a:cxn>
                  </a:cxnLst>
                  <a:rect l="0" t="0" r="r" b="b"/>
                  <a:pathLst>
                    <a:path w="187" h="16">
                      <a:moveTo>
                        <a:pt x="171" y="8"/>
                      </a:moveTo>
                      <a:lnTo>
                        <a:pt x="179" y="0"/>
                      </a:lnTo>
                      <a:lnTo>
                        <a:pt x="0" y="0"/>
                      </a:lnTo>
                      <a:lnTo>
                        <a:pt x="0" y="16"/>
                      </a:lnTo>
                      <a:lnTo>
                        <a:pt x="179" y="16"/>
                      </a:lnTo>
                      <a:lnTo>
                        <a:pt x="187" y="8"/>
                      </a:lnTo>
                      <a:lnTo>
                        <a:pt x="179" y="16"/>
                      </a:lnTo>
                      <a:lnTo>
                        <a:pt x="187" y="16"/>
                      </a:lnTo>
                      <a:lnTo>
                        <a:pt x="187" y="8"/>
                      </a:lnTo>
                      <a:lnTo>
                        <a:pt x="171"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497" name="Freeform 442"/>
                <p:cNvSpPr/>
                <p:nvPr/>
              </p:nvSpPr>
              <p:spPr bwMode="auto">
                <a:xfrm>
                  <a:off x="4568" y="2916"/>
                  <a:ext cx="174" cy="11"/>
                </a:xfrm>
                <a:custGeom>
                  <a:avLst/>
                  <a:gdLst/>
                  <a:ahLst/>
                  <a:cxnLst>
                    <a:cxn ang="0">
                      <a:pos x="176" y="8"/>
                    </a:cxn>
                    <a:cxn ang="0">
                      <a:pos x="176" y="0"/>
                    </a:cxn>
                    <a:cxn ang="0">
                      <a:pos x="0" y="0"/>
                    </a:cxn>
                    <a:cxn ang="0">
                      <a:pos x="0" y="16"/>
                    </a:cxn>
                    <a:cxn ang="0">
                      <a:pos x="176" y="16"/>
                    </a:cxn>
                    <a:cxn ang="0">
                      <a:pos x="176" y="8"/>
                    </a:cxn>
                  </a:cxnLst>
                  <a:rect l="0" t="0" r="r" b="b"/>
                  <a:pathLst>
                    <a:path w="176" h="16">
                      <a:moveTo>
                        <a:pt x="176" y="8"/>
                      </a:moveTo>
                      <a:lnTo>
                        <a:pt x="176" y="0"/>
                      </a:lnTo>
                      <a:lnTo>
                        <a:pt x="0" y="0"/>
                      </a:lnTo>
                      <a:lnTo>
                        <a:pt x="0" y="16"/>
                      </a:lnTo>
                      <a:lnTo>
                        <a:pt x="176" y="16"/>
                      </a:lnTo>
                      <a:lnTo>
                        <a:pt x="176"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498" name="Freeform 443"/>
                <p:cNvSpPr/>
                <p:nvPr/>
              </p:nvSpPr>
              <p:spPr bwMode="auto">
                <a:xfrm>
                  <a:off x="4568" y="3026"/>
                  <a:ext cx="174" cy="18"/>
                </a:xfrm>
                <a:custGeom>
                  <a:avLst/>
                  <a:gdLst/>
                  <a:ahLst/>
                  <a:cxnLst>
                    <a:cxn ang="0">
                      <a:pos x="176" y="8"/>
                    </a:cxn>
                    <a:cxn ang="0">
                      <a:pos x="176" y="0"/>
                    </a:cxn>
                    <a:cxn ang="0">
                      <a:pos x="0" y="0"/>
                    </a:cxn>
                    <a:cxn ang="0">
                      <a:pos x="0" y="16"/>
                    </a:cxn>
                    <a:cxn ang="0">
                      <a:pos x="176" y="16"/>
                    </a:cxn>
                    <a:cxn ang="0">
                      <a:pos x="176" y="8"/>
                    </a:cxn>
                  </a:cxnLst>
                  <a:rect l="0" t="0" r="r" b="b"/>
                  <a:pathLst>
                    <a:path w="176" h="16">
                      <a:moveTo>
                        <a:pt x="176" y="8"/>
                      </a:moveTo>
                      <a:lnTo>
                        <a:pt x="176" y="0"/>
                      </a:lnTo>
                      <a:lnTo>
                        <a:pt x="0" y="0"/>
                      </a:lnTo>
                      <a:lnTo>
                        <a:pt x="0" y="16"/>
                      </a:lnTo>
                      <a:lnTo>
                        <a:pt x="176" y="16"/>
                      </a:lnTo>
                      <a:lnTo>
                        <a:pt x="176"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499" name="Freeform 444"/>
                <p:cNvSpPr/>
                <p:nvPr/>
              </p:nvSpPr>
              <p:spPr bwMode="auto">
                <a:xfrm>
                  <a:off x="4644" y="2837"/>
                  <a:ext cx="16" cy="300"/>
                </a:xfrm>
                <a:custGeom>
                  <a:avLst/>
                  <a:gdLst/>
                  <a:ahLst/>
                  <a:cxnLst>
                    <a:cxn ang="0">
                      <a:pos x="7" y="302"/>
                    </a:cxn>
                    <a:cxn ang="0">
                      <a:pos x="15" y="302"/>
                    </a:cxn>
                    <a:cxn ang="0">
                      <a:pos x="15" y="0"/>
                    </a:cxn>
                    <a:cxn ang="0">
                      <a:pos x="0" y="0"/>
                    </a:cxn>
                    <a:cxn ang="0">
                      <a:pos x="0" y="302"/>
                    </a:cxn>
                    <a:cxn ang="0">
                      <a:pos x="7" y="302"/>
                    </a:cxn>
                  </a:cxnLst>
                  <a:rect l="0" t="0" r="r" b="b"/>
                  <a:pathLst>
                    <a:path w="15" h="302">
                      <a:moveTo>
                        <a:pt x="7" y="302"/>
                      </a:moveTo>
                      <a:lnTo>
                        <a:pt x="15" y="302"/>
                      </a:lnTo>
                      <a:lnTo>
                        <a:pt x="15" y="0"/>
                      </a:lnTo>
                      <a:lnTo>
                        <a:pt x="0" y="0"/>
                      </a:lnTo>
                      <a:lnTo>
                        <a:pt x="0" y="302"/>
                      </a:lnTo>
                      <a:lnTo>
                        <a:pt x="7" y="302"/>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500" name="Freeform 445"/>
                <p:cNvSpPr/>
                <p:nvPr/>
              </p:nvSpPr>
              <p:spPr bwMode="auto">
                <a:xfrm>
                  <a:off x="5240" y="2819"/>
                  <a:ext cx="16" cy="318"/>
                </a:xfrm>
                <a:custGeom>
                  <a:avLst/>
                  <a:gdLst/>
                  <a:ahLst/>
                  <a:cxnLst>
                    <a:cxn ang="0">
                      <a:pos x="8" y="16"/>
                    </a:cxn>
                    <a:cxn ang="0">
                      <a:pos x="0" y="8"/>
                    </a:cxn>
                    <a:cxn ang="0">
                      <a:pos x="0" y="320"/>
                    </a:cxn>
                    <a:cxn ang="0">
                      <a:pos x="16" y="320"/>
                    </a:cxn>
                    <a:cxn ang="0">
                      <a:pos x="16" y="8"/>
                    </a:cxn>
                    <a:cxn ang="0">
                      <a:pos x="8" y="0"/>
                    </a:cxn>
                    <a:cxn ang="0">
                      <a:pos x="16" y="8"/>
                    </a:cxn>
                    <a:cxn ang="0">
                      <a:pos x="16" y="0"/>
                    </a:cxn>
                    <a:cxn ang="0">
                      <a:pos x="8" y="0"/>
                    </a:cxn>
                    <a:cxn ang="0">
                      <a:pos x="8" y="16"/>
                    </a:cxn>
                  </a:cxnLst>
                  <a:rect l="0" t="0" r="r" b="b"/>
                  <a:pathLst>
                    <a:path w="16" h="320">
                      <a:moveTo>
                        <a:pt x="8" y="16"/>
                      </a:moveTo>
                      <a:lnTo>
                        <a:pt x="0" y="8"/>
                      </a:lnTo>
                      <a:lnTo>
                        <a:pt x="0" y="320"/>
                      </a:lnTo>
                      <a:lnTo>
                        <a:pt x="16" y="320"/>
                      </a:lnTo>
                      <a:lnTo>
                        <a:pt x="16" y="8"/>
                      </a:lnTo>
                      <a:lnTo>
                        <a:pt x="8" y="0"/>
                      </a:lnTo>
                      <a:lnTo>
                        <a:pt x="16" y="8"/>
                      </a:lnTo>
                      <a:lnTo>
                        <a:pt x="16" y="0"/>
                      </a:lnTo>
                      <a:lnTo>
                        <a:pt x="8" y="0"/>
                      </a:lnTo>
                      <a:lnTo>
                        <a:pt x="8" y="16"/>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501" name="Freeform 446"/>
                <p:cNvSpPr/>
                <p:nvPr/>
              </p:nvSpPr>
              <p:spPr bwMode="auto">
                <a:xfrm>
                  <a:off x="5060" y="2819"/>
                  <a:ext cx="187" cy="21"/>
                </a:xfrm>
                <a:custGeom>
                  <a:avLst/>
                  <a:gdLst/>
                  <a:ahLst/>
                  <a:cxnLst>
                    <a:cxn ang="0">
                      <a:pos x="16" y="8"/>
                    </a:cxn>
                    <a:cxn ang="0">
                      <a:pos x="8" y="16"/>
                    </a:cxn>
                    <a:cxn ang="0">
                      <a:pos x="187" y="16"/>
                    </a:cxn>
                    <a:cxn ang="0">
                      <a:pos x="187" y="0"/>
                    </a:cxn>
                    <a:cxn ang="0">
                      <a:pos x="8" y="0"/>
                    </a:cxn>
                    <a:cxn ang="0">
                      <a:pos x="0" y="8"/>
                    </a:cxn>
                    <a:cxn ang="0">
                      <a:pos x="8" y="0"/>
                    </a:cxn>
                    <a:cxn ang="0">
                      <a:pos x="0" y="0"/>
                    </a:cxn>
                    <a:cxn ang="0">
                      <a:pos x="0" y="8"/>
                    </a:cxn>
                    <a:cxn ang="0">
                      <a:pos x="16" y="8"/>
                    </a:cxn>
                  </a:cxnLst>
                  <a:rect l="0" t="0" r="r" b="b"/>
                  <a:pathLst>
                    <a:path w="187" h="16">
                      <a:moveTo>
                        <a:pt x="16" y="8"/>
                      </a:moveTo>
                      <a:lnTo>
                        <a:pt x="8" y="16"/>
                      </a:lnTo>
                      <a:lnTo>
                        <a:pt x="187" y="16"/>
                      </a:lnTo>
                      <a:lnTo>
                        <a:pt x="187" y="0"/>
                      </a:lnTo>
                      <a:lnTo>
                        <a:pt x="8" y="0"/>
                      </a:lnTo>
                      <a:lnTo>
                        <a:pt x="0" y="8"/>
                      </a:lnTo>
                      <a:lnTo>
                        <a:pt x="8" y="0"/>
                      </a:lnTo>
                      <a:lnTo>
                        <a:pt x="0" y="0"/>
                      </a:lnTo>
                      <a:lnTo>
                        <a:pt x="0" y="8"/>
                      </a:lnTo>
                      <a:lnTo>
                        <a:pt x="16"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502" name="Freeform 447"/>
                <p:cNvSpPr/>
                <p:nvPr/>
              </p:nvSpPr>
              <p:spPr bwMode="auto">
                <a:xfrm>
                  <a:off x="5060" y="2826"/>
                  <a:ext cx="16" cy="318"/>
                </a:xfrm>
                <a:custGeom>
                  <a:avLst/>
                  <a:gdLst/>
                  <a:ahLst/>
                  <a:cxnLst>
                    <a:cxn ang="0">
                      <a:pos x="8" y="304"/>
                    </a:cxn>
                    <a:cxn ang="0">
                      <a:pos x="16" y="312"/>
                    </a:cxn>
                    <a:cxn ang="0">
                      <a:pos x="16" y="0"/>
                    </a:cxn>
                    <a:cxn ang="0">
                      <a:pos x="0" y="0"/>
                    </a:cxn>
                    <a:cxn ang="0">
                      <a:pos x="0" y="312"/>
                    </a:cxn>
                    <a:cxn ang="0">
                      <a:pos x="8" y="320"/>
                    </a:cxn>
                    <a:cxn ang="0">
                      <a:pos x="0" y="312"/>
                    </a:cxn>
                    <a:cxn ang="0">
                      <a:pos x="0" y="320"/>
                    </a:cxn>
                    <a:cxn ang="0">
                      <a:pos x="8" y="320"/>
                    </a:cxn>
                    <a:cxn ang="0">
                      <a:pos x="8" y="304"/>
                    </a:cxn>
                  </a:cxnLst>
                  <a:rect l="0" t="0" r="r" b="b"/>
                  <a:pathLst>
                    <a:path w="16" h="320">
                      <a:moveTo>
                        <a:pt x="8" y="304"/>
                      </a:moveTo>
                      <a:lnTo>
                        <a:pt x="16" y="312"/>
                      </a:lnTo>
                      <a:lnTo>
                        <a:pt x="16" y="0"/>
                      </a:lnTo>
                      <a:lnTo>
                        <a:pt x="0" y="0"/>
                      </a:lnTo>
                      <a:lnTo>
                        <a:pt x="0" y="312"/>
                      </a:lnTo>
                      <a:lnTo>
                        <a:pt x="8" y="320"/>
                      </a:lnTo>
                      <a:lnTo>
                        <a:pt x="0" y="312"/>
                      </a:lnTo>
                      <a:lnTo>
                        <a:pt x="0" y="320"/>
                      </a:lnTo>
                      <a:lnTo>
                        <a:pt x="8" y="320"/>
                      </a:lnTo>
                      <a:lnTo>
                        <a:pt x="8" y="304"/>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503" name="Freeform 448"/>
                <p:cNvSpPr/>
                <p:nvPr/>
              </p:nvSpPr>
              <p:spPr bwMode="auto">
                <a:xfrm>
                  <a:off x="5069" y="3134"/>
                  <a:ext cx="187" cy="14"/>
                </a:xfrm>
                <a:custGeom>
                  <a:avLst/>
                  <a:gdLst/>
                  <a:ahLst/>
                  <a:cxnLst>
                    <a:cxn ang="0">
                      <a:pos x="171" y="8"/>
                    </a:cxn>
                    <a:cxn ang="0">
                      <a:pos x="179" y="0"/>
                    </a:cxn>
                    <a:cxn ang="0">
                      <a:pos x="0" y="0"/>
                    </a:cxn>
                    <a:cxn ang="0">
                      <a:pos x="0" y="16"/>
                    </a:cxn>
                    <a:cxn ang="0">
                      <a:pos x="179" y="16"/>
                    </a:cxn>
                    <a:cxn ang="0">
                      <a:pos x="187" y="8"/>
                    </a:cxn>
                    <a:cxn ang="0">
                      <a:pos x="179" y="16"/>
                    </a:cxn>
                    <a:cxn ang="0">
                      <a:pos x="187" y="16"/>
                    </a:cxn>
                    <a:cxn ang="0">
                      <a:pos x="187" y="8"/>
                    </a:cxn>
                    <a:cxn ang="0">
                      <a:pos x="171" y="8"/>
                    </a:cxn>
                  </a:cxnLst>
                  <a:rect l="0" t="0" r="r" b="b"/>
                  <a:pathLst>
                    <a:path w="187" h="16">
                      <a:moveTo>
                        <a:pt x="171" y="8"/>
                      </a:moveTo>
                      <a:lnTo>
                        <a:pt x="179" y="0"/>
                      </a:lnTo>
                      <a:lnTo>
                        <a:pt x="0" y="0"/>
                      </a:lnTo>
                      <a:lnTo>
                        <a:pt x="0" y="16"/>
                      </a:lnTo>
                      <a:lnTo>
                        <a:pt x="179" y="16"/>
                      </a:lnTo>
                      <a:lnTo>
                        <a:pt x="187" y="8"/>
                      </a:lnTo>
                      <a:lnTo>
                        <a:pt x="179" y="16"/>
                      </a:lnTo>
                      <a:lnTo>
                        <a:pt x="187" y="16"/>
                      </a:lnTo>
                      <a:lnTo>
                        <a:pt x="187" y="8"/>
                      </a:lnTo>
                      <a:lnTo>
                        <a:pt x="171"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504" name="Freeform 449"/>
                <p:cNvSpPr/>
                <p:nvPr/>
              </p:nvSpPr>
              <p:spPr bwMode="auto">
                <a:xfrm>
                  <a:off x="5069" y="2916"/>
                  <a:ext cx="174" cy="11"/>
                </a:xfrm>
                <a:custGeom>
                  <a:avLst/>
                  <a:gdLst/>
                  <a:ahLst/>
                  <a:cxnLst>
                    <a:cxn ang="0">
                      <a:pos x="175" y="8"/>
                    </a:cxn>
                    <a:cxn ang="0">
                      <a:pos x="175" y="0"/>
                    </a:cxn>
                    <a:cxn ang="0">
                      <a:pos x="0" y="0"/>
                    </a:cxn>
                    <a:cxn ang="0">
                      <a:pos x="0" y="16"/>
                    </a:cxn>
                    <a:cxn ang="0">
                      <a:pos x="175" y="16"/>
                    </a:cxn>
                    <a:cxn ang="0">
                      <a:pos x="175" y="8"/>
                    </a:cxn>
                  </a:cxnLst>
                  <a:rect l="0" t="0" r="r" b="b"/>
                  <a:pathLst>
                    <a:path w="175" h="16">
                      <a:moveTo>
                        <a:pt x="175" y="8"/>
                      </a:moveTo>
                      <a:lnTo>
                        <a:pt x="175" y="0"/>
                      </a:lnTo>
                      <a:lnTo>
                        <a:pt x="0" y="0"/>
                      </a:lnTo>
                      <a:lnTo>
                        <a:pt x="0" y="16"/>
                      </a:lnTo>
                      <a:lnTo>
                        <a:pt x="175" y="16"/>
                      </a:lnTo>
                      <a:lnTo>
                        <a:pt x="175"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505" name="Freeform 450"/>
                <p:cNvSpPr/>
                <p:nvPr/>
              </p:nvSpPr>
              <p:spPr bwMode="auto">
                <a:xfrm>
                  <a:off x="5069" y="3026"/>
                  <a:ext cx="174" cy="18"/>
                </a:xfrm>
                <a:custGeom>
                  <a:avLst/>
                  <a:gdLst/>
                  <a:ahLst/>
                  <a:cxnLst>
                    <a:cxn ang="0">
                      <a:pos x="175" y="8"/>
                    </a:cxn>
                    <a:cxn ang="0">
                      <a:pos x="175" y="0"/>
                    </a:cxn>
                    <a:cxn ang="0">
                      <a:pos x="0" y="0"/>
                    </a:cxn>
                    <a:cxn ang="0">
                      <a:pos x="0" y="16"/>
                    </a:cxn>
                    <a:cxn ang="0">
                      <a:pos x="175" y="16"/>
                    </a:cxn>
                    <a:cxn ang="0">
                      <a:pos x="175" y="8"/>
                    </a:cxn>
                  </a:cxnLst>
                  <a:rect l="0" t="0" r="r" b="b"/>
                  <a:pathLst>
                    <a:path w="175" h="16">
                      <a:moveTo>
                        <a:pt x="175" y="8"/>
                      </a:moveTo>
                      <a:lnTo>
                        <a:pt x="175" y="0"/>
                      </a:lnTo>
                      <a:lnTo>
                        <a:pt x="0" y="0"/>
                      </a:lnTo>
                      <a:lnTo>
                        <a:pt x="0" y="16"/>
                      </a:lnTo>
                      <a:lnTo>
                        <a:pt x="175" y="16"/>
                      </a:lnTo>
                      <a:lnTo>
                        <a:pt x="175"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506" name="Freeform 451"/>
                <p:cNvSpPr/>
                <p:nvPr/>
              </p:nvSpPr>
              <p:spPr bwMode="auto">
                <a:xfrm>
                  <a:off x="5148" y="2837"/>
                  <a:ext cx="13" cy="300"/>
                </a:xfrm>
                <a:custGeom>
                  <a:avLst/>
                  <a:gdLst/>
                  <a:ahLst/>
                  <a:cxnLst>
                    <a:cxn ang="0">
                      <a:pos x="8" y="302"/>
                    </a:cxn>
                    <a:cxn ang="0">
                      <a:pos x="16" y="302"/>
                    </a:cxn>
                    <a:cxn ang="0">
                      <a:pos x="16" y="0"/>
                    </a:cxn>
                    <a:cxn ang="0">
                      <a:pos x="0" y="0"/>
                    </a:cxn>
                    <a:cxn ang="0">
                      <a:pos x="0" y="302"/>
                    </a:cxn>
                    <a:cxn ang="0">
                      <a:pos x="8" y="302"/>
                    </a:cxn>
                  </a:cxnLst>
                  <a:rect l="0" t="0" r="r" b="b"/>
                  <a:pathLst>
                    <a:path w="16" h="302">
                      <a:moveTo>
                        <a:pt x="8" y="302"/>
                      </a:moveTo>
                      <a:lnTo>
                        <a:pt x="16" y="302"/>
                      </a:lnTo>
                      <a:lnTo>
                        <a:pt x="16" y="0"/>
                      </a:lnTo>
                      <a:lnTo>
                        <a:pt x="0" y="0"/>
                      </a:lnTo>
                      <a:lnTo>
                        <a:pt x="0" y="302"/>
                      </a:lnTo>
                      <a:lnTo>
                        <a:pt x="8" y="302"/>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507" name="Freeform 452"/>
                <p:cNvSpPr/>
                <p:nvPr/>
              </p:nvSpPr>
              <p:spPr bwMode="auto">
                <a:xfrm>
                  <a:off x="4850" y="2237"/>
                  <a:ext cx="101" cy="111"/>
                </a:xfrm>
                <a:custGeom>
                  <a:avLst/>
                  <a:gdLst/>
                  <a:ahLst/>
                  <a:cxnLst>
                    <a:cxn ang="0">
                      <a:pos x="59" y="112"/>
                    </a:cxn>
                    <a:cxn ang="0">
                      <a:pos x="76" y="112"/>
                    </a:cxn>
                    <a:cxn ang="0">
                      <a:pos x="89" y="109"/>
                    </a:cxn>
                    <a:cxn ang="0">
                      <a:pos x="99" y="107"/>
                    </a:cxn>
                    <a:cxn ang="0">
                      <a:pos x="102" y="104"/>
                    </a:cxn>
                    <a:cxn ang="0">
                      <a:pos x="103" y="103"/>
                    </a:cxn>
                    <a:cxn ang="0">
                      <a:pos x="103" y="98"/>
                    </a:cxn>
                    <a:cxn ang="0">
                      <a:pos x="100" y="88"/>
                    </a:cxn>
                    <a:cxn ang="0">
                      <a:pos x="97" y="79"/>
                    </a:cxn>
                    <a:cxn ang="0">
                      <a:pos x="95" y="73"/>
                    </a:cxn>
                    <a:cxn ang="0">
                      <a:pos x="95" y="68"/>
                    </a:cxn>
                    <a:cxn ang="0">
                      <a:pos x="94" y="66"/>
                    </a:cxn>
                    <a:cxn ang="0">
                      <a:pos x="92" y="60"/>
                    </a:cxn>
                    <a:cxn ang="0">
                      <a:pos x="91" y="50"/>
                    </a:cxn>
                    <a:cxn ang="0">
                      <a:pos x="91" y="42"/>
                    </a:cxn>
                    <a:cxn ang="0">
                      <a:pos x="91" y="41"/>
                    </a:cxn>
                    <a:cxn ang="0">
                      <a:pos x="89" y="33"/>
                    </a:cxn>
                    <a:cxn ang="0">
                      <a:pos x="89" y="22"/>
                    </a:cxn>
                    <a:cxn ang="0">
                      <a:pos x="87" y="9"/>
                    </a:cxn>
                    <a:cxn ang="0">
                      <a:pos x="75" y="1"/>
                    </a:cxn>
                    <a:cxn ang="0">
                      <a:pos x="59" y="0"/>
                    </a:cxn>
                    <a:cxn ang="0">
                      <a:pos x="45" y="3"/>
                    </a:cxn>
                    <a:cxn ang="0">
                      <a:pos x="38" y="14"/>
                    </a:cxn>
                    <a:cxn ang="0">
                      <a:pos x="34" y="25"/>
                    </a:cxn>
                    <a:cxn ang="0">
                      <a:pos x="30" y="31"/>
                    </a:cxn>
                    <a:cxn ang="0">
                      <a:pos x="30" y="33"/>
                    </a:cxn>
                    <a:cxn ang="0">
                      <a:pos x="27" y="39"/>
                    </a:cxn>
                    <a:cxn ang="0">
                      <a:pos x="23" y="49"/>
                    </a:cxn>
                    <a:cxn ang="0">
                      <a:pos x="19" y="54"/>
                    </a:cxn>
                    <a:cxn ang="0">
                      <a:pos x="19" y="55"/>
                    </a:cxn>
                    <a:cxn ang="0">
                      <a:pos x="16" y="58"/>
                    </a:cxn>
                    <a:cxn ang="0">
                      <a:pos x="11" y="63"/>
                    </a:cxn>
                    <a:cxn ang="0">
                      <a:pos x="5" y="73"/>
                    </a:cxn>
                    <a:cxn ang="0">
                      <a:pos x="0" y="82"/>
                    </a:cxn>
                    <a:cxn ang="0">
                      <a:pos x="0" y="87"/>
                    </a:cxn>
                    <a:cxn ang="0">
                      <a:pos x="0" y="88"/>
                    </a:cxn>
                    <a:cxn ang="0">
                      <a:pos x="7" y="93"/>
                    </a:cxn>
                    <a:cxn ang="0">
                      <a:pos x="29" y="106"/>
                    </a:cxn>
                  </a:cxnLst>
                  <a:rect l="0" t="0" r="r" b="b"/>
                  <a:pathLst>
                    <a:path w="103" h="112">
                      <a:moveTo>
                        <a:pt x="48" y="110"/>
                      </a:moveTo>
                      <a:lnTo>
                        <a:pt x="59" y="112"/>
                      </a:lnTo>
                      <a:lnTo>
                        <a:pt x="68" y="112"/>
                      </a:lnTo>
                      <a:lnTo>
                        <a:pt x="76" y="112"/>
                      </a:lnTo>
                      <a:lnTo>
                        <a:pt x="84" y="110"/>
                      </a:lnTo>
                      <a:lnTo>
                        <a:pt x="89" y="109"/>
                      </a:lnTo>
                      <a:lnTo>
                        <a:pt x="94" y="107"/>
                      </a:lnTo>
                      <a:lnTo>
                        <a:pt x="99" y="107"/>
                      </a:lnTo>
                      <a:lnTo>
                        <a:pt x="100" y="106"/>
                      </a:lnTo>
                      <a:lnTo>
                        <a:pt x="102" y="104"/>
                      </a:lnTo>
                      <a:lnTo>
                        <a:pt x="102" y="103"/>
                      </a:lnTo>
                      <a:lnTo>
                        <a:pt x="103" y="103"/>
                      </a:lnTo>
                      <a:lnTo>
                        <a:pt x="103" y="101"/>
                      </a:lnTo>
                      <a:lnTo>
                        <a:pt x="103" y="98"/>
                      </a:lnTo>
                      <a:lnTo>
                        <a:pt x="103" y="93"/>
                      </a:lnTo>
                      <a:lnTo>
                        <a:pt x="100" y="88"/>
                      </a:lnTo>
                      <a:lnTo>
                        <a:pt x="99" y="82"/>
                      </a:lnTo>
                      <a:lnTo>
                        <a:pt x="97" y="79"/>
                      </a:lnTo>
                      <a:lnTo>
                        <a:pt x="97" y="76"/>
                      </a:lnTo>
                      <a:lnTo>
                        <a:pt x="95" y="73"/>
                      </a:lnTo>
                      <a:lnTo>
                        <a:pt x="95" y="69"/>
                      </a:lnTo>
                      <a:lnTo>
                        <a:pt x="95" y="68"/>
                      </a:lnTo>
                      <a:lnTo>
                        <a:pt x="95" y="68"/>
                      </a:lnTo>
                      <a:lnTo>
                        <a:pt x="94" y="66"/>
                      </a:lnTo>
                      <a:lnTo>
                        <a:pt x="94" y="66"/>
                      </a:lnTo>
                      <a:lnTo>
                        <a:pt x="92" y="60"/>
                      </a:lnTo>
                      <a:lnTo>
                        <a:pt x="92" y="55"/>
                      </a:lnTo>
                      <a:lnTo>
                        <a:pt x="91" y="50"/>
                      </a:lnTo>
                      <a:lnTo>
                        <a:pt x="91" y="44"/>
                      </a:lnTo>
                      <a:lnTo>
                        <a:pt x="91" y="42"/>
                      </a:lnTo>
                      <a:lnTo>
                        <a:pt x="91" y="42"/>
                      </a:lnTo>
                      <a:lnTo>
                        <a:pt x="91" y="41"/>
                      </a:lnTo>
                      <a:lnTo>
                        <a:pt x="91" y="41"/>
                      </a:lnTo>
                      <a:lnTo>
                        <a:pt x="89" y="33"/>
                      </a:lnTo>
                      <a:lnTo>
                        <a:pt x="89" y="27"/>
                      </a:lnTo>
                      <a:lnTo>
                        <a:pt x="89" y="22"/>
                      </a:lnTo>
                      <a:lnTo>
                        <a:pt x="89" y="17"/>
                      </a:lnTo>
                      <a:lnTo>
                        <a:pt x="87" y="9"/>
                      </a:lnTo>
                      <a:lnTo>
                        <a:pt x="83" y="5"/>
                      </a:lnTo>
                      <a:lnTo>
                        <a:pt x="75" y="1"/>
                      </a:lnTo>
                      <a:lnTo>
                        <a:pt x="67" y="0"/>
                      </a:lnTo>
                      <a:lnTo>
                        <a:pt x="59" y="0"/>
                      </a:lnTo>
                      <a:lnTo>
                        <a:pt x="51" y="0"/>
                      </a:lnTo>
                      <a:lnTo>
                        <a:pt x="45" y="3"/>
                      </a:lnTo>
                      <a:lnTo>
                        <a:pt x="40" y="9"/>
                      </a:lnTo>
                      <a:lnTo>
                        <a:pt x="38" y="14"/>
                      </a:lnTo>
                      <a:lnTo>
                        <a:pt x="37" y="19"/>
                      </a:lnTo>
                      <a:lnTo>
                        <a:pt x="34" y="25"/>
                      </a:lnTo>
                      <a:lnTo>
                        <a:pt x="30" y="31"/>
                      </a:lnTo>
                      <a:lnTo>
                        <a:pt x="30" y="31"/>
                      </a:lnTo>
                      <a:lnTo>
                        <a:pt x="30" y="33"/>
                      </a:lnTo>
                      <a:lnTo>
                        <a:pt x="30" y="33"/>
                      </a:lnTo>
                      <a:lnTo>
                        <a:pt x="30" y="35"/>
                      </a:lnTo>
                      <a:lnTo>
                        <a:pt x="27" y="39"/>
                      </a:lnTo>
                      <a:lnTo>
                        <a:pt x="26" y="44"/>
                      </a:lnTo>
                      <a:lnTo>
                        <a:pt x="23" y="49"/>
                      </a:lnTo>
                      <a:lnTo>
                        <a:pt x="19" y="54"/>
                      </a:lnTo>
                      <a:lnTo>
                        <a:pt x="19" y="54"/>
                      </a:lnTo>
                      <a:lnTo>
                        <a:pt x="19" y="54"/>
                      </a:lnTo>
                      <a:lnTo>
                        <a:pt x="19" y="55"/>
                      </a:lnTo>
                      <a:lnTo>
                        <a:pt x="18" y="55"/>
                      </a:lnTo>
                      <a:lnTo>
                        <a:pt x="16" y="58"/>
                      </a:lnTo>
                      <a:lnTo>
                        <a:pt x="15" y="61"/>
                      </a:lnTo>
                      <a:lnTo>
                        <a:pt x="11" y="63"/>
                      </a:lnTo>
                      <a:lnTo>
                        <a:pt x="10" y="66"/>
                      </a:lnTo>
                      <a:lnTo>
                        <a:pt x="5" y="73"/>
                      </a:lnTo>
                      <a:lnTo>
                        <a:pt x="2" y="77"/>
                      </a:lnTo>
                      <a:lnTo>
                        <a:pt x="0" y="82"/>
                      </a:lnTo>
                      <a:lnTo>
                        <a:pt x="0" y="85"/>
                      </a:lnTo>
                      <a:lnTo>
                        <a:pt x="0" y="87"/>
                      </a:lnTo>
                      <a:lnTo>
                        <a:pt x="0" y="87"/>
                      </a:lnTo>
                      <a:lnTo>
                        <a:pt x="0" y="88"/>
                      </a:lnTo>
                      <a:lnTo>
                        <a:pt x="2" y="88"/>
                      </a:lnTo>
                      <a:lnTo>
                        <a:pt x="7" y="93"/>
                      </a:lnTo>
                      <a:lnTo>
                        <a:pt x="15" y="99"/>
                      </a:lnTo>
                      <a:lnTo>
                        <a:pt x="29" y="106"/>
                      </a:lnTo>
                      <a:lnTo>
                        <a:pt x="48" y="110"/>
                      </a:lnTo>
                      <a:close/>
                    </a:path>
                  </a:pathLst>
                </a:custGeom>
                <a:solidFill>
                  <a:srgbClr val="000000"/>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508" name="Freeform 453"/>
                <p:cNvSpPr/>
                <p:nvPr/>
              </p:nvSpPr>
              <p:spPr bwMode="auto">
                <a:xfrm>
                  <a:off x="4850" y="2316"/>
                  <a:ext cx="101" cy="29"/>
                </a:xfrm>
                <a:custGeom>
                  <a:avLst/>
                  <a:gdLst/>
                  <a:ahLst/>
                  <a:cxnLst>
                    <a:cxn ang="0">
                      <a:pos x="40" y="3"/>
                    </a:cxn>
                    <a:cxn ang="0">
                      <a:pos x="49" y="5"/>
                    </a:cxn>
                    <a:cxn ang="0">
                      <a:pos x="59" y="6"/>
                    </a:cxn>
                    <a:cxn ang="0">
                      <a:pos x="67" y="8"/>
                    </a:cxn>
                    <a:cxn ang="0">
                      <a:pos x="75" y="11"/>
                    </a:cxn>
                    <a:cxn ang="0">
                      <a:pos x="83" y="14"/>
                    </a:cxn>
                    <a:cxn ang="0">
                      <a:pos x="89" y="17"/>
                    </a:cxn>
                    <a:cxn ang="0">
                      <a:pos x="95" y="22"/>
                    </a:cxn>
                    <a:cxn ang="0">
                      <a:pos x="100" y="27"/>
                    </a:cxn>
                    <a:cxn ang="0">
                      <a:pos x="102" y="25"/>
                    </a:cxn>
                    <a:cxn ang="0">
                      <a:pos x="102" y="24"/>
                    </a:cxn>
                    <a:cxn ang="0">
                      <a:pos x="103" y="24"/>
                    </a:cxn>
                    <a:cxn ang="0">
                      <a:pos x="103" y="22"/>
                    </a:cxn>
                    <a:cxn ang="0">
                      <a:pos x="94" y="14"/>
                    </a:cxn>
                    <a:cxn ang="0">
                      <a:pos x="81" y="9"/>
                    </a:cxn>
                    <a:cxn ang="0">
                      <a:pos x="68" y="5"/>
                    </a:cxn>
                    <a:cxn ang="0">
                      <a:pos x="53" y="1"/>
                    </a:cxn>
                    <a:cxn ang="0">
                      <a:pos x="38" y="0"/>
                    </a:cxn>
                    <a:cxn ang="0">
                      <a:pos x="24" y="0"/>
                    </a:cxn>
                    <a:cxn ang="0">
                      <a:pos x="11" y="1"/>
                    </a:cxn>
                    <a:cxn ang="0">
                      <a:pos x="0" y="6"/>
                    </a:cxn>
                    <a:cxn ang="0">
                      <a:pos x="0" y="8"/>
                    </a:cxn>
                    <a:cxn ang="0">
                      <a:pos x="0" y="8"/>
                    </a:cxn>
                    <a:cxn ang="0">
                      <a:pos x="0" y="9"/>
                    </a:cxn>
                    <a:cxn ang="0">
                      <a:pos x="2" y="9"/>
                    </a:cxn>
                    <a:cxn ang="0">
                      <a:pos x="10" y="6"/>
                    </a:cxn>
                    <a:cxn ang="0">
                      <a:pos x="18" y="5"/>
                    </a:cxn>
                    <a:cxn ang="0">
                      <a:pos x="27" y="3"/>
                    </a:cxn>
                    <a:cxn ang="0">
                      <a:pos x="37" y="3"/>
                    </a:cxn>
                    <a:cxn ang="0">
                      <a:pos x="35" y="5"/>
                    </a:cxn>
                    <a:cxn ang="0">
                      <a:pos x="35" y="6"/>
                    </a:cxn>
                    <a:cxn ang="0">
                      <a:pos x="35" y="8"/>
                    </a:cxn>
                    <a:cxn ang="0">
                      <a:pos x="34" y="9"/>
                    </a:cxn>
                    <a:cxn ang="0">
                      <a:pos x="30" y="9"/>
                    </a:cxn>
                    <a:cxn ang="0">
                      <a:pos x="27" y="11"/>
                    </a:cxn>
                    <a:cxn ang="0">
                      <a:pos x="26" y="14"/>
                    </a:cxn>
                    <a:cxn ang="0">
                      <a:pos x="24" y="16"/>
                    </a:cxn>
                    <a:cxn ang="0">
                      <a:pos x="24" y="17"/>
                    </a:cxn>
                    <a:cxn ang="0">
                      <a:pos x="24" y="20"/>
                    </a:cxn>
                    <a:cxn ang="0">
                      <a:pos x="24" y="24"/>
                    </a:cxn>
                    <a:cxn ang="0">
                      <a:pos x="26" y="27"/>
                    </a:cxn>
                    <a:cxn ang="0">
                      <a:pos x="27" y="27"/>
                    </a:cxn>
                    <a:cxn ang="0">
                      <a:pos x="27" y="27"/>
                    </a:cxn>
                    <a:cxn ang="0">
                      <a:pos x="27" y="27"/>
                    </a:cxn>
                    <a:cxn ang="0">
                      <a:pos x="29" y="27"/>
                    </a:cxn>
                    <a:cxn ang="0">
                      <a:pos x="29" y="28"/>
                    </a:cxn>
                    <a:cxn ang="0">
                      <a:pos x="30" y="28"/>
                    </a:cxn>
                    <a:cxn ang="0">
                      <a:pos x="30" y="28"/>
                    </a:cxn>
                    <a:cxn ang="0">
                      <a:pos x="32" y="28"/>
                    </a:cxn>
                    <a:cxn ang="0">
                      <a:pos x="35" y="28"/>
                    </a:cxn>
                    <a:cxn ang="0">
                      <a:pos x="38" y="25"/>
                    </a:cxn>
                    <a:cxn ang="0">
                      <a:pos x="40" y="24"/>
                    </a:cxn>
                    <a:cxn ang="0">
                      <a:pos x="40" y="22"/>
                    </a:cxn>
                    <a:cxn ang="0">
                      <a:pos x="42" y="19"/>
                    </a:cxn>
                    <a:cxn ang="0">
                      <a:pos x="42" y="16"/>
                    </a:cxn>
                    <a:cxn ang="0">
                      <a:pos x="40" y="12"/>
                    </a:cxn>
                    <a:cxn ang="0">
                      <a:pos x="37" y="11"/>
                    </a:cxn>
                    <a:cxn ang="0">
                      <a:pos x="38" y="9"/>
                    </a:cxn>
                    <a:cxn ang="0">
                      <a:pos x="38" y="6"/>
                    </a:cxn>
                    <a:cxn ang="0">
                      <a:pos x="38" y="5"/>
                    </a:cxn>
                    <a:cxn ang="0">
                      <a:pos x="40" y="3"/>
                    </a:cxn>
                  </a:cxnLst>
                  <a:rect l="0" t="0" r="r" b="b"/>
                  <a:pathLst>
                    <a:path w="103" h="28">
                      <a:moveTo>
                        <a:pt x="40" y="3"/>
                      </a:moveTo>
                      <a:lnTo>
                        <a:pt x="49" y="5"/>
                      </a:lnTo>
                      <a:lnTo>
                        <a:pt x="59" y="6"/>
                      </a:lnTo>
                      <a:lnTo>
                        <a:pt x="67" y="8"/>
                      </a:lnTo>
                      <a:lnTo>
                        <a:pt x="75" y="11"/>
                      </a:lnTo>
                      <a:lnTo>
                        <a:pt x="83" y="14"/>
                      </a:lnTo>
                      <a:lnTo>
                        <a:pt x="89" y="17"/>
                      </a:lnTo>
                      <a:lnTo>
                        <a:pt x="95" y="22"/>
                      </a:lnTo>
                      <a:lnTo>
                        <a:pt x="100" y="27"/>
                      </a:lnTo>
                      <a:lnTo>
                        <a:pt x="102" y="25"/>
                      </a:lnTo>
                      <a:lnTo>
                        <a:pt x="102" y="24"/>
                      </a:lnTo>
                      <a:lnTo>
                        <a:pt x="103" y="24"/>
                      </a:lnTo>
                      <a:lnTo>
                        <a:pt x="103" y="22"/>
                      </a:lnTo>
                      <a:lnTo>
                        <a:pt x="94" y="14"/>
                      </a:lnTo>
                      <a:lnTo>
                        <a:pt x="81" y="9"/>
                      </a:lnTo>
                      <a:lnTo>
                        <a:pt x="68" y="5"/>
                      </a:lnTo>
                      <a:lnTo>
                        <a:pt x="53" y="1"/>
                      </a:lnTo>
                      <a:lnTo>
                        <a:pt x="38" y="0"/>
                      </a:lnTo>
                      <a:lnTo>
                        <a:pt x="24" y="0"/>
                      </a:lnTo>
                      <a:lnTo>
                        <a:pt x="11" y="1"/>
                      </a:lnTo>
                      <a:lnTo>
                        <a:pt x="0" y="6"/>
                      </a:lnTo>
                      <a:lnTo>
                        <a:pt x="0" y="8"/>
                      </a:lnTo>
                      <a:lnTo>
                        <a:pt x="0" y="8"/>
                      </a:lnTo>
                      <a:lnTo>
                        <a:pt x="0" y="9"/>
                      </a:lnTo>
                      <a:lnTo>
                        <a:pt x="2" y="9"/>
                      </a:lnTo>
                      <a:lnTo>
                        <a:pt x="10" y="6"/>
                      </a:lnTo>
                      <a:lnTo>
                        <a:pt x="18" y="5"/>
                      </a:lnTo>
                      <a:lnTo>
                        <a:pt x="27" y="3"/>
                      </a:lnTo>
                      <a:lnTo>
                        <a:pt x="37" y="3"/>
                      </a:lnTo>
                      <a:lnTo>
                        <a:pt x="35" y="5"/>
                      </a:lnTo>
                      <a:lnTo>
                        <a:pt x="35" y="6"/>
                      </a:lnTo>
                      <a:lnTo>
                        <a:pt x="35" y="8"/>
                      </a:lnTo>
                      <a:lnTo>
                        <a:pt x="34" y="9"/>
                      </a:lnTo>
                      <a:lnTo>
                        <a:pt x="30" y="9"/>
                      </a:lnTo>
                      <a:lnTo>
                        <a:pt x="27" y="11"/>
                      </a:lnTo>
                      <a:lnTo>
                        <a:pt x="26" y="14"/>
                      </a:lnTo>
                      <a:lnTo>
                        <a:pt x="24" y="16"/>
                      </a:lnTo>
                      <a:lnTo>
                        <a:pt x="24" y="17"/>
                      </a:lnTo>
                      <a:lnTo>
                        <a:pt x="24" y="20"/>
                      </a:lnTo>
                      <a:lnTo>
                        <a:pt x="24" y="24"/>
                      </a:lnTo>
                      <a:lnTo>
                        <a:pt x="26" y="27"/>
                      </a:lnTo>
                      <a:lnTo>
                        <a:pt x="27" y="27"/>
                      </a:lnTo>
                      <a:lnTo>
                        <a:pt x="27" y="27"/>
                      </a:lnTo>
                      <a:lnTo>
                        <a:pt x="27" y="27"/>
                      </a:lnTo>
                      <a:lnTo>
                        <a:pt x="29" y="27"/>
                      </a:lnTo>
                      <a:lnTo>
                        <a:pt x="29" y="28"/>
                      </a:lnTo>
                      <a:lnTo>
                        <a:pt x="30" y="28"/>
                      </a:lnTo>
                      <a:lnTo>
                        <a:pt x="30" y="28"/>
                      </a:lnTo>
                      <a:lnTo>
                        <a:pt x="32" y="28"/>
                      </a:lnTo>
                      <a:lnTo>
                        <a:pt x="35" y="28"/>
                      </a:lnTo>
                      <a:lnTo>
                        <a:pt x="38" y="25"/>
                      </a:lnTo>
                      <a:lnTo>
                        <a:pt x="40" y="24"/>
                      </a:lnTo>
                      <a:lnTo>
                        <a:pt x="40" y="22"/>
                      </a:lnTo>
                      <a:lnTo>
                        <a:pt x="42" y="19"/>
                      </a:lnTo>
                      <a:lnTo>
                        <a:pt x="42" y="16"/>
                      </a:lnTo>
                      <a:lnTo>
                        <a:pt x="40" y="12"/>
                      </a:lnTo>
                      <a:lnTo>
                        <a:pt x="37" y="11"/>
                      </a:lnTo>
                      <a:lnTo>
                        <a:pt x="38" y="9"/>
                      </a:lnTo>
                      <a:lnTo>
                        <a:pt x="38" y="6"/>
                      </a:lnTo>
                      <a:lnTo>
                        <a:pt x="38" y="5"/>
                      </a:lnTo>
                      <a:lnTo>
                        <a:pt x="40" y="3"/>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509" name="Freeform 454"/>
                <p:cNvSpPr/>
                <p:nvPr/>
              </p:nvSpPr>
              <p:spPr bwMode="auto">
                <a:xfrm>
                  <a:off x="4876" y="2341"/>
                  <a:ext cx="3" cy="7"/>
                </a:xfrm>
                <a:custGeom>
                  <a:avLst/>
                  <a:gdLst/>
                  <a:ahLst/>
                  <a:cxnLst>
                    <a:cxn ang="0">
                      <a:pos x="0" y="0"/>
                    </a:cxn>
                    <a:cxn ang="0">
                      <a:pos x="1" y="0"/>
                    </a:cxn>
                    <a:cxn ang="0">
                      <a:pos x="1" y="0"/>
                    </a:cxn>
                    <a:cxn ang="0">
                      <a:pos x="1" y="0"/>
                    </a:cxn>
                    <a:cxn ang="0">
                      <a:pos x="3" y="0"/>
                    </a:cxn>
                    <a:cxn ang="0">
                      <a:pos x="3" y="1"/>
                    </a:cxn>
                    <a:cxn ang="0">
                      <a:pos x="4" y="1"/>
                    </a:cxn>
                    <a:cxn ang="0">
                      <a:pos x="4" y="1"/>
                    </a:cxn>
                    <a:cxn ang="0">
                      <a:pos x="6" y="1"/>
                    </a:cxn>
                    <a:cxn ang="0">
                      <a:pos x="6" y="3"/>
                    </a:cxn>
                    <a:cxn ang="0">
                      <a:pos x="6" y="3"/>
                    </a:cxn>
                    <a:cxn ang="0">
                      <a:pos x="4" y="4"/>
                    </a:cxn>
                    <a:cxn ang="0">
                      <a:pos x="3" y="6"/>
                    </a:cxn>
                    <a:cxn ang="0">
                      <a:pos x="1" y="6"/>
                    </a:cxn>
                    <a:cxn ang="0">
                      <a:pos x="0" y="6"/>
                    </a:cxn>
                    <a:cxn ang="0">
                      <a:pos x="0" y="4"/>
                    </a:cxn>
                    <a:cxn ang="0">
                      <a:pos x="0" y="4"/>
                    </a:cxn>
                    <a:cxn ang="0">
                      <a:pos x="0" y="3"/>
                    </a:cxn>
                    <a:cxn ang="0">
                      <a:pos x="0" y="1"/>
                    </a:cxn>
                    <a:cxn ang="0">
                      <a:pos x="0" y="0"/>
                    </a:cxn>
                  </a:cxnLst>
                  <a:rect l="0" t="0" r="r" b="b"/>
                  <a:pathLst>
                    <a:path w="6" h="6">
                      <a:moveTo>
                        <a:pt x="0" y="0"/>
                      </a:moveTo>
                      <a:lnTo>
                        <a:pt x="1" y="0"/>
                      </a:lnTo>
                      <a:lnTo>
                        <a:pt x="1" y="0"/>
                      </a:lnTo>
                      <a:lnTo>
                        <a:pt x="1" y="0"/>
                      </a:lnTo>
                      <a:lnTo>
                        <a:pt x="3" y="0"/>
                      </a:lnTo>
                      <a:lnTo>
                        <a:pt x="3" y="1"/>
                      </a:lnTo>
                      <a:lnTo>
                        <a:pt x="4" y="1"/>
                      </a:lnTo>
                      <a:lnTo>
                        <a:pt x="4" y="1"/>
                      </a:lnTo>
                      <a:lnTo>
                        <a:pt x="6" y="1"/>
                      </a:lnTo>
                      <a:lnTo>
                        <a:pt x="6" y="3"/>
                      </a:lnTo>
                      <a:lnTo>
                        <a:pt x="6" y="3"/>
                      </a:lnTo>
                      <a:lnTo>
                        <a:pt x="4" y="4"/>
                      </a:lnTo>
                      <a:lnTo>
                        <a:pt x="3" y="6"/>
                      </a:lnTo>
                      <a:lnTo>
                        <a:pt x="1" y="6"/>
                      </a:lnTo>
                      <a:lnTo>
                        <a:pt x="0" y="6"/>
                      </a:lnTo>
                      <a:lnTo>
                        <a:pt x="0" y="4"/>
                      </a:lnTo>
                      <a:lnTo>
                        <a:pt x="0" y="4"/>
                      </a:lnTo>
                      <a:lnTo>
                        <a:pt x="0" y="3"/>
                      </a:lnTo>
                      <a:lnTo>
                        <a:pt x="0" y="1"/>
                      </a:lnTo>
                      <a:lnTo>
                        <a:pt x="0" y="0"/>
                      </a:lnTo>
                      <a:close/>
                    </a:path>
                  </a:pathLst>
                </a:custGeom>
                <a:solidFill>
                  <a:srgbClr val="7A1111"/>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510" name="Freeform 455"/>
                <p:cNvSpPr/>
                <p:nvPr/>
              </p:nvSpPr>
              <p:spPr bwMode="auto">
                <a:xfrm>
                  <a:off x="4996" y="2819"/>
                  <a:ext cx="19" cy="14"/>
                </a:xfrm>
                <a:custGeom>
                  <a:avLst/>
                  <a:gdLst/>
                  <a:ahLst/>
                  <a:cxnLst>
                    <a:cxn ang="0">
                      <a:pos x="0" y="0"/>
                    </a:cxn>
                    <a:cxn ang="0">
                      <a:pos x="0" y="0"/>
                    </a:cxn>
                    <a:cxn ang="0">
                      <a:pos x="0" y="9"/>
                    </a:cxn>
                    <a:cxn ang="0">
                      <a:pos x="0" y="14"/>
                    </a:cxn>
                    <a:cxn ang="0">
                      <a:pos x="0" y="15"/>
                    </a:cxn>
                    <a:cxn ang="0">
                      <a:pos x="8" y="15"/>
                    </a:cxn>
                    <a:cxn ang="0">
                      <a:pos x="8" y="15"/>
                    </a:cxn>
                    <a:cxn ang="0">
                      <a:pos x="16" y="15"/>
                    </a:cxn>
                    <a:cxn ang="0">
                      <a:pos x="16" y="14"/>
                    </a:cxn>
                    <a:cxn ang="0">
                      <a:pos x="16" y="9"/>
                    </a:cxn>
                    <a:cxn ang="0">
                      <a:pos x="16" y="0"/>
                    </a:cxn>
                    <a:cxn ang="0">
                      <a:pos x="16" y="0"/>
                    </a:cxn>
                    <a:cxn ang="0">
                      <a:pos x="0" y="0"/>
                    </a:cxn>
                  </a:cxnLst>
                  <a:rect l="0" t="0" r="r" b="b"/>
                  <a:pathLst>
                    <a:path w="16" h="15">
                      <a:moveTo>
                        <a:pt x="0" y="0"/>
                      </a:moveTo>
                      <a:lnTo>
                        <a:pt x="0" y="0"/>
                      </a:lnTo>
                      <a:lnTo>
                        <a:pt x="0" y="9"/>
                      </a:lnTo>
                      <a:lnTo>
                        <a:pt x="0" y="14"/>
                      </a:lnTo>
                      <a:lnTo>
                        <a:pt x="0" y="15"/>
                      </a:lnTo>
                      <a:lnTo>
                        <a:pt x="8" y="15"/>
                      </a:lnTo>
                      <a:lnTo>
                        <a:pt x="8" y="15"/>
                      </a:lnTo>
                      <a:lnTo>
                        <a:pt x="16" y="15"/>
                      </a:lnTo>
                      <a:lnTo>
                        <a:pt x="16" y="14"/>
                      </a:lnTo>
                      <a:lnTo>
                        <a:pt x="16" y="9"/>
                      </a:lnTo>
                      <a:lnTo>
                        <a:pt x="16" y="0"/>
                      </a:lnTo>
                      <a:lnTo>
                        <a:pt x="16" y="0"/>
                      </a:lnTo>
                      <a:lnTo>
                        <a:pt x="0" y="0"/>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511" name="Freeform 456"/>
                <p:cNvSpPr/>
                <p:nvPr/>
              </p:nvSpPr>
              <p:spPr bwMode="auto">
                <a:xfrm>
                  <a:off x="4803" y="2726"/>
                  <a:ext cx="212" cy="93"/>
                </a:xfrm>
                <a:custGeom>
                  <a:avLst/>
                  <a:gdLst/>
                  <a:ahLst/>
                  <a:cxnLst>
                    <a:cxn ang="0">
                      <a:pos x="16" y="94"/>
                    </a:cxn>
                    <a:cxn ang="0">
                      <a:pos x="16" y="94"/>
                    </a:cxn>
                    <a:cxn ang="0">
                      <a:pos x="23" y="59"/>
                    </a:cxn>
                    <a:cxn ang="0">
                      <a:pos x="43" y="35"/>
                    </a:cxn>
                    <a:cxn ang="0">
                      <a:pos x="72" y="21"/>
                    </a:cxn>
                    <a:cxn ang="0">
                      <a:pos x="107" y="16"/>
                    </a:cxn>
                    <a:cxn ang="0">
                      <a:pos x="140" y="21"/>
                    </a:cxn>
                    <a:cxn ang="0">
                      <a:pos x="168" y="37"/>
                    </a:cxn>
                    <a:cxn ang="0">
                      <a:pos x="189" y="60"/>
                    </a:cxn>
                    <a:cxn ang="0">
                      <a:pos x="195" y="94"/>
                    </a:cxn>
                    <a:cxn ang="0">
                      <a:pos x="211" y="94"/>
                    </a:cxn>
                    <a:cxn ang="0">
                      <a:pos x="202" y="54"/>
                    </a:cxn>
                    <a:cxn ang="0">
                      <a:pos x="178" y="24"/>
                    </a:cxn>
                    <a:cxn ang="0">
                      <a:pos x="143" y="5"/>
                    </a:cxn>
                    <a:cxn ang="0">
                      <a:pos x="107" y="0"/>
                    </a:cxn>
                    <a:cxn ang="0">
                      <a:pos x="69" y="5"/>
                    </a:cxn>
                    <a:cxn ang="0">
                      <a:pos x="34" y="23"/>
                    </a:cxn>
                    <a:cxn ang="0">
                      <a:pos x="10" y="53"/>
                    </a:cxn>
                    <a:cxn ang="0">
                      <a:pos x="0" y="94"/>
                    </a:cxn>
                    <a:cxn ang="0">
                      <a:pos x="0" y="94"/>
                    </a:cxn>
                    <a:cxn ang="0">
                      <a:pos x="16" y="94"/>
                    </a:cxn>
                  </a:cxnLst>
                  <a:rect l="0" t="0" r="r" b="b"/>
                  <a:pathLst>
                    <a:path w="211" h="94">
                      <a:moveTo>
                        <a:pt x="16" y="94"/>
                      </a:moveTo>
                      <a:lnTo>
                        <a:pt x="16" y="94"/>
                      </a:lnTo>
                      <a:lnTo>
                        <a:pt x="23" y="59"/>
                      </a:lnTo>
                      <a:lnTo>
                        <a:pt x="43" y="35"/>
                      </a:lnTo>
                      <a:lnTo>
                        <a:pt x="72" y="21"/>
                      </a:lnTo>
                      <a:lnTo>
                        <a:pt x="107" y="16"/>
                      </a:lnTo>
                      <a:lnTo>
                        <a:pt x="140" y="21"/>
                      </a:lnTo>
                      <a:lnTo>
                        <a:pt x="168" y="37"/>
                      </a:lnTo>
                      <a:lnTo>
                        <a:pt x="189" y="60"/>
                      </a:lnTo>
                      <a:lnTo>
                        <a:pt x="195" y="94"/>
                      </a:lnTo>
                      <a:lnTo>
                        <a:pt x="211" y="94"/>
                      </a:lnTo>
                      <a:lnTo>
                        <a:pt x="202" y="54"/>
                      </a:lnTo>
                      <a:lnTo>
                        <a:pt x="178" y="24"/>
                      </a:lnTo>
                      <a:lnTo>
                        <a:pt x="143" y="5"/>
                      </a:lnTo>
                      <a:lnTo>
                        <a:pt x="107" y="0"/>
                      </a:lnTo>
                      <a:lnTo>
                        <a:pt x="69" y="5"/>
                      </a:lnTo>
                      <a:lnTo>
                        <a:pt x="34" y="23"/>
                      </a:lnTo>
                      <a:lnTo>
                        <a:pt x="10" y="53"/>
                      </a:lnTo>
                      <a:lnTo>
                        <a:pt x="0" y="94"/>
                      </a:lnTo>
                      <a:lnTo>
                        <a:pt x="0" y="94"/>
                      </a:lnTo>
                      <a:lnTo>
                        <a:pt x="16" y="94"/>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512" name="Freeform 457"/>
                <p:cNvSpPr/>
                <p:nvPr/>
              </p:nvSpPr>
              <p:spPr bwMode="auto">
                <a:xfrm>
                  <a:off x="4803" y="2819"/>
                  <a:ext cx="16" cy="21"/>
                </a:xfrm>
                <a:custGeom>
                  <a:avLst/>
                  <a:gdLst/>
                  <a:ahLst/>
                  <a:cxnLst>
                    <a:cxn ang="0">
                      <a:pos x="8" y="8"/>
                    </a:cxn>
                    <a:cxn ang="0">
                      <a:pos x="8" y="15"/>
                    </a:cxn>
                    <a:cxn ang="0">
                      <a:pos x="16" y="15"/>
                    </a:cxn>
                    <a:cxn ang="0">
                      <a:pos x="16" y="14"/>
                    </a:cxn>
                    <a:cxn ang="0">
                      <a:pos x="16" y="9"/>
                    </a:cxn>
                    <a:cxn ang="0">
                      <a:pos x="16" y="0"/>
                    </a:cxn>
                    <a:cxn ang="0">
                      <a:pos x="0" y="0"/>
                    </a:cxn>
                    <a:cxn ang="0">
                      <a:pos x="0" y="9"/>
                    </a:cxn>
                    <a:cxn ang="0">
                      <a:pos x="0" y="14"/>
                    </a:cxn>
                    <a:cxn ang="0">
                      <a:pos x="0" y="15"/>
                    </a:cxn>
                    <a:cxn ang="0">
                      <a:pos x="8" y="15"/>
                    </a:cxn>
                    <a:cxn ang="0">
                      <a:pos x="8" y="23"/>
                    </a:cxn>
                    <a:cxn ang="0">
                      <a:pos x="0" y="15"/>
                    </a:cxn>
                    <a:cxn ang="0">
                      <a:pos x="0" y="23"/>
                    </a:cxn>
                    <a:cxn ang="0">
                      <a:pos x="8" y="23"/>
                    </a:cxn>
                    <a:cxn ang="0">
                      <a:pos x="8" y="8"/>
                    </a:cxn>
                  </a:cxnLst>
                  <a:rect l="0" t="0" r="r" b="b"/>
                  <a:pathLst>
                    <a:path w="16" h="23">
                      <a:moveTo>
                        <a:pt x="8" y="8"/>
                      </a:moveTo>
                      <a:lnTo>
                        <a:pt x="8" y="15"/>
                      </a:lnTo>
                      <a:lnTo>
                        <a:pt x="16" y="15"/>
                      </a:lnTo>
                      <a:lnTo>
                        <a:pt x="16" y="14"/>
                      </a:lnTo>
                      <a:lnTo>
                        <a:pt x="16" y="9"/>
                      </a:lnTo>
                      <a:lnTo>
                        <a:pt x="16" y="0"/>
                      </a:lnTo>
                      <a:lnTo>
                        <a:pt x="0" y="0"/>
                      </a:lnTo>
                      <a:lnTo>
                        <a:pt x="0" y="9"/>
                      </a:lnTo>
                      <a:lnTo>
                        <a:pt x="0" y="14"/>
                      </a:lnTo>
                      <a:lnTo>
                        <a:pt x="0" y="15"/>
                      </a:lnTo>
                      <a:lnTo>
                        <a:pt x="8" y="15"/>
                      </a:lnTo>
                      <a:lnTo>
                        <a:pt x="8" y="23"/>
                      </a:lnTo>
                      <a:lnTo>
                        <a:pt x="0" y="15"/>
                      </a:lnTo>
                      <a:lnTo>
                        <a:pt x="0" y="23"/>
                      </a:lnTo>
                      <a:lnTo>
                        <a:pt x="8" y="23"/>
                      </a:lnTo>
                      <a:lnTo>
                        <a:pt x="8" y="8"/>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513" name="Freeform 458"/>
                <p:cNvSpPr/>
                <p:nvPr/>
              </p:nvSpPr>
              <p:spPr bwMode="auto">
                <a:xfrm>
                  <a:off x="4812" y="2826"/>
                  <a:ext cx="203" cy="14"/>
                </a:xfrm>
                <a:custGeom>
                  <a:avLst/>
                  <a:gdLst/>
                  <a:ahLst/>
                  <a:cxnLst>
                    <a:cxn ang="0">
                      <a:pos x="187" y="7"/>
                    </a:cxn>
                    <a:cxn ang="0">
                      <a:pos x="195" y="0"/>
                    </a:cxn>
                    <a:cxn ang="0">
                      <a:pos x="0" y="0"/>
                    </a:cxn>
                    <a:cxn ang="0">
                      <a:pos x="0" y="15"/>
                    </a:cxn>
                    <a:cxn ang="0">
                      <a:pos x="195" y="15"/>
                    </a:cxn>
                    <a:cxn ang="0">
                      <a:pos x="203" y="7"/>
                    </a:cxn>
                    <a:cxn ang="0">
                      <a:pos x="195" y="15"/>
                    </a:cxn>
                    <a:cxn ang="0">
                      <a:pos x="203" y="15"/>
                    </a:cxn>
                    <a:cxn ang="0">
                      <a:pos x="203" y="7"/>
                    </a:cxn>
                    <a:cxn ang="0">
                      <a:pos x="187" y="7"/>
                    </a:cxn>
                  </a:cxnLst>
                  <a:rect l="0" t="0" r="r" b="b"/>
                  <a:pathLst>
                    <a:path w="203" h="15">
                      <a:moveTo>
                        <a:pt x="187" y="7"/>
                      </a:moveTo>
                      <a:lnTo>
                        <a:pt x="195" y="0"/>
                      </a:lnTo>
                      <a:lnTo>
                        <a:pt x="0" y="0"/>
                      </a:lnTo>
                      <a:lnTo>
                        <a:pt x="0" y="15"/>
                      </a:lnTo>
                      <a:lnTo>
                        <a:pt x="195" y="15"/>
                      </a:lnTo>
                      <a:lnTo>
                        <a:pt x="203" y="7"/>
                      </a:lnTo>
                      <a:lnTo>
                        <a:pt x="195" y="15"/>
                      </a:lnTo>
                      <a:lnTo>
                        <a:pt x="203" y="15"/>
                      </a:lnTo>
                      <a:lnTo>
                        <a:pt x="203" y="7"/>
                      </a:lnTo>
                      <a:lnTo>
                        <a:pt x="187" y="7"/>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514" name="Freeform 459"/>
                <p:cNvSpPr/>
                <p:nvPr/>
              </p:nvSpPr>
              <p:spPr bwMode="auto">
                <a:xfrm>
                  <a:off x="4901" y="2734"/>
                  <a:ext cx="13" cy="100"/>
                </a:xfrm>
                <a:custGeom>
                  <a:avLst/>
                  <a:gdLst/>
                  <a:ahLst/>
                  <a:cxnLst>
                    <a:cxn ang="0">
                      <a:pos x="8" y="101"/>
                    </a:cxn>
                    <a:cxn ang="0">
                      <a:pos x="16" y="101"/>
                    </a:cxn>
                    <a:cxn ang="0">
                      <a:pos x="16" y="0"/>
                    </a:cxn>
                    <a:cxn ang="0">
                      <a:pos x="0" y="0"/>
                    </a:cxn>
                    <a:cxn ang="0">
                      <a:pos x="0" y="101"/>
                    </a:cxn>
                    <a:cxn ang="0">
                      <a:pos x="8" y="101"/>
                    </a:cxn>
                  </a:cxnLst>
                  <a:rect l="0" t="0" r="r" b="b"/>
                  <a:pathLst>
                    <a:path w="16" h="101">
                      <a:moveTo>
                        <a:pt x="8" y="101"/>
                      </a:moveTo>
                      <a:lnTo>
                        <a:pt x="16" y="101"/>
                      </a:lnTo>
                      <a:lnTo>
                        <a:pt x="16" y="0"/>
                      </a:lnTo>
                      <a:lnTo>
                        <a:pt x="0" y="0"/>
                      </a:lnTo>
                      <a:lnTo>
                        <a:pt x="0" y="101"/>
                      </a:lnTo>
                      <a:lnTo>
                        <a:pt x="8" y="101"/>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515" name="Freeform 460"/>
                <p:cNvSpPr/>
                <p:nvPr/>
              </p:nvSpPr>
              <p:spPr bwMode="auto">
                <a:xfrm>
                  <a:off x="4904" y="2755"/>
                  <a:ext cx="86" cy="86"/>
                </a:xfrm>
                <a:custGeom>
                  <a:avLst/>
                  <a:gdLst/>
                  <a:ahLst/>
                  <a:cxnLst>
                    <a:cxn ang="0">
                      <a:pos x="5" y="79"/>
                    </a:cxn>
                    <a:cxn ang="0">
                      <a:pos x="10" y="84"/>
                    </a:cxn>
                    <a:cxn ang="0">
                      <a:pos x="87" y="10"/>
                    </a:cxn>
                    <a:cxn ang="0">
                      <a:pos x="78" y="0"/>
                    </a:cxn>
                    <a:cxn ang="0">
                      <a:pos x="0" y="75"/>
                    </a:cxn>
                    <a:cxn ang="0">
                      <a:pos x="5" y="79"/>
                    </a:cxn>
                  </a:cxnLst>
                  <a:rect l="0" t="0" r="r" b="b"/>
                  <a:pathLst>
                    <a:path w="87" h="84">
                      <a:moveTo>
                        <a:pt x="5" y="79"/>
                      </a:moveTo>
                      <a:lnTo>
                        <a:pt x="10" y="84"/>
                      </a:lnTo>
                      <a:lnTo>
                        <a:pt x="87" y="10"/>
                      </a:lnTo>
                      <a:lnTo>
                        <a:pt x="78" y="0"/>
                      </a:lnTo>
                      <a:lnTo>
                        <a:pt x="0" y="75"/>
                      </a:lnTo>
                      <a:lnTo>
                        <a:pt x="5" y="79"/>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516" name="Freeform 461"/>
                <p:cNvSpPr/>
                <p:nvPr/>
              </p:nvSpPr>
              <p:spPr bwMode="auto">
                <a:xfrm>
                  <a:off x="4828" y="2755"/>
                  <a:ext cx="86" cy="86"/>
                </a:xfrm>
                <a:custGeom>
                  <a:avLst/>
                  <a:gdLst/>
                  <a:ahLst/>
                  <a:cxnLst>
                    <a:cxn ang="0">
                      <a:pos x="78" y="80"/>
                    </a:cxn>
                    <a:cxn ang="0">
                      <a:pos x="83" y="76"/>
                    </a:cxn>
                    <a:cxn ang="0">
                      <a:pos x="10" y="0"/>
                    </a:cxn>
                    <a:cxn ang="0">
                      <a:pos x="0" y="9"/>
                    </a:cxn>
                    <a:cxn ang="0">
                      <a:pos x="73" y="85"/>
                    </a:cxn>
                    <a:cxn ang="0">
                      <a:pos x="78" y="80"/>
                    </a:cxn>
                  </a:cxnLst>
                  <a:rect l="0" t="0" r="r" b="b"/>
                  <a:pathLst>
                    <a:path w="83" h="85">
                      <a:moveTo>
                        <a:pt x="78" y="80"/>
                      </a:moveTo>
                      <a:lnTo>
                        <a:pt x="83" y="76"/>
                      </a:lnTo>
                      <a:lnTo>
                        <a:pt x="10" y="0"/>
                      </a:lnTo>
                      <a:lnTo>
                        <a:pt x="0" y="9"/>
                      </a:lnTo>
                      <a:lnTo>
                        <a:pt x="73" y="85"/>
                      </a:lnTo>
                      <a:lnTo>
                        <a:pt x="78" y="80"/>
                      </a:lnTo>
                      <a:close/>
                    </a:path>
                  </a:pathLst>
                </a:custGeom>
                <a:solidFill>
                  <a:srgbClr val="FFFFFF"/>
                </a:solidFill>
                <a:ln w="9525">
                  <a:noFill/>
                  <a:round/>
                </a:ln>
                <a:effectLst/>
              </p:spPr>
              <p:txBody>
                <a:bodyPr/>
                <a:lstStyle/>
                <a:p>
                  <a:pPr marL="0" marR="0" lvl="0" indent="0" algn="l" defTabSz="914400" rtl="0" eaLnBrk="0" fontAlgn="base" latinLnBrk="0" hangingPunct="0">
                    <a:lnSpc>
                      <a:spcPct val="90000"/>
                    </a:lnSpc>
                    <a:spcBef>
                      <a:spcPct val="0"/>
                    </a:spcBef>
                    <a:spcAft>
                      <a:spcPts val="590"/>
                    </a:spcAft>
                    <a:buClr>
                      <a:schemeClr val="tx2"/>
                    </a:buClr>
                    <a:buSzPct val="80000"/>
                    <a:buFont typeface="Wingdings" panose="05000000000000000000" pitchFamily="2" charset="2"/>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grpSp>
          <p:sp>
            <p:nvSpPr>
              <p:cNvPr id="30739" name="Text Box 462"/>
              <p:cNvSpPr txBox="1"/>
              <p:nvPr/>
            </p:nvSpPr>
            <p:spPr>
              <a:xfrm>
                <a:off x="4729" y="650"/>
                <a:ext cx="804" cy="845"/>
              </a:xfrm>
              <a:prstGeom prst="rect">
                <a:avLst/>
              </a:prstGeom>
              <a:noFill/>
              <a:ln w="12700">
                <a:noFill/>
              </a:ln>
            </p:spPr>
            <p:txBody>
              <a:bodyPr wrap="none">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ct val="0"/>
                  </a:spcBef>
                  <a:spcAft>
                    <a:spcPts val="590"/>
                  </a:spcAft>
                  <a:buSzPct val="80000"/>
                  <a:buNone/>
                </a:pPr>
                <a:endParaRPr lang="zh-CN" altLang="en-US" sz="2800" dirty="0">
                  <a:ea typeface="宋体" pitchFamily="2" charset="-122"/>
                </a:endParaRPr>
              </a:p>
            </p:txBody>
          </p:sp>
        </p:grpSp>
        <p:sp>
          <p:nvSpPr>
            <p:cNvPr id="30737" name="Text Box 18"/>
            <p:cNvSpPr txBox="1"/>
            <p:nvPr/>
          </p:nvSpPr>
          <p:spPr>
            <a:xfrm>
              <a:off x="5666044" y="1412776"/>
              <a:ext cx="441829" cy="3355975"/>
            </a:xfrm>
            <a:prstGeom prst="rect">
              <a:avLst/>
            </a:prstGeom>
            <a:noFill/>
            <a:ln w="12700">
              <a:noFill/>
            </a:ln>
          </p:spPr>
          <p:txBody>
            <a:bodyPr>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100000"/>
                </a:lnSpc>
                <a:spcBef>
                  <a:spcPct val="0"/>
                </a:spcBef>
                <a:buSzPct val="80000"/>
                <a:buNone/>
              </a:pPr>
              <a:r>
                <a:rPr lang="en-US" altLang="zh-CN" sz="1800" dirty="0">
                  <a:solidFill>
                    <a:srgbClr val="C00000"/>
                  </a:solidFill>
                  <a:ea typeface="宋体" pitchFamily="2" charset="-122"/>
                </a:rPr>
                <a:t>1</a:t>
              </a:r>
              <a:endParaRPr lang="en-US" altLang="zh-CN" sz="1800" dirty="0">
                <a:solidFill>
                  <a:srgbClr val="C00000"/>
                </a:solidFill>
                <a:ea typeface="宋体" pitchFamily="2" charset="-122"/>
              </a:endParaRPr>
            </a:p>
            <a:p>
              <a:pPr marL="0" lvl="0" indent="0" eaLnBrk="1" hangingPunct="1">
                <a:lnSpc>
                  <a:spcPct val="100000"/>
                </a:lnSpc>
                <a:spcBef>
                  <a:spcPct val="0"/>
                </a:spcBef>
                <a:buSzPct val="80000"/>
                <a:buNone/>
              </a:pPr>
              <a:endParaRPr lang="en-US" altLang="zh-CN" sz="1800" dirty="0">
                <a:ea typeface="宋体" pitchFamily="2" charset="-122"/>
              </a:endParaRPr>
            </a:p>
            <a:p>
              <a:pPr marL="0" lvl="0" indent="0" eaLnBrk="1" hangingPunct="1">
                <a:lnSpc>
                  <a:spcPct val="100000"/>
                </a:lnSpc>
                <a:spcBef>
                  <a:spcPct val="0"/>
                </a:spcBef>
                <a:buSzPct val="80000"/>
                <a:buNone/>
              </a:pPr>
              <a:r>
                <a:rPr lang="en-US" altLang="zh-CN" sz="1800" dirty="0">
                  <a:solidFill>
                    <a:srgbClr val="C00000"/>
                  </a:solidFill>
                  <a:ea typeface="宋体" pitchFamily="2" charset="-122"/>
                </a:rPr>
                <a:t>2</a:t>
              </a:r>
              <a:endParaRPr lang="en-US" altLang="zh-CN" sz="1800" dirty="0">
                <a:solidFill>
                  <a:srgbClr val="C00000"/>
                </a:solidFill>
                <a:ea typeface="宋体" pitchFamily="2" charset="-122"/>
              </a:endParaRPr>
            </a:p>
            <a:p>
              <a:pPr marL="0" lvl="0" indent="0" eaLnBrk="1" hangingPunct="1">
                <a:lnSpc>
                  <a:spcPct val="100000"/>
                </a:lnSpc>
                <a:spcBef>
                  <a:spcPct val="0"/>
                </a:spcBef>
                <a:buSzPct val="80000"/>
                <a:buNone/>
              </a:pPr>
              <a:endParaRPr lang="en-US" altLang="zh-CN" sz="1800" dirty="0">
                <a:ea typeface="宋体" pitchFamily="2" charset="-122"/>
              </a:endParaRPr>
            </a:p>
            <a:p>
              <a:pPr marL="0" lvl="0" indent="0" eaLnBrk="1" hangingPunct="1">
                <a:lnSpc>
                  <a:spcPct val="100000"/>
                </a:lnSpc>
                <a:spcBef>
                  <a:spcPts val="600"/>
                </a:spcBef>
                <a:buSzPct val="80000"/>
                <a:buNone/>
              </a:pPr>
              <a:r>
                <a:rPr lang="en-US" altLang="zh-CN" sz="1800" dirty="0">
                  <a:solidFill>
                    <a:srgbClr val="C00000"/>
                  </a:solidFill>
                  <a:ea typeface="宋体" pitchFamily="2" charset="-122"/>
                </a:rPr>
                <a:t>3</a:t>
              </a:r>
              <a:endParaRPr lang="en-US" altLang="zh-CN" sz="1800" dirty="0">
                <a:solidFill>
                  <a:srgbClr val="C00000"/>
                </a:solidFill>
                <a:ea typeface="宋体" pitchFamily="2" charset="-122"/>
              </a:endParaRPr>
            </a:p>
            <a:p>
              <a:pPr marL="0" lvl="0" indent="0" eaLnBrk="1" hangingPunct="1">
                <a:lnSpc>
                  <a:spcPct val="100000"/>
                </a:lnSpc>
                <a:spcBef>
                  <a:spcPts val="600"/>
                </a:spcBef>
                <a:buSzPct val="80000"/>
                <a:buNone/>
              </a:pPr>
              <a:endParaRPr lang="en-US" altLang="zh-CN" sz="1800" dirty="0">
                <a:ea typeface="宋体" pitchFamily="2" charset="-122"/>
              </a:endParaRPr>
            </a:p>
            <a:p>
              <a:pPr marL="0" lvl="0" indent="0" eaLnBrk="1" hangingPunct="1">
                <a:lnSpc>
                  <a:spcPct val="100000"/>
                </a:lnSpc>
                <a:spcBef>
                  <a:spcPts val="100"/>
                </a:spcBef>
                <a:buSzPct val="80000"/>
                <a:buNone/>
              </a:pPr>
              <a:r>
                <a:rPr lang="en-US" altLang="zh-CN" sz="1800" dirty="0">
                  <a:solidFill>
                    <a:srgbClr val="3333FF"/>
                  </a:solidFill>
                  <a:ea typeface="宋体" pitchFamily="2" charset="-122"/>
                </a:rPr>
                <a:t>4</a:t>
              </a:r>
              <a:endParaRPr lang="en-US" altLang="zh-CN" sz="1800" dirty="0">
                <a:solidFill>
                  <a:srgbClr val="3333FF"/>
                </a:solidFill>
                <a:ea typeface="宋体" pitchFamily="2" charset="-122"/>
              </a:endParaRPr>
            </a:p>
            <a:p>
              <a:pPr marL="0" lvl="0" indent="0" eaLnBrk="1" hangingPunct="1">
                <a:lnSpc>
                  <a:spcPct val="100000"/>
                </a:lnSpc>
                <a:spcBef>
                  <a:spcPts val="100"/>
                </a:spcBef>
                <a:buSzPct val="80000"/>
                <a:buNone/>
              </a:pPr>
              <a:endParaRPr lang="en-US" altLang="zh-CN" sz="1800" dirty="0">
                <a:solidFill>
                  <a:srgbClr val="3333FF"/>
                </a:solidFill>
                <a:ea typeface="宋体" pitchFamily="2" charset="-122"/>
              </a:endParaRPr>
            </a:p>
            <a:p>
              <a:pPr marL="0" lvl="0" indent="0" eaLnBrk="1" hangingPunct="1">
                <a:lnSpc>
                  <a:spcPct val="100000"/>
                </a:lnSpc>
                <a:spcBef>
                  <a:spcPts val="100"/>
                </a:spcBef>
                <a:buSzPct val="80000"/>
                <a:buNone/>
              </a:pPr>
              <a:r>
                <a:rPr lang="en-US" altLang="zh-CN" sz="1800" dirty="0">
                  <a:solidFill>
                    <a:srgbClr val="3333FF"/>
                  </a:solidFill>
                  <a:ea typeface="宋体" pitchFamily="2" charset="-122"/>
                </a:rPr>
                <a:t>5</a:t>
              </a:r>
              <a:endParaRPr lang="en-US" altLang="zh-CN" sz="1800" dirty="0">
                <a:solidFill>
                  <a:srgbClr val="3333FF"/>
                </a:solidFill>
                <a:ea typeface="宋体" pitchFamily="2" charset="-122"/>
              </a:endParaRPr>
            </a:p>
            <a:p>
              <a:pPr marL="0" lvl="0" indent="0" eaLnBrk="1" hangingPunct="1">
                <a:lnSpc>
                  <a:spcPct val="100000"/>
                </a:lnSpc>
                <a:spcBef>
                  <a:spcPts val="100"/>
                </a:spcBef>
                <a:buSzPct val="80000"/>
                <a:buNone/>
              </a:pPr>
              <a:endParaRPr lang="en-US" altLang="zh-CN" sz="1800" dirty="0">
                <a:solidFill>
                  <a:srgbClr val="3333FF"/>
                </a:solidFill>
                <a:ea typeface="宋体" pitchFamily="2" charset="-122"/>
              </a:endParaRPr>
            </a:p>
            <a:p>
              <a:pPr marL="0" lvl="0" indent="0" eaLnBrk="1" hangingPunct="1">
                <a:lnSpc>
                  <a:spcPct val="100000"/>
                </a:lnSpc>
                <a:spcBef>
                  <a:spcPts val="100"/>
                </a:spcBef>
                <a:buSzPct val="80000"/>
                <a:buNone/>
              </a:pPr>
              <a:r>
                <a:rPr lang="en-US" altLang="zh-CN" sz="1800" dirty="0">
                  <a:solidFill>
                    <a:srgbClr val="3333FF"/>
                  </a:solidFill>
                  <a:ea typeface="宋体" pitchFamily="2" charset="-122"/>
                </a:rPr>
                <a:t>6</a:t>
              </a:r>
              <a:endParaRPr lang="en-US" altLang="zh-CN" sz="1800" dirty="0">
                <a:solidFill>
                  <a:srgbClr val="3333FF"/>
                </a:solidFill>
                <a:ea typeface="宋体" pitchFamily="2" charset="-122"/>
              </a:endParaRPr>
            </a:p>
          </p:txBody>
        </p:sp>
      </p:grpSp>
      <p:pic>
        <p:nvPicPr>
          <p:cNvPr id="100354" name="Picture 2"/>
          <p:cNvPicPr>
            <a:picLocks noChangeAspect="1"/>
          </p:cNvPicPr>
          <p:nvPr/>
        </p:nvPicPr>
        <p:blipFill>
          <a:blip r:embed="rId1"/>
          <a:stretch>
            <a:fillRect/>
          </a:stretch>
        </p:blipFill>
        <p:spPr>
          <a:xfrm>
            <a:off x="6815138" y="4879975"/>
            <a:ext cx="2592387" cy="1970088"/>
          </a:xfrm>
          <a:prstGeom prst="rect">
            <a:avLst/>
          </a:prstGeom>
          <a:noFill/>
          <a:ln w="9525">
            <a:noFill/>
          </a:ln>
        </p:spPr>
      </p:pic>
      <p:sp>
        <p:nvSpPr>
          <p:cNvPr id="712" name="Text Box 18"/>
          <p:cNvSpPr txBox="1"/>
          <p:nvPr/>
        </p:nvSpPr>
        <p:spPr>
          <a:xfrm>
            <a:off x="10287000" y="1282700"/>
            <a:ext cx="946150" cy="1276350"/>
          </a:xfrm>
          <a:prstGeom prst="rect">
            <a:avLst/>
          </a:prstGeom>
          <a:noFill/>
          <a:ln w="12700">
            <a:noFill/>
          </a:ln>
        </p:spPr>
        <p:txBody>
          <a:bodyPr>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100000"/>
              </a:lnSpc>
              <a:spcBef>
                <a:spcPct val="0"/>
              </a:spcBef>
              <a:buSzPct val="80000"/>
              <a:buNone/>
            </a:pPr>
            <a:r>
              <a:rPr lang="en-US" altLang="zh-CN" sz="1800" dirty="0">
                <a:solidFill>
                  <a:srgbClr val="C00000"/>
                </a:solidFill>
                <a:ea typeface="宋体" pitchFamily="2" charset="-122"/>
              </a:rPr>
              <a:t>a[0][0]</a:t>
            </a:r>
            <a:endParaRPr lang="en-US" altLang="zh-CN" sz="1800" dirty="0">
              <a:solidFill>
                <a:srgbClr val="C00000"/>
              </a:solidFill>
              <a:ea typeface="宋体" pitchFamily="2" charset="-122"/>
            </a:endParaRPr>
          </a:p>
          <a:p>
            <a:pPr marL="0" lvl="0" indent="0" eaLnBrk="1" hangingPunct="1">
              <a:lnSpc>
                <a:spcPct val="100000"/>
              </a:lnSpc>
              <a:spcBef>
                <a:spcPct val="0"/>
              </a:spcBef>
              <a:buSzPct val="80000"/>
              <a:buNone/>
            </a:pPr>
            <a:endParaRPr lang="en-US" altLang="zh-CN" sz="1800" dirty="0">
              <a:ea typeface="宋体" pitchFamily="2" charset="-122"/>
            </a:endParaRPr>
          </a:p>
          <a:p>
            <a:pPr marL="0" lvl="0" indent="0" eaLnBrk="1" hangingPunct="1">
              <a:lnSpc>
                <a:spcPct val="100000"/>
              </a:lnSpc>
              <a:spcBef>
                <a:spcPct val="0"/>
              </a:spcBef>
              <a:buSzPct val="80000"/>
              <a:buNone/>
            </a:pPr>
            <a:r>
              <a:rPr lang="en-US" altLang="zh-CN" sz="1800" dirty="0">
                <a:solidFill>
                  <a:srgbClr val="C00000"/>
                </a:solidFill>
                <a:ea typeface="宋体" pitchFamily="2" charset="-122"/>
              </a:rPr>
              <a:t>a[0][1]</a:t>
            </a:r>
            <a:endParaRPr lang="en-US" altLang="zh-CN" sz="1800" dirty="0">
              <a:solidFill>
                <a:srgbClr val="C00000"/>
              </a:solidFill>
              <a:ea typeface="宋体" pitchFamily="2" charset="-122"/>
            </a:endParaRPr>
          </a:p>
          <a:p>
            <a:pPr marL="0" lvl="0" indent="0" eaLnBrk="1" hangingPunct="1">
              <a:lnSpc>
                <a:spcPct val="100000"/>
              </a:lnSpc>
              <a:spcBef>
                <a:spcPts val="600"/>
              </a:spcBef>
              <a:buSzPct val="80000"/>
              <a:buNone/>
            </a:pPr>
            <a:endParaRPr lang="en-US" altLang="zh-CN" sz="1800" dirty="0">
              <a:ea typeface="宋体" pitchFamily="2" charset="-122"/>
            </a:endParaRPr>
          </a:p>
        </p:txBody>
      </p:sp>
      <p:sp>
        <p:nvSpPr>
          <p:cNvPr id="713" name="Text Box 18"/>
          <p:cNvSpPr txBox="1"/>
          <p:nvPr/>
        </p:nvSpPr>
        <p:spPr>
          <a:xfrm>
            <a:off x="10334625" y="3087688"/>
            <a:ext cx="944563" cy="922337"/>
          </a:xfrm>
          <a:prstGeom prst="rect">
            <a:avLst/>
          </a:prstGeom>
          <a:noFill/>
          <a:ln w="12700">
            <a:noFill/>
          </a:ln>
        </p:spPr>
        <p:txBody>
          <a:bodyPr>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100000"/>
              </a:lnSpc>
              <a:spcBef>
                <a:spcPct val="0"/>
              </a:spcBef>
              <a:buSzPct val="80000"/>
              <a:buNone/>
            </a:pPr>
            <a:r>
              <a:rPr lang="en-US" altLang="zh-CN" sz="1800" dirty="0">
                <a:solidFill>
                  <a:srgbClr val="3333FF"/>
                </a:solidFill>
                <a:ea typeface="宋体" pitchFamily="2" charset="-122"/>
              </a:rPr>
              <a:t>a[1][0]</a:t>
            </a:r>
            <a:endParaRPr lang="en-US" altLang="zh-CN" sz="1800" dirty="0">
              <a:solidFill>
                <a:srgbClr val="3333FF"/>
              </a:solidFill>
              <a:ea typeface="宋体" pitchFamily="2" charset="-122"/>
            </a:endParaRPr>
          </a:p>
          <a:p>
            <a:pPr marL="0" lvl="0" indent="0" eaLnBrk="1" hangingPunct="1">
              <a:lnSpc>
                <a:spcPct val="100000"/>
              </a:lnSpc>
              <a:spcBef>
                <a:spcPct val="0"/>
              </a:spcBef>
              <a:buSzPct val="80000"/>
              <a:buNone/>
            </a:pPr>
            <a:endParaRPr lang="en-US" altLang="zh-CN" sz="1800" dirty="0">
              <a:solidFill>
                <a:srgbClr val="3333FF"/>
              </a:solidFill>
              <a:ea typeface="宋体" pitchFamily="2" charset="-122"/>
            </a:endParaRPr>
          </a:p>
          <a:p>
            <a:pPr marL="0" lvl="0" indent="0" eaLnBrk="1" hangingPunct="1">
              <a:lnSpc>
                <a:spcPct val="100000"/>
              </a:lnSpc>
              <a:spcBef>
                <a:spcPct val="0"/>
              </a:spcBef>
              <a:buSzPct val="80000"/>
              <a:buNone/>
            </a:pPr>
            <a:r>
              <a:rPr lang="en-US" altLang="zh-CN" sz="1800" dirty="0">
                <a:solidFill>
                  <a:srgbClr val="3333FF"/>
                </a:solidFill>
                <a:ea typeface="宋体" pitchFamily="2" charset="-122"/>
              </a:rPr>
              <a:t>a[1][1]</a:t>
            </a:r>
            <a:endParaRPr lang="en-US" altLang="zh-CN" sz="1800" dirty="0">
              <a:solidFill>
                <a:srgbClr val="3333FF"/>
              </a:solidFill>
              <a:ea typeface="宋体" pitchFamily="2" charset="-122"/>
            </a:endParaRPr>
          </a:p>
        </p:txBody>
      </p:sp>
      <p:sp>
        <p:nvSpPr>
          <p:cNvPr id="34823" name="Text Box 19"/>
          <p:cNvSpPr txBox="1">
            <a:spLocks noChangeArrowheads="1"/>
          </p:cNvSpPr>
          <p:nvPr/>
        </p:nvSpPr>
        <p:spPr bwMode="auto">
          <a:xfrm>
            <a:off x="9469438" y="4986338"/>
            <a:ext cx="946150" cy="1962150"/>
          </a:xfrm>
          <a:prstGeom prst="rect">
            <a:avLst/>
          </a:prstGeom>
          <a:noFill/>
          <a:ln w="12700" cap="sq">
            <a:noFill/>
            <a:miter lim="800000"/>
            <a:headEnd type="none" w="sm" len="sm"/>
            <a:tailEnd type="none" w="sm" len="sm"/>
          </a:ln>
        </p:spPr>
        <p:txBody>
          <a:bodyPr>
            <a:spAutoFit/>
          </a:bodyPr>
          <a:lstStyle/>
          <a:p>
            <a:pPr marR="0" defTabSz="914400" eaLnBrk="1" hangingPunct="1">
              <a:lnSpc>
                <a:spcPct val="80000"/>
              </a:lnSpc>
              <a:spcBef>
                <a:spcPct val="10000"/>
              </a:spcBef>
              <a:spcAft>
                <a:spcPts val="590"/>
              </a:spcAft>
              <a:buClr>
                <a:schemeClr val="tx2"/>
              </a:buClr>
              <a:buSzPct val="80000"/>
              <a:buFont typeface="Wingdings" panose="05000000000000000000" pitchFamily="2" charset="2"/>
              <a:buNone/>
              <a:defRPr/>
            </a:pPr>
            <a:r>
              <a:rPr kumimoji="1" lang="en-US" altLang="zh-CN" sz="1800" kern="1200" cap="none" spc="0" normalizeH="0" baseline="0" noProof="0" dirty="0">
                <a:solidFill>
                  <a:srgbClr val="00B050"/>
                </a:solidFill>
                <a:effectLst>
                  <a:outerShdw blurRad="38100" dist="38100" dir="2700000" algn="tl">
                    <a:srgbClr val="000000">
                      <a:alpha val="43137"/>
                    </a:srgbClr>
                  </a:outerShdw>
                </a:effectLst>
                <a:latin typeface="Arial" panose="020B0604020202090204" pitchFamily="34" charset="0"/>
                <a:ea typeface="宋体" pitchFamily="2" charset="-122"/>
                <a:cs typeface="+mn-cs"/>
              </a:rPr>
              <a:t>a[2][0]</a:t>
            </a:r>
            <a:endParaRPr kumimoji="1" lang="en-US" altLang="zh-CN" sz="1800" kern="1200" cap="none" spc="0" normalizeH="0" baseline="0" noProof="0" dirty="0">
              <a:solidFill>
                <a:srgbClr val="00B050"/>
              </a:solidFill>
              <a:effectLst>
                <a:outerShdw blurRad="38100" dist="38100" dir="2700000" algn="tl">
                  <a:srgbClr val="000000">
                    <a:alpha val="43137"/>
                  </a:srgbClr>
                </a:outerShdw>
              </a:effectLst>
              <a:latin typeface="Arial" panose="020B0604020202090204" pitchFamily="34" charset="0"/>
              <a:ea typeface="宋体" pitchFamily="2" charset="-122"/>
              <a:cs typeface="+mn-cs"/>
            </a:endParaRPr>
          </a:p>
          <a:p>
            <a:pPr marR="0" defTabSz="914400" eaLnBrk="1" hangingPunct="1">
              <a:lnSpc>
                <a:spcPct val="80000"/>
              </a:lnSpc>
              <a:spcBef>
                <a:spcPct val="10000"/>
              </a:spcBef>
              <a:spcAft>
                <a:spcPts val="590"/>
              </a:spcAft>
              <a:buClr>
                <a:schemeClr val="tx2"/>
              </a:buClr>
              <a:buSzPct val="80000"/>
              <a:buFont typeface="Wingdings" panose="05000000000000000000" pitchFamily="2" charset="2"/>
              <a:buNone/>
              <a:defRPr/>
            </a:pPr>
            <a:endParaRPr kumimoji="1" lang="en-US" altLang="zh-CN" sz="1800" kern="1200" cap="none" spc="0" normalizeH="0" baseline="0" noProof="0" dirty="0">
              <a:solidFill>
                <a:srgbClr val="00B050"/>
              </a:solidFill>
              <a:effectLst>
                <a:outerShdw blurRad="38100" dist="38100" dir="2700000" algn="tl">
                  <a:srgbClr val="000000">
                    <a:alpha val="43137"/>
                  </a:srgbClr>
                </a:outerShdw>
              </a:effectLst>
              <a:latin typeface="Arial" panose="020B0604020202090204" pitchFamily="34" charset="0"/>
              <a:ea typeface="宋体" pitchFamily="2" charset="-122"/>
              <a:cs typeface="+mn-cs"/>
            </a:endParaRPr>
          </a:p>
          <a:p>
            <a:pPr marR="0" defTabSz="914400" eaLnBrk="1" hangingPunct="1">
              <a:lnSpc>
                <a:spcPct val="80000"/>
              </a:lnSpc>
              <a:spcBef>
                <a:spcPct val="10000"/>
              </a:spcBef>
              <a:spcAft>
                <a:spcPts val="590"/>
              </a:spcAft>
              <a:buClr>
                <a:schemeClr val="tx2"/>
              </a:buClr>
              <a:buSzPct val="80000"/>
              <a:buFont typeface="Wingdings" panose="05000000000000000000" pitchFamily="2" charset="2"/>
              <a:buNone/>
              <a:defRPr/>
            </a:pPr>
            <a:r>
              <a:rPr kumimoji="1" lang="en-US" altLang="zh-CN" sz="1800" kern="1200" cap="none" spc="0" normalizeH="0" baseline="0" noProof="0" dirty="0">
                <a:solidFill>
                  <a:srgbClr val="00B050"/>
                </a:solidFill>
                <a:effectLst>
                  <a:outerShdw blurRad="38100" dist="38100" dir="2700000" algn="tl">
                    <a:srgbClr val="000000">
                      <a:alpha val="43137"/>
                    </a:srgbClr>
                  </a:outerShdw>
                </a:effectLst>
                <a:latin typeface="Arial" panose="020B0604020202090204" pitchFamily="34" charset="0"/>
                <a:ea typeface="宋体" pitchFamily="2" charset="-122"/>
                <a:cs typeface="+mn-cs"/>
              </a:rPr>
              <a:t>a[2][1]</a:t>
            </a:r>
            <a:endParaRPr kumimoji="1" lang="en-US" altLang="zh-CN" sz="1800" kern="1200" cap="none" spc="0" normalizeH="0" baseline="0" noProof="0" dirty="0">
              <a:solidFill>
                <a:srgbClr val="00B050"/>
              </a:solidFill>
              <a:effectLst>
                <a:outerShdw blurRad="38100" dist="38100" dir="2700000" algn="tl">
                  <a:srgbClr val="000000">
                    <a:alpha val="43137"/>
                  </a:srgbClr>
                </a:outerShdw>
              </a:effectLst>
              <a:latin typeface="Arial" panose="020B0604020202090204" pitchFamily="34" charset="0"/>
              <a:ea typeface="宋体" pitchFamily="2" charset="-122"/>
              <a:cs typeface="+mn-cs"/>
            </a:endParaRPr>
          </a:p>
          <a:p>
            <a:pPr marR="0" defTabSz="914400" eaLnBrk="1" hangingPunct="1">
              <a:lnSpc>
                <a:spcPct val="80000"/>
              </a:lnSpc>
              <a:spcBef>
                <a:spcPct val="10000"/>
              </a:spcBef>
              <a:spcAft>
                <a:spcPts val="590"/>
              </a:spcAft>
              <a:buClr>
                <a:schemeClr val="tx2"/>
              </a:buClr>
              <a:buSzPct val="80000"/>
              <a:buFont typeface="Wingdings" panose="05000000000000000000" pitchFamily="2" charset="2"/>
              <a:buNone/>
              <a:defRPr/>
            </a:pPr>
            <a:endParaRPr kumimoji="1" lang="en-US" altLang="zh-CN" sz="1800" kern="1200" cap="none" spc="0" normalizeH="0" baseline="0" noProof="0" dirty="0">
              <a:solidFill>
                <a:srgbClr val="00B050"/>
              </a:solidFill>
              <a:effectLst>
                <a:outerShdw blurRad="38100" dist="38100" dir="2700000" algn="tl">
                  <a:srgbClr val="000000">
                    <a:alpha val="43137"/>
                  </a:srgbClr>
                </a:outerShdw>
              </a:effectLst>
              <a:latin typeface="Arial" panose="020B0604020202090204" pitchFamily="34" charset="0"/>
              <a:ea typeface="宋体" pitchFamily="2" charset="-122"/>
              <a:cs typeface="+mn-cs"/>
            </a:endParaRPr>
          </a:p>
          <a:p>
            <a:pPr marR="0" defTabSz="914400" eaLnBrk="1" hangingPunct="1">
              <a:lnSpc>
                <a:spcPct val="80000"/>
              </a:lnSpc>
              <a:spcBef>
                <a:spcPct val="10000"/>
              </a:spcBef>
              <a:spcAft>
                <a:spcPts val="590"/>
              </a:spcAft>
              <a:buClr>
                <a:schemeClr val="tx2"/>
              </a:buClr>
              <a:buSzPct val="80000"/>
              <a:buFont typeface="Wingdings" panose="05000000000000000000" pitchFamily="2" charset="2"/>
              <a:buNone/>
              <a:defRPr/>
            </a:pPr>
            <a:r>
              <a:rPr kumimoji="1" lang="en-US" altLang="zh-CN" sz="1800" kern="1200" cap="none" spc="0" normalizeH="0" baseline="0" noProof="0" dirty="0">
                <a:solidFill>
                  <a:srgbClr val="00B050"/>
                </a:solidFill>
                <a:effectLst>
                  <a:outerShdw blurRad="38100" dist="38100" dir="2700000" algn="tl">
                    <a:srgbClr val="000000">
                      <a:alpha val="43137"/>
                    </a:srgbClr>
                  </a:outerShdw>
                </a:effectLst>
                <a:latin typeface="Arial" panose="020B0604020202090204" pitchFamily="34" charset="0"/>
                <a:ea typeface="宋体" pitchFamily="2" charset="-122"/>
                <a:cs typeface="+mn-cs"/>
              </a:rPr>
              <a:t>a[2][2]</a:t>
            </a:r>
            <a:endParaRPr kumimoji="1" lang="en-US" altLang="zh-CN" sz="1800" kern="1200" cap="none" spc="0" normalizeH="0" baseline="0" noProof="0" dirty="0">
              <a:solidFill>
                <a:srgbClr val="00B050"/>
              </a:solidFill>
              <a:effectLst>
                <a:outerShdw blurRad="38100" dist="38100" dir="2700000" algn="tl">
                  <a:srgbClr val="000000">
                    <a:alpha val="43137"/>
                  </a:srgbClr>
                </a:outerShdw>
              </a:effectLst>
              <a:latin typeface="Arial" panose="020B0604020202090204" pitchFamily="34" charset="0"/>
              <a:ea typeface="宋体" pitchFamily="2" charset="-122"/>
              <a:cs typeface="+mn-cs"/>
            </a:endParaRPr>
          </a:p>
          <a:p>
            <a:pPr marR="0" defTabSz="914400" eaLnBrk="1" hangingPunct="1">
              <a:lnSpc>
                <a:spcPct val="90000"/>
              </a:lnSpc>
              <a:spcBef>
                <a:spcPct val="10000"/>
              </a:spcBef>
              <a:spcAft>
                <a:spcPts val="590"/>
              </a:spcAft>
              <a:buClr>
                <a:schemeClr val="tx2"/>
              </a:buClr>
              <a:buSzPct val="80000"/>
              <a:buFont typeface="Wingdings" panose="05000000000000000000" pitchFamily="2" charset="2"/>
              <a:buNone/>
              <a:defRPr/>
            </a:pPr>
            <a:endParaRPr kumimoji="1" lang="zh-CN" altLang="en-US" sz="1800" kern="1200" cap="none" spc="0" normalizeH="0" baseline="0" noProof="0" dirty="0">
              <a:solidFill>
                <a:srgbClr val="7030A0"/>
              </a:solidFill>
              <a:effectLst>
                <a:outerShdw blurRad="38100" dist="38100" dir="2700000" algn="tl">
                  <a:srgbClr val="000000">
                    <a:alpha val="43137"/>
                  </a:srgbClr>
                </a:outerShdw>
              </a:effectLst>
              <a:latin typeface="Arial" panose="020B0604020202090204" pitchFamily="34" charset="0"/>
              <a:ea typeface="宋体" pitchFamily="2" charset="-122"/>
              <a:cs typeface="+mn-cs"/>
            </a:endParaRPr>
          </a:p>
        </p:txBody>
      </p:sp>
      <p:sp>
        <p:nvSpPr>
          <p:cNvPr id="716" name="Text Box 19"/>
          <p:cNvSpPr txBox="1">
            <a:spLocks noChangeArrowheads="1"/>
          </p:cNvSpPr>
          <p:nvPr/>
        </p:nvSpPr>
        <p:spPr bwMode="auto">
          <a:xfrm>
            <a:off x="10334625" y="4981575"/>
            <a:ext cx="944563" cy="1314450"/>
          </a:xfrm>
          <a:prstGeom prst="rect">
            <a:avLst/>
          </a:prstGeom>
          <a:noFill/>
          <a:ln w="12700" cap="sq">
            <a:noFill/>
            <a:miter lim="800000"/>
            <a:headEnd type="none" w="sm" len="sm"/>
            <a:tailEnd type="none" w="sm" len="sm"/>
          </a:ln>
        </p:spPr>
        <p:txBody>
          <a:bodyPr>
            <a:spAutoFit/>
          </a:bodyPr>
          <a:lstStyle/>
          <a:p>
            <a:pPr marR="0" defTabSz="914400" eaLnBrk="1" hangingPunct="1">
              <a:lnSpc>
                <a:spcPct val="80000"/>
              </a:lnSpc>
              <a:spcBef>
                <a:spcPct val="10000"/>
              </a:spcBef>
              <a:spcAft>
                <a:spcPts val="590"/>
              </a:spcAft>
              <a:buClr>
                <a:schemeClr val="tx2"/>
              </a:buClr>
              <a:buSzPct val="80000"/>
              <a:buFont typeface="Wingdings" panose="05000000000000000000" pitchFamily="2" charset="2"/>
              <a:buNone/>
              <a:defRPr/>
            </a:pPr>
            <a:r>
              <a:rPr kumimoji="1" lang="en-US" altLang="zh-CN" sz="1800" kern="1200" cap="none" spc="0" normalizeH="0" baseline="0" noProof="0" dirty="0">
                <a:solidFill>
                  <a:srgbClr val="00B050"/>
                </a:solidFill>
                <a:effectLst>
                  <a:outerShdw blurRad="38100" dist="38100" dir="2700000" algn="tl">
                    <a:srgbClr val="000000">
                      <a:alpha val="43137"/>
                    </a:srgbClr>
                  </a:outerShdw>
                </a:effectLst>
                <a:latin typeface="Arial" panose="020B0604020202090204" pitchFamily="34" charset="0"/>
                <a:ea typeface="宋体" pitchFamily="2" charset="-122"/>
                <a:cs typeface="+mn-cs"/>
              </a:rPr>
              <a:t>a[2][0]</a:t>
            </a:r>
            <a:endParaRPr kumimoji="1" lang="en-US" altLang="zh-CN" sz="1800" kern="1200" cap="none" spc="0" normalizeH="0" baseline="0" noProof="0" dirty="0">
              <a:solidFill>
                <a:srgbClr val="00B050"/>
              </a:solidFill>
              <a:effectLst>
                <a:outerShdw blurRad="38100" dist="38100" dir="2700000" algn="tl">
                  <a:srgbClr val="000000">
                    <a:alpha val="43137"/>
                  </a:srgbClr>
                </a:outerShdw>
              </a:effectLst>
              <a:latin typeface="Arial" panose="020B0604020202090204" pitchFamily="34" charset="0"/>
              <a:ea typeface="宋体" pitchFamily="2" charset="-122"/>
              <a:cs typeface="+mn-cs"/>
            </a:endParaRPr>
          </a:p>
          <a:p>
            <a:pPr marR="0" defTabSz="914400" eaLnBrk="1" hangingPunct="1">
              <a:lnSpc>
                <a:spcPct val="80000"/>
              </a:lnSpc>
              <a:spcBef>
                <a:spcPct val="10000"/>
              </a:spcBef>
              <a:spcAft>
                <a:spcPts val="590"/>
              </a:spcAft>
              <a:buClr>
                <a:schemeClr val="tx2"/>
              </a:buClr>
              <a:buSzPct val="80000"/>
              <a:buFont typeface="Wingdings" panose="05000000000000000000" pitchFamily="2" charset="2"/>
              <a:buNone/>
              <a:defRPr/>
            </a:pPr>
            <a:endParaRPr kumimoji="1" lang="en-US" altLang="zh-CN" sz="1800" kern="1200" cap="none" spc="0" normalizeH="0" baseline="0" noProof="0" dirty="0">
              <a:solidFill>
                <a:srgbClr val="00B050"/>
              </a:solidFill>
              <a:effectLst>
                <a:outerShdw blurRad="38100" dist="38100" dir="2700000" algn="tl">
                  <a:srgbClr val="000000">
                    <a:alpha val="43137"/>
                  </a:srgbClr>
                </a:outerShdw>
              </a:effectLst>
              <a:latin typeface="Arial" panose="020B0604020202090204" pitchFamily="34" charset="0"/>
              <a:ea typeface="宋体" pitchFamily="2" charset="-122"/>
              <a:cs typeface="+mn-cs"/>
            </a:endParaRPr>
          </a:p>
          <a:p>
            <a:pPr marR="0" defTabSz="914400" eaLnBrk="1" hangingPunct="1">
              <a:lnSpc>
                <a:spcPct val="80000"/>
              </a:lnSpc>
              <a:spcBef>
                <a:spcPct val="10000"/>
              </a:spcBef>
              <a:spcAft>
                <a:spcPts val="590"/>
              </a:spcAft>
              <a:buClr>
                <a:schemeClr val="tx2"/>
              </a:buClr>
              <a:buSzPct val="80000"/>
              <a:buFont typeface="Wingdings" panose="05000000000000000000" pitchFamily="2" charset="2"/>
              <a:buNone/>
              <a:defRPr/>
            </a:pPr>
            <a:r>
              <a:rPr kumimoji="1" lang="en-US" altLang="zh-CN" sz="1800" kern="1200" cap="none" spc="0" normalizeH="0" baseline="0" noProof="0" dirty="0">
                <a:solidFill>
                  <a:srgbClr val="00B050"/>
                </a:solidFill>
                <a:effectLst>
                  <a:outerShdw blurRad="38100" dist="38100" dir="2700000" algn="tl">
                    <a:srgbClr val="000000">
                      <a:alpha val="43137"/>
                    </a:srgbClr>
                  </a:outerShdw>
                </a:effectLst>
                <a:latin typeface="Arial" panose="020B0604020202090204" pitchFamily="34" charset="0"/>
                <a:ea typeface="宋体" pitchFamily="2" charset="-122"/>
                <a:cs typeface="+mn-cs"/>
              </a:rPr>
              <a:t>a[2][1]</a:t>
            </a:r>
            <a:endParaRPr kumimoji="1" lang="en-US" altLang="zh-CN" sz="1800" kern="1200" cap="none" spc="0" normalizeH="0" baseline="0" noProof="0" dirty="0">
              <a:solidFill>
                <a:srgbClr val="00B050"/>
              </a:solidFill>
              <a:effectLst>
                <a:outerShdw blurRad="38100" dist="38100" dir="2700000" algn="tl">
                  <a:srgbClr val="000000">
                    <a:alpha val="43137"/>
                  </a:srgbClr>
                </a:outerShdw>
              </a:effectLst>
              <a:latin typeface="Arial" panose="020B0604020202090204" pitchFamily="34" charset="0"/>
              <a:ea typeface="宋体" pitchFamily="2" charset="-122"/>
              <a:cs typeface="+mn-cs"/>
            </a:endParaRPr>
          </a:p>
          <a:p>
            <a:pPr marR="0" defTabSz="914400" eaLnBrk="1" hangingPunct="1">
              <a:lnSpc>
                <a:spcPct val="90000"/>
              </a:lnSpc>
              <a:spcBef>
                <a:spcPct val="10000"/>
              </a:spcBef>
              <a:spcAft>
                <a:spcPts val="590"/>
              </a:spcAft>
              <a:buClr>
                <a:schemeClr val="tx2"/>
              </a:buClr>
              <a:buSzPct val="80000"/>
              <a:buFont typeface="Wingdings" panose="05000000000000000000" pitchFamily="2" charset="2"/>
              <a:buNone/>
              <a:defRPr/>
            </a:pPr>
            <a:endParaRPr kumimoji="1" lang="zh-CN" altLang="en-US" sz="1800" kern="1200" cap="none" spc="0" normalizeH="0" baseline="0" noProof="0" dirty="0">
              <a:latin typeface="Arial" panose="020B0604020202090204" pitchFamily="34" charset="0"/>
              <a:ea typeface="宋体" pitchFamily="2" charset="-122"/>
              <a:cs typeface="+mn-cs"/>
            </a:endParaRPr>
          </a:p>
        </p:txBody>
      </p:sp>
      <p:sp>
        <p:nvSpPr>
          <p:cNvPr id="30729" name="标题 6"/>
          <p:cNvSpPr>
            <a:spLocks noGrp="1"/>
          </p:cNvSpPr>
          <p:nvPr>
            <p:ph type="title"/>
          </p:nvPr>
        </p:nvSpPr>
        <p:spPr>
          <a:xfrm>
            <a:off x="911225" y="115888"/>
            <a:ext cx="8915400" cy="1143000"/>
          </a:xfrm>
        </p:spPr>
        <p:txBody>
          <a:bodyPr vert="horz" wrap="square" lIns="91440" tIns="45720" rIns="91440" bIns="45720" anchor="ctr" anchorCtr="0"/>
          <a:lstStyle/>
          <a:p>
            <a:r>
              <a:rPr lang="en-US" altLang="zh-CN" kern="1200" dirty="0">
                <a:latin typeface="Arial" panose="020B0604020202090204" pitchFamily="34" charset="0"/>
                <a:ea typeface="黑体" panose="02010609060101010101" pitchFamily="49" charset="-122"/>
                <a:cs typeface="Arial" panose="020B0604020202090204" pitchFamily="34" charset="0"/>
              </a:rPr>
              <a:t>3.1.2 </a:t>
            </a:r>
            <a:r>
              <a:rPr lang="zh-CN" altLang="en-US" kern="1200" dirty="0">
                <a:latin typeface="Arial" panose="020B0604020202090204" pitchFamily="34" charset="0"/>
                <a:ea typeface="黑体" panose="02010609060101010101" pitchFamily="49" charset="-122"/>
                <a:cs typeface="Arial" panose="020B0604020202090204" pitchFamily="34" charset="0"/>
              </a:rPr>
              <a:t>二维数组的定义和初始化</a:t>
            </a:r>
            <a:endParaRPr lang="zh-CN" altLang="en-US" kern="1200" dirty="0">
              <a:latin typeface="Arial" panose="020B0604020202090204" pitchFamily="34" charset="0"/>
              <a:ea typeface="黑体" panose="02010609060101010101" pitchFamily="49" charset="-122"/>
              <a:cs typeface="Arial" panose="020B0604020202090204" pitchFamily="34" charset="0"/>
            </a:endParaRPr>
          </a:p>
        </p:txBody>
      </p:sp>
    </p:spTree>
  </p:cSld>
  <p:clrMapOvr>
    <a:masterClrMapping/>
  </p:clrMapOvr>
  <p:transition>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0354"/>
                                        </p:tgtEl>
                                        <p:attrNameLst>
                                          <p:attrName>style.visibility</p:attrName>
                                        </p:attrNameLst>
                                      </p:cBhvr>
                                      <p:to>
                                        <p:strVal val="visible"/>
                                      </p:to>
                                    </p:set>
                                    <p:anim calcmode="lin" valueType="num">
                                      <p:cBhvr>
                                        <p:cTn id="7" dur="500" fill="hold"/>
                                        <p:tgtEl>
                                          <p:spTgt spid="100354"/>
                                        </p:tgtEl>
                                        <p:attrNameLst>
                                          <p:attrName>ppt_x</p:attrName>
                                        </p:attrNameLst>
                                      </p:cBhvr>
                                      <p:tavLst>
                                        <p:tav tm="0">
                                          <p:val>
                                            <p:strVal val="#ppt_x"/>
                                          </p:val>
                                        </p:tav>
                                        <p:tav tm="100000">
                                          <p:val>
                                            <p:strVal val="#ppt_x"/>
                                          </p:val>
                                        </p:tav>
                                      </p:tavLst>
                                    </p:anim>
                                    <p:anim calcmode="lin" valueType="num">
                                      <p:cBhvr>
                                        <p:cTn id="8" dur="500" fill="hold"/>
                                        <p:tgtEl>
                                          <p:spTgt spid="10035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712"/>
                                        </p:tgtEl>
                                        <p:attrNameLst>
                                          <p:attrName>style.visibility</p:attrName>
                                        </p:attrNameLst>
                                      </p:cBhvr>
                                      <p:to>
                                        <p:strVal val="visible"/>
                                      </p:to>
                                    </p:set>
                                    <p:animEffect transition="in" filter="box(in)">
                                      <p:cBhvr>
                                        <p:cTn id="13" dur="500"/>
                                        <p:tgtEl>
                                          <p:spTgt spid="712"/>
                                        </p:tgtEl>
                                      </p:cBhvr>
                                    </p:animEffect>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grpId="0" nodeType="clickEffect">
                                  <p:stCondLst>
                                    <p:cond delay="0"/>
                                  </p:stCondLst>
                                  <p:childTnLst>
                                    <p:set>
                                      <p:cBhvr>
                                        <p:cTn id="17" dur="1" fill="hold">
                                          <p:stCondLst>
                                            <p:cond delay="0"/>
                                          </p:stCondLst>
                                        </p:cTn>
                                        <p:tgtEl>
                                          <p:spTgt spid="713"/>
                                        </p:tgtEl>
                                        <p:attrNameLst>
                                          <p:attrName>style.visibility</p:attrName>
                                        </p:attrNameLst>
                                      </p:cBhvr>
                                      <p:to>
                                        <p:strVal val="visible"/>
                                      </p:to>
                                    </p:set>
                                    <p:animEffect transition="in" filter="box(in)">
                                      <p:cBhvr>
                                        <p:cTn id="18" dur="500"/>
                                        <p:tgtEl>
                                          <p:spTgt spid="713"/>
                                        </p:tgtEl>
                                      </p:cBhvr>
                                    </p:animEffect>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grpId="0" nodeType="clickEffect">
                                  <p:stCondLst>
                                    <p:cond delay="0"/>
                                  </p:stCondLst>
                                  <p:childTnLst>
                                    <p:set>
                                      <p:cBhvr>
                                        <p:cTn id="22" dur="1" fill="hold">
                                          <p:stCondLst>
                                            <p:cond delay="0"/>
                                          </p:stCondLst>
                                        </p:cTn>
                                        <p:tgtEl>
                                          <p:spTgt spid="716"/>
                                        </p:tgtEl>
                                        <p:attrNameLst>
                                          <p:attrName>style.visibility</p:attrName>
                                        </p:attrNameLst>
                                      </p:cBhvr>
                                      <p:to>
                                        <p:strVal val="visible"/>
                                      </p:to>
                                    </p:set>
                                    <p:animEffect transition="in" filter="box(in)">
                                      <p:cBhvr>
                                        <p:cTn id="23" dur="500"/>
                                        <p:tgtEl>
                                          <p:spTgt spid="7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2" grpId="0"/>
      <p:bldP spid="713" grpId="0"/>
      <p:bldP spid="716" grpId="0"/>
    </p:bldLst>
  </p:timing>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32770" name="Group 2"/>
          <p:cNvGrpSpPr/>
          <p:nvPr/>
        </p:nvGrpSpPr>
        <p:grpSpPr>
          <a:xfrm>
            <a:off x="3679825" y="1717675"/>
            <a:ext cx="1816100" cy="1447800"/>
            <a:chOff x="3552" y="768"/>
            <a:chExt cx="1296" cy="1056"/>
          </a:xfrm>
        </p:grpSpPr>
        <p:sp>
          <p:nvSpPr>
            <p:cNvPr id="83971" name="AutoShape 3"/>
            <p:cNvSpPr>
              <a:spLocks noChangeArrowheads="1"/>
            </p:cNvSpPr>
            <p:nvPr/>
          </p:nvSpPr>
          <p:spPr bwMode="auto">
            <a:xfrm>
              <a:off x="3552" y="768"/>
              <a:ext cx="1296" cy="1056"/>
            </a:xfrm>
            <a:prstGeom prst="cube">
              <a:avLst>
                <a:gd name="adj" fmla="val 25000"/>
              </a:avLst>
            </a:prstGeom>
            <a:solidFill>
              <a:schemeClr val="folHlink"/>
            </a:solidFill>
            <a:ln w="9525">
              <a:solidFill>
                <a:schemeClr val="tx1"/>
              </a:solidFill>
              <a:miter lim="800000"/>
            </a:ln>
            <a:effectLst/>
          </p:spPr>
          <p:txBody>
            <a:bodyPr wrap="none" anchor="ctr"/>
            <a:lstStyle/>
            <a:p>
              <a:pPr marL="0" marR="0" lvl="0" indent="0" algn="l" defTabSz="914400" rtl="0" eaLnBrk="0" fontAlgn="base" latinLnBrk="0" hangingPunct="0">
                <a:lnSpc>
                  <a:spcPct val="90000"/>
                </a:lnSpc>
                <a:spcBef>
                  <a:spcPts val="590"/>
                </a:spcBef>
                <a:spcAft>
                  <a:spcPts val="590"/>
                </a:spcAft>
                <a:buClr>
                  <a:schemeClr val="tx2"/>
                </a:buClr>
                <a:buSzPct val="80000"/>
                <a:buFont typeface="Wingdings" panose="05000000000000000000" pitchFamily="2" charset="2"/>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000000">
                      <a:alpha val="43137"/>
                    </a:srgbClr>
                  </a:outerShdw>
                </a:effectLst>
                <a:uLnTx/>
                <a:uFillTx/>
                <a:latin typeface="Arial" panose="020B0604020202090204" pitchFamily="34" charset="0"/>
                <a:ea typeface="宋体" pitchFamily="2" charset="-122"/>
                <a:cs typeface="+mn-cs"/>
              </a:endParaRPr>
            </a:p>
          </p:txBody>
        </p:sp>
        <p:grpSp>
          <p:nvGrpSpPr>
            <p:cNvPr id="32863" name="Group 4"/>
            <p:cNvGrpSpPr/>
            <p:nvPr/>
          </p:nvGrpSpPr>
          <p:grpSpPr>
            <a:xfrm>
              <a:off x="3840" y="1248"/>
              <a:ext cx="432" cy="576"/>
              <a:chOff x="4296" y="2545"/>
              <a:chExt cx="457" cy="672"/>
            </a:xfrm>
          </p:grpSpPr>
          <p:grpSp>
            <p:nvGrpSpPr>
              <p:cNvPr id="32864" name="Group 5"/>
              <p:cNvGrpSpPr/>
              <p:nvPr/>
            </p:nvGrpSpPr>
            <p:grpSpPr>
              <a:xfrm>
                <a:off x="4296" y="2545"/>
                <a:ext cx="457" cy="672"/>
                <a:chOff x="4320" y="2496"/>
                <a:chExt cx="457" cy="672"/>
              </a:xfrm>
            </p:grpSpPr>
            <p:sp>
              <p:nvSpPr>
                <p:cNvPr id="83974" name="Rectangle 6"/>
                <p:cNvSpPr>
                  <a:spLocks noChangeArrowheads="1"/>
                </p:cNvSpPr>
                <p:nvPr/>
              </p:nvSpPr>
              <p:spPr bwMode="auto">
                <a:xfrm>
                  <a:off x="4320" y="2498"/>
                  <a:ext cx="461" cy="670"/>
                </a:xfrm>
                <a:prstGeom prst="rect">
                  <a:avLst/>
                </a:prstGeom>
                <a:solidFill>
                  <a:srgbClr val="E0E0E0"/>
                </a:solidFill>
                <a:ln w="9525">
                  <a:noFill/>
                  <a:miter lim="800000"/>
                </a:ln>
              </p:spPr>
              <p:txBody>
                <a:bodyPr/>
                <a:lstStyle/>
                <a:p>
                  <a:pPr marL="0" marR="0" lvl="0" indent="0" algn="l" defTabSz="914400" rtl="0" eaLnBrk="0" fontAlgn="base" latinLnBrk="0" hangingPunct="0">
                    <a:lnSpc>
                      <a:spcPct val="90000"/>
                    </a:lnSpc>
                    <a:spcBef>
                      <a:spcPts val="590"/>
                    </a:spcBef>
                    <a:spcAft>
                      <a:spcPts val="590"/>
                    </a:spcAft>
                    <a:buClr>
                      <a:schemeClr val="tx2"/>
                    </a:buClr>
                    <a:buSzPct val="80000"/>
                    <a:buFont typeface="Wingdings" panose="05000000000000000000" pitchFamily="2" charset="2"/>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000000">
                          <a:alpha val="43137"/>
                        </a:srgbClr>
                      </a:outerShdw>
                    </a:effectLst>
                    <a:uLnTx/>
                    <a:uFillTx/>
                    <a:latin typeface="Arial" panose="020B0604020202090204" pitchFamily="34" charset="0"/>
                    <a:ea typeface="宋体" pitchFamily="2" charset="-122"/>
                    <a:cs typeface="+mn-cs"/>
                  </a:endParaRPr>
                </a:p>
              </p:txBody>
            </p:sp>
            <p:sp>
              <p:nvSpPr>
                <p:cNvPr id="83975" name="Rectangle 7"/>
                <p:cNvSpPr>
                  <a:spLocks noChangeArrowheads="1"/>
                </p:cNvSpPr>
                <p:nvPr/>
              </p:nvSpPr>
              <p:spPr bwMode="auto">
                <a:xfrm>
                  <a:off x="4353" y="2537"/>
                  <a:ext cx="379" cy="619"/>
                </a:xfrm>
                <a:prstGeom prst="rect">
                  <a:avLst/>
                </a:prstGeom>
                <a:solidFill>
                  <a:srgbClr val="000000"/>
                </a:solidFill>
                <a:ln w="9525">
                  <a:noFill/>
                  <a:miter lim="800000"/>
                </a:ln>
              </p:spPr>
              <p:txBody>
                <a:bodyPr/>
                <a:lstStyle/>
                <a:p>
                  <a:pPr marL="0" marR="0" lvl="0" indent="0" algn="l" defTabSz="914400" rtl="0" eaLnBrk="0" fontAlgn="base" latinLnBrk="0" hangingPunct="0">
                    <a:lnSpc>
                      <a:spcPct val="90000"/>
                    </a:lnSpc>
                    <a:spcBef>
                      <a:spcPts val="590"/>
                    </a:spcBef>
                    <a:spcAft>
                      <a:spcPts val="590"/>
                    </a:spcAft>
                    <a:buClr>
                      <a:schemeClr val="tx2"/>
                    </a:buClr>
                    <a:buSzPct val="80000"/>
                    <a:buFont typeface="Wingdings" panose="05000000000000000000" pitchFamily="2" charset="2"/>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000000">
                          <a:alpha val="43137"/>
                        </a:srgbClr>
                      </a:outerShdw>
                    </a:effectLst>
                    <a:uLnTx/>
                    <a:uFillTx/>
                    <a:latin typeface="Arial" panose="020B0604020202090204" pitchFamily="34" charset="0"/>
                    <a:ea typeface="宋体" pitchFamily="2" charset="-122"/>
                    <a:cs typeface="+mn-cs"/>
                  </a:endParaRPr>
                </a:p>
              </p:txBody>
            </p:sp>
            <p:sp>
              <p:nvSpPr>
                <p:cNvPr id="83976" name="Freeform 8"/>
                <p:cNvSpPr/>
                <p:nvPr/>
              </p:nvSpPr>
              <p:spPr bwMode="auto">
                <a:xfrm>
                  <a:off x="4331" y="2507"/>
                  <a:ext cx="41" cy="647"/>
                </a:xfrm>
                <a:custGeom>
                  <a:avLst/>
                  <a:gdLst/>
                  <a:ahLst/>
                  <a:cxnLst>
                    <a:cxn ang="0">
                      <a:pos x="0" y="0"/>
                    </a:cxn>
                    <a:cxn ang="0">
                      <a:pos x="149" y="149"/>
                    </a:cxn>
                    <a:cxn ang="0">
                      <a:pos x="149" y="2589"/>
                    </a:cxn>
                    <a:cxn ang="0">
                      <a:pos x="0" y="2589"/>
                    </a:cxn>
                    <a:cxn ang="0">
                      <a:pos x="0" y="0"/>
                    </a:cxn>
                  </a:cxnLst>
                  <a:rect l="0" t="0" r="r" b="b"/>
                  <a:pathLst>
                    <a:path w="149" h="2589">
                      <a:moveTo>
                        <a:pt x="0" y="0"/>
                      </a:moveTo>
                      <a:lnTo>
                        <a:pt x="149" y="149"/>
                      </a:lnTo>
                      <a:lnTo>
                        <a:pt x="149" y="2589"/>
                      </a:lnTo>
                      <a:lnTo>
                        <a:pt x="0" y="2589"/>
                      </a:lnTo>
                      <a:lnTo>
                        <a:pt x="0" y="0"/>
                      </a:lnTo>
                      <a:close/>
                    </a:path>
                  </a:pathLst>
                </a:custGeom>
                <a:solidFill>
                  <a:srgbClr val="A0A0A0"/>
                </a:solidFill>
                <a:ln w="9525">
                  <a:noFill/>
                  <a:round/>
                </a:ln>
              </p:spPr>
              <p:txBody>
                <a:bodyPr/>
                <a:lstStyle/>
                <a:p>
                  <a:pPr marL="0" marR="0" lvl="0" indent="0" algn="l" defTabSz="914400" rtl="0" eaLnBrk="0" fontAlgn="base" latinLnBrk="0" hangingPunct="0">
                    <a:lnSpc>
                      <a:spcPct val="90000"/>
                    </a:lnSpc>
                    <a:spcBef>
                      <a:spcPts val="590"/>
                    </a:spcBef>
                    <a:spcAft>
                      <a:spcPts val="590"/>
                    </a:spcAft>
                    <a:buClr>
                      <a:schemeClr val="tx2"/>
                    </a:buClr>
                    <a:buSzPct val="80000"/>
                    <a:buFont typeface="Wingdings" panose="05000000000000000000" pitchFamily="2" charset="2"/>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000000">
                          <a:alpha val="43137"/>
                        </a:srgbClr>
                      </a:outerShdw>
                    </a:effectLst>
                    <a:uLnTx/>
                    <a:uFillTx/>
                    <a:latin typeface="Arial" panose="020B0604020202090204" pitchFamily="34" charset="0"/>
                    <a:ea typeface="宋体" pitchFamily="2" charset="-122"/>
                    <a:cs typeface="+mn-cs"/>
                  </a:endParaRPr>
                </a:p>
              </p:txBody>
            </p:sp>
            <p:sp>
              <p:nvSpPr>
                <p:cNvPr id="83977" name="Freeform 9"/>
                <p:cNvSpPr/>
                <p:nvPr/>
              </p:nvSpPr>
              <p:spPr bwMode="auto">
                <a:xfrm>
                  <a:off x="4331" y="2506"/>
                  <a:ext cx="443" cy="39"/>
                </a:xfrm>
                <a:custGeom>
                  <a:avLst/>
                  <a:gdLst/>
                  <a:ahLst/>
                  <a:cxnLst>
                    <a:cxn ang="0">
                      <a:pos x="0" y="2"/>
                    </a:cxn>
                    <a:cxn ang="0">
                      <a:pos x="1752" y="0"/>
                    </a:cxn>
                    <a:cxn ang="0">
                      <a:pos x="1586" y="150"/>
                    </a:cxn>
                    <a:cxn ang="0">
                      <a:pos x="140" y="150"/>
                    </a:cxn>
                    <a:cxn ang="0">
                      <a:pos x="0" y="2"/>
                    </a:cxn>
                  </a:cxnLst>
                  <a:rect l="0" t="0" r="r" b="b"/>
                  <a:pathLst>
                    <a:path w="1752" h="150">
                      <a:moveTo>
                        <a:pt x="0" y="2"/>
                      </a:moveTo>
                      <a:lnTo>
                        <a:pt x="1752" y="0"/>
                      </a:lnTo>
                      <a:lnTo>
                        <a:pt x="1586" y="150"/>
                      </a:lnTo>
                      <a:lnTo>
                        <a:pt x="140" y="150"/>
                      </a:lnTo>
                      <a:lnTo>
                        <a:pt x="0" y="2"/>
                      </a:lnTo>
                      <a:close/>
                    </a:path>
                  </a:pathLst>
                </a:custGeom>
                <a:solidFill>
                  <a:srgbClr val="606060"/>
                </a:solidFill>
                <a:ln w="9525">
                  <a:noFill/>
                  <a:round/>
                </a:ln>
              </p:spPr>
              <p:txBody>
                <a:bodyPr/>
                <a:lstStyle/>
                <a:p>
                  <a:pPr marL="0" marR="0" lvl="0" indent="0" algn="l" defTabSz="914400" rtl="0" eaLnBrk="0" fontAlgn="base" latinLnBrk="0" hangingPunct="0">
                    <a:lnSpc>
                      <a:spcPct val="90000"/>
                    </a:lnSpc>
                    <a:spcBef>
                      <a:spcPts val="590"/>
                    </a:spcBef>
                    <a:spcAft>
                      <a:spcPts val="590"/>
                    </a:spcAft>
                    <a:buClr>
                      <a:schemeClr val="tx2"/>
                    </a:buClr>
                    <a:buSzPct val="80000"/>
                    <a:buFont typeface="Wingdings" panose="05000000000000000000" pitchFamily="2" charset="2"/>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000000">
                          <a:alpha val="43137"/>
                        </a:srgbClr>
                      </a:outerShdw>
                    </a:effectLst>
                    <a:uLnTx/>
                    <a:uFillTx/>
                    <a:latin typeface="Arial" panose="020B0604020202090204" pitchFamily="34" charset="0"/>
                    <a:ea typeface="宋体" pitchFamily="2" charset="-122"/>
                    <a:cs typeface="+mn-cs"/>
                  </a:endParaRPr>
                </a:p>
              </p:txBody>
            </p:sp>
            <p:sp>
              <p:nvSpPr>
                <p:cNvPr id="83978" name="Freeform 10"/>
                <p:cNvSpPr/>
                <p:nvPr/>
              </p:nvSpPr>
              <p:spPr bwMode="auto">
                <a:xfrm>
                  <a:off x="4727" y="2507"/>
                  <a:ext cx="41" cy="647"/>
                </a:xfrm>
                <a:custGeom>
                  <a:avLst/>
                  <a:gdLst/>
                  <a:ahLst/>
                  <a:cxnLst>
                    <a:cxn ang="0">
                      <a:pos x="0" y="148"/>
                    </a:cxn>
                    <a:cxn ang="0">
                      <a:pos x="158" y="0"/>
                    </a:cxn>
                    <a:cxn ang="0">
                      <a:pos x="157" y="2588"/>
                    </a:cxn>
                    <a:cxn ang="0">
                      <a:pos x="0" y="2588"/>
                    </a:cxn>
                    <a:cxn ang="0">
                      <a:pos x="0" y="148"/>
                    </a:cxn>
                  </a:cxnLst>
                  <a:rect l="0" t="0" r="r" b="b"/>
                  <a:pathLst>
                    <a:path w="158" h="2588">
                      <a:moveTo>
                        <a:pt x="0" y="148"/>
                      </a:moveTo>
                      <a:lnTo>
                        <a:pt x="158" y="0"/>
                      </a:lnTo>
                      <a:lnTo>
                        <a:pt x="157" y="2588"/>
                      </a:lnTo>
                      <a:lnTo>
                        <a:pt x="0" y="2588"/>
                      </a:lnTo>
                      <a:lnTo>
                        <a:pt x="0" y="148"/>
                      </a:lnTo>
                      <a:close/>
                    </a:path>
                  </a:pathLst>
                </a:custGeom>
                <a:solidFill>
                  <a:srgbClr val="A0A0A0"/>
                </a:solidFill>
                <a:ln w="9525">
                  <a:noFill/>
                  <a:round/>
                </a:ln>
              </p:spPr>
              <p:txBody>
                <a:bodyPr/>
                <a:lstStyle/>
                <a:p>
                  <a:pPr marL="0" marR="0" lvl="0" indent="0" algn="l" defTabSz="914400" rtl="0" eaLnBrk="0" fontAlgn="base" latinLnBrk="0" hangingPunct="0">
                    <a:lnSpc>
                      <a:spcPct val="90000"/>
                    </a:lnSpc>
                    <a:spcBef>
                      <a:spcPts val="590"/>
                    </a:spcBef>
                    <a:spcAft>
                      <a:spcPts val="590"/>
                    </a:spcAft>
                    <a:buClr>
                      <a:schemeClr val="tx2"/>
                    </a:buClr>
                    <a:buSzPct val="80000"/>
                    <a:buFont typeface="Wingdings" panose="05000000000000000000" pitchFamily="2" charset="2"/>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000000">
                          <a:alpha val="43137"/>
                        </a:srgbClr>
                      </a:outerShdw>
                    </a:effectLst>
                    <a:uLnTx/>
                    <a:uFillTx/>
                    <a:latin typeface="Arial" panose="020B0604020202090204" pitchFamily="34" charset="0"/>
                    <a:ea typeface="宋体" pitchFamily="2" charset="-122"/>
                    <a:cs typeface="+mn-cs"/>
                  </a:endParaRPr>
                </a:p>
              </p:txBody>
            </p:sp>
          </p:grpSp>
          <p:sp>
            <p:nvSpPr>
              <p:cNvPr id="83979" name="Freeform 11"/>
              <p:cNvSpPr/>
              <p:nvPr/>
            </p:nvSpPr>
            <p:spPr bwMode="auto">
              <a:xfrm>
                <a:off x="4369" y="2594"/>
                <a:ext cx="339" cy="604"/>
              </a:xfrm>
              <a:custGeom>
                <a:avLst/>
                <a:gdLst/>
                <a:ahLst/>
                <a:cxnLst>
                  <a:cxn ang="0">
                    <a:pos x="0" y="2"/>
                  </a:cxn>
                  <a:cxn ang="0">
                    <a:pos x="0" y="606"/>
                  </a:cxn>
                  <a:cxn ang="0">
                    <a:pos x="335" y="606"/>
                  </a:cxn>
                  <a:cxn ang="0">
                    <a:pos x="335" y="0"/>
                  </a:cxn>
                  <a:cxn ang="0">
                    <a:pos x="0" y="2"/>
                  </a:cxn>
                </a:cxnLst>
                <a:rect l="0" t="0" r="r" b="b"/>
                <a:pathLst>
                  <a:path w="335" h="606">
                    <a:moveTo>
                      <a:pt x="0" y="2"/>
                    </a:moveTo>
                    <a:lnTo>
                      <a:pt x="0" y="606"/>
                    </a:lnTo>
                    <a:lnTo>
                      <a:pt x="335" y="606"/>
                    </a:lnTo>
                    <a:lnTo>
                      <a:pt x="335" y="0"/>
                    </a:lnTo>
                    <a:lnTo>
                      <a:pt x="0" y="2"/>
                    </a:lnTo>
                    <a:close/>
                  </a:path>
                </a:pathLst>
              </a:custGeom>
              <a:solidFill>
                <a:srgbClr val="C0C0C0"/>
              </a:solidFill>
              <a:ln w="3175">
                <a:solidFill>
                  <a:srgbClr val="000000"/>
                </a:solidFill>
                <a:prstDash val="solid"/>
                <a:round/>
              </a:ln>
            </p:spPr>
            <p:txBody>
              <a:bodyPr/>
              <a:lstStyle/>
              <a:p>
                <a:pPr marL="0" marR="0" lvl="0" indent="0" algn="l" defTabSz="914400" rtl="0" eaLnBrk="0" fontAlgn="base" latinLnBrk="0" hangingPunct="0">
                  <a:lnSpc>
                    <a:spcPct val="90000"/>
                  </a:lnSpc>
                  <a:spcBef>
                    <a:spcPts val="590"/>
                  </a:spcBef>
                  <a:spcAft>
                    <a:spcPts val="590"/>
                  </a:spcAft>
                  <a:buClr>
                    <a:schemeClr val="tx2"/>
                  </a:buClr>
                  <a:buSzPct val="80000"/>
                  <a:buFont typeface="Wingdings" panose="05000000000000000000" pitchFamily="2" charset="2"/>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000000">
                        <a:alpha val="43137"/>
                      </a:srgbClr>
                    </a:outerShdw>
                  </a:effectLst>
                  <a:uLnTx/>
                  <a:uFillTx/>
                  <a:latin typeface="Arial" panose="020B0604020202090204" pitchFamily="34" charset="0"/>
                  <a:ea typeface="宋体" pitchFamily="2" charset="-122"/>
                  <a:cs typeface="+mn-cs"/>
                </a:endParaRPr>
              </a:p>
            </p:txBody>
          </p:sp>
          <p:sp>
            <p:nvSpPr>
              <p:cNvPr id="83980" name="Freeform 12"/>
              <p:cNvSpPr/>
              <p:nvPr/>
            </p:nvSpPr>
            <p:spPr bwMode="auto">
              <a:xfrm>
                <a:off x="4434" y="2655"/>
                <a:ext cx="213" cy="227"/>
              </a:xfrm>
              <a:custGeom>
                <a:avLst/>
                <a:gdLst/>
                <a:ahLst/>
                <a:cxnLst>
                  <a:cxn ang="0">
                    <a:pos x="0" y="2"/>
                  </a:cxn>
                  <a:cxn ang="0">
                    <a:pos x="211" y="0"/>
                  </a:cxn>
                  <a:cxn ang="0">
                    <a:pos x="211" y="228"/>
                  </a:cxn>
                  <a:cxn ang="0">
                    <a:pos x="0" y="222"/>
                  </a:cxn>
                  <a:cxn ang="0">
                    <a:pos x="0" y="2"/>
                  </a:cxn>
                </a:cxnLst>
                <a:rect l="0" t="0" r="r" b="b"/>
                <a:pathLst>
                  <a:path w="211" h="228">
                    <a:moveTo>
                      <a:pt x="0" y="2"/>
                    </a:moveTo>
                    <a:lnTo>
                      <a:pt x="211" y="0"/>
                    </a:lnTo>
                    <a:lnTo>
                      <a:pt x="211" y="228"/>
                    </a:lnTo>
                    <a:lnTo>
                      <a:pt x="0" y="222"/>
                    </a:lnTo>
                    <a:lnTo>
                      <a:pt x="0" y="2"/>
                    </a:lnTo>
                    <a:close/>
                  </a:path>
                </a:pathLst>
              </a:custGeom>
              <a:solidFill>
                <a:srgbClr val="E0E0E0"/>
              </a:solidFill>
              <a:ln w="9525">
                <a:noFill/>
                <a:round/>
              </a:ln>
            </p:spPr>
            <p:txBody>
              <a:bodyPr/>
              <a:lstStyle/>
              <a:p>
                <a:pPr marL="0" marR="0" lvl="0" indent="0" algn="l" defTabSz="914400" rtl="0" eaLnBrk="0" fontAlgn="base" latinLnBrk="0" hangingPunct="0">
                  <a:lnSpc>
                    <a:spcPct val="90000"/>
                  </a:lnSpc>
                  <a:spcBef>
                    <a:spcPts val="590"/>
                  </a:spcBef>
                  <a:spcAft>
                    <a:spcPts val="590"/>
                  </a:spcAft>
                  <a:buClr>
                    <a:schemeClr val="tx2"/>
                  </a:buClr>
                  <a:buSzPct val="80000"/>
                  <a:buFont typeface="Wingdings" panose="05000000000000000000" pitchFamily="2" charset="2"/>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000000">
                        <a:alpha val="43137"/>
                      </a:srgbClr>
                    </a:outerShdw>
                  </a:effectLst>
                  <a:uLnTx/>
                  <a:uFillTx/>
                  <a:latin typeface="Arial" panose="020B0604020202090204" pitchFamily="34" charset="0"/>
                  <a:ea typeface="宋体" pitchFamily="2" charset="-122"/>
                  <a:cs typeface="+mn-cs"/>
                </a:endParaRPr>
              </a:p>
            </p:txBody>
          </p:sp>
          <p:sp>
            <p:nvSpPr>
              <p:cNvPr id="83981" name="Freeform 13"/>
              <p:cNvSpPr/>
              <p:nvPr/>
            </p:nvSpPr>
            <p:spPr bwMode="auto">
              <a:xfrm>
                <a:off x="4434" y="2659"/>
                <a:ext cx="201" cy="204"/>
              </a:xfrm>
              <a:custGeom>
                <a:avLst/>
                <a:gdLst/>
                <a:ahLst/>
                <a:cxnLst>
                  <a:cxn ang="0">
                    <a:pos x="0" y="0"/>
                  </a:cxn>
                  <a:cxn ang="0">
                    <a:pos x="216" y="1"/>
                  </a:cxn>
                  <a:cxn ang="0">
                    <a:pos x="216" y="205"/>
                  </a:cxn>
                  <a:cxn ang="0">
                    <a:pos x="0" y="203"/>
                  </a:cxn>
                  <a:cxn ang="0">
                    <a:pos x="0" y="0"/>
                  </a:cxn>
                </a:cxnLst>
                <a:rect l="0" t="0" r="r" b="b"/>
                <a:pathLst>
                  <a:path w="216" h="205">
                    <a:moveTo>
                      <a:pt x="0" y="0"/>
                    </a:moveTo>
                    <a:lnTo>
                      <a:pt x="216" y="1"/>
                    </a:lnTo>
                    <a:lnTo>
                      <a:pt x="216" y="205"/>
                    </a:lnTo>
                    <a:lnTo>
                      <a:pt x="0" y="203"/>
                    </a:lnTo>
                    <a:lnTo>
                      <a:pt x="0" y="0"/>
                    </a:lnTo>
                    <a:close/>
                  </a:path>
                </a:pathLst>
              </a:custGeom>
              <a:solidFill>
                <a:srgbClr val="BDBDBD"/>
              </a:solidFill>
              <a:ln w="9525">
                <a:solidFill>
                  <a:schemeClr val="bg1"/>
                </a:solidFill>
                <a:round/>
              </a:ln>
            </p:spPr>
            <p:txBody>
              <a:bodyPr/>
              <a:lstStyle/>
              <a:p>
                <a:pPr marL="0" marR="0" lvl="0" indent="0" algn="l" defTabSz="914400" rtl="0" eaLnBrk="0" fontAlgn="base" latinLnBrk="0" hangingPunct="0">
                  <a:lnSpc>
                    <a:spcPct val="90000"/>
                  </a:lnSpc>
                  <a:spcBef>
                    <a:spcPts val="590"/>
                  </a:spcBef>
                  <a:spcAft>
                    <a:spcPts val="590"/>
                  </a:spcAft>
                  <a:buClr>
                    <a:schemeClr val="tx2"/>
                  </a:buClr>
                  <a:buSzPct val="80000"/>
                  <a:buFont typeface="Wingdings" panose="05000000000000000000" pitchFamily="2" charset="2"/>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000000">
                        <a:alpha val="43137"/>
                      </a:srgbClr>
                    </a:outerShdw>
                  </a:effectLst>
                  <a:uLnTx/>
                  <a:uFillTx/>
                  <a:latin typeface="Arial" panose="020B0604020202090204" pitchFamily="34" charset="0"/>
                  <a:ea typeface="宋体" pitchFamily="2" charset="-122"/>
                  <a:cs typeface="+mn-cs"/>
                </a:endParaRPr>
              </a:p>
            </p:txBody>
          </p:sp>
          <p:sp>
            <p:nvSpPr>
              <p:cNvPr id="83982" name="Freeform 14"/>
              <p:cNvSpPr/>
              <p:nvPr/>
            </p:nvSpPr>
            <p:spPr bwMode="auto">
              <a:xfrm>
                <a:off x="4420" y="2655"/>
                <a:ext cx="11" cy="223"/>
              </a:xfrm>
              <a:custGeom>
                <a:avLst/>
                <a:gdLst/>
                <a:ahLst/>
                <a:cxnLst>
                  <a:cxn ang="0">
                    <a:pos x="0" y="0"/>
                  </a:cxn>
                  <a:cxn ang="0">
                    <a:pos x="41" y="16"/>
                  </a:cxn>
                  <a:cxn ang="0">
                    <a:pos x="41" y="888"/>
                  </a:cxn>
                  <a:cxn ang="0">
                    <a:pos x="0" y="888"/>
                  </a:cxn>
                  <a:cxn ang="0">
                    <a:pos x="0" y="0"/>
                  </a:cxn>
                </a:cxnLst>
                <a:rect l="0" t="0" r="r" b="b"/>
                <a:pathLst>
                  <a:path w="41" h="888">
                    <a:moveTo>
                      <a:pt x="0" y="0"/>
                    </a:moveTo>
                    <a:lnTo>
                      <a:pt x="41" y="16"/>
                    </a:lnTo>
                    <a:lnTo>
                      <a:pt x="41" y="888"/>
                    </a:lnTo>
                    <a:lnTo>
                      <a:pt x="0" y="888"/>
                    </a:lnTo>
                    <a:lnTo>
                      <a:pt x="0" y="0"/>
                    </a:lnTo>
                    <a:close/>
                  </a:path>
                </a:pathLst>
              </a:custGeom>
              <a:solidFill>
                <a:srgbClr val="606060"/>
              </a:solidFill>
              <a:ln w="9525">
                <a:noFill/>
                <a:round/>
              </a:ln>
            </p:spPr>
            <p:txBody>
              <a:bodyPr/>
              <a:lstStyle/>
              <a:p>
                <a:pPr marL="0" marR="0" lvl="0" indent="0" algn="l" defTabSz="914400" rtl="0" eaLnBrk="0" fontAlgn="base" latinLnBrk="0" hangingPunct="0">
                  <a:lnSpc>
                    <a:spcPct val="90000"/>
                  </a:lnSpc>
                  <a:spcBef>
                    <a:spcPts val="590"/>
                  </a:spcBef>
                  <a:spcAft>
                    <a:spcPts val="590"/>
                  </a:spcAft>
                  <a:buClr>
                    <a:schemeClr val="tx2"/>
                  </a:buClr>
                  <a:buSzPct val="80000"/>
                  <a:buFont typeface="Wingdings" panose="05000000000000000000" pitchFamily="2" charset="2"/>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000000">
                        <a:alpha val="43137"/>
                      </a:srgbClr>
                    </a:outerShdw>
                  </a:effectLst>
                  <a:uLnTx/>
                  <a:uFillTx/>
                  <a:latin typeface="Arial" panose="020B0604020202090204" pitchFamily="34" charset="0"/>
                  <a:ea typeface="宋体" pitchFamily="2" charset="-122"/>
                  <a:cs typeface="+mn-cs"/>
                </a:endParaRPr>
              </a:p>
            </p:txBody>
          </p:sp>
          <p:sp>
            <p:nvSpPr>
              <p:cNvPr id="83983" name="Freeform 15"/>
              <p:cNvSpPr/>
              <p:nvPr/>
            </p:nvSpPr>
            <p:spPr bwMode="auto">
              <a:xfrm>
                <a:off x="4431" y="2917"/>
                <a:ext cx="206" cy="228"/>
              </a:xfrm>
              <a:custGeom>
                <a:avLst/>
                <a:gdLst/>
                <a:ahLst/>
                <a:cxnLst>
                  <a:cxn ang="0">
                    <a:pos x="0" y="0"/>
                  </a:cxn>
                  <a:cxn ang="0">
                    <a:pos x="207" y="0"/>
                  </a:cxn>
                  <a:cxn ang="0">
                    <a:pos x="207" y="228"/>
                  </a:cxn>
                  <a:cxn ang="0">
                    <a:pos x="0" y="226"/>
                  </a:cxn>
                  <a:cxn ang="0">
                    <a:pos x="0" y="0"/>
                  </a:cxn>
                </a:cxnLst>
                <a:rect l="0" t="0" r="r" b="b"/>
                <a:pathLst>
                  <a:path w="207" h="228">
                    <a:moveTo>
                      <a:pt x="0" y="0"/>
                    </a:moveTo>
                    <a:lnTo>
                      <a:pt x="207" y="0"/>
                    </a:lnTo>
                    <a:lnTo>
                      <a:pt x="207" y="228"/>
                    </a:lnTo>
                    <a:lnTo>
                      <a:pt x="0" y="226"/>
                    </a:lnTo>
                    <a:lnTo>
                      <a:pt x="0" y="0"/>
                    </a:lnTo>
                    <a:close/>
                  </a:path>
                </a:pathLst>
              </a:custGeom>
              <a:solidFill>
                <a:srgbClr val="E0E0E0"/>
              </a:solidFill>
              <a:ln w="9525">
                <a:noFill/>
                <a:round/>
              </a:ln>
            </p:spPr>
            <p:txBody>
              <a:bodyPr/>
              <a:lstStyle/>
              <a:p>
                <a:pPr marL="0" marR="0" lvl="0" indent="0" algn="l" defTabSz="914400" rtl="0" eaLnBrk="0" fontAlgn="base" latinLnBrk="0" hangingPunct="0">
                  <a:lnSpc>
                    <a:spcPct val="90000"/>
                  </a:lnSpc>
                  <a:spcBef>
                    <a:spcPts val="590"/>
                  </a:spcBef>
                  <a:spcAft>
                    <a:spcPts val="590"/>
                  </a:spcAft>
                  <a:buClr>
                    <a:schemeClr val="tx2"/>
                  </a:buClr>
                  <a:buSzPct val="80000"/>
                  <a:buFont typeface="Wingdings" panose="05000000000000000000" pitchFamily="2" charset="2"/>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000000">
                        <a:alpha val="43137"/>
                      </a:srgbClr>
                    </a:outerShdw>
                  </a:effectLst>
                  <a:uLnTx/>
                  <a:uFillTx/>
                  <a:latin typeface="Arial" panose="020B0604020202090204" pitchFamily="34" charset="0"/>
                  <a:ea typeface="宋体" pitchFamily="2" charset="-122"/>
                  <a:cs typeface="+mn-cs"/>
                </a:endParaRPr>
              </a:p>
            </p:txBody>
          </p:sp>
          <p:sp>
            <p:nvSpPr>
              <p:cNvPr id="83984" name="Freeform 16"/>
              <p:cNvSpPr/>
              <p:nvPr/>
            </p:nvSpPr>
            <p:spPr bwMode="auto">
              <a:xfrm>
                <a:off x="4442" y="2929"/>
                <a:ext cx="180" cy="205"/>
              </a:xfrm>
              <a:custGeom>
                <a:avLst/>
                <a:gdLst/>
                <a:ahLst/>
                <a:cxnLst>
                  <a:cxn ang="0">
                    <a:pos x="0" y="0"/>
                  </a:cxn>
                  <a:cxn ang="0">
                    <a:pos x="180" y="0"/>
                  </a:cxn>
                  <a:cxn ang="0">
                    <a:pos x="180" y="204"/>
                  </a:cxn>
                  <a:cxn ang="0">
                    <a:pos x="0" y="205"/>
                  </a:cxn>
                  <a:cxn ang="0">
                    <a:pos x="0" y="0"/>
                  </a:cxn>
                </a:cxnLst>
                <a:rect l="0" t="0" r="r" b="b"/>
                <a:pathLst>
                  <a:path w="180" h="205">
                    <a:moveTo>
                      <a:pt x="0" y="0"/>
                    </a:moveTo>
                    <a:lnTo>
                      <a:pt x="180" y="0"/>
                    </a:lnTo>
                    <a:lnTo>
                      <a:pt x="180" y="204"/>
                    </a:lnTo>
                    <a:lnTo>
                      <a:pt x="0" y="205"/>
                    </a:lnTo>
                    <a:lnTo>
                      <a:pt x="0" y="0"/>
                    </a:lnTo>
                    <a:close/>
                  </a:path>
                </a:pathLst>
              </a:custGeom>
              <a:solidFill>
                <a:srgbClr val="C0C0C0"/>
              </a:solidFill>
              <a:ln w="9525">
                <a:noFill/>
                <a:round/>
              </a:ln>
            </p:spPr>
            <p:txBody>
              <a:bodyPr/>
              <a:lstStyle/>
              <a:p>
                <a:pPr marL="0" marR="0" lvl="0" indent="0" algn="l" defTabSz="914400" rtl="0" eaLnBrk="0" fontAlgn="base" latinLnBrk="0" hangingPunct="0">
                  <a:lnSpc>
                    <a:spcPct val="90000"/>
                  </a:lnSpc>
                  <a:spcBef>
                    <a:spcPts val="590"/>
                  </a:spcBef>
                  <a:spcAft>
                    <a:spcPts val="590"/>
                  </a:spcAft>
                  <a:buClr>
                    <a:schemeClr val="tx2"/>
                  </a:buClr>
                  <a:buSzPct val="80000"/>
                  <a:buFont typeface="Wingdings" panose="05000000000000000000" pitchFamily="2" charset="2"/>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000000">
                        <a:alpha val="43137"/>
                      </a:srgbClr>
                    </a:outerShdw>
                  </a:effectLst>
                  <a:uLnTx/>
                  <a:uFillTx/>
                  <a:latin typeface="Arial" panose="020B0604020202090204" pitchFamily="34" charset="0"/>
                  <a:ea typeface="宋体" pitchFamily="2" charset="-122"/>
                  <a:cs typeface="+mn-cs"/>
                </a:endParaRPr>
              </a:p>
            </p:txBody>
          </p:sp>
          <p:sp>
            <p:nvSpPr>
              <p:cNvPr id="83985" name="Freeform 17"/>
              <p:cNvSpPr/>
              <p:nvPr/>
            </p:nvSpPr>
            <p:spPr bwMode="auto">
              <a:xfrm>
                <a:off x="4420" y="2917"/>
                <a:ext cx="13" cy="224"/>
              </a:xfrm>
              <a:custGeom>
                <a:avLst/>
                <a:gdLst/>
                <a:ahLst/>
                <a:cxnLst>
                  <a:cxn ang="0">
                    <a:pos x="1" y="0"/>
                  </a:cxn>
                  <a:cxn ang="0">
                    <a:pos x="43" y="2"/>
                  </a:cxn>
                  <a:cxn ang="0">
                    <a:pos x="43" y="898"/>
                  </a:cxn>
                  <a:cxn ang="0">
                    <a:pos x="0" y="892"/>
                  </a:cxn>
                  <a:cxn ang="0">
                    <a:pos x="1" y="0"/>
                  </a:cxn>
                </a:cxnLst>
                <a:rect l="0" t="0" r="r" b="b"/>
                <a:pathLst>
                  <a:path w="43" h="898">
                    <a:moveTo>
                      <a:pt x="1" y="0"/>
                    </a:moveTo>
                    <a:lnTo>
                      <a:pt x="43" y="2"/>
                    </a:lnTo>
                    <a:lnTo>
                      <a:pt x="43" y="898"/>
                    </a:lnTo>
                    <a:lnTo>
                      <a:pt x="0" y="892"/>
                    </a:lnTo>
                    <a:lnTo>
                      <a:pt x="1" y="0"/>
                    </a:lnTo>
                    <a:close/>
                  </a:path>
                </a:pathLst>
              </a:custGeom>
              <a:solidFill>
                <a:srgbClr val="606060"/>
              </a:solidFill>
              <a:ln w="9525">
                <a:noFill/>
                <a:round/>
              </a:ln>
            </p:spPr>
            <p:txBody>
              <a:bodyPr/>
              <a:lstStyle/>
              <a:p>
                <a:pPr marL="0" marR="0" lvl="0" indent="0" algn="l" defTabSz="914400" rtl="0" eaLnBrk="0" fontAlgn="base" latinLnBrk="0" hangingPunct="0">
                  <a:lnSpc>
                    <a:spcPct val="90000"/>
                  </a:lnSpc>
                  <a:spcBef>
                    <a:spcPts val="590"/>
                  </a:spcBef>
                  <a:spcAft>
                    <a:spcPts val="590"/>
                  </a:spcAft>
                  <a:buClr>
                    <a:schemeClr val="tx2"/>
                  </a:buClr>
                  <a:buSzPct val="80000"/>
                  <a:buFont typeface="Wingdings" panose="05000000000000000000" pitchFamily="2" charset="2"/>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000000">
                        <a:alpha val="43137"/>
                      </a:srgbClr>
                    </a:outerShdw>
                  </a:effectLst>
                  <a:uLnTx/>
                  <a:uFillTx/>
                  <a:latin typeface="Arial" panose="020B0604020202090204" pitchFamily="34" charset="0"/>
                  <a:ea typeface="宋体" pitchFamily="2" charset="-122"/>
                  <a:cs typeface="+mn-cs"/>
                </a:endParaRPr>
              </a:p>
            </p:txBody>
          </p:sp>
          <p:sp>
            <p:nvSpPr>
              <p:cNvPr id="83986" name="Freeform 18"/>
              <p:cNvSpPr/>
              <p:nvPr/>
            </p:nvSpPr>
            <p:spPr bwMode="auto">
              <a:xfrm>
                <a:off x="4347" y="2594"/>
                <a:ext cx="19" cy="601"/>
              </a:xfrm>
              <a:custGeom>
                <a:avLst/>
                <a:gdLst/>
                <a:ahLst/>
                <a:cxnLst>
                  <a:cxn ang="0">
                    <a:pos x="92" y="0"/>
                  </a:cxn>
                  <a:cxn ang="0">
                    <a:pos x="0" y="33"/>
                  </a:cxn>
                  <a:cxn ang="0">
                    <a:pos x="0" y="2415"/>
                  </a:cxn>
                  <a:cxn ang="0">
                    <a:pos x="92" y="2415"/>
                  </a:cxn>
                  <a:cxn ang="0">
                    <a:pos x="92" y="0"/>
                  </a:cxn>
                </a:cxnLst>
                <a:rect l="0" t="0" r="r" b="b"/>
                <a:pathLst>
                  <a:path w="92" h="2415">
                    <a:moveTo>
                      <a:pt x="92" y="0"/>
                    </a:moveTo>
                    <a:lnTo>
                      <a:pt x="0" y="33"/>
                    </a:lnTo>
                    <a:lnTo>
                      <a:pt x="0" y="2415"/>
                    </a:lnTo>
                    <a:lnTo>
                      <a:pt x="92" y="2415"/>
                    </a:lnTo>
                    <a:lnTo>
                      <a:pt x="92" y="0"/>
                    </a:lnTo>
                    <a:close/>
                  </a:path>
                </a:pathLst>
              </a:custGeom>
              <a:solidFill>
                <a:schemeClr val="folHlink"/>
              </a:solidFill>
              <a:ln w="9525">
                <a:noFill/>
                <a:round/>
              </a:ln>
            </p:spPr>
            <p:txBody>
              <a:bodyPr/>
              <a:lstStyle/>
              <a:p>
                <a:pPr marL="0" marR="0" lvl="0" indent="0" algn="l" defTabSz="914400" rtl="0" eaLnBrk="0" fontAlgn="base" latinLnBrk="0" hangingPunct="0">
                  <a:lnSpc>
                    <a:spcPct val="90000"/>
                  </a:lnSpc>
                  <a:spcBef>
                    <a:spcPts val="590"/>
                  </a:spcBef>
                  <a:spcAft>
                    <a:spcPts val="590"/>
                  </a:spcAft>
                  <a:buClr>
                    <a:schemeClr val="tx2"/>
                  </a:buClr>
                  <a:buSzPct val="80000"/>
                  <a:buFont typeface="Wingdings" panose="05000000000000000000" pitchFamily="2" charset="2"/>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000000">
                        <a:alpha val="43137"/>
                      </a:srgbClr>
                    </a:outerShdw>
                  </a:effectLst>
                  <a:uLnTx/>
                  <a:uFillTx/>
                  <a:latin typeface="Arial" panose="020B0604020202090204" pitchFamily="34" charset="0"/>
                  <a:ea typeface="宋体" pitchFamily="2" charset="-122"/>
                  <a:cs typeface="+mn-cs"/>
                </a:endParaRPr>
              </a:p>
            </p:txBody>
          </p:sp>
          <p:grpSp>
            <p:nvGrpSpPr>
              <p:cNvPr id="32873" name="Group 19"/>
              <p:cNvGrpSpPr/>
              <p:nvPr/>
            </p:nvGrpSpPr>
            <p:grpSpPr>
              <a:xfrm>
                <a:off x="4647" y="2861"/>
                <a:ext cx="45" cy="73"/>
                <a:chOff x="4636" y="2806"/>
                <a:chExt cx="45" cy="73"/>
              </a:xfrm>
            </p:grpSpPr>
            <p:sp>
              <p:nvSpPr>
                <p:cNvPr id="83988" name="Oval 20"/>
                <p:cNvSpPr>
                  <a:spLocks noChangeArrowheads="1"/>
                </p:cNvSpPr>
                <p:nvPr/>
              </p:nvSpPr>
              <p:spPr bwMode="auto">
                <a:xfrm>
                  <a:off x="4636" y="2828"/>
                  <a:ext cx="42" cy="42"/>
                </a:xfrm>
                <a:prstGeom prst="ellipse">
                  <a:avLst/>
                </a:prstGeom>
                <a:solidFill>
                  <a:srgbClr val="A0A0A0"/>
                </a:solidFill>
                <a:ln w="9525">
                  <a:noFill/>
                  <a:round/>
                </a:ln>
              </p:spPr>
              <p:txBody>
                <a:bodyPr/>
                <a:lstStyle/>
                <a:p>
                  <a:pPr marL="0" marR="0" lvl="0" indent="0" algn="l" defTabSz="914400" rtl="0" eaLnBrk="0" fontAlgn="base" latinLnBrk="0" hangingPunct="0">
                    <a:lnSpc>
                      <a:spcPct val="90000"/>
                    </a:lnSpc>
                    <a:spcBef>
                      <a:spcPts val="590"/>
                    </a:spcBef>
                    <a:spcAft>
                      <a:spcPts val="590"/>
                    </a:spcAft>
                    <a:buClr>
                      <a:schemeClr val="tx2"/>
                    </a:buClr>
                    <a:buSzPct val="80000"/>
                    <a:buFont typeface="Wingdings" panose="05000000000000000000" pitchFamily="2" charset="2"/>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000000">
                          <a:alpha val="43137"/>
                        </a:srgbClr>
                      </a:outerShdw>
                    </a:effectLst>
                    <a:uLnTx/>
                    <a:uFillTx/>
                    <a:latin typeface="Arial" panose="020B0604020202090204" pitchFamily="34" charset="0"/>
                    <a:ea typeface="宋体" pitchFamily="2" charset="-122"/>
                    <a:cs typeface="+mn-cs"/>
                  </a:endParaRPr>
                </a:p>
              </p:txBody>
            </p:sp>
            <p:sp>
              <p:nvSpPr>
                <p:cNvPr id="83989" name="Rectangle 21"/>
                <p:cNvSpPr>
                  <a:spLocks noChangeArrowheads="1"/>
                </p:cNvSpPr>
                <p:nvPr/>
              </p:nvSpPr>
              <p:spPr bwMode="auto">
                <a:xfrm>
                  <a:off x="4650" y="2808"/>
                  <a:ext cx="28" cy="73"/>
                </a:xfrm>
                <a:prstGeom prst="rect">
                  <a:avLst/>
                </a:prstGeom>
                <a:solidFill>
                  <a:srgbClr val="FF8000"/>
                </a:solidFill>
                <a:ln w="9525">
                  <a:noFill/>
                  <a:miter lim="800000"/>
                </a:ln>
              </p:spPr>
              <p:txBody>
                <a:bodyPr/>
                <a:lstStyle/>
                <a:p>
                  <a:pPr marL="0" marR="0" lvl="0" indent="0" algn="l" defTabSz="914400" rtl="0" eaLnBrk="0" fontAlgn="base" latinLnBrk="0" hangingPunct="0">
                    <a:lnSpc>
                      <a:spcPct val="90000"/>
                    </a:lnSpc>
                    <a:spcBef>
                      <a:spcPts val="590"/>
                    </a:spcBef>
                    <a:spcAft>
                      <a:spcPts val="590"/>
                    </a:spcAft>
                    <a:buClr>
                      <a:schemeClr val="tx2"/>
                    </a:buClr>
                    <a:buSzPct val="80000"/>
                    <a:buFont typeface="Wingdings" panose="05000000000000000000" pitchFamily="2" charset="2"/>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000000">
                          <a:alpha val="43137"/>
                        </a:srgbClr>
                      </a:outerShdw>
                    </a:effectLst>
                    <a:uLnTx/>
                    <a:uFillTx/>
                    <a:latin typeface="Arial" panose="020B0604020202090204" pitchFamily="34" charset="0"/>
                    <a:ea typeface="宋体" pitchFamily="2" charset="-122"/>
                    <a:cs typeface="+mn-cs"/>
                  </a:endParaRPr>
                </a:p>
              </p:txBody>
            </p:sp>
            <p:sp>
              <p:nvSpPr>
                <p:cNvPr id="83990" name="Rectangle 22"/>
                <p:cNvSpPr>
                  <a:spLocks noChangeArrowheads="1"/>
                </p:cNvSpPr>
                <p:nvPr/>
              </p:nvSpPr>
              <p:spPr bwMode="auto">
                <a:xfrm>
                  <a:off x="4653" y="2808"/>
                  <a:ext cx="25" cy="70"/>
                </a:xfrm>
                <a:prstGeom prst="rect">
                  <a:avLst/>
                </a:prstGeom>
                <a:solidFill>
                  <a:srgbClr val="E07000"/>
                </a:solidFill>
                <a:ln w="3175">
                  <a:solidFill>
                    <a:srgbClr val="FFC080"/>
                  </a:solidFill>
                  <a:miter lim="800000"/>
                </a:ln>
              </p:spPr>
              <p:txBody>
                <a:bodyPr/>
                <a:lstStyle/>
                <a:p>
                  <a:pPr marL="0" marR="0" lvl="0" indent="0" algn="l" defTabSz="914400" rtl="0" eaLnBrk="0" fontAlgn="base" latinLnBrk="0" hangingPunct="0">
                    <a:lnSpc>
                      <a:spcPct val="90000"/>
                    </a:lnSpc>
                    <a:spcBef>
                      <a:spcPts val="590"/>
                    </a:spcBef>
                    <a:spcAft>
                      <a:spcPts val="590"/>
                    </a:spcAft>
                    <a:buClr>
                      <a:schemeClr val="tx2"/>
                    </a:buClr>
                    <a:buSzPct val="80000"/>
                    <a:buFont typeface="Wingdings" panose="05000000000000000000" pitchFamily="2" charset="2"/>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000000">
                          <a:alpha val="43137"/>
                        </a:srgbClr>
                      </a:outerShdw>
                    </a:effectLst>
                    <a:uLnTx/>
                    <a:uFillTx/>
                    <a:latin typeface="Arial" panose="020B0604020202090204" pitchFamily="34" charset="0"/>
                    <a:ea typeface="宋体" pitchFamily="2" charset="-122"/>
                    <a:cs typeface="+mn-cs"/>
                  </a:endParaRPr>
                </a:p>
              </p:txBody>
            </p:sp>
            <p:grpSp>
              <p:nvGrpSpPr>
                <p:cNvPr id="32877" name="Group 23"/>
                <p:cNvGrpSpPr/>
                <p:nvPr/>
              </p:nvGrpSpPr>
              <p:grpSpPr>
                <a:xfrm>
                  <a:off x="4654" y="2812"/>
                  <a:ext cx="27" cy="36"/>
                  <a:chOff x="4654" y="2812"/>
                  <a:chExt cx="27" cy="36"/>
                </a:xfrm>
              </p:grpSpPr>
              <p:sp>
                <p:nvSpPr>
                  <p:cNvPr id="83992" name="Oval 24"/>
                  <p:cNvSpPr>
                    <a:spLocks noChangeArrowheads="1"/>
                  </p:cNvSpPr>
                  <p:nvPr/>
                </p:nvSpPr>
                <p:spPr bwMode="auto">
                  <a:xfrm>
                    <a:off x="4654" y="2812"/>
                    <a:ext cx="31" cy="36"/>
                  </a:xfrm>
                  <a:prstGeom prst="ellipse">
                    <a:avLst/>
                  </a:prstGeom>
                  <a:solidFill>
                    <a:srgbClr val="A05000"/>
                  </a:solidFill>
                  <a:ln w="9525">
                    <a:noFill/>
                    <a:round/>
                  </a:ln>
                </p:spPr>
                <p:txBody>
                  <a:bodyPr/>
                  <a:lstStyle/>
                  <a:p>
                    <a:pPr marL="0" marR="0" lvl="0" indent="0" algn="l" defTabSz="914400" rtl="0" eaLnBrk="0" fontAlgn="base" latinLnBrk="0" hangingPunct="0">
                      <a:lnSpc>
                        <a:spcPct val="90000"/>
                      </a:lnSpc>
                      <a:spcBef>
                        <a:spcPts val="590"/>
                      </a:spcBef>
                      <a:spcAft>
                        <a:spcPts val="590"/>
                      </a:spcAft>
                      <a:buClr>
                        <a:schemeClr val="tx2"/>
                      </a:buClr>
                      <a:buSzPct val="80000"/>
                      <a:buFont typeface="Wingdings" panose="05000000000000000000" pitchFamily="2" charset="2"/>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000000">
                            <a:alpha val="43137"/>
                          </a:srgbClr>
                        </a:outerShdw>
                      </a:effectLst>
                      <a:uLnTx/>
                      <a:uFillTx/>
                      <a:latin typeface="Arial" panose="020B0604020202090204" pitchFamily="34" charset="0"/>
                      <a:ea typeface="宋体" pitchFamily="2" charset="-122"/>
                      <a:cs typeface="+mn-cs"/>
                    </a:endParaRPr>
                  </a:p>
                </p:txBody>
              </p:sp>
              <p:sp>
                <p:nvSpPr>
                  <p:cNvPr id="83993" name="Oval 25"/>
                  <p:cNvSpPr>
                    <a:spLocks noChangeArrowheads="1"/>
                  </p:cNvSpPr>
                  <p:nvPr/>
                </p:nvSpPr>
                <p:spPr bwMode="auto">
                  <a:xfrm>
                    <a:off x="4659" y="2813"/>
                    <a:ext cx="26" cy="34"/>
                  </a:xfrm>
                  <a:prstGeom prst="ellipse">
                    <a:avLst/>
                  </a:prstGeom>
                  <a:solidFill>
                    <a:srgbClr val="E07000"/>
                  </a:solidFill>
                  <a:ln w="9525">
                    <a:noFill/>
                    <a:round/>
                  </a:ln>
                </p:spPr>
                <p:txBody>
                  <a:bodyPr/>
                  <a:lstStyle/>
                  <a:p>
                    <a:pPr marL="0" marR="0" lvl="0" indent="0" algn="l" defTabSz="914400" rtl="0" eaLnBrk="0" fontAlgn="base" latinLnBrk="0" hangingPunct="0">
                      <a:lnSpc>
                        <a:spcPct val="90000"/>
                      </a:lnSpc>
                      <a:spcBef>
                        <a:spcPts val="590"/>
                      </a:spcBef>
                      <a:spcAft>
                        <a:spcPts val="590"/>
                      </a:spcAft>
                      <a:buClr>
                        <a:schemeClr val="tx2"/>
                      </a:buClr>
                      <a:buSzPct val="80000"/>
                      <a:buFont typeface="Wingdings" panose="05000000000000000000" pitchFamily="2" charset="2"/>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000000">
                            <a:alpha val="43137"/>
                          </a:srgbClr>
                        </a:outerShdw>
                      </a:effectLst>
                      <a:uLnTx/>
                      <a:uFillTx/>
                      <a:latin typeface="Arial" panose="020B0604020202090204" pitchFamily="34" charset="0"/>
                      <a:ea typeface="宋体" pitchFamily="2" charset="-122"/>
                      <a:cs typeface="+mn-cs"/>
                    </a:endParaRPr>
                  </a:p>
                </p:txBody>
              </p:sp>
              <p:sp>
                <p:nvSpPr>
                  <p:cNvPr id="83994" name="Freeform 26"/>
                  <p:cNvSpPr/>
                  <p:nvPr/>
                </p:nvSpPr>
                <p:spPr bwMode="auto">
                  <a:xfrm>
                    <a:off x="4666" y="2820"/>
                    <a:ext cx="5" cy="11"/>
                  </a:xfrm>
                  <a:custGeom>
                    <a:avLst/>
                    <a:gdLst/>
                    <a:ahLst/>
                    <a:cxnLst>
                      <a:cxn ang="0">
                        <a:pos x="1" y="0"/>
                      </a:cxn>
                      <a:cxn ang="0">
                        <a:pos x="0" y="41"/>
                      </a:cxn>
                      <a:cxn ang="0">
                        <a:pos x="12" y="42"/>
                      </a:cxn>
                      <a:cxn ang="0">
                        <a:pos x="8" y="2"/>
                      </a:cxn>
                      <a:cxn ang="0">
                        <a:pos x="1" y="0"/>
                      </a:cxn>
                    </a:cxnLst>
                    <a:rect l="0" t="0" r="r" b="b"/>
                    <a:pathLst>
                      <a:path w="12" h="42">
                        <a:moveTo>
                          <a:pt x="1" y="0"/>
                        </a:moveTo>
                        <a:lnTo>
                          <a:pt x="0" y="41"/>
                        </a:lnTo>
                        <a:lnTo>
                          <a:pt x="12" y="42"/>
                        </a:lnTo>
                        <a:lnTo>
                          <a:pt x="8" y="2"/>
                        </a:lnTo>
                        <a:lnTo>
                          <a:pt x="1" y="0"/>
                        </a:lnTo>
                        <a:close/>
                      </a:path>
                    </a:pathLst>
                  </a:custGeom>
                  <a:solidFill>
                    <a:srgbClr val="FFC080"/>
                  </a:solidFill>
                  <a:ln w="9525">
                    <a:noFill/>
                    <a:round/>
                  </a:ln>
                </p:spPr>
                <p:txBody>
                  <a:bodyPr/>
                  <a:lstStyle/>
                  <a:p>
                    <a:pPr marL="0" marR="0" lvl="0" indent="0" algn="l" defTabSz="914400" rtl="0" eaLnBrk="0" fontAlgn="base" latinLnBrk="0" hangingPunct="0">
                      <a:lnSpc>
                        <a:spcPct val="90000"/>
                      </a:lnSpc>
                      <a:spcBef>
                        <a:spcPts val="590"/>
                      </a:spcBef>
                      <a:spcAft>
                        <a:spcPts val="590"/>
                      </a:spcAft>
                      <a:buClr>
                        <a:schemeClr val="tx2"/>
                      </a:buClr>
                      <a:buSzPct val="80000"/>
                      <a:buFont typeface="Wingdings" panose="05000000000000000000" pitchFamily="2" charset="2"/>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000000">
                            <a:alpha val="43137"/>
                          </a:srgbClr>
                        </a:outerShdw>
                      </a:effectLst>
                      <a:uLnTx/>
                      <a:uFillTx/>
                      <a:latin typeface="Arial" panose="020B0604020202090204" pitchFamily="34" charset="0"/>
                      <a:ea typeface="宋体" pitchFamily="2" charset="-122"/>
                      <a:cs typeface="+mn-cs"/>
                    </a:endParaRPr>
                  </a:p>
                </p:txBody>
              </p:sp>
            </p:grpSp>
            <p:sp>
              <p:nvSpPr>
                <p:cNvPr id="83995" name="Rectangle 27"/>
                <p:cNvSpPr>
                  <a:spLocks noChangeArrowheads="1"/>
                </p:cNvSpPr>
                <p:nvPr/>
              </p:nvSpPr>
              <p:spPr bwMode="auto">
                <a:xfrm>
                  <a:off x="4662" y="2851"/>
                  <a:ext cx="5" cy="8"/>
                </a:xfrm>
                <a:prstGeom prst="rect">
                  <a:avLst/>
                </a:prstGeom>
                <a:solidFill>
                  <a:srgbClr val="202020"/>
                </a:solidFill>
                <a:ln w="9525">
                  <a:noFill/>
                  <a:miter lim="800000"/>
                </a:ln>
              </p:spPr>
              <p:txBody>
                <a:bodyPr/>
                <a:lstStyle/>
                <a:p>
                  <a:pPr marL="0" marR="0" lvl="0" indent="0" algn="l" defTabSz="914400" rtl="0" eaLnBrk="0" fontAlgn="base" latinLnBrk="0" hangingPunct="0">
                    <a:lnSpc>
                      <a:spcPct val="90000"/>
                    </a:lnSpc>
                    <a:spcBef>
                      <a:spcPts val="590"/>
                    </a:spcBef>
                    <a:spcAft>
                      <a:spcPts val="590"/>
                    </a:spcAft>
                    <a:buClr>
                      <a:schemeClr val="tx2"/>
                    </a:buClr>
                    <a:buSzPct val="80000"/>
                    <a:buFont typeface="Wingdings" panose="05000000000000000000" pitchFamily="2" charset="2"/>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000000">
                          <a:alpha val="43137"/>
                        </a:srgbClr>
                      </a:outerShdw>
                    </a:effectLst>
                    <a:uLnTx/>
                    <a:uFillTx/>
                    <a:latin typeface="Arial" panose="020B0604020202090204" pitchFamily="34" charset="0"/>
                    <a:ea typeface="宋体" pitchFamily="2" charset="-122"/>
                    <a:cs typeface="+mn-cs"/>
                  </a:endParaRPr>
                </a:p>
              </p:txBody>
            </p:sp>
          </p:grpSp>
        </p:grpSp>
      </p:grpSp>
      <p:pic>
        <p:nvPicPr>
          <p:cNvPr id="32771" name="Picture 54" descr="PEOPLE1"/>
          <p:cNvPicPr>
            <a:picLocks noChangeAspect="1"/>
          </p:cNvPicPr>
          <p:nvPr/>
        </p:nvPicPr>
        <p:blipFill>
          <a:blip r:embed="rId1"/>
          <a:stretch>
            <a:fillRect/>
          </a:stretch>
        </p:blipFill>
        <p:spPr>
          <a:xfrm>
            <a:off x="2701925" y="2098675"/>
            <a:ext cx="565150" cy="954088"/>
          </a:xfrm>
          <a:prstGeom prst="rect">
            <a:avLst/>
          </a:prstGeom>
          <a:noFill/>
          <a:ln w="9525">
            <a:noFill/>
          </a:ln>
        </p:spPr>
      </p:pic>
      <p:pic>
        <p:nvPicPr>
          <p:cNvPr id="32772" name="Picture 55" descr="KEY"/>
          <p:cNvPicPr>
            <a:picLocks noChangeAspect="1"/>
          </p:cNvPicPr>
          <p:nvPr/>
        </p:nvPicPr>
        <p:blipFill>
          <a:blip r:embed="rId2"/>
          <a:stretch>
            <a:fillRect/>
          </a:stretch>
        </p:blipFill>
        <p:spPr>
          <a:xfrm>
            <a:off x="3267075" y="2098675"/>
            <a:ext cx="217488" cy="381000"/>
          </a:xfrm>
          <a:prstGeom prst="rect">
            <a:avLst/>
          </a:prstGeom>
          <a:noFill/>
          <a:ln w="9525">
            <a:noFill/>
          </a:ln>
        </p:spPr>
      </p:pic>
      <p:sp>
        <p:nvSpPr>
          <p:cNvPr id="33802" name="Text Box 60"/>
          <p:cNvSpPr txBox="1"/>
          <p:nvPr/>
        </p:nvSpPr>
        <p:spPr>
          <a:xfrm>
            <a:off x="1416050" y="3500438"/>
            <a:ext cx="3600450" cy="1017587"/>
          </a:xfrm>
          <a:prstGeom prst="rect">
            <a:avLst/>
          </a:prstGeom>
          <a:noFill/>
          <a:ln w="9525">
            <a:noFill/>
          </a:ln>
        </p:spPr>
        <p:txBody>
          <a:bodyPr>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ts val="590"/>
              </a:spcBef>
              <a:spcAft>
                <a:spcPts val="590"/>
              </a:spcAft>
              <a:buSzPct val="80000"/>
              <a:buNone/>
            </a:pPr>
            <a:r>
              <a:rPr lang="zh-CN" altLang="en-US" sz="2800" dirty="0">
                <a:latin typeface="黑体" panose="02010609060101010101" pitchFamily="49" charset="-122"/>
              </a:rPr>
              <a:t>数组作函数参数</a:t>
            </a:r>
            <a:endParaRPr lang="en-US" altLang="zh-CN" sz="2800" dirty="0">
              <a:latin typeface="黑体" panose="02010609060101010101" pitchFamily="49" charset="-122"/>
            </a:endParaRPr>
          </a:p>
          <a:p>
            <a:pPr marL="0" lvl="0" indent="0" eaLnBrk="1" hangingPunct="1">
              <a:lnSpc>
                <a:spcPct val="90000"/>
              </a:lnSpc>
              <a:spcBef>
                <a:spcPts val="590"/>
              </a:spcBef>
              <a:spcAft>
                <a:spcPts val="590"/>
              </a:spcAft>
              <a:buSzPct val="80000"/>
              <a:buNone/>
            </a:pPr>
            <a:r>
              <a:rPr lang="en-US" altLang="zh-CN" sz="2800" dirty="0">
                <a:latin typeface="黑体" panose="02010609060101010101" pitchFamily="49" charset="-122"/>
              </a:rPr>
              <a:t>——</a:t>
            </a:r>
            <a:r>
              <a:rPr lang="zh-CN" altLang="en-US" sz="2800" dirty="0">
                <a:latin typeface="黑体" panose="02010609060101010101" pitchFamily="49" charset="-122"/>
              </a:rPr>
              <a:t>按地址调用</a:t>
            </a:r>
            <a:endParaRPr lang="zh-CN" altLang="en-US" sz="2800" dirty="0">
              <a:latin typeface="黑体" panose="02010609060101010101" pitchFamily="49" charset="-122"/>
            </a:endParaRPr>
          </a:p>
        </p:txBody>
      </p:sp>
      <p:grpSp>
        <p:nvGrpSpPr>
          <p:cNvPr id="7" name="Group 65"/>
          <p:cNvGrpSpPr/>
          <p:nvPr/>
        </p:nvGrpSpPr>
        <p:grpSpPr>
          <a:xfrm>
            <a:off x="3679825" y="1717675"/>
            <a:ext cx="1816100" cy="1447800"/>
            <a:chOff x="3552" y="768"/>
            <a:chExt cx="1296" cy="1056"/>
          </a:xfrm>
        </p:grpSpPr>
        <p:sp>
          <p:nvSpPr>
            <p:cNvPr id="84034" name="AutoShape 66"/>
            <p:cNvSpPr>
              <a:spLocks noChangeArrowheads="1"/>
            </p:cNvSpPr>
            <p:nvPr/>
          </p:nvSpPr>
          <p:spPr bwMode="auto">
            <a:xfrm>
              <a:off x="3552" y="768"/>
              <a:ext cx="1296" cy="1056"/>
            </a:xfrm>
            <a:prstGeom prst="cube">
              <a:avLst>
                <a:gd name="adj" fmla="val 25000"/>
              </a:avLst>
            </a:prstGeom>
            <a:solidFill>
              <a:srgbClr val="92D050"/>
            </a:solidFill>
            <a:ln w="9525">
              <a:solidFill>
                <a:schemeClr val="tx1"/>
              </a:solidFill>
              <a:miter lim="800000"/>
            </a:ln>
            <a:effectLst/>
          </p:spPr>
          <p:txBody>
            <a:bodyPr wrap="none" anchor="ctr"/>
            <a:lstStyle/>
            <a:p>
              <a:pPr marL="0" marR="0" lvl="0" indent="0" algn="l" defTabSz="914400" rtl="0" eaLnBrk="0" fontAlgn="base" latinLnBrk="0" hangingPunct="0">
                <a:lnSpc>
                  <a:spcPct val="90000"/>
                </a:lnSpc>
                <a:spcBef>
                  <a:spcPts val="590"/>
                </a:spcBef>
                <a:spcAft>
                  <a:spcPts val="590"/>
                </a:spcAft>
                <a:buClr>
                  <a:schemeClr val="tx2"/>
                </a:buClr>
                <a:buSzPct val="80000"/>
                <a:buFont typeface="Wingdings" panose="05000000000000000000" pitchFamily="2" charset="2"/>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000000">
                      <a:alpha val="43137"/>
                    </a:srgbClr>
                  </a:outerShdw>
                </a:effectLst>
                <a:uLnTx/>
                <a:uFillTx/>
                <a:latin typeface="Arial" panose="020B0604020202090204" pitchFamily="34" charset="0"/>
                <a:ea typeface="宋体" pitchFamily="2" charset="-122"/>
                <a:cs typeface="+mn-cs"/>
              </a:endParaRPr>
            </a:p>
          </p:txBody>
        </p:sp>
        <p:grpSp>
          <p:nvGrpSpPr>
            <p:cNvPr id="32838" name="Group 67"/>
            <p:cNvGrpSpPr/>
            <p:nvPr/>
          </p:nvGrpSpPr>
          <p:grpSpPr>
            <a:xfrm>
              <a:off x="3840" y="1248"/>
              <a:ext cx="432" cy="576"/>
              <a:chOff x="4296" y="2545"/>
              <a:chExt cx="457" cy="672"/>
            </a:xfrm>
          </p:grpSpPr>
          <p:grpSp>
            <p:nvGrpSpPr>
              <p:cNvPr id="32839" name="Group 68"/>
              <p:cNvGrpSpPr/>
              <p:nvPr/>
            </p:nvGrpSpPr>
            <p:grpSpPr>
              <a:xfrm>
                <a:off x="4296" y="2545"/>
                <a:ext cx="457" cy="672"/>
                <a:chOff x="4320" y="2496"/>
                <a:chExt cx="457" cy="672"/>
              </a:xfrm>
            </p:grpSpPr>
            <p:sp>
              <p:nvSpPr>
                <p:cNvPr id="84037" name="Rectangle 69"/>
                <p:cNvSpPr>
                  <a:spLocks noChangeArrowheads="1"/>
                </p:cNvSpPr>
                <p:nvPr/>
              </p:nvSpPr>
              <p:spPr bwMode="auto">
                <a:xfrm>
                  <a:off x="4320" y="2498"/>
                  <a:ext cx="461" cy="670"/>
                </a:xfrm>
                <a:prstGeom prst="rect">
                  <a:avLst/>
                </a:prstGeom>
                <a:solidFill>
                  <a:srgbClr val="E0E0E0"/>
                </a:solidFill>
                <a:ln w="9525">
                  <a:noFill/>
                  <a:miter lim="800000"/>
                </a:ln>
              </p:spPr>
              <p:txBody>
                <a:bodyPr/>
                <a:lstStyle/>
                <a:p>
                  <a:pPr marL="0" marR="0" lvl="0" indent="0" algn="l" defTabSz="914400" rtl="0" eaLnBrk="0" fontAlgn="base" latinLnBrk="0" hangingPunct="0">
                    <a:lnSpc>
                      <a:spcPct val="90000"/>
                    </a:lnSpc>
                    <a:spcBef>
                      <a:spcPts val="590"/>
                    </a:spcBef>
                    <a:spcAft>
                      <a:spcPts val="590"/>
                    </a:spcAft>
                    <a:buClr>
                      <a:schemeClr val="tx2"/>
                    </a:buClr>
                    <a:buSzPct val="80000"/>
                    <a:buFont typeface="Wingdings" panose="05000000000000000000" pitchFamily="2" charset="2"/>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000000">
                          <a:alpha val="43137"/>
                        </a:srgbClr>
                      </a:outerShdw>
                    </a:effectLst>
                    <a:uLnTx/>
                    <a:uFillTx/>
                    <a:latin typeface="Arial" panose="020B0604020202090204" pitchFamily="34" charset="0"/>
                    <a:ea typeface="宋体" pitchFamily="2" charset="-122"/>
                    <a:cs typeface="+mn-cs"/>
                  </a:endParaRPr>
                </a:p>
              </p:txBody>
            </p:sp>
            <p:sp>
              <p:nvSpPr>
                <p:cNvPr id="84038" name="Rectangle 70"/>
                <p:cNvSpPr>
                  <a:spLocks noChangeArrowheads="1"/>
                </p:cNvSpPr>
                <p:nvPr/>
              </p:nvSpPr>
              <p:spPr bwMode="auto">
                <a:xfrm>
                  <a:off x="4353" y="2537"/>
                  <a:ext cx="379" cy="619"/>
                </a:xfrm>
                <a:prstGeom prst="rect">
                  <a:avLst/>
                </a:prstGeom>
                <a:solidFill>
                  <a:srgbClr val="000000"/>
                </a:solidFill>
                <a:ln w="9525">
                  <a:noFill/>
                  <a:miter lim="800000"/>
                </a:ln>
              </p:spPr>
              <p:txBody>
                <a:bodyPr/>
                <a:lstStyle/>
                <a:p>
                  <a:pPr marL="0" marR="0" lvl="0" indent="0" algn="l" defTabSz="914400" rtl="0" eaLnBrk="0" fontAlgn="base" latinLnBrk="0" hangingPunct="0">
                    <a:lnSpc>
                      <a:spcPct val="90000"/>
                    </a:lnSpc>
                    <a:spcBef>
                      <a:spcPts val="590"/>
                    </a:spcBef>
                    <a:spcAft>
                      <a:spcPts val="590"/>
                    </a:spcAft>
                    <a:buClr>
                      <a:schemeClr val="tx2"/>
                    </a:buClr>
                    <a:buSzPct val="80000"/>
                    <a:buFont typeface="Wingdings" panose="05000000000000000000" pitchFamily="2" charset="2"/>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000000">
                          <a:alpha val="43137"/>
                        </a:srgbClr>
                      </a:outerShdw>
                    </a:effectLst>
                    <a:uLnTx/>
                    <a:uFillTx/>
                    <a:latin typeface="Arial" panose="020B0604020202090204" pitchFamily="34" charset="0"/>
                    <a:ea typeface="宋体" pitchFamily="2" charset="-122"/>
                    <a:cs typeface="+mn-cs"/>
                  </a:endParaRPr>
                </a:p>
              </p:txBody>
            </p:sp>
            <p:sp>
              <p:nvSpPr>
                <p:cNvPr id="84039" name="Freeform 71"/>
                <p:cNvSpPr/>
                <p:nvPr/>
              </p:nvSpPr>
              <p:spPr bwMode="auto">
                <a:xfrm>
                  <a:off x="4331" y="2507"/>
                  <a:ext cx="41" cy="647"/>
                </a:xfrm>
                <a:custGeom>
                  <a:avLst/>
                  <a:gdLst/>
                  <a:ahLst/>
                  <a:cxnLst>
                    <a:cxn ang="0">
                      <a:pos x="0" y="0"/>
                    </a:cxn>
                    <a:cxn ang="0">
                      <a:pos x="149" y="149"/>
                    </a:cxn>
                    <a:cxn ang="0">
                      <a:pos x="149" y="2589"/>
                    </a:cxn>
                    <a:cxn ang="0">
                      <a:pos x="0" y="2589"/>
                    </a:cxn>
                    <a:cxn ang="0">
                      <a:pos x="0" y="0"/>
                    </a:cxn>
                  </a:cxnLst>
                  <a:rect l="0" t="0" r="r" b="b"/>
                  <a:pathLst>
                    <a:path w="149" h="2589">
                      <a:moveTo>
                        <a:pt x="0" y="0"/>
                      </a:moveTo>
                      <a:lnTo>
                        <a:pt x="149" y="149"/>
                      </a:lnTo>
                      <a:lnTo>
                        <a:pt x="149" y="2589"/>
                      </a:lnTo>
                      <a:lnTo>
                        <a:pt x="0" y="2589"/>
                      </a:lnTo>
                      <a:lnTo>
                        <a:pt x="0" y="0"/>
                      </a:lnTo>
                      <a:close/>
                    </a:path>
                  </a:pathLst>
                </a:custGeom>
                <a:solidFill>
                  <a:srgbClr val="A0A0A0"/>
                </a:solidFill>
                <a:ln w="9525">
                  <a:noFill/>
                  <a:round/>
                </a:ln>
              </p:spPr>
              <p:txBody>
                <a:bodyPr/>
                <a:lstStyle/>
                <a:p>
                  <a:pPr marL="0" marR="0" lvl="0" indent="0" algn="l" defTabSz="914400" rtl="0" eaLnBrk="0" fontAlgn="base" latinLnBrk="0" hangingPunct="0">
                    <a:lnSpc>
                      <a:spcPct val="90000"/>
                    </a:lnSpc>
                    <a:spcBef>
                      <a:spcPts val="590"/>
                    </a:spcBef>
                    <a:spcAft>
                      <a:spcPts val="590"/>
                    </a:spcAft>
                    <a:buClr>
                      <a:schemeClr val="tx2"/>
                    </a:buClr>
                    <a:buSzPct val="80000"/>
                    <a:buFont typeface="Wingdings" panose="05000000000000000000" pitchFamily="2" charset="2"/>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000000">
                          <a:alpha val="43137"/>
                        </a:srgbClr>
                      </a:outerShdw>
                    </a:effectLst>
                    <a:uLnTx/>
                    <a:uFillTx/>
                    <a:latin typeface="Arial" panose="020B0604020202090204" pitchFamily="34" charset="0"/>
                    <a:ea typeface="宋体" pitchFamily="2" charset="-122"/>
                    <a:cs typeface="+mn-cs"/>
                  </a:endParaRPr>
                </a:p>
              </p:txBody>
            </p:sp>
            <p:sp>
              <p:nvSpPr>
                <p:cNvPr id="84040" name="Freeform 72"/>
                <p:cNvSpPr/>
                <p:nvPr/>
              </p:nvSpPr>
              <p:spPr bwMode="auto">
                <a:xfrm>
                  <a:off x="4331" y="2506"/>
                  <a:ext cx="443" cy="39"/>
                </a:xfrm>
                <a:custGeom>
                  <a:avLst/>
                  <a:gdLst/>
                  <a:ahLst/>
                  <a:cxnLst>
                    <a:cxn ang="0">
                      <a:pos x="0" y="2"/>
                    </a:cxn>
                    <a:cxn ang="0">
                      <a:pos x="1752" y="0"/>
                    </a:cxn>
                    <a:cxn ang="0">
                      <a:pos x="1586" y="150"/>
                    </a:cxn>
                    <a:cxn ang="0">
                      <a:pos x="140" y="150"/>
                    </a:cxn>
                    <a:cxn ang="0">
                      <a:pos x="0" y="2"/>
                    </a:cxn>
                  </a:cxnLst>
                  <a:rect l="0" t="0" r="r" b="b"/>
                  <a:pathLst>
                    <a:path w="1752" h="150">
                      <a:moveTo>
                        <a:pt x="0" y="2"/>
                      </a:moveTo>
                      <a:lnTo>
                        <a:pt x="1752" y="0"/>
                      </a:lnTo>
                      <a:lnTo>
                        <a:pt x="1586" y="150"/>
                      </a:lnTo>
                      <a:lnTo>
                        <a:pt x="140" y="150"/>
                      </a:lnTo>
                      <a:lnTo>
                        <a:pt x="0" y="2"/>
                      </a:lnTo>
                      <a:close/>
                    </a:path>
                  </a:pathLst>
                </a:custGeom>
                <a:solidFill>
                  <a:srgbClr val="606060"/>
                </a:solidFill>
                <a:ln w="9525">
                  <a:noFill/>
                  <a:round/>
                </a:ln>
              </p:spPr>
              <p:txBody>
                <a:bodyPr/>
                <a:lstStyle/>
                <a:p>
                  <a:pPr marL="0" marR="0" lvl="0" indent="0" algn="l" defTabSz="914400" rtl="0" eaLnBrk="0" fontAlgn="base" latinLnBrk="0" hangingPunct="0">
                    <a:lnSpc>
                      <a:spcPct val="90000"/>
                    </a:lnSpc>
                    <a:spcBef>
                      <a:spcPts val="590"/>
                    </a:spcBef>
                    <a:spcAft>
                      <a:spcPts val="590"/>
                    </a:spcAft>
                    <a:buClr>
                      <a:schemeClr val="tx2"/>
                    </a:buClr>
                    <a:buSzPct val="80000"/>
                    <a:buFont typeface="Wingdings" panose="05000000000000000000" pitchFamily="2" charset="2"/>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000000">
                          <a:alpha val="43137"/>
                        </a:srgbClr>
                      </a:outerShdw>
                    </a:effectLst>
                    <a:uLnTx/>
                    <a:uFillTx/>
                    <a:latin typeface="Arial" panose="020B0604020202090204" pitchFamily="34" charset="0"/>
                    <a:ea typeface="宋体" pitchFamily="2" charset="-122"/>
                    <a:cs typeface="+mn-cs"/>
                  </a:endParaRPr>
                </a:p>
              </p:txBody>
            </p:sp>
            <p:sp>
              <p:nvSpPr>
                <p:cNvPr id="84041" name="Freeform 73"/>
                <p:cNvSpPr/>
                <p:nvPr/>
              </p:nvSpPr>
              <p:spPr bwMode="auto">
                <a:xfrm>
                  <a:off x="4727" y="2507"/>
                  <a:ext cx="41" cy="647"/>
                </a:xfrm>
                <a:custGeom>
                  <a:avLst/>
                  <a:gdLst/>
                  <a:ahLst/>
                  <a:cxnLst>
                    <a:cxn ang="0">
                      <a:pos x="0" y="148"/>
                    </a:cxn>
                    <a:cxn ang="0">
                      <a:pos x="158" y="0"/>
                    </a:cxn>
                    <a:cxn ang="0">
                      <a:pos x="157" y="2588"/>
                    </a:cxn>
                    <a:cxn ang="0">
                      <a:pos x="0" y="2588"/>
                    </a:cxn>
                    <a:cxn ang="0">
                      <a:pos x="0" y="148"/>
                    </a:cxn>
                  </a:cxnLst>
                  <a:rect l="0" t="0" r="r" b="b"/>
                  <a:pathLst>
                    <a:path w="158" h="2588">
                      <a:moveTo>
                        <a:pt x="0" y="148"/>
                      </a:moveTo>
                      <a:lnTo>
                        <a:pt x="158" y="0"/>
                      </a:lnTo>
                      <a:lnTo>
                        <a:pt x="157" y="2588"/>
                      </a:lnTo>
                      <a:lnTo>
                        <a:pt x="0" y="2588"/>
                      </a:lnTo>
                      <a:lnTo>
                        <a:pt x="0" y="148"/>
                      </a:lnTo>
                      <a:close/>
                    </a:path>
                  </a:pathLst>
                </a:custGeom>
                <a:solidFill>
                  <a:srgbClr val="A0A0A0"/>
                </a:solidFill>
                <a:ln w="9525">
                  <a:noFill/>
                  <a:round/>
                </a:ln>
              </p:spPr>
              <p:txBody>
                <a:bodyPr/>
                <a:lstStyle/>
                <a:p>
                  <a:pPr marL="0" marR="0" lvl="0" indent="0" algn="l" defTabSz="914400" rtl="0" eaLnBrk="0" fontAlgn="base" latinLnBrk="0" hangingPunct="0">
                    <a:lnSpc>
                      <a:spcPct val="90000"/>
                    </a:lnSpc>
                    <a:spcBef>
                      <a:spcPts val="590"/>
                    </a:spcBef>
                    <a:spcAft>
                      <a:spcPts val="590"/>
                    </a:spcAft>
                    <a:buClr>
                      <a:schemeClr val="tx2"/>
                    </a:buClr>
                    <a:buSzPct val="80000"/>
                    <a:buFont typeface="Wingdings" panose="05000000000000000000" pitchFamily="2" charset="2"/>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000000">
                          <a:alpha val="43137"/>
                        </a:srgbClr>
                      </a:outerShdw>
                    </a:effectLst>
                    <a:uLnTx/>
                    <a:uFillTx/>
                    <a:latin typeface="Arial" panose="020B0604020202090204" pitchFamily="34" charset="0"/>
                    <a:ea typeface="宋体" pitchFamily="2" charset="-122"/>
                    <a:cs typeface="+mn-cs"/>
                  </a:endParaRPr>
                </a:p>
              </p:txBody>
            </p:sp>
          </p:grpSp>
          <p:sp>
            <p:nvSpPr>
              <p:cNvPr id="84042" name="Freeform 74"/>
              <p:cNvSpPr/>
              <p:nvPr/>
            </p:nvSpPr>
            <p:spPr bwMode="auto">
              <a:xfrm>
                <a:off x="4369" y="2594"/>
                <a:ext cx="339" cy="604"/>
              </a:xfrm>
              <a:custGeom>
                <a:avLst/>
                <a:gdLst/>
                <a:ahLst/>
                <a:cxnLst>
                  <a:cxn ang="0">
                    <a:pos x="0" y="2"/>
                  </a:cxn>
                  <a:cxn ang="0">
                    <a:pos x="0" y="606"/>
                  </a:cxn>
                  <a:cxn ang="0">
                    <a:pos x="335" y="606"/>
                  </a:cxn>
                  <a:cxn ang="0">
                    <a:pos x="335" y="0"/>
                  </a:cxn>
                  <a:cxn ang="0">
                    <a:pos x="0" y="2"/>
                  </a:cxn>
                </a:cxnLst>
                <a:rect l="0" t="0" r="r" b="b"/>
                <a:pathLst>
                  <a:path w="335" h="606">
                    <a:moveTo>
                      <a:pt x="0" y="2"/>
                    </a:moveTo>
                    <a:lnTo>
                      <a:pt x="0" y="606"/>
                    </a:lnTo>
                    <a:lnTo>
                      <a:pt x="335" y="606"/>
                    </a:lnTo>
                    <a:lnTo>
                      <a:pt x="335" y="0"/>
                    </a:lnTo>
                    <a:lnTo>
                      <a:pt x="0" y="2"/>
                    </a:lnTo>
                    <a:close/>
                  </a:path>
                </a:pathLst>
              </a:custGeom>
              <a:solidFill>
                <a:srgbClr val="C0C0C0"/>
              </a:solidFill>
              <a:ln w="3175">
                <a:solidFill>
                  <a:srgbClr val="000000"/>
                </a:solidFill>
                <a:prstDash val="solid"/>
                <a:round/>
              </a:ln>
            </p:spPr>
            <p:txBody>
              <a:bodyPr/>
              <a:lstStyle/>
              <a:p>
                <a:pPr marL="0" marR="0" lvl="0" indent="0" algn="l" defTabSz="914400" rtl="0" eaLnBrk="0" fontAlgn="base" latinLnBrk="0" hangingPunct="0">
                  <a:lnSpc>
                    <a:spcPct val="90000"/>
                  </a:lnSpc>
                  <a:spcBef>
                    <a:spcPts val="590"/>
                  </a:spcBef>
                  <a:spcAft>
                    <a:spcPts val="590"/>
                  </a:spcAft>
                  <a:buClr>
                    <a:schemeClr val="tx2"/>
                  </a:buClr>
                  <a:buSzPct val="80000"/>
                  <a:buFont typeface="Wingdings" panose="05000000000000000000" pitchFamily="2" charset="2"/>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000000">
                        <a:alpha val="43137"/>
                      </a:srgbClr>
                    </a:outerShdw>
                  </a:effectLst>
                  <a:uLnTx/>
                  <a:uFillTx/>
                  <a:latin typeface="Arial" panose="020B0604020202090204" pitchFamily="34" charset="0"/>
                  <a:ea typeface="宋体" pitchFamily="2" charset="-122"/>
                  <a:cs typeface="+mn-cs"/>
                </a:endParaRPr>
              </a:p>
            </p:txBody>
          </p:sp>
          <p:sp>
            <p:nvSpPr>
              <p:cNvPr id="84043" name="Freeform 75"/>
              <p:cNvSpPr/>
              <p:nvPr/>
            </p:nvSpPr>
            <p:spPr bwMode="auto">
              <a:xfrm>
                <a:off x="4434" y="2655"/>
                <a:ext cx="213" cy="227"/>
              </a:xfrm>
              <a:custGeom>
                <a:avLst/>
                <a:gdLst/>
                <a:ahLst/>
                <a:cxnLst>
                  <a:cxn ang="0">
                    <a:pos x="0" y="2"/>
                  </a:cxn>
                  <a:cxn ang="0">
                    <a:pos x="211" y="0"/>
                  </a:cxn>
                  <a:cxn ang="0">
                    <a:pos x="211" y="228"/>
                  </a:cxn>
                  <a:cxn ang="0">
                    <a:pos x="0" y="222"/>
                  </a:cxn>
                  <a:cxn ang="0">
                    <a:pos x="0" y="2"/>
                  </a:cxn>
                </a:cxnLst>
                <a:rect l="0" t="0" r="r" b="b"/>
                <a:pathLst>
                  <a:path w="211" h="228">
                    <a:moveTo>
                      <a:pt x="0" y="2"/>
                    </a:moveTo>
                    <a:lnTo>
                      <a:pt x="211" y="0"/>
                    </a:lnTo>
                    <a:lnTo>
                      <a:pt x="211" y="228"/>
                    </a:lnTo>
                    <a:lnTo>
                      <a:pt x="0" y="222"/>
                    </a:lnTo>
                    <a:lnTo>
                      <a:pt x="0" y="2"/>
                    </a:lnTo>
                    <a:close/>
                  </a:path>
                </a:pathLst>
              </a:custGeom>
              <a:solidFill>
                <a:srgbClr val="E0E0E0"/>
              </a:solidFill>
              <a:ln w="9525">
                <a:noFill/>
                <a:round/>
              </a:ln>
            </p:spPr>
            <p:txBody>
              <a:bodyPr/>
              <a:lstStyle/>
              <a:p>
                <a:pPr marL="0" marR="0" lvl="0" indent="0" algn="l" defTabSz="914400" rtl="0" eaLnBrk="0" fontAlgn="base" latinLnBrk="0" hangingPunct="0">
                  <a:lnSpc>
                    <a:spcPct val="90000"/>
                  </a:lnSpc>
                  <a:spcBef>
                    <a:spcPts val="590"/>
                  </a:spcBef>
                  <a:spcAft>
                    <a:spcPts val="590"/>
                  </a:spcAft>
                  <a:buClr>
                    <a:schemeClr val="tx2"/>
                  </a:buClr>
                  <a:buSzPct val="80000"/>
                  <a:buFont typeface="Wingdings" panose="05000000000000000000" pitchFamily="2" charset="2"/>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000000">
                        <a:alpha val="43137"/>
                      </a:srgbClr>
                    </a:outerShdw>
                  </a:effectLst>
                  <a:uLnTx/>
                  <a:uFillTx/>
                  <a:latin typeface="Arial" panose="020B0604020202090204" pitchFamily="34" charset="0"/>
                  <a:ea typeface="宋体" pitchFamily="2" charset="-122"/>
                  <a:cs typeface="+mn-cs"/>
                </a:endParaRPr>
              </a:p>
            </p:txBody>
          </p:sp>
          <p:sp>
            <p:nvSpPr>
              <p:cNvPr id="84044" name="Freeform 76"/>
              <p:cNvSpPr/>
              <p:nvPr/>
            </p:nvSpPr>
            <p:spPr bwMode="auto">
              <a:xfrm>
                <a:off x="4434" y="2659"/>
                <a:ext cx="201" cy="204"/>
              </a:xfrm>
              <a:custGeom>
                <a:avLst/>
                <a:gdLst/>
                <a:ahLst/>
                <a:cxnLst>
                  <a:cxn ang="0">
                    <a:pos x="0" y="0"/>
                  </a:cxn>
                  <a:cxn ang="0">
                    <a:pos x="216" y="1"/>
                  </a:cxn>
                  <a:cxn ang="0">
                    <a:pos x="216" y="205"/>
                  </a:cxn>
                  <a:cxn ang="0">
                    <a:pos x="0" y="203"/>
                  </a:cxn>
                  <a:cxn ang="0">
                    <a:pos x="0" y="0"/>
                  </a:cxn>
                </a:cxnLst>
                <a:rect l="0" t="0" r="r" b="b"/>
                <a:pathLst>
                  <a:path w="216" h="205">
                    <a:moveTo>
                      <a:pt x="0" y="0"/>
                    </a:moveTo>
                    <a:lnTo>
                      <a:pt x="216" y="1"/>
                    </a:lnTo>
                    <a:lnTo>
                      <a:pt x="216" y="205"/>
                    </a:lnTo>
                    <a:lnTo>
                      <a:pt x="0" y="203"/>
                    </a:lnTo>
                    <a:lnTo>
                      <a:pt x="0" y="0"/>
                    </a:lnTo>
                    <a:close/>
                  </a:path>
                </a:pathLst>
              </a:custGeom>
              <a:solidFill>
                <a:srgbClr val="BDBDBD"/>
              </a:solidFill>
              <a:ln w="9525">
                <a:solidFill>
                  <a:schemeClr val="bg1"/>
                </a:solidFill>
                <a:round/>
              </a:ln>
            </p:spPr>
            <p:txBody>
              <a:bodyPr/>
              <a:lstStyle/>
              <a:p>
                <a:pPr marL="0" marR="0" lvl="0" indent="0" algn="l" defTabSz="914400" rtl="0" eaLnBrk="0" fontAlgn="base" latinLnBrk="0" hangingPunct="0">
                  <a:lnSpc>
                    <a:spcPct val="90000"/>
                  </a:lnSpc>
                  <a:spcBef>
                    <a:spcPts val="590"/>
                  </a:spcBef>
                  <a:spcAft>
                    <a:spcPts val="590"/>
                  </a:spcAft>
                  <a:buClr>
                    <a:schemeClr val="tx2"/>
                  </a:buClr>
                  <a:buSzPct val="80000"/>
                  <a:buFont typeface="Wingdings" panose="05000000000000000000" pitchFamily="2" charset="2"/>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000000">
                        <a:alpha val="43137"/>
                      </a:srgbClr>
                    </a:outerShdw>
                  </a:effectLst>
                  <a:uLnTx/>
                  <a:uFillTx/>
                  <a:latin typeface="Arial" panose="020B0604020202090204" pitchFamily="34" charset="0"/>
                  <a:ea typeface="宋体" pitchFamily="2" charset="-122"/>
                  <a:cs typeface="+mn-cs"/>
                </a:endParaRPr>
              </a:p>
            </p:txBody>
          </p:sp>
          <p:sp>
            <p:nvSpPr>
              <p:cNvPr id="84045" name="Freeform 77"/>
              <p:cNvSpPr/>
              <p:nvPr/>
            </p:nvSpPr>
            <p:spPr bwMode="auto">
              <a:xfrm>
                <a:off x="4420" y="2655"/>
                <a:ext cx="11" cy="223"/>
              </a:xfrm>
              <a:custGeom>
                <a:avLst/>
                <a:gdLst/>
                <a:ahLst/>
                <a:cxnLst>
                  <a:cxn ang="0">
                    <a:pos x="0" y="0"/>
                  </a:cxn>
                  <a:cxn ang="0">
                    <a:pos x="41" y="16"/>
                  </a:cxn>
                  <a:cxn ang="0">
                    <a:pos x="41" y="888"/>
                  </a:cxn>
                  <a:cxn ang="0">
                    <a:pos x="0" y="888"/>
                  </a:cxn>
                  <a:cxn ang="0">
                    <a:pos x="0" y="0"/>
                  </a:cxn>
                </a:cxnLst>
                <a:rect l="0" t="0" r="r" b="b"/>
                <a:pathLst>
                  <a:path w="41" h="888">
                    <a:moveTo>
                      <a:pt x="0" y="0"/>
                    </a:moveTo>
                    <a:lnTo>
                      <a:pt x="41" y="16"/>
                    </a:lnTo>
                    <a:lnTo>
                      <a:pt x="41" y="888"/>
                    </a:lnTo>
                    <a:lnTo>
                      <a:pt x="0" y="888"/>
                    </a:lnTo>
                    <a:lnTo>
                      <a:pt x="0" y="0"/>
                    </a:lnTo>
                    <a:close/>
                  </a:path>
                </a:pathLst>
              </a:custGeom>
              <a:solidFill>
                <a:srgbClr val="606060"/>
              </a:solidFill>
              <a:ln w="9525">
                <a:noFill/>
                <a:round/>
              </a:ln>
            </p:spPr>
            <p:txBody>
              <a:bodyPr/>
              <a:lstStyle/>
              <a:p>
                <a:pPr marL="0" marR="0" lvl="0" indent="0" algn="l" defTabSz="914400" rtl="0" eaLnBrk="0" fontAlgn="base" latinLnBrk="0" hangingPunct="0">
                  <a:lnSpc>
                    <a:spcPct val="90000"/>
                  </a:lnSpc>
                  <a:spcBef>
                    <a:spcPts val="590"/>
                  </a:spcBef>
                  <a:spcAft>
                    <a:spcPts val="590"/>
                  </a:spcAft>
                  <a:buClr>
                    <a:schemeClr val="tx2"/>
                  </a:buClr>
                  <a:buSzPct val="80000"/>
                  <a:buFont typeface="Wingdings" panose="05000000000000000000" pitchFamily="2" charset="2"/>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000000">
                        <a:alpha val="43137"/>
                      </a:srgbClr>
                    </a:outerShdw>
                  </a:effectLst>
                  <a:uLnTx/>
                  <a:uFillTx/>
                  <a:latin typeface="Arial" panose="020B0604020202090204" pitchFamily="34" charset="0"/>
                  <a:ea typeface="宋体" pitchFamily="2" charset="-122"/>
                  <a:cs typeface="+mn-cs"/>
                </a:endParaRPr>
              </a:p>
            </p:txBody>
          </p:sp>
          <p:sp>
            <p:nvSpPr>
              <p:cNvPr id="84046" name="Freeform 78"/>
              <p:cNvSpPr/>
              <p:nvPr/>
            </p:nvSpPr>
            <p:spPr bwMode="auto">
              <a:xfrm>
                <a:off x="4431" y="2917"/>
                <a:ext cx="206" cy="228"/>
              </a:xfrm>
              <a:custGeom>
                <a:avLst/>
                <a:gdLst/>
                <a:ahLst/>
                <a:cxnLst>
                  <a:cxn ang="0">
                    <a:pos x="0" y="0"/>
                  </a:cxn>
                  <a:cxn ang="0">
                    <a:pos x="207" y="0"/>
                  </a:cxn>
                  <a:cxn ang="0">
                    <a:pos x="207" y="228"/>
                  </a:cxn>
                  <a:cxn ang="0">
                    <a:pos x="0" y="226"/>
                  </a:cxn>
                  <a:cxn ang="0">
                    <a:pos x="0" y="0"/>
                  </a:cxn>
                </a:cxnLst>
                <a:rect l="0" t="0" r="r" b="b"/>
                <a:pathLst>
                  <a:path w="207" h="228">
                    <a:moveTo>
                      <a:pt x="0" y="0"/>
                    </a:moveTo>
                    <a:lnTo>
                      <a:pt x="207" y="0"/>
                    </a:lnTo>
                    <a:lnTo>
                      <a:pt x="207" y="228"/>
                    </a:lnTo>
                    <a:lnTo>
                      <a:pt x="0" y="226"/>
                    </a:lnTo>
                    <a:lnTo>
                      <a:pt x="0" y="0"/>
                    </a:lnTo>
                    <a:close/>
                  </a:path>
                </a:pathLst>
              </a:custGeom>
              <a:solidFill>
                <a:srgbClr val="E0E0E0"/>
              </a:solidFill>
              <a:ln w="9525">
                <a:noFill/>
                <a:round/>
              </a:ln>
            </p:spPr>
            <p:txBody>
              <a:bodyPr/>
              <a:lstStyle/>
              <a:p>
                <a:pPr marL="0" marR="0" lvl="0" indent="0" algn="l" defTabSz="914400" rtl="0" eaLnBrk="0" fontAlgn="base" latinLnBrk="0" hangingPunct="0">
                  <a:lnSpc>
                    <a:spcPct val="90000"/>
                  </a:lnSpc>
                  <a:spcBef>
                    <a:spcPts val="590"/>
                  </a:spcBef>
                  <a:spcAft>
                    <a:spcPts val="590"/>
                  </a:spcAft>
                  <a:buClr>
                    <a:schemeClr val="tx2"/>
                  </a:buClr>
                  <a:buSzPct val="80000"/>
                  <a:buFont typeface="Wingdings" panose="05000000000000000000" pitchFamily="2" charset="2"/>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000000">
                        <a:alpha val="43137"/>
                      </a:srgbClr>
                    </a:outerShdw>
                  </a:effectLst>
                  <a:uLnTx/>
                  <a:uFillTx/>
                  <a:latin typeface="Arial" panose="020B0604020202090204" pitchFamily="34" charset="0"/>
                  <a:ea typeface="宋体" pitchFamily="2" charset="-122"/>
                  <a:cs typeface="+mn-cs"/>
                </a:endParaRPr>
              </a:p>
            </p:txBody>
          </p:sp>
          <p:sp>
            <p:nvSpPr>
              <p:cNvPr id="84047" name="Freeform 79"/>
              <p:cNvSpPr/>
              <p:nvPr/>
            </p:nvSpPr>
            <p:spPr bwMode="auto">
              <a:xfrm>
                <a:off x="4442" y="2929"/>
                <a:ext cx="180" cy="205"/>
              </a:xfrm>
              <a:custGeom>
                <a:avLst/>
                <a:gdLst/>
                <a:ahLst/>
                <a:cxnLst>
                  <a:cxn ang="0">
                    <a:pos x="0" y="0"/>
                  </a:cxn>
                  <a:cxn ang="0">
                    <a:pos x="180" y="0"/>
                  </a:cxn>
                  <a:cxn ang="0">
                    <a:pos x="180" y="204"/>
                  </a:cxn>
                  <a:cxn ang="0">
                    <a:pos x="0" y="205"/>
                  </a:cxn>
                  <a:cxn ang="0">
                    <a:pos x="0" y="0"/>
                  </a:cxn>
                </a:cxnLst>
                <a:rect l="0" t="0" r="r" b="b"/>
                <a:pathLst>
                  <a:path w="180" h="205">
                    <a:moveTo>
                      <a:pt x="0" y="0"/>
                    </a:moveTo>
                    <a:lnTo>
                      <a:pt x="180" y="0"/>
                    </a:lnTo>
                    <a:lnTo>
                      <a:pt x="180" y="204"/>
                    </a:lnTo>
                    <a:lnTo>
                      <a:pt x="0" y="205"/>
                    </a:lnTo>
                    <a:lnTo>
                      <a:pt x="0" y="0"/>
                    </a:lnTo>
                    <a:close/>
                  </a:path>
                </a:pathLst>
              </a:custGeom>
              <a:solidFill>
                <a:srgbClr val="C0C0C0"/>
              </a:solidFill>
              <a:ln w="9525">
                <a:noFill/>
                <a:round/>
              </a:ln>
            </p:spPr>
            <p:txBody>
              <a:bodyPr/>
              <a:lstStyle/>
              <a:p>
                <a:pPr marL="0" marR="0" lvl="0" indent="0" algn="l" defTabSz="914400" rtl="0" eaLnBrk="0" fontAlgn="base" latinLnBrk="0" hangingPunct="0">
                  <a:lnSpc>
                    <a:spcPct val="90000"/>
                  </a:lnSpc>
                  <a:spcBef>
                    <a:spcPts val="590"/>
                  </a:spcBef>
                  <a:spcAft>
                    <a:spcPts val="590"/>
                  </a:spcAft>
                  <a:buClr>
                    <a:schemeClr val="tx2"/>
                  </a:buClr>
                  <a:buSzPct val="80000"/>
                  <a:buFont typeface="Wingdings" panose="05000000000000000000" pitchFamily="2" charset="2"/>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000000">
                        <a:alpha val="43137"/>
                      </a:srgbClr>
                    </a:outerShdw>
                  </a:effectLst>
                  <a:uLnTx/>
                  <a:uFillTx/>
                  <a:latin typeface="Arial" panose="020B0604020202090204" pitchFamily="34" charset="0"/>
                  <a:ea typeface="宋体" pitchFamily="2" charset="-122"/>
                  <a:cs typeface="+mn-cs"/>
                </a:endParaRPr>
              </a:p>
            </p:txBody>
          </p:sp>
          <p:sp>
            <p:nvSpPr>
              <p:cNvPr id="84048" name="Freeform 80"/>
              <p:cNvSpPr/>
              <p:nvPr/>
            </p:nvSpPr>
            <p:spPr bwMode="auto">
              <a:xfrm>
                <a:off x="4420" y="2917"/>
                <a:ext cx="13" cy="224"/>
              </a:xfrm>
              <a:custGeom>
                <a:avLst/>
                <a:gdLst/>
                <a:ahLst/>
                <a:cxnLst>
                  <a:cxn ang="0">
                    <a:pos x="1" y="0"/>
                  </a:cxn>
                  <a:cxn ang="0">
                    <a:pos x="43" y="2"/>
                  </a:cxn>
                  <a:cxn ang="0">
                    <a:pos x="43" y="898"/>
                  </a:cxn>
                  <a:cxn ang="0">
                    <a:pos x="0" y="892"/>
                  </a:cxn>
                  <a:cxn ang="0">
                    <a:pos x="1" y="0"/>
                  </a:cxn>
                </a:cxnLst>
                <a:rect l="0" t="0" r="r" b="b"/>
                <a:pathLst>
                  <a:path w="43" h="898">
                    <a:moveTo>
                      <a:pt x="1" y="0"/>
                    </a:moveTo>
                    <a:lnTo>
                      <a:pt x="43" y="2"/>
                    </a:lnTo>
                    <a:lnTo>
                      <a:pt x="43" y="898"/>
                    </a:lnTo>
                    <a:lnTo>
                      <a:pt x="0" y="892"/>
                    </a:lnTo>
                    <a:lnTo>
                      <a:pt x="1" y="0"/>
                    </a:lnTo>
                    <a:close/>
                  </a:path>
                </a:pathLst>
              </a:custGeom>
              <a:solidFill>
                <a:srgbClr val="606060"/>
              </a:solidFill>
              <a:ln w="9525">
                <a:noFill/>
                <a:round/>
              </a:ln>
            </p:spPr>
            <p:txBody>
              <a:bodyPr/>
              <a:lstStyle/>
              <a:p>
                <a:pPr marL="0" marR="0" lvl="0" indent="0" algn="l" defTabSz="914400" rtl="0" eaLnBrk="0" fontAlgn="base" latinLnBrk="0" hangingPunct="0">
                  <a:lnSpc>
                    <a:spcPct val="90000"/>
                  </a:lnSpc>
                  <a:spcBef>
                    <a:spcPts val="590"/>
                  </a:spcBef>
                  <a:spcAft>
                    <a:spcPts val="590"/>
                  </a:spcAft>
                  <a:buClr>
                    <a:schemeClr val="tx2"/>
                  </a:buClr>
                  <a:buSzPct val="80000"/>
                  <a:buFont typeface="Wingdings" panose="05000000000000000000" pitchFamily="2" charset="2"/>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000000">
                        <a:alpha val="43137"/>
                      </a:srgbClr>
                    </a:outerShdw>
                  </a:effectLst>
                  <a:uLnTx/>
                  <a:uFillTx/>
                  <a:latin typeface="Arial" panose="020B0604020202090204" pitchFamily="34" charset="0"/>
                  <a:ea typeface="宋体" pitchFamily="2" charset="-122"/>
                  <a:cs typeface="+mn-cs"/>
                </a:endParaRPr>
              </a:p>
            </p:txBody>
          </p:sp>
          <p:sp>
            <p:nvSpPr>
              <p:cNvPr id="84049" name="Freeform 81"/>
              <p:cNvSpPr/>
              <p:nvPr/>
            </p:nvSpPr>
            <p:spPr bwMode="auto">
              <a:xfrm>
                <a:off x="4347" y="2594"/>
                <a:ext cx="19" cy="601"/>
              </a:xfrm>
              <a:custGeom>
                <a:avLst/>
                <a:gdLst/>
                <a:ahLst/>
                <a:cxnLst>
                  <a:cxn ang="0">
                    <a:pos x="92" y="0"/>
                  </a:cxn>
                  <a:cxn ang="0">
                    <a:pos x="0" y="33"/>
                  </a:cxn>
                  <a:cxn ang="0">
                    <a:pos x="0" y="2415"/>
                  </a:cxn>
                  <a:cxn ang="0">
                    <a:pos x="92" y="2415"/>
                  </a:cxn>
                  <a:cxn ang="0">
                    <a:pos x="92" y="0"/>
                  </a:cxn>
                </a:cxnLst>
                <a:rect l="0" t="0" r="r" b="b"/>
                <a:pathLst>
                  <a:path w="92" h="2415">
                    <a:moveTo>
                      <a:pt x="92" y="0"/>
                    </a:moveTo>
                    <a:lnTo>
                      <a:pt x="0" y="33"/>
                    </a:lnTo>
                    <a:lnTo>
                      <a:pt x="0" y="2415"/>
                    </a:lnTo>
                    <a:lnTo>
                      <a:pt x="92" y="2415"/>
                    </a:lnTo>
                    <a:lnTo>
                      <a:pt x="92" y="0"/>
                    </a:lnTo>
                    <a:close/>
                  </a:path>
                </a:pathLst>
              </a:custGeom>
              <a:solidFill>
                <a:schemeClr val="folHlink"/>
              </a:solidFill>
              <a:ln w="9525">
                <a:noFill/>
                <a:round/>
              </a:ln>
            </p:spPr>
            <p:txBody>
              <a:bodyPr/>
              <a:lstStyle/>
              <a:p>
                <a:pPr marL="0" marR="0" lvl="0" indent="0" algn="l" defTabSz="914400" rtl="0" eaLnBrk="0" fontAlgn="base" latinLnBrk="0" hangingPunct="0">
                  <a:lnSpc>
                    <a:spcPct val="90000"/>
                  </a:lnSpc>
                  <a:spcBef>
                    <a:spcPts val="590"/>
                  </a:spcBef>
                  <a:spcAft>
                    <a:spcPts val="590"/>
                  </a:spcAft>
                  <a:buClr>
                    <a:schemeClr val="tx2"/>
                  </a:buClr>
                  <a:buSzPct val="80000"/>
                  <a:buFont typeface="Wingdings" panose="05000000000000000000" pitchFamily="2" charset="2"/>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000000">
                        <a:alpha val="43137"/>
                      </a:srgbClr>
                    </a:outerShdw>
                  </a:effectLst>
                  <a:uLnTx/>
                  <a:uFillTx/>
                  <a:latin typeface="Arial" panose="020B0604020202090204" pitchFamily="34" charset="0"/>
                  <a:ea typeface="宋体" pitchFamily="2" charset="-122"/>
                  <a:cs typeface="+mn-cs"/>
                </a:endParaRPr>
              </a:p>
            </p:txBody>
          </p:sp>
          <p:grpSp>
            <p:nvGrpSpPr>
              <p:cNvPr id="32848" name="Group 82"/>
              <p:cNvGrpSpPr/>
              <p:nvPr/>
            </p:nvGrpSpPr>
            <p:grpSpPr>
              <a:xfrm>
                <a:off x="4647" y="2861"/>
                <a:ext cx="45" cy="73"/>
                <a:chOff x="4636" y="2806"/>
                <a:chExt cx="45" cy="73"/>
              </a:xfrm>
            </p:grpSpPr>
            <p:sp>
              <p:nvSpPr>
                <p:cNvPr id="84051" name="Oval 83"/>
                <p:cNvSpPr>
                  <a:spLocks noChangeArrowheads="1"/>
                </p:cNvSpPr>
                <p:nvPr/>
              </p:nvSpPr>
              <p:spPr bwMode="auto">
                <a:xfrm>
                  <a:off x="4636" y="2828"/>
                  <a:ext cx="42" cy="42"/>
                </a:xfrm>
                <a:prstGeom prst="ellipse">
                  <a:avLst/>
                </a:prstGeom>
                <a:solidFill>
                  <a:srgbClr val="A0A0A0"/>
                </a:solidFill>
                <a:ln w="9525">
                  <a:noFill/>
                  <a:round/>
                </a:ln>
              </p:spPr>
              <p:txBody>
                <a:bodyPr/>
                <a:lstStyle/>
                <a:p>
                  <a:pPr marL="0" marR="0" lvl="0" indent="0" algn="l" defTabSz="914400" rtl="0" eaLnBrk="0" fontAlgn="base" latinLnBrk="0" hangingPunct="0">
                    <a:lnSpc>
                      <a:spcPct val="90000"/>
                    </a:lnSpc>
                    <a:spcBef>
                      <a:spcPts val="590"/>
                    </a:spcBef>
                    <a:spcAft>
                      <a:spcPts val="590"/>
                    </a:spcAft>
                    <a:buClr>
                      <a:schemeClr val="tx2"/>
                    </a:buClr>
                    <a:buSzPct val="80000"/>
                    <a:buFont typeface="Wingdings" panose="05000000000000000000" pitchFamily="2" charset="2"/>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000000">
                          <a:alpha val="43137"/>
                        </a:srgbClr>
                      </a:outerShdw>
                    </a:effectLst>
                    <a:uLnTx/>
                    <a:uFillTx/>
                    <a:latin typeface="Arial" panose="020B0604020202090204" pitchFamily="34" charset="0"/>
                    <a:ea typeface="宋体" pitchFamily="2" charset="-122"/>
                    <a:cs typeface="+mn-cs"/>
                  </a:endParaRPr>
                </a:p>
              </p:txBody>
            </p:sp>
            <p:sp>
              <p:nvSpPr>
                <p:cNvPr id="84052" name="Rectangle 84"/>
                <p:cNvSpPr>
                  <a:spLocks noChangeArrowheads="1"/>
                </p:cNvSpPr>
                <p:nvPr/>
              </p:nvSpPr>
              <p:spPr bwMode="auto">
                <a:xfrm>
                  <a:off x="4650" y="2808"/>
                  <a:ext cx="28" cy="73"/>
                </a:xfrm>
                <a:prstGeom prst="rect">
                  <a:avLst/>
                </a:prstGeom>
                <a:solidFill>
                  <a:srgbClr val="FF8000"/>
                </a:solidFill>
                <a:ln w="9525">
                  <a:noFill/>
                  <a:miter lim="800000"/>
                </a:ln>
              </p:spPr>
              <p:txBody>
                <a:bodyPr/>
                <a:lstStyle/>
                <a:p>
                  <a:pPr marL="0" marR="0" lvl="0" indent="0" algn="l" defTabSz="914400" rtl="0" eaLnBrk="0" fontAlgn="base" latinLnBrk="0" hangingPunct="0">
                    <a:lnSpc>
                      <a:spcPct val="90000"/>
                    </a:lnSpc>
                    <a:spcBef>
                      <a:spcPts val="590"/>
                    </a:spcBef>
                    <a:spcAft>
                      <a:spcPts val="590"/>
                    </a:spcAft>
                    <a:buClr>
                      <a:schemeClr val="tx2"/>
                    </a:buClr>
                    <a:buSzPct val="80000"/>
                    <a:buFont typeface="Wingdings" panose="05000000000000000000" pitchFamily="2" charset="2"/>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000000">
                          <a:alpha val="43137"/>
                        </a:srgbClr>
                      </a:outerShdw>
                    </a:effectLst>
                    <a:uLnTx/>
                    <a:uFillTx/>
                    <a:latin typeface="Arial" panose="020B0604020202090204" pitchFamily="34" charset="0"/>
                    <a:ea typeface="宋体" pitchFamily="2" charset="-122"/>
                    <a:cs typeface="+mn-cs"/>
                  </a:endParaRPr>
                </a:p>
              </p:txBody>
            </p:sp>
            <p:sp>
              <p:nvSpPr>
                <p:cNvPr id="84053" name="Rectangle 85"/>
                <p:cNvSpPr>
                  <a:spLocks noChangeArrowheads="1"/>
                </p:cNvSpPr>
                <p:nvPr/>
              </p:nvSpPr>
              <p:spPr bwMode="auto">
                <a:xfrm>
                  <a:off x="4653" y="2808"/>
                  <a:ext cx="25" cy="70"/>
                </a:xfrm>
                <a:prstGeom prst="rect">
                  <a:avLst/>
                </a:prstGeom>
                <a:solidFill>
                  <a:srgbClr val="E07000"/>
                </a:solidFill>
                <a:ln w="3175">
                  <a:solidFill>
                    <a:srgbClr val="FFC080"/>
                  </a:solidFill>
                  <a:miter lim="800000"/>
                </a:ln>
              </p:spPr>
              <p:txBody>
                <a:bodyPr/>
                <a:lstStyle/>
                <a:p>
                  <a:pPr marL="0" marR="0" lvl="0" indent="0" algn="l" defTabSz="914400" rtl="0" eaLnBrk="0" fontAlgn="base" latinLnBrk="0" hangingPunct="0">
                    <a:lnSpc>
                      <a:spcPct val="90000"/>
                    </a:lnSpc>
                    <a:spcBef>
                      <a:spcPts val="590"/>
                    </a:spcBef>
                    <a:spcAft>
                      <a:spcPts val="590"/>
                    </a:spcAft>
                    <a:buClr>
                      <a:schemeClr val="tx2"/>
                    </a:buClr>
                    <a:buSzPct val="80000"/>
                    <a:buFont typeface="Wingdings" panose="05000000000000000000" pitchFamily="2" charset="2"/>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000000">
                          <a:alpha val="43137"/>
                        </a:srgbClr>
                      </a:outerShdw>
                    </a:effectLst>
                    <a:uLnTx/>
                    <a:uFillTx/>
                    <a:latin typeface="Arial" panose="020B0604020202090204" pitchFamily="34" charset="0"/>
                    <a:ea typeface="宋体" pitchFamily="2" charset="-122"/>
                    <a:cs typeface="+mn-cs"/>
                  </a:endParaRPr>
                </a:p>
              </p:txBody>
            </p:sp>
            <p:grpSp>
              <p:nvGrpSpPr>
                <p:cNvPr id="32852" name="Group 86"/>
                <p:cNvGrpSpPr/>
                <p:nvPr/>
              </p:nvGrpSpPr>
              <p:grpSpPr>
                <a:xfrm>
                  <a:off x="4654" y="2812"/>
                  <a:ext cx="27" cy="36"/>
                  <a:chOff x="4654" y="2812"/>
                  <a:chExt cx="27" cy="36"/>
                </a:xfrm>
              </p:grpSpPr>
              <p:sp>
                <p:nvSpPr>
                  <p:cNvPr id="84055" name="Oval 87"/>
                  <p:cNvSpPr>
                    <a:spLocks noChangeArrowheads="1"/>
                  </p:cNvSpPr>
                  <p:nvPr/>
                </p:nvSpPr>
                <p:spPr bwMode="auto">
                  <a:xfrm>
                    <a:off x="4654" y="2812"/>
                    <a:ext cx="31" cy="36"/>
                  </a:xfrm>
                  <a:prstGeom prst="ellipse">
                    <a:avLst/>
                  </a:prstGeom>
                  <a:solidFill>
                    <a:srgbClr val="A05000"/>
                  </a:solidFill>
                  <a:ln w="9525">
                    <a:noFill/>
                    <a:round/>
                  </a:ln>
                </p:spPr>
                <p:txBody>
                  <a:bodyPr/>
                  <a:lstStyle/>
                  <a:p>
                    <a:pPr marL="0" marR="0" lvl="0" indent="0" algn="l" defTabSz="914400" rtl="0" eaLnBrk="0" fontAlgn="base" latinLnBrk="0" hangingPunct="0">
                      <a:lnSpc>
                        <a:spcPct val="90000"/>
                      </a:lnSpc>
                      <a:spcBef>
                        <a:spcPts val="590"/>
                      </a:spcBef>
                      <a:spcAft>
                        <a:spcPts val="590"/>
                      </a:spcAft>
                      <a:buClr>
                        <a:schemeClr val="tx2"/>
                      </a:buClr>
                      <a:buSzPct val="80000"/>
                      <a:buFont typeface="Wingdings" panose="05000000000000000000" pitchFamily="2" charset="2"/>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000000">
                            <a:alpha val="43137"/>
                          </a:srgbClr>
                        </a:outerShdw>
                      </a:effectLst>
                      <a:uLnTx/>
                      <a:uFillTx/>
                      <a:latin typeface="Arial" panose="020B0604020202090204" pitchFamily="34" charset="0"/>
                      <a:ea typeface="宋体" pitchFamily="2" charset="-122"/>
                      <a:cs typeface="+mn-cs"/>
                    </a:endParaRPr>
                  </a:p>
                </p:txBody>
              </p:sp>
              <p:sp>
                <p:nvSpPr>
                  <p:cNvPr id="84056" name="Oval 88"/>
                  <p:cNvSpPr>
                    <a:spLocks noChangeArrowheads="1"/>
                  </p:cNvSpPr>
                  <p:nvPr/>
                </p:nvSpPr>
                <p:spPr bwMode="auto">
                  <a:xfrm>
                    <a:off x="4659" y="2813"/>
                    <a:ext cx="26" cy="34"/>
                  </a:xfrm>
                  <a:prstGeom prst="ellipse">
                    <a:avLst/>
                  </a:prstGeom>
                  <a:solidFill>
                    <a:srgbClr val="E07000"/>
                  </a:solidFill>
                  <a:ln w="9525">
                    <a:noFill/>
                    <a:round/>
                  </a:ln>
                </p:spPr>
                <p:txBody>
                  <a:bodyPr/>
                  <a:lstStyle/>
                  <a:p>
                    <a:pPr marL="0" marR="0" lvl="0" indent="0" algn="l" defTabSz="914400" rtl="0" eaLnBrk="0" fontAlgn="base" latinLnBrk="0" hangingPunct="0">
                      <a:lnSpc>
                        <a:spcPct val="90000"/>
                      </a:lnSpc>
                      <a:spcBef>
                        <a:spcPts val="590"/>
                      </a:spcBef>
                      <a:spcAft>
                        <a:spcPts val="590"/>
                      </a:spcAft>
                      <a:buClr>
                        <a:schemeClr val="tx2"/>
                      </a:buClr>
                      <a:buSzPct val="80000"/>
                      <a:buFont typeface="Wingdings" panose="05000000000000000000" pitchFamily="2" charset="2"/>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000000">
                            <a:alpha val="43137"/>
                          </a:srgbClr>
                        </a:outerShdw>
                      </a:effectLst>
                      <a:uLnTx/>
                      <a:uFillTx/>
                      <a:latin typeface="Arial" panose="020B0604020202090204" pitchFamily="34" charset="0"/>
                      <a:ea typeface="宋体" pitchFamily="2" charset="-122"/>
                      <a:cs typeface="+mn-cs"/>
                    </a:endParaRPr>
                  </a:p>
                </p:txBody>
              </p:sp>
              <p:sp>
                <p:nvSpPr>
                  <p:cNvPr id="84057" name="Freeform 89"/>
                  <p:cNvSpPr/>
                  <p:nvPr/>
                </p:nvSpPr>
                <p:spPr bwMode="auto">
                  <a:xfrm>
                    <a:off x="4666" y="2820"/>
                    <a:ext cx="5" cy="11"/>
                  </a:xfrm>
                  <a:custGeom>
                    <a:avLst/>
                    <a:gdLst/>
                    <a:ahLst/>
                    <a:cxnLst>
                      <a:cxn ang="0">
                        <a:pos x="1" y="0"/>
                      </a:cxn>
                      <a:cxn ang="0">
                        <a:pos x="0" y="41"/>
                      </a:cxn>
                      <a:cxn ang="0">
                        <a:pos x="12" y="42"/>
                      </a:cxn>
                      <a:cxn ang="0">
                        <a:pos x="8" y="2"/>
                      </a:cxn>
                      <a:cxn ang="0">
                        <a:pos x="1" y="0"/>
                      </a:cxn>
                    </a:cxnLst>
                    <a:rect l="0" t="0" r="r" b="b"/>
                    <a:pathLst>
                      <a:path w="12" h="42">
                        <a:moveTo>
                          <a:pt x="1" y="0"/>
                        </a:moveTo>
                        <a:lnTo>
                          <a:pt x="0" y="41"/>
                        </a:lnTo>
                        <a:lnTo>
                          <a:pt x="12" y="42"/>
                        </a:lnTo>
                        <a:lnTo>
                          <a:pt x="8" y="2"/>
                        </a:lnTo>
                        <a:lnTo>
                          <a:pt x="1" y="0"/>
                        </a:lnTo>
                        <a:close/>
                      </a:path>
                    </a:pathLst>
                  </a:custGeom>
                  <a:solidFill>
                    <a:srgbClr val="FFC080"/>
                  </a:solidFill>
                  <a:ln w="9525">
                    <a:noFill/>
                    <a:round/>
                  </a:ln>
                </p:spPr>
                <p:txBody>
                  <a:bodyPr/>
                  <a:lstStyle/>
                  <a:p>
                    <a:pPr marL="0" marR="0" lvl="0" indent="0" algn="l" defTabSz="914400" rtl="0" eaLnBrk="0" fontAlgn="base" latinLnBrk="0" hangingPunct="0">
                      <a:lnSpc>
                        <a:spcPct val="90000"/>
                      </a:lnSpc>
                      <a:spcBef>
                        <a:spcPts val="590"/>
                      </a:spcBef>
                      <a:spcAft>
                        <a:spcPts val="590"/>
                      </a:spcAft>
                      <a:buClr>
                        <a:schemeClr val="tx2"/>
                      </a:buClr>
                      <a:buSzPct val="80000"/>
                      <a:buFont typeface="Wingdings" panose="05000000000000000000" pitchFamily="2" charset="2"/>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000000">
                            <a:alpha val="43137"/>
                          </a:srgbClr>
                        </a:outerShdw>
                      </a:effectLst>
                      <a:uLnTx/>
                      <a:uFillTx/>
                      <a:latin typeface="Arial" panose="020B0604020202090204" pitchFamily="34" charset="0"/>
                      <a:ea typeface="宋体" pitchFamily="2" charset="-122"/>
                      <a:cs typeface="+mn-cs"/>
                    </a:endParaRPr>
                  </a:p>
                </p:txBody>
              </p:sp>
            </p:grpSp>
            <p:sp>
              <p:nvSpPr>
                <p:cNvPr id="84058" name="Rectangle 90"/>
                <p:cNvSpPr>
                  <a:spLocks noChangeArrowheads="1"/>
                </p:cNvSpPr>
                <p:nvPr/>
              </p:nvSpPr>
              <p:spPr bwMode="auto">
                <a:xfrm>
                  <a:off x="4662" y="2851"/>
                  <a:ext cx="5" cy="8"/>
                </a:xfrm>
                <a:prstGeom prst="rect">
                  <a:avLst/>
                </a:prstGeom>
                <a:solidFill>
                  <a:srgbClr val="202020"/>
                </a:solidFill>
                <a:ln w="9525">
                  <a:noFill/>
                  <a:miter lim="800000"/>
                </a:ln>
              </p:spPr>
              <p:txBody>
                <a:bodyPr/>
                <a:lstStyle/>
                <a:p>
                  <a:pPr marL="0" marR="0" lvl="0" indent="0" algn="l" defTabSz="914400" rtl="0" eaLnBrk="0" fontAlgn="base" latinLnBrk="0" hangingPunct="0">
                    <a:lnSpc>
                      <a:spcPct val="90000"/>
                    </a:lnSpc>
                    <a:spcBef>
                      <a:spcPts val="590"/>
                    </a:spcBef>
                    <a:spcAft>
                      <a:spcPts val="590"/>
                    </a:spcAft>
                    <a:buClr>
                      <a:schemeClr val="tx2"/>
                    </a:buClr>
                    <a:buSzPct val="80000"/>
                    <a:buFont typeface="Wingdings" panose="05000000000000000000" pitchFamily="2" charset="2"/>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000000">
                          <a:alpha val="43137"/>
                        </a:srgbClr>
                      </a:outerShdw>
                    </a:effectLst>
                    <a:uLnTx/>
                    <a:uFillTx/>
                    <a:latin typeface="Arial" panose="020B0604020202090204" pitchFamily="34" charset="0"/>
                    <a:ea typeface="宋体" pitchFamily="2" charset="-122"/>
                    <a:cs typeface="+mn-cs"/>
                  </a:endParaRPr>
                </a:p>
              </p:txBody>
            </p:sp>
          </p:grpSp>
        </p:grpSp>
      </p:grpSp>
      <p:sp>
        <p:nvSpPr>
          <p:cNvPr id="123" name="Text Box 2"/>
          <p:cNvSpPr txBox="1"/>
          <p:nvPr/>
        </p:nvSpPr>
        <p:spPr>
          <a:xfrm>
            <a:off x="1416050" y="4724400"/>
            <a:ext cx="3671888" cy="1384300"/>
          </a:xfrm>
          <a:prstGeom prst="rect">
            <a:avLst/>
          </a:prstGeom>
          <a:noFill/>
          <a:ln w="57150">
            <a:noFill/>
          </a:ln>
        </p:spPr>
        <p:txBody>
          <a:bodyPr>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a:lnSpc>
                <a:spcPct val="100000"/>
              </a:lnSpc>
              <a:spcBef>
                <a:spcPct val="0"/>
              </a:spcBef>
              <a:buSzPct val="80000"/>
              <a:buNone/>
            </a:pPr>
            <a:r>
              <a:rPr lang="zh-CN" altLang="en-US" sz="2800" dirty="0">
                <a:latin typeface="黑体" panose="02010609060101010101" pitchFamily="49" charset="-122"/>
              </a:rPr>
              <a:t>传递数组的首地址，实参与形参数组占同一段内存单元</a:t>
            </a:r>
            <a:endParaRPr lang="zh-CN" altLang="en-US" sz="2800" dirty="0">
              <a:latin typeface="黑体" panose="02010609060101010101" pitchFamily="49" charset="-122"/>
            </a:endParaRPr>
          </a:p>
        </p:txBody>
      </p:sp>
      <p:pic>
        <p:nvPicPr>
          <p:cNvPr id="32776" name="ImgPreview" descr="文件名: PE02408_.wmf&#10;关键字: buildings, 人物, 任务 ...&#10;文件大小: 5 KB"/>
          <p:cNvPicPr>
            <a:picLocks noChangeAspect="1"/>
          </p:cNvPicPr>
          <p:nvPr/>
        </p:nvPicPr>
        <p:blipFill>
          <a:blip r:embed="rId3">
            <a:clrChange>
              <a:clrFrom>
                <a:srgbClr val="FFFFFF"/>
              </a:clrFrom>
              <a:clrTo>
                <a:srgbClr val="FFFFFF">
                  <a:alpha val="0"/>
                </a:srgbClr>
              </a:clrTo>
            </a:clrChange>
          </a:blip>
          <a:stretch>
            <a:fillRect/>
          </a:stretch>
        </p:blipFill>
        <p:spPr>
          <a:xfrm>
            <a:off x="9912350" y="5373688"/>
            <a:ext cx="774700" cy="714375"/>
          </a:xfrm>
          <a:prstGeom prst="rect">
            <a:avLst/>
          </a:prstGeom>
          <a:noFill/>
          <a:ln w="9525">
            <a:noFill/>
          </a:ln>
        </p:spPr>
      </p:pic>
      <p:sp>
        <p:nvSpPr>
          <p:cNvPr id="32777" name="Rectangle 2"/>
          <p:cNvSpPr>
            <a:spLocks noGrp="1"/>
          </p:cNvSpPr>
          <p:nvPr>
            <p:ph type="title" idx="4294967295"/>
          </p:nvPr>
        </p:nvSpPr>
        <p:spPr>
          <a:xfrm>
            <a:off x="1638300" y="115888"/>
            <a:ext cx="8915400" cy="1143000"/>
          </a:xfrm>
        </p:spPr>
        <p:txBody>
          <a:bodyPr vert="horz" wrap="square" lIns="91440" tIns="45720" rIns="91440" bIns="45720" anchor="ctr" anchorCtr="0"/>
          <a:lstStyle/>
          <a:p>
            <a:r>
              <a:rPr lang="en-US" altLang="zh-CN" dirty="0"/>
              <a:t>3.1.3 </a:t>
            </a:r>
            <a:r>
              <a:rPr lang="zh-CN" altLang="en-US" dirty="0"/>
              <a:t>向函数传递一维数组</a:t>
            </a:r>
            <a:endParaRPr lang="zh-CN" altLang="en-US" dirty="0"/>
          </a:p>
        </p:txBody>
      </p:sp>
      <p:sp>
        <p:nvSpPr>
          <p:cNvPr id="124" name="Text Box 167"/>
          <p:cNvSpPr txBox="1"/>
          <p:nvPr/>
        </p:nvSpPr>
        <p:spPr>
          <a:xfrm>
            <a:off x="6096000" y="3500438"/>
            <a:ext cx="3816350" cy="1017587"/>
          </a:xfrm>
          <a:prstGeom prst="rect">
            <a:avLst/>
          </a:prstGeom>
          <a:noFill/>
          <a:ln w="9525">
            <a:noFill/>
          </a:ln>
        </p:spPr>
        <p:txBody>
          <a:bodyPr>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ts val="590"/>
              </a:spcBef>
              <a:spcAft>
                <a:spcPts val="590"/>
              </a:spcAft>
              <a:buSzPct val="80000"/>
              <a:buNone/>
            </a:pPr>
            <a:r>
              <a:rPr lang="zh-CN" altLang="en-US" sz="2800" dirty="0">
                <a:latin typeface="黑体" panose="02010609060101010101" pitchFamily="49" charset="-122"/>
              </a:rPr>
              <a:t>普通变量作函数参数</a:t>
            </a:r>
            <a:endParaRPr lang="en-US" altLang="zh-CN" sz="2800" dirty="0">
              <a:latin typeface="黑体" panose="02010609060101010101" pitchFamily="49" charset="-122"/>
            </a:endParaRPr>
          </a:p>
          <a:p>
            <a:pPr marL="0" lvl="0" indent="0" eaLnBrk="1" hangingPunct="1">
              <a:lnSpc>
                <a:spcPct val="90000"/>
              </a:lnSpc>
              <a:spcBef>
                <a:spcPts val="590"/>
              </a:spcBef>
              <a:spcAft>
                <a:spcPts val="590"/>
              </a:spcAft>
              <a:buSzPct val="80000"/>
              <a:buNone/>
            </a:pPr>
            <a:r>
              <a:rPr lang="en-US" altLang="zh-CN" sz="2800" dirty="0">
                <a:latin typeface="黑体" panose="02010609060101010101" pitchFamily="49" charset="-122"/>
              </a:rPr>
              <a:t>——</a:t>
            </a:r>
            <a:r>
              <a:rPr lang="zh-CN" altLang="en-US" sz="2800" dirty="0">
                <a:latin typeface="黑体" panose="02010609060101010101" pitchFamily="49" charset="-122"/>
              </a:rPr>
              <a:t>按值调用</a:t>
            </a:r>
            <a:endParaRPr lang="zh-CN" altLang="en-US" sz="2800" dirty="0">
              <a:latin typeface="黑体" panose="02010609060101010101" pitchFamily="49" charset="-122"/>
            </a:endParaRPr>
          </a:p>
        </p:txBody>
      </p:sp>
      <p:sp>
        <p:nvSpPr>
          <p:cNvPr id="126" name="Text Box 2"/>
          <p:cNvSpPr txBox="1"/>
          <p:nvPr/>
        </p:nvSpPr>
        <p:spPr>
          <a:xfrm>
            <a:off x="6096000" y="4724400"/>
            <a:ext cx="3671888" cy="1384300"/>
          </a:xfrm>
          <a:prstGeom prst="rect">
            <a:avLst/>
          </a:prstGeom>
          <a:noFill/>
          <a:ln w="57150">
            <a:noFill/>
          </a:ln>
        </p:spPr>
        <p:txBody>
          <a:bodyPr>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a:lnSpc>
                <a:spcPct val="100000"/>
              </a:lnSpc>
              <a:spcBef>
                <a:spcPct val="0"/>
              </a:spcBef>
              <a:buSzPct val="80000"/>
              <a:buNone/>
            </a:pPr>
            <a:r>
              <a:rPr lang="zh-CN" altLang="en-US" sz="2800" dirty="0">
                <a:latin typeface="黑体" panose="02010609060101010101" pitchFamily="49" charset="-122"/>
              </a:rPr>
              <a:t>传递变量值的副本，实参与形参变量占不同的内存单元</a:t>
            </a:r>
            <a:endParaRPr lang="zh-CN" altLang="en-US" sz="2800" dirty="0">
              <a:latin typeface="黑体" panose="02010609060101010101" pitchFamily="49" charset="-122"/>
            </a:endParaRPr>
          </a:p>
        </p:txBody>
      </p:sp>
      <p:grpSp>
        <p:nvGrpSpPr>
          <p:cNvPr id="12" name="Group 28"/>
          <p:cNvGrpSpPr/>
          <p:nvPr/>
        </p:nvGrpSpPr>
        <p:grpSpPr>
          <a:xfrm>
            <a:off x="7951788" y="1700213"/>
            <a:ext cx="1816100" cy="1447800"/>
            <a:chOff x="3552" y="768"/>
            <a:chExt cx="1296" cy="1056"/>
          </a:xfrm>
        </p:grpSpPr>
        <p:sp>
          <p:nvSpPr>
            <p:cNvPr id="128" name="AutoShape 29"/>
            <p:cNvSpPr>
              <a:spLocks noChangeArrowheads="1"/>
            </p:cNvSpPr>
            <p:nvPr/>
          </p:nvSpPr>
          <p:spPr bwMode="auto">
            <a:xfrm>
              <a:off x="3552" y="768"/>
              <a:ext cx="1296" cy="1056"/>
            </a:xfrm>
            <a:prstGeom prst="cube">
              <a:avLst>
                <a:gd name="adj" fmla="val 25000"/>
              </a:avLst>
            </a:prstGeom>
            <a:solidFill>
              <a:schemeClr val="folHlink"/>
            </a:solidFill>
            <a:ln w="9525">
              <a:solidFill>
                <a:schemeClr val="tx1"/>
              </a:solidFill>
              <a:miter lim="800000"/>
            </a:ln>
            <a:effectLst/>
          </p:spPr>
          <p:txBody>
            <a:bodyPr wrap="none" anchor="ctr"/>
            <a:lstStyle/>
            <a:p>
              <a:pPr marL="0" marR="0" lvl="0" indent="0" algn="l" defTabSz="914400" rtl="0" eaLnBrk="0" fontAlgn="base" latinLnBrk="0" hangingPunct="0">
                <a:lnSpc>
                  <a:spcPct val="90000"/>
                </a:lnSpc>
                <a:spcBef>
                  <a:spcPts val="590"/>
                </a:spcBef>
                <a:spcAft>
                  <a:spcPts val="590"/>
                </a:spcAft>
                <a:buClr>
                  <a:schemeClr val="tx2"/>
                </a:buClr>
                <a:buSzPct val="80000"/>
                <a:buFont typeface="Wingdings" panose="05000000000000000000" pitchFamily="2" charset="2"/>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000000">
                      <a:alpha val="43137"/>
                    </a:srgbClr>
                  </a:outerShdw>
                </a:effectLst>
                <a:uLnTx/>
                <a:uFillTx/>
                <a:latin typeface="Arial" panose="020B0604020202090204" pitchFamily="34" charset="0"/>
                <a:ea typeface="宋体" pitchFamily="2" charset="-122"/>
                <a:cs typeface="+mn-cs"/>
              </a:endParaRPr>
            </a:p>
          </p:txBody>
        </p:sp>
        <p:grpSp>
          <p:nvGrpSpPr>
            <p:cNvPr id="32813" name="Group 30"/>
            <p:cNvGrpSpPr/>
            <p:nvPr/>
          </p:nvGrpSpPr>
          <p:grpSpPr>
            <a:xfrm>
              <a:off x="3840" y="1248"/>
              <a:ext cx="432" cy="576"/>
              <a:chOff x="4296" y="2545"/>
              <a:chExt cx="457" cy="672"/>
            </a:xfrm>
          </p:grpSpPr>
          <p:grpSp>
            <p:nvGrpSpPr>
              <p:cNvPr id="32814" name="Group 31"/>
              <p:cNvGrpSpPr/>
              <p:nvPr/>
            </p:nvGrpSpPr>
            <p:grpSpPr>
              <a:xfrm>
                <a:off x="4296" y="2545"/>
                <a:ext cx="457" cy="672"/>
                <a:chOff x="4320" y="2496"/>
                <a:chExt cx="457" cy="672"/>
              </a:xfrm>
            </p:grpSpPr>
            <p:sp>
              <p:nvSpPr>
                <p:cNvPr id="148" name="Rectangle 32"/>
                <p:cNvSpPr>
                  <a:spLocks noChangeArrowheads="1"/>
                </p:cNvSpPr>
                <p:nvPr/>
              </p:nvSpPr>
              <p:spPr bwMode="auto">
                <a:xfrm>
                  <a:off x="4320" y="2498"/>
                  <a:ext cx="461" cy="670"/>
                </a:xfrm>
                <a:prstGeom prst="rect">
                  <a:avLst/>
                </a:prstGeom>
                <a:solidFill>
                  <a:srgbClr val="E0E0E0"/>
                </a:solidFill>
                <a:ln w="9525">
                  <a:noFill/>
                  <a:miter lim="800000"/>
                </a:ln>
              </p:spPr>
              <p:txBody>
                <a:bodyPr/>
                <a:lstStyle/>
                <a:p>
                  <a:pPr marL="0" marR="0" lvl="0" indent="0" algn="l" defTabSz="914400" rtl="0" eaLnBrk="0" fontAlgn="base" latinLnBrk="0" hangingPunct="0">
                    <a:lnSpc>
                      <a:spcPct val="90000"/>
                    </a:lnSpc>
                    <a:spcBef>
                      <a:spcPts val="590"/>
                    </a:spcBef>
                    <a:spcAft>
                      <a:spcPts val="590"/>
                    </a:spcAft>
                    <a:buClr>
                      <a:schemeClr val="tx2"/>
                    </a:buClr>
                    <a:buSzPct val="80000"/>
                    <a:buFont typeface="Wingdings" panose="05000000000000000000" pitchFamily="2" charset="2"/>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000000">
                          <a:alpha val="43137"/>
                        </a:srgbClr>
                      </a:outerShdw>
                    </a:effectLst>
                    <a:uLnTx/>
                    <a:uFillTx/>
                    <a:latin typeface="Arial" panose="020B0604020202090204" pitchFamily="34" charset="0"/>
                    <a:ea typeface="宋体" pitchFamily="2" charset="-122"/>
                    <a:cs typeface="+mn-cs"/>
                  </a:endParaRPr>
                </a:p>
              </p:txBody>
            </p:sp>
            <p:sp>
              <p:nvSpPr>
                <p:cNvPr id="149" name="Rectangle 33"/>
                <p:cNvSpPr>
                  <a:spLocks noChangeArrowheads="1"/>
                </p:cNvSpPr>
                <p:nvPr/>
              </p:nvSpPr>
              <p:spPr bwMode="auto">
                <a:xfrm>
                  <a:off x="4353" y="2537"/>
                  <a:ext cx="379" cy="619"/>
                </a:xfrm>
                <a:prstGeom prst="rect">
                  <a:avLst/>
                </a:prstGeom>
                <a:solidFill>
                  <a:srgbClr val="000000"/>
                </a:solidFill>
                <a:ln w="9525">
                  <a:noFill/>
                  <a:miter lim="800000"/>
                </a:ln>
              </p:spPr>
              <p:txBody>
                <a:bodyPr/>
                <a:lstStyle/>
                <a:p>
                  <a:pPr marL="0" marR="0" lvl="0" indent="0" algn="l" defTabSz="914400" rtl="0" eaLnBrk="0" fontAlgn="base" latinLnBrk="0" hangingPunct="0">
                    <a:lnSpc>
                      <a:spcPct val="90000"/>
                    </a:lnSpc>
                    <a:spcBef>
                      <a:spcPts val="590"/>
                    </a:spcBef>
                    <a:spcAft>
                      <a:spcPts val="590"/>
                    </a:spcAft>
                    <a:buClr>
                      <a:schemeClr val="tx2"/>
                    </a:buClr>
                    <a:buSzPct val="80000"/>
                    <a:buFont typeface="Wingdings" panose="05000000000000000000" pitchFamily="2" charset="2"/>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000000">
                          <a:alpha val="43137"/>
                        </a:srgbClr>
                      </a:outerShdw>
                    </a:effectLst>
                    <a:uLnTx/>
                    <a:uFillTx/>
                    <a:latin typeface="Arial" panose="020B0604020202090204" pitchFamily="34" charset="0"/>
                    <a:ea typeface="宋体" pitchFamily="2" charset="-122"/>
                    <a:cs typeface="+mn-cs"/>
                  </a:endParaRPr>
                </a:p>
              </p:txBody>
            </p:sp>
            <p:sp>
              <p:nvSpPr>
                <p:cNvPr id="150" name="Freeform 34"/>
                <p:cNvSpPr/>
                <p:nvPr/>
              </p:nvSpPr>
              <p:spPr bwMode="auto">
                <a:xfrm>
                  <a:off x="4331" y="2507"/>
                  <a:ext cx="41" cy="647"/>
                </a:xfrm>
                <a:custGeom>
                  <a:avLst/>
                  <a:gdLst/>
                  <a:ahLst/>
                  <a:cxnLst>
                    <a:cxn ang="0">
                      <a:pos x="0" y="0"/>
                    </a:cxn>
                    <a:cxn ang="0">
                      <a:pos x="149" y="149"/>
                    </a:cxn>
                    <a:cxn ang="0">
                      <a:pos x="149" y="2589"/>
                    </a:cxn>
                    <a:cxn ang="0">
                      <a:pos x="0" y="2589"/>
                    </a:cxn>
                    <a:cxn ang="0">
                      <a:pos x="0" y="0"/>
                    </a:cxn>
                  </a:cxnLst>
                  <a:rect l="0" t="0" r="r" b="b"/>
                  <a:pathLst>
                    <a:path w="149" h="2589">
                      <a:moveTo>
                        <a:pt x="0" y="0"/>
                      </a:moveTo>
                      <a:lnTo>
                        <a:pt x="149" y="149"/>
                      </a:lnTo>
                      <a:lnTo>
                        <a:pt x="149" y="2589"/>
                      </a:lnTo>
                      <a:lnTo>
                        <a:pt x="0" y="2589"/>
                      </a:lnTo>
                      <a:lnTo>
                        <a:pt x="0" y="0"/>
                      </a:lnTo>
                      <a:close/>
                    </a:path>
                  </a:pathLst>
                </a:custGeom>
                <a:solidFill>
                  <a:srgbClr val="A0A0A0"/>
                </a:solidFill>
                <a:ln w="9525">
                  <a:noFill/>
                  <a:round/>
                </a:ln>
              </p:spPr>
              <p:txBody>
                <a:bodyPr/>
                <a:lstStyle/>
                <a:p>
                  <a:pPr marL="0" marR="0" lvl="0" indent="0" algn="l" defTabSz="914400" rtl="0" eaLnBrk="0" fontAlgn="base" latinLnBrk="0" hangingPunct="0">
                    <a:lnSpc>
                      <a:spcPct val="90000"/>
                    </a:lnSpc>
                    <a:spcBef>
                      <a:spcPts val="590"/>
                    </a:spcBef>
                    <a:spcAft>
                      <a:spcPts val="590"/>
                    </a:spcAft>
                    <a:buClr>
                      <a:schemeClr val="tx2"/>
                    </a:buClr>
                    <a:buSzPct val="80000"/>
                    <a:buFont typeface="Wingdings" panose="05000000000000000000" pitchFamily="2" charset="2"/>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000000">
                          <a:alpha val="43137"/>
                        </a:srgbClr>
                      </a:outerShdw>
                    </a:effectLst>
                    <a:uLnTx/>
                    <a:uFillTx/>
                    <a:latin typeface="Arial" panose="020B0604020202090204" pitchFamily="34" charset="0"/>
                    <a:ea typeface="宋体" pitchFamily="2" charset="-122"/>
                    <a:cs typeface="+mn-cs"/>
                  </a:endParaRPr>
                </a:p>
              </p:txBody>
            </p:sp>
            <p:sp>
              <p:nvSpPr>
                <p:cNvPr id="151" name="Freeform 35"/>
                <p:cNvSpPr/>
                <p:nvPr/>
              </p:nvSpPr>
              <p:spPr bwMode="auto">
                <a:xfrm>
                  <a:off x="4331" y="2506"/>
                  <a:ext cx="443" cy="39"/>
                </a:xfrm>
                <a:custGeom>
                  <a:avLst/>
                  <a:gdLst/>
                  <a:ahLst/>
                  <a:cxnLst>
                    <a:cxn ang="0">
                      <a:pos x="0" y="2"/>
                    </a:cxn>
                    <a:cxn ang="0">
                      <a:pos x="1752" y="0"/>
                    </a:cxn>
                    <a:cxn ang="0">
                      <a:pos x="1586" y="150"/>
                    </a:cxn>
                    <a:cxn ang="0">
                      <a:pos x="140" y="150"/>
                    </a:cxn>
                    <a:cxn ang="0">
                      <a:pos x="0" y="2"/>
                    </a:cxn>
                  </a:cxnLst>
                  <a:rect l="0" t="0" r="r" b="b"/>
                  <a:pathLst>
                    <a:path w="1752" h="150">
                      <a:moveTo>
                        <a:pt x="0" y="2"/>
                      </a:moveTo>
                      <a:lnTo>
                        <a:pt x="1752" y="0"/>
                      </a:lnTo>
                      <a:lnTo>
                        <a:pt x="1586" y="150"/>
                      </a:lnTo>
                      <a:lnTo>
                        <a:pt x="140" y="150"/>
                      </a:lnTo>
                      <a:lnTo>
                        <a:pt x="0" y="2"/>
                      </a:lnTo>
                      <a:close/>
                    </a:path>
                  </a:pathLst>
                </a:custGeom>
                <a:solidFill>
                  <a:srgbClr val="606060"/>
                </a:solidFill>
                <a:ln w="9525">
                  <a:noFill/>
                  <a:round/>
                </a:ln>
              </p:spPr>
              <p:txBody>
                <a:bodyPr/>
                <a:lstStyle/>
                <a:p>
                  <a:pPr marL="0" marR="0" lvl="0" indent="0" algn="l" defTabSz="914400" rtl="0" eaLnBrk="0" fontAlgn="base" latinLnBrk="0" hangingPunct="0">
                    <a:lnSpc>
                      <a:spcPct val="90000"/>
                    </a:lnSpc>
                    <a:spcBef>
                      <a:spcPts val="590"/>
                    </a:spcBef>
                    <a:spcAft>
                      <a:spcPts val="590"/>
                    </a:spcAft>
                    <a:buClr>
                      <a:schemeClr val="tx2"/>
                    </a:buClr>
                    <a:buSzPct val="80000"/>
                    <a:buFont typeface="Wingdings" panose="05000000000000000000" pitchFamily="2" charset="2"/>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000000">
                          <a:alpha val="43137"/>
                        </a:srgbClr>
                      </a:outerShdw>
                    </a:effectLst>
                    <a:uLnTx/>
                    <a:uFillTx/>
                    <a:latin typeface="Arial" panose="020B0604020202090204" pitchFamily="34" charset="0"/>
                    <a:ea typeface="宋体" pitchFamily="2" charset="-122"/>
                    <a:cs typeface="+mn-cs"/>
                  </a:endParaRPr>
                </a:p>
              </p:txBody>
            </p:sp>
            <p:sp>
              <p:nvSpPr>
                <p:cNvPr id="152" name="Freeform 36"/>
                <p:cNvSpPr/>
                <p:nvPr/>
              </p:nvSpPr>
              <p:spPr bwMode="auto">
                <a:xfrm>
                  <a:off x="4727" y="2507"/>
                  <a:ext cx="41" cy="647"/>
                </a:xfrm>
                <a:custGeom>
                  <a:avLst/>
                  <a:gdLst/>
                  <a:ahLst/>
                  <a:cxnLst>
                    <a:cxn ang="0">
                      <a:pos x="0" y="148"/>
                    </a:cxn>
                    <a:cxn ang="0">
                      <a:pos x="158" y="0"/>
                    </a:cxn>
                    <a:cxn ang="0">
                      <a:pos x="157" y="2588"/>
                    </a:cxn>
                    <a:cxn ang="0">
                      <a:pos x="0" y="2588"/>
                    </a:cxn>
                    <a:cxn ang="0">
                      <a:pos x="0" y="148"/>
                    </a:cxn>
                  </a:cxnLst>
                  <a:rect l="0" t="0" r="r" b="b"/>
                  <a:pathLst>
                    <a:path w="158" h="2588">
                      <a:moveTo>
                        <a:pt x="0" y="148"/>
                      </a:moveTo>
                      <a:lnTo>
                        <a:pt x="158" y="0"/>
                      </a:lnTo>
                      <a:lnTo>
                        <a:pt x="157" y="2588"/>
                      </a:lnTo>
                      <a:lnTo>
                        <a:pt x="0" y="2588"/>
                      </a:lnTo>
                      <a:lnTo>
                        <a:pt x="0" y="148"/>
                      </a:lnTo>
                      <a:close/>
                    </a:path>
                  </a:pathLst>
                </a:custGeom>
                <a:solidFill>
                  <a:srgbClr val="A0A0A0"/>
                </a:solidFill>
                <a:ln w="9525">
                  <a:noFill/>
                  <a:round/>
                </a:ln>
              </p:spPr>
              <p:txBody>
                <a:bodyPr/>
                <a:lstStyle/>
                <a:p>
                  <a:pPr marL="0" marR="0" lvl="0" indent="0" algn="l" defTabSz="914400" rtl="0" eaLnBrk="0" fontAlgn="base" latinLnBrk="0" hangingPunct="0">
                    <a:lnSpc>
                      <a:spcPct val="90000"/>
                    </a:lnSpc>
                    <a:spcBef>
                      <a:spcPts val="590"/>
                    </a:spcBef>
                    <a:spcAft>
                      <a:spcPts val="590"/>
                    </a:spcAft>
                    <a:buClr>
                      <a:schemeClr val="tx2"/>
                    </a:buClr>
                    <a:buSzPct val="80000"/>
                    <a:buFont typeface="Wingdings" panose="05000000000000000000" pitchFamily="2" charset="2"/>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000000">
                          <a:alpha val="43137"/>
                        </a:srgbClr>
                      </a:outerShdw>
                    </a:effectLst>
                    <a:uLnTx/>
                    <a:uFillTx/>
                    <a:latin typeface="Arial" panose="020B0604020202090204" pitchFamily="34" charset="0"/>
                    <a:ea typeface="宋体" pitchFamily="2" charset="-122"/>
                    <a:cs typeface="+mn-cs"/>
                  </a:endParaRPr>
                </a:p>
              </p:txBody>
            </p:sp>
          </p:grpSp>
          <p:sp>
            <p:nvSpPr>
              <p:cNvPr id="131" name="Freeform 37"/>
              <p:cNvSpPr/>
              <p:nvPr/>
            </p:nvSpPr>
            <p:spPr bwMode="auto">
              <a:xfrm>
                <a:off x="4369" y="2594"/>
                <a:ext cx="339" cy="604"/>
              </a:xfrm>
              <a:custGeom>
                <a:avLst/>
                <a:gdLst/>
                <a:ahLst/>
                <a:cxnLst>
                  <a:cxn ang="0">
                    <a:pos x="0" y="2"/>
                  </a:cxn>
                  <a:cxn ang="0">
                    <a:pos x="0" y="606"/>
                  </a:cxn>
                  <a:cxn ang="0">
                    <a:pos x="335" y="606"/>
                  </a:cxn>
                  <a:cxn ang="0">
                    <a:pos x="335" y="0"/>
                  </a:cxn>
                  <a:cxn ang="0">
                    <a:pos x="0" y="2"/>
                  </a:cxn>
                </a:cxnLst>
                <a:rect l="0" t="0" r="r" b="b"/>
                <a:pathLst>
                  <a:path w="335" h="606">
                    <a:moveTo>
                      <a:pt x="0" y="2"/>
                    </a:moveTo>
                    <a:lnTo>
                      <a:pt x="0" y="606"/>
                    </a:lnTo>
                    <a:lnTo>
                      <a:pt x="335" y="606"/>
                    </a:lnTo>
                    <a:lnTo>
                      <a:pt x="335" y="0"/>
                    </a:lnTo>
                    <a:lnTo>
                      <a:pt x="0" y="2"/>
                    </a:lnTo>
                    <a:close/>
                  </a:path>
                </a:pathLst>
              </a:custGeom>
              <a:solidFill>
                <a:srgbClr val="C0C0C0"/>
              </a:solidFill>
              <a:ln w="3175">
                <a:solidFill>
                  <a:srgbClr val="000000"/>
                </a:solidFill>
                <a:prstDash val="solid"/>
                <a:round/>
              </a:ln>
            </p:spPr>
            <p:txBody>
              <a:bodyPr/>
              <a:lstStyle/>
              <a:p>
                <a:pPr marL="0" marR="0" lvl="0" indent="0" algn="l" defTabSz="914400" rtl="0" eaLnBrk="0" fontAlgn="base" latinLnBrk="0" hangingPunct="0">
                  <a:lnSpc>
                    <a:spcPct val="90000"/>
                  </a:lnSpc>
                  <a:spcBef>
                    <a:spcPts val="590"/>
                  </a:spcBef>
                  <a:spcAft>
                    <a:spcPts val="590"/>
                  </a:spcAft>
                  <a:buClr>
                    <a:schemeClr val="tx2"/>
                  </a:buClr>
                  <a:buSzPct val="80000"/>
                  <a:buFont typeface="Wingdings" panose="05000000000000000000" pitchFamily="2" charset="2"/>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000000">
                        <a:alpha val="43137"/>
                      </a:srgbClr>
                    </a:outerShdw>
                  </a:effectLst>
                  <a:uLnTx/>
                  <a:uFillTx/>
                  <a:latin typeface="Arial" panose="020B0604020202090204" pitchFamily="34" charset="0"/>
                  <a:ea typeface="宋体" pitchFamily="2" charset="-122"/>
                  <a:cs typeface="+mn-cs"/>
                </a:endParaRPr>
              </a:p>
            </p:txBody>
          </p:sp>
          <p:sp>
            <p:nvSpPr>
              <p:cNvPr id="132" name="Freeform 38"/>
              <p:cNvSpPr/>
              <p:nvPr/>
            </p:nvSpPr>
            <p:spPr bwMode="auto">
              <a:xfrm>
                <a:off x="4434" y="2655"/>
                <a:ext cx="213" cy="227"/>
              </a:xfrm>
              <a:custGeom>
                <a:avLst/>
                <a:gdLst/>
                <a:ahLst/>
                <a:cxnLst>
                  <a:cxn ang="0">
                    <a:pos x="0" y="2"/>
                  </a:cxn>
                  <a:cxn ang="0">
                    <a:pos x="211" y="0"/>
                  </a:cxn>
                  <a:cxn ang="0">
                    <a:pos x="211" y="228"/>
                  </a:cxn>
                  <a:cxn ang="0">
                    <a:pos x="0" y="222"/>
                  </a:cxn>
                  <a:cxn ang="0">
                    <a:pos x="0" y="2"/>
                  </a:cxn>
                </a:cxnLst>
                <a:rect l="0" t="0" r="r" b="b"/>
                <a:pathLst>
                  <a:path w="211" h="228">
                    <a:moveTo>
                      <a:pt x="0" y="2"/>
                    </a:moveTo>
                    <a:lnTo>
                      <a:pt x="211" y="0"/>
                    </a:lnTo>
                    <a:lnTo>
                      <a:pt x="211" y="228"/>
                    </a:lnTo>
                    <a:lnTo>
                      <a:pt x="0" y="222"/>
                    </a:lnTo>
                    <a:lnTo>
                      <a:pt x="0" y="2"/>
                    </a:lnTo>
                    <a:close/>
                  </a:path>
                </a:pathLst>
              </a:custGeom>
              <a:solidFill>
                <a:srgbClr val="E0E0E0"/>
              </a:solidFill>
              <a:ln w="9525">
                <a:noFill/>
                <a:round/>
              </a:ln>
            </p:spPr>
            <p:txBody>
              <a:bodyPr/>
              <a:lstStyle/>
              <a:p>
                <a:pPr marL="0" marR="0" lvl="0" indent="0" algn="l" defTabSz="914400" rtl="0" eaLnBrk="0" fontAlgn="base" latinLnBrk="0" hangingPunct="0">
                  <a:lnSpc>
                    <a:spcPct val="90000"/>
                  </a:lnSpc>
                  <a:spcBef>
                    <a:spcPts val="590"/>
                  </a:spcBef>
                  <a:spcAft>
                    <a:spcPts val="590"/>
                  </a:spcAft>
                  <a:buClr>
                    <a:schemeClr val="tx2"/>
                  </a:buClr>
                  <a:buSzPct val="80000"/>
                  <a:buFont typeface="Wingdings" panose="05000000000000000000" pitchFamily="2" charset="2"/>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000000">
                        <a:alpha val="43137"/>
                      </a:srgbClr>
                    </a:outerShdw>
                  </a:effectLst>
                  <a:uLnTx/>
                  <a:uFillTx/>
                  <a:latin typeface="Arial" panose="020B0604020202090204" pitchFamily="34" charset="0"/>
                  <a:ea typeface="宋体" pitchFamily="2" charset="-122"/>
                  <a:cs typeface="+mn-cs"/>
                </a:endParaRPr>
              </a:p>
            </p:txBody>
          </p:sp>
          <p:sp>
            <p:nvSpPr>
              <p:cNvPr id="133" name="Freeform 39"/>
              <p:cNvSpPr/>
              <p:nvPr/>
            </p:nvSpPr>
            <p:spPr bwMode="auto">
              <a:xfrm>
                <a:off x="4434" y="2659"/>
                <a:ext cx="201" cy="204"/>
              </a:xfrm>
              <a:custGeom>
                <a:avLst/>
                <a:gdLst/>
                <a:ahLst/>
                <a:cxnLst>
                  <a:cxn ang="0">
                    <a:pos x="0" y="0"/>
                  </a:cxn>
                  <a:cxn ang="0">
                    <a:pos x="216" y="1"/>
                  </a:cxn>
                  <a:cxn ang="0">
                    <a:pos x="216" y="205"/>
                  </a:cxn>
                  <a:cxn ang="0">
                    <a:pos x="0" y="203"/>
                  </a:cxn>
                  <a:cxn ang="0">
                    <a:pos x="0" y="0"/>
                  </a:cxn>
                </a:cxnLst>
                <a:rect l="0" t="0" r="r" b="b"/>
                <a:pathLst>
                  <a:path w="216" h="205">
                    <a:moveTo>
                      <a:pt x="0" y="0"/>
                    </a:moveTo>
                    <a:lnTo>
                      <a:pt x="216" y="1"/>
                    </a:lnTo>
                    <a:lnTo>
                      <a:pt x="216" y="205"/>
                    </a:lnTo>
                    <a:lnTo>
                      <a:pt x="0" y="203"/>
                    </a:lnTo>
                    <a:lnTo>
                      <a:pt x="0" y="0"/>
                    </a:lnTo>
                    <a:close/>
                  </a:path>
                </a:pathLst>
              </a:custGeom>
              <a:solidFill>
                <a:srgbClr val="BDBDBD"/>
              </a:solidFill>
              <a:ln w="9525">
                <a:solidFill>
                  <a:schemeClr val="bg1"/>
                </a:solidFill>
                <a:round/>
              </a:ln>
            </p:spPr>
            <p:txBody>
              <a:bodyPr/>
              <a:lstStyle/>
              <a:p>
                <a:pPr marL="0" marR="0" lvl="0" indent="0" algn="l" defTabSz="914400" rtl="0" eaLnBrk="0" fontAlgn="base" latinLnBrk="0" hangingPunct="0">
                  <a:lnSpc>
                    <a:spcPct val="90000"/>
                  </a:lnSpc>
                  <a:spcBef>
                    <a:spcPts val="590"/>
                  </a:spcBef>
                  <a:spcAft>
                    <a:spcPts val="590"/>
                  </a:spcAft>
                  <a:buClr>
                    <a:schemeClr val="tx2"/>
                  </a:buClr>
                  <a:buSzPct val="80000"/>
                  <a:buFont typeface="Wingdings" panose="05000000000000000000" pitchFamily="2" charset="2"/>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000000">
                        <a:alpha val="43137"/>
                      </a:srgbClr>
                    </a:outerShdw>
                  </a:effectLst>
                  <a:uLnTx/>
                  <a:uFillTx/>
                  <a:latin typeface="Arial" panose="020B0604020202090204" pitchFamily="34" charset="0"/>
                  <a:ea typeface="宋体" pitchFamily="2" charset="-122"/>
                  <a:cs typeface="+mn-cs"/>
                </a:endParaRPr>
              </a:p>
            </p:txBody>
          </p:sp>
          <p:sp>
            <p:nvSpPr>
              <p:cNvPr id="134" name="Freeform 40"/>
              <p:cNvSpPr/>
              <p:nvPr/>
            </p:nvSpPr>
            <p:spPr bwMode="auto">
              <a:xfrm>
                <a:off x="4420" y="2655"/>
                <a:ext cx="11" cy="223"/>
              </a:xfrm>
              <a:custGeom>
                <a:avLst/>
                <a:gdLst/>
                <a:ahLst/>
                <a:cxnLst>
                  <a:cxn ang="0">
                    <a:pos x="0" y="0"/>
                  </a:cxn>
                  <a:cxn ang="0">
                    <a:pos x="41" y="16"/>
                  </a:cxn>
                  <a:cxn ang="0">
                    <a:pos x="41" y="888"/>
                  </a:cxn>
                  <a:cxn ang="0">
                    <a:pos x="0" y="888"/>
                  </a:cxn>
                  <a:cxn ang="0">
                    <a:pos x="0" y="0"/>
                  </a:cxn>
                </a:cxnLst>
                <a:rect l="0" t="0" r="r" b="b"/>
                <a:pathLst>
                  <a:path w="41" h="888">
                    <a:moveTo>
                      <a:pt x="0" y="0"/>
                    </a:moveTo>
                    <a:lnTo>
                      <a:pt x="41" y="16"/>
                    </a:lnTo>
                    <a:lnTo>
                      <a:pt x="41" y="888"/>
                    </a:lnTo>
                    <a:lnTo>
                      <a:pt x="0" y="888"/>
                    </a:lnTo>
                    <a:lnTo>
                      <a:pt x="0" y="0"/>
                    </a:lnTo>
                    <a:close/>
                  </a:path>
                </a:pathLst>
              </a:custGeom>
              <a:solidFill>
                <a:srgbClr val="606060"/>
              </a:solidFill>
              <a:ln w="9525">
                <a:noFill/>
                <a:round/>
              </a:ln>
            </p:spPr>
            <p:txBody>
              <a:bodyPr/>
              <a:lstStyle/>
              <a:p>
                <a:pPr marL="0" marR="0" lvl="0" indent="0" algn="l" defTabSz="914400" rtl="0" eaLnBrk="0" fontAlgn="base" latinLnBrk="0" hangingPunct="0">
                  <a:lnSpc>
                    <a:spcPct val="90000"/>
                  </a:lnSpc>
                  <a:spcBef>
                    <a:spcPts val="590"/>
                  </a:spcBef>
                  <a:spcAft>
                    <a:spcPts val="590"/>
                  </a:spcAft>
                  <a:buClr>
                    <a:schemeClr val="tx2"/>
                  </a:buClr>
                  <a:buSzPct val="80000"/>
                  <a:buFont typeface="Wingdings" panose="05000000000000000000" pitchFamily="2" charset="2"/>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000000">
                        <a:alpha val="43137"/>
                      </a:srgbClr>
                    </a:outerShdw>
                  </a:effectLst>
                  <a:uLnTx/>
                  <a:uFillTx/>
                  <a:latin typeface="Arial" panose="020B0604020202090204" pitchFamily="34" charset="0"/>
                  <a:ea typeface="宋体" pitchFamily="2" charset="-122"/>
                  <a:cs typeface="+mn-cs"/>
                </a:endParaRPr>
              </a:p>
            </p:txBody>
          </p:sp>
          <p:sp>
            <p:nvSpPr>
              <p:cNvPr id="135" name="Freeform 41"/>
              <p:cNvSpPr/>
              <p:nvPr/>
            </p:nvSpPr>
            <p:spPr bwMode="auto">
              <a:xfrm>
                <a:off x="4431" y="2917"/>
                <a:ext cx="206" cy="228"/>
              </a:xfrm>
              <a:custGeom>
                <a:avLst/>
                <a:gdLst/>
                <a:ahLst/>
                <a:cxnLst>
                  <a:cxn ang="0">
                    <a:pos x="0" y="0"/>
                  </a:cxn>
                  <a:cxn ang="0">
                    <a:pos x="207" y="0"/>
                  </a:cxn>
                  <a:cxn ang="0">
                    <a:pos x="207" y="228"/>
                  </a:cxn>
                  <a:cxn ang="0">
                    <a:pos x="0" y="226"/>
                  </a:cxn>
                  <a:cxn ang="0">
                    <a:pos x="0" y="0"/>
                  </a:cxn>
                </a:cxnLst>
                <a:rect l="0" t="0" r="r" b="b"/>
                <a:pathLst>
                  <a:path w="207" h="228">
                    <a:moveTo>
                      <a:pt x="0" y="0"/>
                    </a:moveTo>
                    <a:lnTo>
                      <a:pt x="207" y="0"/>
                    </a:lnTo>
                    <a:lnTo>
                      <a:pt x="207" y="228"/>
                    </a:lnTo>
                    <a:lnTo>
                      <a:pt x="0" y="226"/>
                    </a:lnTo>
                    <a:lnTo>
                      <a:pt x="0" y="0"/>
                    </a:lnTo>
                    <a:close/>
                  </a:path>
                </a:pathLst>
              </a:custGeom>
              <a:solidFill>
                <a:srgbClr val="E0E0E0"/>
              </a:solidFill>
              <a:ln w="9525">
                <a:noFill/>
                <a:round/>
              </a:ln>
            </p:spPr>
            <p:txBody>
              <a:bodyPr/>
              <a:lstStyle/>
              <a:p>
                <a:pPr marL="0" marR="0" lvl="0" indent="0" algn="l" defTabSz="914400" rtl="0" eaLnBrk="0" fontAlgn="base" latinLnBrk="0" hangingPunct="0">
                  <a:lnSpc>
                    <a:spcPct val="90000"/>
                  </a:lnSpc>
                  <a:spcBef>
                    <a:spcPts val="590"/>
                  </a:spcBef>
                  <a:spcAft>
                    <a:spcPts val="590"/>
                  </a:spcAft>
                  <a:buClr>
                    <a:schemeClr val="tx2"/>
                  </a:buClr>
                  <a:buSzPct val="80000"/>
                  <a:buFont typeface="Wingdings" panose="05000000000000000000" pitchFamily="2" charset="2"/>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000000">
                        <a:alpha val="43137"/>
                      </a:srgbClr>
                    </a:outerShdw>
                  </a:effectLst>
                  <a:uLnTx/>
                  <a:uFillTx/>
                  <a:latin typeface="Arial" panose="020B0604020202090204" pitchFamily="34" charset="0"/>
                  <a:ea typeface="宋体" pitchFamily="2" charset="-122"/>
                  <a:cs typeface="+mn-cs"/>
                </a:endParaRPr>
              </a:p>
            </p:txBody>
          </p:sp>
          <p:sp>
            <p:nvSpPr>
              <p:cNvPr id="136" name="Freeform 42"/>
              <p:cNvSpPr/>
              <p:nvPr/>
            </p:nvSpPr>
            <p:spPr bwMode="auto">
              <a:xfrm>
                <a:off x="4442" y="2929"/>
                <a:ext cx="180" cy="205"/>
              </a:xfrm>
              <a:custGeom>
                <a:avLst/>
                <a:gdLst/>
                <a:ahLst/>
                <a:cxnLst>
                  <a:cxn ang="0">
                    <a:pos x="0" y="0"/>
                  </a:cxn>
                  <a:cxn ang="0">
                    <a:pos x="180" y="0"/>
                  </a:cxn>
                  <a:cxn ang="0">
                    <a:pos x="180" y="204"/>
                  </a:cxn>
                  <a:cxn ang="0">
                    <a:pos x="0" y="205"/>
                  </a:cxn>
                  <a:cxn ang="0">
                    <a:pos x="0" y="0"/>
                  </a:cxn>
                </a:cxnLst>
                <a:rect l="0" t="0" r="r" b="b"/>
                <a:pathLst>
                  <a:path w="180" h="205">
                    <a:moveTo>
                      <a:pt x="0" y="0"/>
                    </a:moveTo>
                    <a:lnTo>
                      <a:pt x="180" y="0"/>
                    </a:lnTo>
                    <a:lnTo>
                      <a:pt x="180" y="204"/>
                    </a:lnTo>
                    <a:lnTo>
                      <a:pt x="0" y="205"/>
                    </a:lnTo>
                    <a:lnTo>
                      <a:pt x="0" y="0"/>
                    </a:lnTo>
                    <a:close/>
                  </a:path>
                </a:pathLst>
              </a:custGeom>
              <a:solidFill>
                <a:srgbClr val="C0C0C0"/>
              </a:solidFill>
              <a:ln w="9525">
                <a:noFill/>
                <a:round/>
              </a:ln>
            </p:spPr>
            <p:txBody>
              <a:bodyPr/>
              <a:lstStyle/>
              <a:p>
                <a:pPr marL="0" marR="0" lvl="0" indent="0" algn="l" defTabSz="914400" rtl="0" eaLnBrk="0" fontAlgn="base" latinLnBrk="0" hangingPunct="0">
                  <a:lnSpc>
                    <a:spcPct val="90000"/>
                  </a:lnSpc>
                  <a:spcBef>
                    <a:spcPts val="590"/>
                  </a:spcBef>
                  <a:spcAft>
                    <a:spcPts val="590"/>
                  </a:spcAft>
                  <a:buClr>
                    <a:schemeClr val="tx2"/>
                  </a:buClr>
                  <a:buSzPct val="80000"/>
                  <a:buFont typeface="Wingdings" panose="05000000000000000000" pitchFamily="2" charset="2"/>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000000">
                        <a:alpha val="43137"/>
                      </a:srgbClr>
                    </a:outerShdw>
                  </a:effectLst>
                  <a:uLnTx/>
                  <a:uFillTx/>
                  <a:latin typeface="Arial" panose="020B0604020202090204" pitchFamily="34" charset="0"/>
                  <a:ea typeface="宋体" pitchFamily="2" charset="-122"/>
                  <a:cs typeface="+mn-cs"/>
                </a:endParaRPr>
              </a:p>
            </p:txBody>
          </p:sp>
          <p:sp>
            <p:nvSpPr>
              <p:cNvPr id="137" name="Freeform 43"/>
              <p:cNvSpPr/>
              <p:nvPr/>
            </p:nvSpPr>
            <p:spPr bwMode="auto">
              <a:xfrm>
                <a:off x="4420" y="2917"/>
                <a:ext cx="13" cy="224"/>
              </a:xfrm>
              <a:custGeom>
                <a:avLst/>
                <a:gdLst/>
                <a:ahLst/>
                <a:cxnLst>
                  <a:cxn ang="0">
                    <a:pos x="1" y="0"/>
                  </a:cxn>
                  <a:cxn ang="0">
                    <a:pos x="43" y="2"/>
                  </a:cxn>
                  <a:cxn ang="0">
                    <a:pos x="43" y="898"/>
                  </a:cxn>
                  <a:cxn ang="0">
                    <a:pos x="0" y="892"/>
                  </a:cxn>
                  <a:cxn ang="0">
                    <a:pos x="1" y="0"/>
                  </a:cxn>
                </a:cxnLst>
                <a:rect l="0" t="0" r="r" b="b"/>
                <a:pathLst>
                  <a:path w="43" h="898">
                    <a:moveTo>
                      <a:pt x="1" y="0"/>
                    </a:moveTo>
                    <a:lnTo>
                      <a:pt x="43" y="2"/>
                    </a:lnTo>
                    <a:lnTo>
                      <a:pt x="43" y="898"/>
                    </a:lnTo>
                    <a:lnTo>
                      <a:pt x="0" y="892"/>
                    </a:lnTo>
                    <a:lnTo>
                      <a:pt x="1" y="0"/>
                    </a:lnTo>
                    <a:close/>
                  </a:path>
                </a:pathLst>
              </a:custGeom>
              <a:solidFill>
                <a:srgbClr val="606060"/>
              </a:solidFill>
              <a:ln w="9525">
                <a:noFill/>
                <a:round/>
              </a:ln>
            </p:spPr>
            <p:txBody>
              <a:bodyPr/>
              <a:lstStyle/>
              <a:p>
                <a:pPr marL="0" marR="0" lvl="0" indent="0" algn="l" defTabSz="914400" rtl="0" eaLnBrk="0" fontAlgn="base" latinLnBrk="0" hangingPunct="0">
                  <a:lnSpc>
                    <a:spcPct val="90000"/>
                  </a:lnSpc>
                  <a:spcBef>
                    <a:spcPts val="590"/>
                  </a:spcBef>
                  <a:spcAft>
                    <a:spcPts val="590"/>
                  </a:spcAft>
                  <a:buClr>
                    <a:schemeClr val="tx2"/>
                  </a:buClr>
                  <a:buSzPct val="80000"/>
                  <a:buFont typeface="Wingdings" panose="05000000000000000000" pitchFamily="2" charset="2"/>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000000">
                        <a:alpha val="43137"/>
                      </a:srgbClr>
                    </a:outerShdw>
                  </a:effectLst>
                  <a:uLnTx/>
                  <a:uFillTx/>
                  <a:latin typeface="Arial" panose="020B0604020202090204" pitchFamily="34" charset="0"/>
                  <a:ea typeface="宋体" pitchFamily="2" charset="-122"/>
                  <a:cs typeface="+mn-cs"/>
                </a:endParaRPr>
              </a:p>
            </p:txBody>
          </p:sp>
          <p:sp>
            <p:nvSpPr>
              <p:cNvPr id="138" name="Freeform 44"/>
              <p:cNvSpPr/>
              <p:nvPr/>
            </p:nvSpPr>
            <p:spPr bwMode="auto">
              <a:xfrm>
                <a:off x="4347" y="2594"/>
                <a:ext cx="19" cy="601"/>
              </a:xfrm>
              <a:custGeom>
                <a:avLst/>
                <a:gdLst/>
                <a:ahLst/>
                <a:cxnLst>
                  <a:cxn ang="0">
                    <a:pos x="92" y="0"/>
                  </a:cxn>
                  <a:cxn ang="0">
                    <a:pos x="0" y="33"/>
                  </a:cxn>
                  <a:cxn ang="0">
                    <a:pos x="0" y="2415"/>
                  </a:cxn>
                  <a:cxn ang="0">
                    <a:pos x="92" y="2415"/>
                  </a:cxn>
                  <a:cxn ang="0">
                    <a:pos x="92" y="0"/>
                  </a:cxn>
                </a:cxnLst>
                <a:rect l="0" t="0" r="r" b="b"/>
                <a:pathLst>
                  <a:path w="92" h="2415">
                    <a:moveTo>
                      <a:pt x="92" y="0"/>
                    </a:moveTo>
                    <a:lnTo>
                      <a:pt x="0" y="33"/>
                    </a:lnTo>
                    <a:lnTo>
                      <a:pt x="0" y="2415"/>
                    </a:lnTo>
                    <a:lnTo>
                      <a:pt x="92" y="2415"/>
                    </a:lnTo>
                    <a:lnTo>
                      <a:pt x="92" y="0"/>
                    </a:lnTo>
                    <a:close/>
                  </a:path>
                </a:pathLst>
              </a:custGeom>
              <a:solidFill>
                <a:schemeClr val="folHlink"/>
              </a:solidFill>
              <a:ln w="9525">
                <a:noFill/>
                <a:round/>
              </a:ln>
            </p:spPr>
            <p:txBody>
              <a:bodyPr/>
              <a:lstStyle/>
              <a:p>
                <a:pPr marL="0" marR="0" lvl="0" indent="0" algn="l" defTabSz="914400" rtl="0" eaLnBrk="0" fontAlgn="base" latinLnBrk="0" hangingPunct="0">
                  <a:lnSpc>
                    <a:spcPct val="90000"/>
                  </a:lnSpc>
                  <a:spcBef>
                    <a:spcPts val="590"/>
                  </a:spcBef>
                  <a:spcAft>
                    <a:spcPts val="590"/>
                  </a:spcAft>
                  <a:buClr>
                    <a:schemeClr val="tx2"/>
                  </a:buClr>
                  <a:buSzPct val="80000"/>
                  <a:buFont typeface="Wingdings" panose="05000000000000000000" pitchFamily="2" charset="2"/>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000000">
                        <a:alpha val="43137"/>
                      </a:srgbClr>
                    </a:outerShdw>
                  </a:effectLst>
                  <a:uLnTx/>
                  <a:uFillTx/>
                  <a:latin typeface="Arial" panose="020B0604020202090204" pitchFamily="34" charset="0"/>
                  <a:ea typeface="宋体" pitchFamily="2" charset="-122"/>
                  <a:cs typeface="+mn-cs"/>
                </a:endParaRPr>
              </a:p>
            </p:txBody>
          </p:sp>
          <p:grpSp>
            <p:nvGrpSpPr>
              <p:cNvPr id="32823" name="Group 45"/>
              <p:cNvGrpSpPr/>
              <p:nvPr/>
            </p:nvGrpSpPr>
            <p:grpSpPr>
              <a:xfrm>
                <a:off x="4647" y="2861"/>
                <a:ext cx="45" cy="73"/>
                <a:chOff x="4636" y="2806"/>
                <a:chExt cx="45" cy="73"/>
              </a:xfrm>
            </p:grpSpPr>
            <p:sp>
              <p:nvSpPr>
                <p:cNvPr id="140" name="Oval 46"/>
                <p:cNvSpPr>
                  <a:spLocks noChangeArrowheads="1"/>
                </p:cNvSpPr>
                <p:nvPr/>
              </p:nvSpPr>
              <p:spPr bwMode="auto">
                <a:xfrm>
                  <a:off x="4636" y="2828"/>
                  <a:ext cx="42" cy="42"/>
                </a:xfrm>
                <a:prstGeom prst="ellipse">
                  <a:avLst/>
                </a:prstGeom>
                <a:solidFill>
                  <a:srgbClr val="A0A0A0"/>
                </a:solidFill>
                <a:ln w="9525">
                  <a:noFill/>
                  <a:round/>
                </a:ln>
              </p:spPr>
              <p:txBody>
                <a:bodyPr/>
                <a:lstStyle/>
                <a:p>
                  <a:pPr marL="0" marR="0" lvl="0" indent="0" algn="l" defTabSz="914400" rtl="0" eaLnBrk="0" fontAlgn="base" latinLnBrk="0" hangingPunct="0">
                    <a:lnSpc>
                      <a:spcPct val="90000"/>
                    </a:lnSpc>
                    <a:spcBef>
                      <a:spcPts val="590"/>
                    </a:spcBef>
                    <a:spcAft>
                      <a:spcPts val="590"/>
                    </a:spcAft>
                    <a:buClr>
                      <a:schemeClr val="tx2"/>
                    </a:buClr>
                    <a:buSzPct val="80000"/>
                    <a:buFont typeface="Wingdings" panose="05000000000000000000" pitchFamily="2" charset="2"/>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000000">
                          <a:alpha val="43137"/>
                        </a:srgbClr>
                      </a:outerShdw>
                    </a:effectLst>
                    <a:uLnTx/>
                    <a:uFillTx/>
                    <a:latin typeface="Arial" panose="020B0604020202090204" pitchFamily="34" charset="0"/>
                    <a:ea typeface="宋体" pitchFamily="2" charset="-122"/>
                    <a:cs typeface="+mn-cs"/>
                  </a:endParaRPr>
                </a:p>
              </p:txBody>
            </p:sp>
            <p:sp>
              <p:nvSpPr>
                <p:cNvPr id="141" name="Rectangle 47"/>
                <p:cNvSpPr>
                  <a:spLocks noChangeArrowheads="1"/>
                </p:cNvSpPr>
                <p:nvPr/>
              </p:nvSpPr>
              <p:spPr bwMode="auto">
                <a:xfrm>
                  <a:off x="4650" y="2808"/>
                  <a:ext cx="28" cy="73"/>
                </a:xfrm>
                <a:prstGeom prst="rect">
                  <a:avLst/>
                </a:prstGeom>
                <a:solidFill>
                  <a:srgbClr val="FF8000"/>
                </a:solidFill>
                <a:ln w="9525">
                  <a:noFill/>
                  <a:miter lim="800000"/>
                </a:ln>
              </p:spPr>
              <p:txBody>
                <a:bodyPr/>
                <a:lstStyle/>
                <a:p>
                  <a:pPr marL="0" marR="0" lvl="0" indent="0" algn="l" defTabSz="914400" rtl="0" eaLnBrk="0" fontAlgn="base" latinLnBrk="0" hangingPunct="0">
                    <a:lnSpc>
                      <a:spcPct val="90000"/>
                    </a:lnSpc>
                    <a:spcBef>
                      <a:spcPts val="590"/>
                    </a:spcBef>
                    <a:spcAft>
                      <a:spcPts val="590"/>
                    </a:spcAft>
                    <a:buClr>
                      <a:schemeClr val="tx2"/>
                    </a:buClr>
                    <a:buSzPct val="80000"/>
                    <a:buFont typeface="Wingdings" panose="05000000000000000000" pitchFamily="2" charset="2"/>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000000">
                          <a:alpha val="43137"/>
                        </a:srgbClr>
                      </a:outerShdw>
                    </a:effectLst>
                    <a:uLnTx/>
                    <a:uFillTx/>
                    <a:latin typeface="Arial" panose="020B0604020202090204" pitchFamily="34" charset="0"/>
                    <a:ea typeface="宋体" pitchFamily="2" charset="-122"/>
                    <a:cs typeface="+mn-cs"/>
                  </a:endParaRPr>
                </a:p>
              </p:txBody>
            </p:sp>
            <p:sp>
              <p:nvSpPr>
                <p:cNvPr id="142" name="Rectangle 48"/>
                <p:cNvSpPr>
                  <a:spLocks noChangeArrowheads="1"/>
                </p:cNvSpPr>
                <p:nvPr/>
              </p:nvSpPr>
              <p:spPr bwMode="auto">
                <a:xfrm>
                  <a:off x="4653" y="2808"/>
                  <a:ext cx="25" cy="70"/>
                </a:xfrm>
                <a:prstGeom prst="rect">
                  <a:avLst/>
                </a:prstGeom>
                <a:solidFill>
                  <a:srgbClr val="E07000"/>
                </a:solidFill>
                <a:ln w="3175">
                  <a:solidFill>
                    <a:srgbClr val="FFC080"/>
                  </a:solidFill>
                  <a:miter lim="800000"/>
                </a:ln>
              </p:spPr>
              <p:txBody>
                <a:bodyPr/>
                <a:lstStyle/>
                <a:p>
                  <a:pPr marL="0" marR="0" lvl="0" indent="0" algn="l" defTabSz="914400" rtl="0" eaLnBrk="0" fontAlgn="base" latinLnBrk="0" hangingPunct="0">
                    <a:lnSpc>
                      <a:spcPct val="90000"/>
                    </a:lnSpc>
                    <a:spcBef>
                      <a:spcPts val="590"/>
                    </a:spcBef>
                    <a:spcAft>
                      <a:spcPts val="590"/>
                    </a:spcAft>
                    <a:buClr>
                      <a:schemeClr val="tx2"/>
                    </a:buClr>
                    <a:buSzPct val="80000"/>
                    <a:buFont typeface="Wingdings" panose="05000000000000000000" pitchFamily="2" charset="2"/>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000000">
                          <a:alpha val="43137"/>
                        </a:srgbClr>
                      </a:outerShdw>
                    </a:effectLst>
                    <a:uLnTx/>
                    <a:uFillTx/>
                    <a:latin typeface="Arial" panose="020B0604020202090204" pitchFamily="34" charset="0"/>
                    <a:ea typeface="宋体" pitchFamily="2" charset="-122"/>
                    <a:cs typeface="+mn-cs"/>
                  </a:endParaRPr>
                </a:p>
              </p:txBody>
            </p:sp>
            <p:grpSp>
              <p:nvGrpSpPr>
                <p:cNvPr id="32827" name="Group 49"/>
                <p:cNvGrpSpPr/>
                <p:nvPr/>
              </p:nvGrpSpPr>
              <p:grpSpPr>
                <a:xfrm>
                  <a:off x="4654" y="2812"/>
                  <a:ext cx="27" cy="36"/>
                  <a:chOff x="4654" y="2812"/>
                  <a:chExt cx="27" cy="36"/>
                </a:xfrm>
              </p:grpSpPr>
              <p:sp>
                <p:nvSpPr>
                  <p:cNvPr id="145" name="Oval 50"/>
                  <p:cNvSpPr>
                    <a:spLocks noChangeArrowheads="1"/>
                  </p:cNvSpPr>
                  <p:nvPr/>
                </p:nvSpPr>
                <p:spPr bwMode="auto">
                  <a:xfrm>
                    <a:off x="4654" y="2812"/>
                    <a:ext cx="31" cy="36"/>
                  </a:xfrm>
                  <a:prstGeom prst="ellipse">
                    <a:avLst/>
                  </a:prstGeom>
                  <a:solidFill>
                    <a:srgbClr val="A05000"/>
                  </a:solidFill>
                  <a:ln w="9525">
                    <a:noFill/>
                    <a:round/>
                  </a:ln>
                </p:spPr>
                <p:txBody>
                  <a:bodyPr/>
                  <a:lstStyle/>
                  <a:p>
                    <a:pPr marL="0" marR="0" lvl="0" indent="0" algn="l" defTabSz="914400" rtl="0" eaLnBrk="0" fontAlgn="base" latinLnBrk="0" hangingPunct="0">
                      <a:lnSpc>
                        <a:spcPct val="90000"/>
                      </a:lnSpc>
                      <a:spcBef>
                        <a:spcPts val="590"/>
                      </a:spcBef>
                      <a:spcAft>
                        <a:spcPts val="590"/>
                      </a:spcAft>
                      <a:buClr>
                        <a:schemeClr val="tx2"/>
                      </a:buClr>
                      <a:buSzPct val="80000"/>
                      <a:buFont typeface="Wingdings" panose="05000000000000000000" pitchFamily="2" charset="2"/>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000000">
                            <a:alpha val="43137"/>
                          </a:srgbClr>
                        </a:outerShdw>
                      </a:effectLst>
                      <a:uLnTx/>
                      <a:uFillTx/>
                      <a:latin typeface="Arial" panose="020B0604020202090204" pitchFamily="34" charset="0"/>
                      <a:ea typeface="宋体" pitchFamily="2" charset="-122"/>
                      <a:cs typeface="+mn-cs"/>
                    </a:endParaRPr>
                  </a:p>
                </p:txBody>
              </p:sp>
              <p:sp>
                <p:nvSpPr>
                  <p:cNvPr id="146" name="Oval 51"/>
                  <p:cNvSpPr>
                    <a:spLocks noChangeArrowheads="1"/>
                  </p:cNvSpPr>
                  <p:nvPr/>
                </p:nvSpPr>
                <p:spPr bwMode="auto">
                  <a:xfrm>
                    <a:off x="4659" y="2813"/>
                    <a:ext cx="26" cy="34"/>
                  </a:xfrm>
                  <a:prstGeom prst="ellipse">
                    <a:avLst/>
                  </a:prstGeom>
                  <a:solidFill>
                    <a:srgbClr val="E07000"/>
                  </a:solidFill>
                  <a:ln w="9525">
                    <a:noFill/>
                    <a:round/>
                  </a:ln>
                </p:spPr>
                <p:txBody>
                  <a:bodyPr/>
                  <a:lstStyle/>
                  <a:p>
                    <a:pPr marL="0" marR="0" lvl="0" indent="0" algn="l" defTabSz="914400" rtl="0" eaLnBrk="0" fontAlgn="base" latinLnBrk="0" hangingPunct="0">
                      <a:lnSpc>
                        <a:spcPct val="90000"/>
                      </a:lnSpc>
                      <a:spcBef>
                        <a:spcPts val="590"/>
                      </a:spcBef>
                      <a:spcAft>
                        <a:spcPts val="590"/>
                      </a:spcAft>
                      <a:buClr>
                        <a:schemeClr val="tx2"/>
                      </a:buClr>
                      <a:buSzPct val="80000"/>
                      <a:buFont typeface="Wingdings" panose="05000000000000000000" pitchFamily="2" charset="2"/>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000000">
                            <a:alpha val="43137"/>
                          </a:srgbClr>
                        </a:outerShdw>
                      </a:effectLst>
                      <a:uLnTx/>
                      <a:uFillTx/>
                      <a:latin typeface="Arial" panose="020B0604020202090204" pitchFamily="34" charset="0"/>
                      <a:ea typeface="宋体" pitchFamily="2" charset="-122"/>
                      <a:cs typeface="+mn-cs"/>
                    </a:endParaRPr>
                  </a:p>
                </p:txBody>
              </p:sp>
              <p:sp>
                <p:nvSpPr>
                  <p:cNvPr id="147" name="Freeform 52"/>
                  <p:cNvSpPr/>
                  <p:nvPr/>
                </p:nvSpPr>
                <p:spPr bwMode="auto">
                  <a:xfrm>
                    <a:off x="4666" y="2820"/>
                    <a:ext cx="5" cy="11"/>
                  </a:xfrm>
                  <a:custGeom>
                    <a:avLst/>
                    <a:gdLst/>
                    <a:ahLst/>
                    <a:cxnLst>
                      <a:cxn ang="0">
                        <a:pos x="1" y="0"/>
                      </a:cxn>
                      <a:cxn ang="0">
                        <a:pos x="0" y="41"/>
                      </a:cxn>
                      <a:cxn ang="0">
                        <a:pos x="12" y="42"/>
                      </a:cxn>
                      <a:cxn ang="0">
                        <a:pos x="8" y="2"/>
                      </a:cxn>
                      <a:cxn ang="0">
                        <a:pos x="1" y="0"/>
                      </a:cxn>
                    </a:cxnLst>
                    <a:rect l="0" t="0" r="r" b="b"/>
                    <a:pathLst>
                      <a:path w="12" h="42">
                        <a:moveTo>
                          <a:pt x="1" y="0"/>
                        </a:moveTo>
                        <a:lnTo>
                          <a:pt x="0" y="41"/>
                        </a:lnTo>
                        <a:lnTo>
                          <a:pt x="12" y="42"/>
                        </a:lnTo>
                        <a:lnTo>
                          <a:pt x="8" y="2"/>
                        </a:lnTo>
                        <a:lnTo>
                          <a:pt x="1" y="0"/>
                        </a:lnTo>
                        <a:close/>
                      </a:path>
                    </a:pathLst>
                  </a:custGeom>
                  <a:solidFill>
                    <a:srgbClr val="FFC080"/>
                  </a:solidFill>
                  <a:ln w="9525">
                    <a:noFill/>
                    <a:round/>
                  </a:ln>
                </p:spPr>
                <p:txBody>
                  <a:bodyPr/>
                  <a:lstStyle/>
                  <a:p>
                    <a:pPr marL="0" marR="0" lvl="0" indent="0" algn="l" defTabSz="914400" rtl="0" eaLnBrk="0" fontAlgn="base" latinLnBrk="0" hangingPunct="0">
                      <a:lnSpc>
                        <a:spcPct val="90000"/>
                      </a:lnSpc>
                      <a:spcBef>
                        <a:spcPts val="590"/>
                      </a:spcBef>
                      <a:spcAft>
                        <a:spcPts val="590"/>
                      </a:spcAft>
                      <a:buClr>
                        <a:schemeClr val="tx2"/>
                      </a:buClr>
                      <a:buSzPct val="80000"/>
                      <a:buFont typeface="Wingdings" panose="05000000000000000000" pitchFamily="2" charset="2"/>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000000">
                            <a:alpha val="43137"/>
                          </a:srgbClr>
                        </a:outerShdw>
                      </a:effectLst>
                      <a:uLnTx/>
                      <a:uFillTx/>
                      <a:latin typeface="Arial" panose="020B0604020202090204" pitchFamily="34" charset="0"/>
                      <a:ea typeface="宋体" pitchFamily="2" charset="-122"/>
                      <a:cs typeface="+mn-cs"/>
                    </a:endParaRPr>
                  </a:p>
                </p:txBody>
              </p:sp>
            </p:grpSp>
            <p:sp>
              <p:nvSpPr>
                <p:cNvPr id="144" name="Rectangle 53"/>
                <p:cNvSpPr>
                  <a:spLocks noChangeArrowheads="1"/>
                </p:cNvSpPr>
                <p:nvPr/>
              </p:nvSpPr>
              <p:spPr bwMode="auto">
                <a:xfrm>
                  <a:off x="4662" y="2851"/>
                  <a:ext cx="5" cy="8"/>
                </a:xfrm>
                <a:prstGeom prst="rect">
                  <a:avLst/>
                </a:prstGeom>
                <a:solidFill>
                  <a:srgbClr val="202020"/>
                </a:solidFill>
                <a:ln w="9525">
                  <a:noFill/>
                  <a:miter lim="800000"/>
                </a:ln>
              </p:spPr>
              <p:txBody>
                <a:bodyPr/>
                <a:lstStyle/>
                <a:p>
                  <a:pPr marL="0" marR="0" lvl="0" indent="0" algn="l" defTabSz="914400" rtl="0" eaLnBrk="0" fontAlgn="base" latinLnBrk="0" hangingPunct="0">
                    <a:lnSpc>
                      <a:spcPct val="90000"/>
                    </a:lnSpc>
                    <a:spcBef>
                      <a:spcPts val="590"/>
                    </a:spcBef>
                    <a:spcAft>
                      <a:spcPts val="590"/>
                    </a:spcAft>
                    <a:buClr>
                      <a:schemeClr val="tx2"/>
                    </a:buClr>
                    <a:buSzPct val="80000"/>
                    <a:buFont typeface="Wingdings" panose="05000000000000000000" pitchFamily="2" charset="2"/>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000000">
                          <a:alpha val="43137"/>
                        </a:srgbClr>
                      </a:outerShdw>
                    </a:effectLst>
                    <a:uLnTx/>
                    <a:uFillTx/>
                    <a:latin typeface="Arial" panose="020B0604020202090204" pitchFamily="34" charset="0"/>
                    <a:ea typeface="宋体" pitchFamily="2" charset="-122"/>
                    <a:cs typeface="+mn-cs"/>
                  </a:endParaRPr>
                </a:p>
              </p:txBody>
            </p:sp>
          </p:grpSp>
        </p:grpSp>
      </p:grpSp>
      <p:grpSp>
        <p:nvGrpSpPr>
          <p:cNvPr id="17" name="Group 115"/>
          <p:cNvGrpSpPr/>
          <p:nvPr/>
        </p:nvGrpSpPr>
        <p:grpSpPr>
          <a:xfrm>
            <a:off x="7967663" y="1700213"/>
            <a:ext cx="1816100" cy="1447800"/>
            <a:chOff x="3552" y="768"/>
            <a:chExt cx="1296" cy="1056"/>
          </a:xfrm>
        </p:grpSpPr>
        <p:sp>
          <p:nvSpPr>
            <p:cNvPr id="156" name="AutoShape 116"/>
            <p:cNvSpPr>
              <a:spLocks noChangeArrowheads="1"/>
            </p:cNvSpPr>
            <p:nvPr/>
          </p:nvSpPr>
          <p:spPr bwMode="auto">
            <a:xfrm>
              <a:off x="3552" y="768"/>
              <a:ext cx="1296" cy="1056"/>
            </a:xfrm>
            <a:prstGeom prst="cube">
              <a:avLst>
                <a:gd name="adj" fmla="val 25000"/>
              </a:avLst>
            </a:prstGeom>
            <a:solidFill>
              <a:srgbClr val="FF0000"/>
            </a:solidFill>
            <a:ln w="9525">
              <a:solidFill>
                <a:schemeClr val="tx1"/>
              </a:solidFill>
              <a:miter lim="800000"/>
            </a:ln>
            <a:effectLst/>
          </p:spPr>
          <p:txBody>
            <a:bodyPr wrap="none" anchor="ctr"/>
            <a:lstStyle/>
            <a:p>
              <a:pPr marL="0" marR="0" lvl="0" indent="0" algn="l" defTabSz="914400" rtl="0" eaLnBrk="0" fontAlgn="base" latinLnBrk="0" hangingPunct="0">
                <a:lnSpc>
                  <a:spcPct val="90000"/>
                </a:lnSpc>
                <a:spcBef>
                  <a:spcPts val="590"/>
                </a:spcBef>
                <a:spcAft>
                  <a:spcPts val="590"/>
                </a:spcAft>
                <a:buClr>
                  <a:schemeClr val="tx2"/>
                </a:buClr>
                <a:buSzPct val="80000"/>
                <a:buFont typeface="Wingdings" panose="05000000000000000000" pitchFamily="2" charset="2"/>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000000">
                      <a:alpha val="43137"/>
                    </a:srgbClr>
                  </a:outerShdw>
                </a:effectLst>
                <a:uLnTx/>
                <a:uFillTx/>
                <a:latin typeface="Arial" panose="020B0604020202090204" pitchFamily="34" charset="0"/>
                <a:ea typeface="宋体" pitchFamily="2" charset="-122"/>
                <a:cs typeface="+mn-cs"/>
              </a:endParaRPr>
            </a:p>
          </p:txBody>
        </p:sp>
        <p:grpSp>
          <p:nvGrpSpPr>
            <p:cNvPr id="32788" name="Group 117"/>
            <p:cNvGrpSpPr/>
            <p:nvPr/>
          </p:nvGrpSpPr>
          <p:grpSpPr>
            <a:xfrm>
              <a:off x="3840" y="1248"/>
              <a:ext cx="432" cy="576"/>
              <a:chOff x="4296" y="2545"/>
              <a:chExt cx="457" cy="672"/>
            </a:xfrm>
          </p:grpSpPr>
          <p:grpSp>
            <p:nvGrpSpPr>
              <p:cNvPr id="32789" name="Group 118"/>
              <p:cNvGrpSpPr/>
              <p:nvPr/>
            </p:nvGrpSpPr>
            <p:grpSpPr>
              <a:xfrm>
                <a:off x="4296" y="2545"/>
                <a:ext cx="457" cy="672"/>
                <a:chOff x="4320" y="2496"/>
                <a:chExt cx="457" cy="672"/>
              </a:xfrm>
            </p:grpSpPr>
            <p:sp>
              <p:nvSpPr>
                <p:cNvPr id="176" name="Rectangle 119"/>
                <p:cNvSpPr>
                  <a:spLocks noChangeArrowheads="1"/>
                </p:cNvSpPr>
                <p:nvPr/>
              </p:nvSpPr>
              <p:spPr bwMode="auto">
                <a:xfrm>
                  <a:off x="4320" y="2498"/>
                  <a:ext cx="461" cy="670"/>
                </a:xfrm>
                <a:prstGeom prst="rect">
                  <a:avLst/>
                </a:prstGeom>
                <a:solidFill>
                  <a:srgbClr val="FF0000"/>
                </a:solidFill>
                <a:ln w="9525">
                  <a:noFill/>
                  <a:miter lim="800000"/>
                </a:ln>
              </p:spPr>
              <p:txBody>
                <a:bodyPr/>
                <a:lstStyle/>
                <a:p>
                  <a:pPr marL="0" marR="0" lvl="0" indent="0" algn="l" defTabSz="914400" rtl="0" eaLnBrk="0" fontAlgn="base" latinLnBrk="0" hangingPunct="0">
                    <a:lnSpc>
                      <a:spcPct val="90000"/>
                    </a:lnSpc>
                    <a:spcBef>
                      <a:spcPts val="590"/>
                    </a:spcBef>
                    <a:spcAft>
                      <a:spcPts val="590"/>
                    </a:spcAft>
                    <a:buClr>
                      <a:schemeClr val="tx2"/>
                    </a:buClr>
                    <a:buSzPct val="80000"/>
                    <a:buFont typeface="Wingdings" panose="05000000000000000000" pitchFamily="2" charset="2"/>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000000">
                          <a:alpha val="43137"/>
                        </a:srgbClr>
                      </a:outerShdw>
                    </a:effectLst>
                    <a:uLnTx/>
                    <a:uFillTx/>
                    <a:latin typeface="Arial" panose="020B0604020202090204" pitchFamily="34" charset="0"/>
                    <a:ea typeface="宋体" pitchFamily="2" charset="-122"/>
                    <a:cs typeface="+mn-cs"/>
                  </a:endParaRPr>
                </a:p>
              </p:txBody>
            </p:sp>
            <p:sp>
              <p:nvSpPr>
                <p:cNvPr id="177" name="Rectangle 120"/>
                <p:cNvSpPr>
                  <a:spLocks noChangeArrowheads="1"/>
                </p:cNvSpPr>
                <p:nvPr/>
              </p:nvSpPr>
              <p:spPr bwMode="auto">
                <a:xfrm>
                  <a:off x="4353" y="2537"/>
                  <a:ext cx="379" cy="619"/>
                </a:xfrm>
                <a:prstGeom prst="rect">
                  <a:avLst/>
                </a:prstGeom>
                <a:solidFill>
                  <a:srgbClr val="FF0000"/>
                </a:solidFill>
                <a:ln w="9525">
                  <a:noFill/>
                  <a:miter lim="800000"/>
                </a:ln>
              </p:spPr>
              <p:txBody>
                <a:bodyPr/>
                <a:lstStyle/>
                <a:p>
                  <a:pPr marL="0" marR="0" lvl="0" indent="0" algn="l" defTabSz="914400" rtl="0" eaLnBrk="0" fontAlgn="base" latinLnBrk="0" hangingPunct="0">
                    <a:lnSpc>
                      <a:spcPct val="90000"/>
                    </a:lnSpc>
                    <a:spcBef>
                      <a:spcPts val="590"/>
                    </a:spcBef>
                    <a:spcAft>
                      <a:spcPts val="590"/>
                    </a:spcAft>
                    <a:buClr>
                      <a:schemeClr val="tx2"/>
                    </a:buClr>
                    <a:buSzPct val="80000"/>
                    <a:buFont typeface="Wingdings" panose="05000000000000000000" pitchFamily="2" charset="2"/>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000000">
                          <a:alpha val="43137"/>
                        </a:srgbClr>
                      </a:outerShdw>
                    </a:effectLst>
                    <a:uLnTx/>
                    <a:uFillTx/>
                    <a:latin typeface="Arial" panose="020B0604020202090204" pitchFamily="34" charset="0"/>
                    <a:ea typeface="宋体" pitchFamily="2" charset="-122"/>
                    <a:cs typeface="+mn-cs"/>
                  </a:endParaRPr>
                </a:p>
              </p:txBody>
            </p:sp>
            <p:sp>
              <p:nvSpPr>
                <p:cNvPr id="178" name="Freeform 121"/>
                <p:cNvSpPr/>
                <p:nvPr/>
              </p:nvSpPr>
              <p:spPr bwMode="auto">
                <a:xfrm>
                  <a:off x="4331" y="2507"/>
                  <a:ext cx="41" cy="647"/>
                </a:xfrm>
                <a:custGeom>
                  <a:avLst/>
                  <a:gdLst/>
                  <a:ahLst/>
                  <a:cxnLst>
                    <a:cxn ang="0">
                      <a:pos x="0" y="0"/>
                    </a:cxn>
                    <a:cxn ang="0">
                      <a:pos x="149" y="149"/>
                    </a:cxn>
                    <a:cxn ang="0">
                      <a:pos x="149" y="2589"/>
                    </a:cxn>
                    <a:cxn ang="0">
                      <a:pos x="0" y="2589"/>
                    </a:cxn>
                    <a:cxn ang="0">
                      <a:pos x="0" y="0"/>
                    </a:cxn>
                  </a:cxnLst>
                  <a:rect l="0" t="0" r="r" b="b"/>
                  <a:pathLst>
                    <a:path w="149" h="2589">
                      <a:moveTo>
                        <a:pt x="0" y="0"/>
                      </a:moveTo>
                      <a:lnTo>
                        <a:pt x="149" y="149"/>
                      </a:lnTo>
                      <a:lnTo>
                        <a:pt x="149" y="2589"/>
                      </a:lnTo>
                      <a:lnTo>
                        <a:pt x="0" y="2589"/>
                      </a:lnTo>
                      <a:lnTo>
                        <a:pt x="0" y="0"/>
                      </a:lnTo>
                      <a:close/>
                    </a:path>
                  </a:pathLst>
                </a:custGeom>
                <a:solidFill>
                  <a:srgbClr val="FF0000"/>
                </a:solidFill>
                <a:ln w="9525">
                  <a:noFill/>
                  <a:round/>
                </a:ln>
              </p:spPr>
              <p:txBody>
                <a:bodyPr/>
                <a:lstStyle/>
                <a:p>
                  <a:pPr marL="0" marR="0" lvl="0" indent="0" algn="l" defTabSz="914400" rtl="0" eaLnBrk="0" fontAlgn="base" latinLnBrk="0" hangingPunct="0">
                    <a:lnSpc>
                      <a:spcPct val="90000"/>
                    </a:lnSpc>
                    <a:spcBef>
                      <a:spcPts val="590"/>
                    </a:spcBef>
                    <a:spcAft>
                      <a:spcPts val="590"/>
                    </a:spcAft>
                    <a:buClr>
                      <a:schemeClr val="tx2"/>
                    </a:buClr>
                    <a:buSzPct val="80000"/>
                    <a:buFont typeface="Wingdings" panose="05000000000000000000" pitchFamily="2" charset="2"/>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000000">
                          <a:alpha val="43137"/>
                        </a:srgbClr>
                      </a:outerShdw>
                    </a:effectLst>
                    <a:uLnTx/>
                    <a:uFillTx/>
                    <a:latin typeface="Arial" panose="020B0604020202090204" pitchFamily="34" charset="0"/>
                    <a:ea typeface="宋体" pitchFamily="2" charset="-122"/>
                    <a:cs typeface="+mn-cs"/>
                  </a:endParaRPr>
                </a:p>
              </p:txBody>
            </p:sp>
            <p:sp>
              <p:nvSpPr>
                <p:cNvPr id="179" name="Freeform 122"/>
                <p:cNvSpPr/>
                <p:nvPr/>
              </p:nvSpPr>
              <p:spPr bwMode="auto">
                <a:xfrm>
                  <a:off x="4331" y="2506"/>
                  <a:ext cx="443" cy="39"/>
                </a:xfrm>
                <a:custGeom>
                  <a:avLst/>
                  <a:gdLst/>
                  <a:ahLst/>
                  <a:cxnLst>
                    <a:cxn ang="0">
                      <a:pos x="0" y="2"/>
                    </a:cxn>
                    <a:cxn ang="0">
                      <a:pos x="1752" y="0"/>
                    </a:cxn>
                    <a:cxn ang="0">
                      <a:pos x="1586" y="150"/>
                    </a:cxn>
                    <a:cxn ang="0">
                      <a:pos x="140" y="150"/>
                    </a:cxn>
                    <a:cxn ang="0">
                      <a:pos x="0" y="2"/>
                    </a:cxn>
                  </a:cxnLst>
                  <a:rect l="0" t="0" r="r" b="b"/>
                  <a:pathLst>
                    <a:path w="1752" h="150">
                      <a:moveTo>
                        <a:pt x="0" y="2"/>
                      </a:moveTo>
                      <a:lnTo>
                        <a:pt x="1752" y="0"/>
                      </a:lnTo>
                      <a:lnTo>
                        <a:pt x="1586" y="150"/>
                      </a:lnTo>
                      <a:lnTo>
                        <a:pt x="140" y="150"/>
                      </a:lnTo>
                      <a:lnTo>
                        <a:pt x="0" y="2"/>
                      </a:lnTo>
                      <a:close/>
                    </a:path>
                  </a:pathLst>
                </a:custGeom>
                <a:solidFill>
                  <a:srgbClr val="FF0000"/>
                </a:solidFill>
                <a:ln w="9525">
                  <a:noFill/>
                  <a:round/>
                </a:ln>
              </p:spPr>
              <p:txBody>
                <a:bodyPr/>
                <a:lstStyle/>
                <a:p>
                  <a:pPr marL="0" marR="0" lvl="0" indent="0" algn="l" defTabSz="914400" rtl="0" eaLnBrk="0" fontAlgn="base" latinLnBrk="0" hangingPunct="0">
                    <a:lnSpc>
                      <a:spcPct val="90000"/>
                    </a:lnSpc>
                    <a:spcBef>
                      <a:spcPts val="590"/>
                    </a:spcBef>
                    <a:spcAft>
                      <a:spcPts val="590"/>
                    </a:spcAft>
                    <a:buClr>
                      <a:schemeClr val="tx2"/>
                    </a:buClr>
                    <a:buSzPct val="80000"/>
                    <a:buFont typeface="Wingdings" panose="05000000000000000000" pitchFamily="2" charset="2"/>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000000">
                          <a:alpha val="43137"/>
                        </a:srgbClr>
                      </a:outerShdw>
                    </a:effectLst>
                    <a:uLnTx/>
                    <a:uFillTx/>
                    <a:latin typeface="Arial" panose="020B0604020202090204" pitchFamily="34" charset="0"/>
                    <a:ea typeface="宋体" pitchFamily="2" charset="-122"/>
                    <a:cs typeface="+mn-cs"/>
                  </a:endParaRPr>
                </a:p>
              </p:txBody>
            </p:sp>
            <p:sp>
              <p:nvSpPr>
                <p:cNvPr id="180" name="Freeform 123"/>
                <p:cNvSpPr/>
                <p:nvPr/>
              </p:nvSpPr>
              <p:spPr bwMode="auto">
                <a:xfrm>
                  <a:off x="4727" y="2507"/>
                  <a:ext cx="41" cy="647"/>
                </a:xfrm>
                <a:custGeom>
                  <a:avLst/>
                  <a:gdLst/>
                  <a:ahLst/>
                  <a:cxnLst>
                    <a:cxn ang="0">
                      <a:pos x="0" y="148"/>
                    </a:cxn>
                    <a:cxn ang="0">
                      <a:pos x="158" y="0"/>
                    </a:cxn>
                    <a:cxn ang="0">
                      <a:pos x="157" y="2588"/>
                    </a:cxn>
                    <a:cxn ang="0">
                      <a:pos x="0" y="2588"/>
                    </a:cxn>
                    <a:cxn ang="0">
                      <a:pos x="0" y="148"/>
                    </a:cxn>
                  </a:cxnLst>
                  <a:rect l="0" t="0" r="r" b="b"/>
                  <a:pathLst>
                    <a:path w="158" h="2588">
                      <a:moveTo>
                        <a:pt x="0" y="148"/>
                      </a:moveTo>
                      <a:lnTo>
                        <a:pt x="158" y="0"/>
                      </a:lnTo>
                      <a:lnTo>
                        <a:pt x="157" y="2588"/>
                      </a:lnTo>
                      <a:lnTo>
                        <a:pt x="0" y="2588"/>
                      </a:lnTo>
                      <a:lnTo>
                        <a:pt x="0" y="148"/>
                      </a:lnTo>
                      <a:close/>
                    </a:path>
                  </a:pathLst>
                </a:custGeom>
                <a:solidFill>
                  <a:srgbClr val="FF0000"/>
                </a:solidFill>
                <a:ln w="9525">
                  <a:noFill/>
                  <a:round/>
                </a:ln>
              </p:spPr>
              <p:txBody>
                <a:bodyPr/>
                <a:lstStyle/>
                <a:p>
                  <a:pPr marL="0" marR="0" lvl="0" indent="0" algn="l" defTabSz="914400" rtl="0" eaLnBrk="0" fontAlgn="base" latinLnBrk="0" hangingPunct="0">
                    <a:lnSpc>
                      <a:spcPct val="90000"/>
                    </a:lnSpc>
                    <a:spcBef>
                      <a:spcPts val="590"/>
                    </a:spcBef>
                    <a:spcAft>
                      <a:spcPts val="590"/>
                    </a:spcAft>
                    <a:buClr>
                      <a:schemeClr val="tx2"/>
                    </a:buClr>
                    <a:buSzPct val="80000"/>
                    <a:buFont typeface="Wingdings" panose="05000000000000000000" pitchFamily="2" charset="2"/>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000000">
                          <a:alpha val="43137"/>
                        </a:srgbClr>
                      </a:outerShdw>
                    </a:effectLst>
                    <a:uLnTx/>
                    <a:uFillTx/>
                    <a:latin typeface="Arial" panose="020B0604020202090204" pitchFamily="34" charset="0"/>
                    <a:ea typeface="宋体" pitchFamily="2" charset="-122"/>
                    <a:cs typeface="+mn-cs"/>
                  </a:endParaRPr>
                </a:p>
              </p:txBody>
            </p:sp>
          </p:grpSp>
          <p:sp>
            <p:nvSpPr>
              <p:cNvPr id="159" name="Freeform 124"/>
              <p:cNvSpPr/>
              <p:nvPr/>
            </p:nvSpPr>
            <p:spPr bwMode="auto">
              <a:xfrm>
                <a:off x="4369" y="2594"/>
                <a:ext cx="339" cy="604"/>
              </a:xfrm>
              <a:custGeom>
                <a:avLst/>
                <a:gdLst/>
                <a:ahLst/>
                <a:cxnLst>
                  <a:cxn ang="0">
                    <a:pos x="0" y="2"/>
                  </a:cxn>
                  <a:cxn ang="0">
                    <a:pos x="0" y="606"/>
                  </a:cxn>
                  <a:cxn ang="0">
                    <a:pos x="335" y="606"/>
                  </a:cxn>
                  <a:cxn ang="0">
                    <a:pos x="335" y="0"/>
                  </a:cxn>
                  <a:cxn ang="0">
                    <a:pos x="0" y="2"/>
                  </a:cxn>
                </a:cxnLst>
                <a:rect l="0" t="0" r="r" b="b"/>
                <a:pathLst>
                  <a:path w="335" h="606">
                    <a:moveTo>
                      <a:pt x="0" y="2"/>
                    </a:moveTo>
                    <a:lnTo>
                      <a:pt x="0" y="606"/>
                    </a:lnTo>
                    <a:lnTo>
                      <a:pt x="335" y="606"/>
                    </a:lnTo>
                    <a:lnTo>
                      <a:pt x="335" y="0"/>
                    </a:lnTo>
                    <a:lnTo>
                      <a:pt x="0" y="2"/>
                    </a:lnTo>
                    <a:close/>
                  </a:path>
                </a:pathLst>
              </a:custGeom>
              <a:solidFill>
                <a:srgbClr val="FF0000"/>
              </a:solidFill>
              <a:ln w="3175">
                <a:solidFill>
                  <a:srgbClr val="000000"/>
                </a:solidFill>
                <a:prstDash val="solid"/>
                <a:round/>
              </a:ln>
            </p:spPr>
            <p:txBody>
              <a:bodyPr/>
              <a:lstStyle/>
              <a:p>
                <a:pPr marL="0" marR="0" lvl="0" indent="0" algn="l" defTabSz="914400" rtl="0" eaLnBrk="0" fontAlgn="base" latinLnBrk="0" hangingPunct="0">
                  <a:lnSpc>
                    <a:spcPct val="90000"/>
                  </a:lnSpc>
                  <a:spcBef>
                    <a:spcPts val="590"/>
                  </a:spcBef>
                  <a:spcAft>
                    <a:spcPts val="590"/>
                  </a:spcAft>
                  <a:buClr>
                    <a:schemeClr val="tx2"/>
                  </a:buClr>
                  <a:buSzPct val="80000"/>
                  <a:buFont typeface="Wingdings" panose="05000000000000000000" pitchFamily="2" charset="2"/>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000000">
                        <a:alpha val="43137"/>
                      </a:srgbClr>
                    </a:outerShdw>
                  </a:effectLst>
                  <a:uLnTx/>
                  <a:uFillTx/>
                  <a:latin typeface="Arial" panose="020B0604020202090204" pitchFamily="34" charset="0"/>
                  <a:ea typeface="宋体" pitchFamily="2" charset="-122"/>
                  <a:cs typeface="+mn-cs"/>
                </a:endParaRPr>
              </a:p>
            </p:txBody>
          </p:sp>
          <p:sp>
            <p:nvSpPr>
              <p:cNvPr id="160" name="Freeform 125"/>
              <p:cNvSpPr/>
              <p:nvPr/>
            </p:nvSpPr>
            <p:spPr bwMode="auto">
              <a:xfrm>
                <a:off x="4434" y="2655"/>
                <a:ext cx="213" cy="227"/>
              </a:xfrm>
              <a:custGeom>
                <a:avLst/>
                <a:gdLst/>
                <a:ahLst/>
                <a:cxnLst>
                  <a:cxn ang="0">
                    <a:pos x="0" y="2"/>
                  </a:cxn>
                  <a:cxn ang="0">
                    <a:pos x="211" y="0"/>
                  </a:cxn>
                  <a:cxn ang="0">
                    <a:pos x="211" y="228"/>
                  </a:cxn>
                  <a:cxn ang="0">
                    <a:pos x="0" y="222"/>
                  </a:cxn>
                  <a:cxn ang="0">
                    <a:pos x="0" y="2"/>
                  </a:cxn>
                </a:cxnLst>
                <a:rect l="0" t="0" r="r" b="b"/>
                <a:pathLst>
                  <a:path w="211" h="228">
                    <a:moveTo>
                      <a:pt x="0" y="2"/>
                    </a:moveTo>
                    <a:lnTo>
                      <a:pt x="211" y="0"/>
                    </a:lnTo>
                    <a:lnTo>
                      <a:pt x="211" y="228"/>
                    </a:lnTo>
                    <a:lnTo>
                      <a:pt x="0" y="222"/>
                    </a:lnTo>
                    <a:lnTo>
                      <a:pt x="0" y="2"/>
                    </a:lnTo>
                    <a:close/>
                  </a:path>
                </a:pathLst>
              </a:custGeom>
              <a:solidFill>
                <a:srgbClr val="FF0000"/>
              </a:solidFill>
              <a:ln w="9525">
                <a:noFill/>
                <a:round/>
              </a:ln>
            </p:spPr>
            <p:txBody>
              <a:bodyPr/>
              <a:lstStyle/>
              <a:p>
                <a:pPr marL="0" marR="0" lvl="0" indent="0" algn="l" defTabSz="914400" rtl="0" eaLnBrk="0" fontAlgn="base" latinLnBrk="0" hangingPunct="0">
                  <a:lnSpc>
                    <a:spcPct val="90000"/>
                  </a:lnSpc>
                  <a:spcBef>
                    <a:spcPts val="590"/>
                  </a:spcBef>
                  <a:spcAft>
                    <a:spcPts val="590"/>
                  </a:spcAft>
                  <a:buClr>
                    <a:schemeClr val="tx2"/>
                  </a:buClr>
                  <a:buSzPct val="80000"/>
                  <a:buFont typeface="Wingdings" panose="05000000000000000000" pitchFamily="2" charset="2"/>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000000">
                        <a:alpha val="43137"/>
                      </a:srgbClr>
                    </a:outerShdw>
                  </a:effectLst>
                  <a:uLnTx/>
                  <a:uFillTx/>
                  <a:latin typeface="Arial" panose="020B0604020202090204" pitchFamily="34" charset="0"/>
                  <a:ea typeface="宋体" pitchFamily="2" charset="-122"/>
                  <a:cs typeface="+mn-cs"/>
                </a:endParaRPr>
              </a:p>
            </p:txBody>
          </p:sp>
          <p:sp>
            <p:nvSpPr>
              <p:cNvPr id="161" name="Freeform 126"/>
              <p:cNvSpPr/>
              <p:nvPr/>
            </p:nvSpPr>
            <p:spPr bwMode="auto">
              <a:xfrm>
                <a:off x="4434" y="2659"/>
                <a:ext cx="201" cy="204"/>
              </a:xfrm>
              <a:custGeom>
                <a:avLst/>
                <a:gdLst/>
                <a:ahLst/>
                <a:cxnLst>
                  <a:cxn ang="0">
                    <a:pos x="0" y="0"/>
                  </a:cxn>
                  <a:cxn ang="0">
                    <a:pos x="216" y="1"/>
                  </a:cxn>
                  <a:cxn ang="0">
                    <a:pos x="216" y="205"/>
                  </a:cxn>
                  <a:cxn ang="0">
                    <a:pos x="0" y="203"/>
                  </a:cxn>
                  <a:cxn ang="0">
                    <a:pos x="0" y="0"/>
                  </a:cxn>
                </a:cxnLst>
                <a:rect l="0" t="0" r="r" b="b"/>
                <a:pathLst>
                  <a:path w="216" h="205">
                    <a:moveTo>
                      <a:pt x="0" y="0"/>
                    </a:moveTo>
                    <a:lnTo>
                      <a:pt x="216" y="1"/>
                    </a:lnTo>
                    <a:lnTo>
                      <a:pt x="216" y="205"/>
                    </a:lnTo>
                    <a:lnTo>
                      <a:pt x="0" y="203"/>
                    </a:lnTo>
                    <a:lnTo>
                      <a:pt x="0" y="0"/>
                    </a:lnTo>
                    <a:close/>
                  </a:path>
                </a:pathLst>
              </a:custGeom>
              <a:solidFill>
                <a:srgbClr val="FF0000"/>
              </a:solidFill>
              <a:ln w="9525">
                <a:solidFill>
                  <a:schemeClr val="bg1"/>
                </a:solidFill>
                <a:round/>
              </a:ln>
            </p:spPr>
            <p:txBody>
              <a:bodyPr/>
              <a:lstStyle/>
              <a:p>
                <a:pPr marL="0" marR="0" lvl="0" indent="0" algn="l" defTabSz="914400" rtl="0" eaLnBrk="0" fontAlgn="base" latinLnBrk="0" hangingPunct="0">
                  <a:lnSpc>
                    <a:spcPct val="90000"/>
                  </a:lnSpc>
                  <a:spcBef>
                    <a:spcPts val="590"/>
                  </a:spcBef>
                  <a:spcAft>
                    <a:spcPts val="590"/>
                  </a:spcAft>
                  <a:buClr>
                    <a:schemeClr val="tx2"/>
                  </a:buClr>
                  <a:buSzPct val="80000"/>
                  <a:buFont typeface="Wingdings" panose="05000000000000000000" pitchFamily="2" charset="2"/>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000000">
                        <a:alpha val="43137"/>
                      </a:srgbClr>
                    </a:outerShdw>
                  </a:effectLst>
                  <a:uLnTx/>
                  <a:uFillTx/>
                  <a:latin typeface="Arial" panose="020B0604020202090204" pitchFamily="34" charset="0"/>
                  <a:ea typeface="宋体" pitchFamily="2" charset="-122"/>
                  <a:cs typeface="+mn-cs"/>
                </a:endParaRPr>
              </a:p>
            </p:txBody>
          </p:sp>
          <p:sp>
            <p:nvSpPr>
              <p:cNvPr id="162" name="Freeform 127"/>
              <p:cNvSpPr/>
              <p:nvPr/>
            </p:nvSpPr>
            <p:spPr bwMode="auto">
              <a:xfrm>
                <a:off x="4420" y="2655"/>
                <a:ext cx="11" cy="223"/>
              </a:xfrm>
              <a:custGeom>
                <a:avLst/>
                <a:gdLst/>
                <a:ahLst/>
                <a:cxnLst>
                  <a:cxn ang="0">
                    <a:pos x="0" y="0"/>
                  </a:cxn>
                  <a:cxn ang="0">
                    <a:pos x="41" y="16"/>
                  </a:cxn>
                  <a:cxn ang="0">
                    <a:pos x="41" y="888"/>
                  </a:cxn>
                  <a:cxn ang="0">
                    <a:pos x="0" y="888"/>
                  </a:cxn>
                  <a:cxn ang="0">
                    <a:pos x="0" y="0"/>
                  </a:cxn>
                </a:cxnLst>
                <a:rect l="0" t="0" r="r" b="b"/>
                <a:pathLst>
                  <a:path w="41" h="888">
                    <a:moveTo>
                      <a:pt x="0" y="0"/>
                    </a:moveTo>
                    <a:lnTo>
                      <a:pt x="41" y="16"/>
                    </a:lnTo>
                    <a:lnTo>
                      <a:pt x="41" y="888"/>
                    </a:lnTo>
                    <a:lnTo>
                      <a:pt x="0" y="888"/>
                    </a:lnTo>
                    <a:lnTo>
                      <a:pt x="0" y="0"/>
                    </a:lnTo>
                    <a:close/>
                  </a:path>
                </a:pathLst>
              </a:custGeom>
              <a:solidFill>
                <a:srgbClr val="FF0000"/>
              </a:solidFill>
              <a:ln w="9525">
                <a:noFill/>
                <a:round/>
              </a:ln>
            </p:spPr>
            <p:txBody>
              <a:bodyPr/>
              <a:lstStyle/>
              <a:p>
                <a:pPr marL="0" marR="0" lvl="0" indent="0" algn="l" defTabSz="914400" rtl="0" eaLnBrk="0" fontAlgn="base" latinLnBrk="0" hangingPunct="0">
                  <a:lnSpc>
                    <a:spcPct val="90000"/>
                  </a:lnSpc>
                  <a:spcBef>
                    <a:spcPts val="590"/>
                  </a:spcBef>
                  <a:spcAft>
                    <a:spcPts val="590"/>
                  </a:spcAft>
                  <a:buClr>
                    <a:schemeClr val="tx2"/>
                  </a:buClr>
                  <a:buSzPct val="80000"/>
                  <a:buFont typeface="Wingdings" panose="05000000000000000000" pitchFamily="2" charset="2"/>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000000">
                        <a:alpha val="43137"/>
                      </a:srgbClr>
                    </a:outerShdw>
                  </a:effectLst>
                  <a:uLnTx/>
                  <a:uFillTx/>
                  <a:latin typeface="Arial" panose="020B0604020202090204" pitchFamily="34" charset="0"/>
                  <a:ea typeface="宋体" pitchFamily="2" charset="-122"/>
                  <a:cs typeface="+mn-cs"/>
                </a:endParaRPr>
              </a:p>
            </p:txBody>
          </p:sp>
          <p:sp>
            <p:nvSpPr>
              <p:cNvPr id="163" name="Freeform 128"/>
              <p:cNvSpPr/>
              <p:nvPr/>
            </p:nvSpPr>
            <p:spPr bwMode="auto">
              <a:xfrm>
                <a:off x="4431" y="2917"/>
                <a:ext cx="206" cy="228"/>
              </a:xfrm>
              <a:custGeom>
                <a:avLst/>
                <a:gdLst/>
                <a:ahLst/>
                <a:cxnLst>
                  <a:cxn ang="0">
                    <a:pos x="0" y="0"/>
                  </a:cxn>
                  <a:cxn ang="0">
                    <a:pos x="207" y="0"/>
                  </a:cxn>
                  <a:cxn ang="0">
                    <a:pos x="207" y="228"/>
                  </a:cxn>
                  <a:cxn ang="0">
                    <a:pos x="0" y="226"/>
                  </a:cxn>
                  <a:cxn ang="0">
                    <a:pos x="0" y="0"/>
                  </a:cxn>
                </a:cxnLst>
                <a:rect l="0" t="0" r="r" b="b"/>
                <a:pathLst>
                  <a:path w="207" h="228">
                    <a:moveTo>
                      <a:pt x="0" y="0"/>
                    </a:moveTo>
                    <a:lnTo>
                      <a:pt x="207" y="0"/>
                    </a:lnTo>
                    <a:lnTo>
                      <a:pt x="207" y="228"/>
                    </a:lnTo>
                    <a:lnTo>
                      <a:pt x="0" y="226"/>
                    </a:lnTo>
                    <a:lnTo>
                      <a:pt x="0" y="0"/>
                    </a:lnTo>
                    <a:close/>
                  </a:path>
                </a:pathLst>
              </a:custGeom>
              <a:solidFill>
                <a:srgbClr val="FF0000"/>
              </a:solidFill>
              <a:ln w="9525">
                <a:noFill/>
                <a:round/>
              </a:ln>
            </p:spPr>
            <p:txBody>
              <a:bodyPr/>
              <a:lstStyle/>
              <a:p>
                <a:pPr marL="0" marR="0" lvl="0" indent="0" algn="l" defTabSz="914400" rtl="0" eaLnBrk="0" fontAlgn="base" latinLnBrk="0" hangingPunct="0">
                  <a:lnSpc>
                    <a:spcPct val="90000"/>
                  </a:lnSpc>
                  <a:spcBef>
                    <a:spcPts val="590"/>
                  </a:spcBef>
                  <a:spcAft>
                    <a:spcPts val="590"/>
                  </a:spcAft>
                  <a:buClr>
                    <a:schemeClr val="tx2"/>
                  </a:buClr>
                  <a:buSzPct val="80000"/>
                  <a:buFont typeface="Wingdings" panose="05000000000000000000" pitchFamily="2" charset="2"/>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000000">
                        <a:alpha val="43137"/>
                      </a:srgbClr>
                    </a:outerShdw>
                  </a:effectLst>
                  <a:uLnTx/>
                  <a:uFillTx/>
                  <a:latin typeface="Arial" panose="020B0604020202090204" pitchFamily="34" charset="0"/>
                  <a:ea typeface="宋体" pitchFamily="2" charset="-122"/>
                  <a:cs typeface="+mn-cs"/>
                </a:endParaRPr>
              </a:p>
            </p:txBody>
          </p:sp>
          <p:sp>
            <p:nvSpPr>
              <p:cNvPr id="164" name="Freeform 129"/>
              <p:cNvSpPr/>
              <p:nvPr/>
            </p:nvSpPr>
            <p:spPr bwMode="auto">
              <a:xfrm>
                <a:off x="4442" y="2929"/>
                <a:ext cx="180" cy="205"/>
              </a:xfrm>
              <a:custGeom>
                <a:avLst/>
                <a:gdLst/>
                <a:ahLst/>
                <a:cxnLst>
                  <a:cxn ang="0">
                    <a:pos x="0" y="0"/>
                  </a:cxn>
                  <a:cxn ang="0">
                    <a:pos x="180" y="0"/>
                  </a:cxn>
                  <a:cxn ang="0">
                    <a:pos x="180" y="204"/>
                  </a:cxn>
                  <a:cxn ang="0">
                    <a:pos x="0" y="205"/>
                  </a:cxn>
                  <a:cxn ang="0">
                    <a:pos x="0" y="0"/>
                  </a:cxn>
                </a:cxnLst>
                <a:rect l="0" t="0" r="r" b="b"/>
                <a:pathLst>
                  <a:path w="180" h="205">
                    <a:moveTo>
                      <a:pt x="0" y="0"/>
                    </a:moveTo>
                    <a:lnTo>
                      <a:pt x="180" y="0"/>
                    </a:lnTo>
                    <a:lnTo>
                      <a:pt x="180" y="204"/>
                    </a:lnTo>
                    <a:lnTo>
                      <a:pt x="0" y="205"/>
                    </a:lnTo>
                    <a:lnTo>
                      <a:pt x="0" y="0"/>
                    </a:lnTo>
                    <a:close/>
                  </a:path>
                </a:pathLst>
              </a:custGeom>
              <a:solidFill>
                <a:srgbClr val="FF0000"/>
              </a:solidFill>
              <a:ln w="9525">
                <a:noFill/>
                <a:round/>
              </a:ln>
            </p:spPr>
            <p:txBody>
              <a:bodyPr/>
              <a:lstStyle/>
              <a:p>
                <a:pPr marL="0" marR="0" lvl="0" indent="0" algn="l" defTabSz="914400" rtl="0" eaLnBrk="0" fontAlgn="base" latinLnBrk="0" hangingPunct="0">
                  <a:lnSpc>
                    <a:spcPct val="90000"/>
                  </a:lnSpc>
                  <a:spcBef>
                    <a:spcPts val="590"/>
                  </a:spcBef>
                  <a:spcAft>
                    <a:spcPts val="590"/>
                  </a:spcAft>
                  <a:buClr>
                    <a:schemeClr val="tx2"/>
                  </a:buClr>
                  <a:buSzPct val="80000"/>
                  <a:buFont typeface="Wingdings" panose="05000000000000000000" pitchFamily="2" charset="2"/>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000000">
                        <a:alpha val="43137"/>
                      </a:srgbClr>
                    </a:outerShdw>
                  </a:effectLst>
                  <a:uLnTx/>
                  <a:uFillTx/>
                  <a:latin typeface="Arial" panose="020B0604020202090204" pitchFamily="34" charset="0"/>
                  <a:ea typeface="宋体" pitchFamily="2" charset="-122"/>
                  <a:cs typeface="+mn-cs"/>
                </a:endParaRPr>
              </a:p>
            </p:txBody>
          </p:sp>
          <p:sp>
            <p:nvSpPr>
              <p:cNvPr id="165" name="Freeform 130"/>
              <p:cNvSpPr/>
              <p:nvPr/>
            </p:nvSpPr>
            <p:spPr bwMode="auto">
              <a:xfrm>
                <a:off x="4420" y="2917"/>
                <a:ext cx="13" cy="224"/>
              </a:xfrm>
              <a:custGeom>
                <a:avLst/>
                <a:gdLst/>
                <a:ahLst/>
                <a:cxnLst>
                  <a:cxn ang="0">
                    <a:pos x="1" y="0"/>
                  </a:cxn>
                  <a:cxn ang="0">
                    <a:pos x="43" y="2"/>
                  </a:cxn>
                  <a:cxn ang="0">
                    <a:pos x="43" y="898"/>
                  </a:cxn>
                  <a:cxn ang="0">
                    <a:pos x="0" y="892"/>
                  </a:cxn>
                  <a:cxn ang="0">
                    <a:pos x="1" y="0"/>
                  </a:cxn>
                </a:cxnLst>
                <a:rect l="0" t="0" r="r" b="b"/>
                <a:pathLst>
                  <a:path w="43" h="898">
                    <a:moveTo>
                      <a:pt x="1" y="0"/>
                    </a:moveTo>
                    <a:lnTo>
                      <a:pt x="43" y="2"/>
                    </a:lnTo>
                    <a:lnTo>
                      <a:pt x="43" y="898"/>
                    </a:lnTo>
                    <a:lnTo>
                      <a:pt x="0" y="892"/>
                    </a:lnTo>
                    <a:lnTo>
                      <a:pt x="1" y="0"/>
                    </a:lnTo>
                    <a:close/>
                  </a:path>
                </a:pathLst>
              </a:custGeom>
              <a:solidFill>
                <a:srgbClr val="FF0000"/>
              </a:solidFill>
              <a:ln w="9525">
                <a:noFill/>
                <a:round/>
              </a:ln>
            </p:spPr>
            <p:txBody>
              <a:bodyPr/>
              <a:lstStyle/>
              <a:p>
                <a:pPr marL="0" marR="0" lvl="0" indent="0" algn="l" defTabSz="914400" rtl="0" eaLnBrk="0" fontAlgn="base" latinLnBrk="0" hangingPunct="0">
                  <a:lnSpc>
                    <a:spcPct val="90000"/>
                  </a:lnSpc>
                  <a:spcBef>
                    <a:spcPts val="590"/>
                  </a:spcBef>
                  <a:spcAft>
                    <a:spcPts val="590"/>
                  </a:spcAft>
                  <a:buClr>
                    <a:schemeClr val="tx2"/>
                  </a:buClr>
                  <a:buSzPct val="80000"/>
                  <a:buFont typeface="Wingdings" panose="05000000000000000000" pitchFamily="2" charset="2"/>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000000">
                        <a:alpha val="43137"/>
                      </a:srgbClr>
                    </a:outerShdw>
                  </a:effectLst>
                  <a:uLnTx/>
                  <a:uFillTx/>
                  <a:latin typeface="Arial" panose="020B0604020202090204" pitchFamily="34" charset="0"/>
                  <a:ea typeface="宋体" pitchFamily="2" charset="-122"/>
                  <a:cs typeface="+mn-cs"/>
                </a:endParaRPr>
              </a:p>
            </p:txBody>
          </p:sp>
          <p:sp>
            <p:nvSpPr>
              <p:cNvPr id="166" name="Freeform 131"/>
              <p:cNvSpPr/>
              <p:nvPr/>
            </p:nvSpPr>
            <p:spPr bwMode="auto">
              <a:xfrm>
                <a:off x="4347" y="2594"/>
                <a:ext cx="19" cy="601"/>
              </a:xfrm>
              <a:custGeom>
                <a:avLst/>
                <a:gdLst/>
                <a:ahLst/>
                <a:cxnLst>
                  <a:cxn ang="0">
                    <a:pos x="92" y="0"/>
                  </a:cxn>
                  <a:cxn ang="0">
                    <a:pos x="0" y="33"/>
                  </a:cxn>
                  <a:cxn ang="0">
                    <a:pos x="0" y="2415"/>
                  </a:cxn>
                  <a:cxn ang="0">
                    <a:pos x="92" y="2415"/>
                  </a:cxn>
                  <a:cxn ang="0">
                    <a:pos x="92" y="0"/>
                  </a:cxn>
                </a:cxnLst>
                <a:rect l="0" t="0" r="r" b="b"/>
                <a:pathLst>
                  <a:path w="92" h="2415">
                    <a:moveTo>
                      <a:pt x="92" y="0"/>
                    </a:moveTo>
                    <a:lnTo>
                      <a:pt x="0" y="33"/>
                    </a:lnTo>
                    <a:lnTo>
                      <a:pt x="0" y="2415"/>
                    </a:lnTo>
                    <a:lnTo>
                      <a:pt x="92" y="2415"/>
                    </a:lnTo>
                    <a:lnTo>
                      <a:pt x="92" y="0"/>
                    </a:lnTo>
                    <a:close/>
                  </a:path>
                </a:pathLst>
              </a:custGeom>
              <a:solidFill>
                <a:srgbClr val="FF0000"/>
              </a:solidFill>
              <a:ln w="9525">
                <a:noFill/>
                <a:round/>
              </a:ln>
            </p:spPr>
            <p:txBody>
              <a:bodyPr/>
              <a:lstStyle/>
              <a:p>
                <a:pPr marL="0" marR="0" lvl="0" indent="0" algn="l" defTabSz="914400" rtl="0" eaLnBrk="0" fontAlgn="base" latinLnBrk="0" hangingPunct="0">
                  <a:lnSpc>
                    <a:spcPct val="90000"/>
                  </a:lnSpc>
                  <a:spcBef>
                    <a:spcPts val="590"/>
                  </a:spcBef>
                  <a:spcAft>
                    <a:spcPts val="590"/>
                  </a:spcAft>
                  <a:buClr>
                    <a:schemeClr val="tx2"/>
                  </a:buClr>
                  <a:buSzPct val="80000"/>
                  <a:buFont typeface="Wingdings" panose="05000000000000000000" pitchFamily="2" charset="2"/>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000000">
                        <a:alpha val="43137"/>
                      </a:srgbClr>
                    </a:outerShdw>
                  </a:effectLst>
                  <a:uLnTx/>
                  <a:uFillTx/>
                  <a:latin typeface="Arial" panose="020B0604020202090204" pitchFamily="34" charset="0"/>
                  <a:ea typeface="宋体" pitchFamily="2" charset="-122"/>
                  <a:cs typeface="+mn-cs"/>
                </a:endParaRPr>
              </a:p>
            </p:txBody>
          </p:sp>
          <p:grpSp>
            <p:nvGrpSpPr>
              <p:cNvPr id="32798" name="Group 132"/>
              <p:cNvGrpSpPr/>
              <p:nvPr/>
            </p:nvGrpSpPr>
            <p:grpSpPr>
              <a:xfrm>
                <a:off x="4647" y="2861"/>
                <a:ext cx="45" cy="73"/>
                <a:chOff x="4636" y="2806"/>
                <a:chExt cx="45" cy="73"/>
              </a:xfrm>
            </p:grpSpPr>
            <p:sp>
              <p:nvSpPr>
                <p:cNvPr id="168" name="Oval 133"/>
                <p:cNvSpPr>
                  <a:spLocks noChangeArrowheads="1"/>
                </p:cNvSpPr>
                <p:nvPr/>
              </p:nvSpPr>
              <p:spPr bwMode="auto">
                <a:xfrm>
                  <a:off x="4636" y="2828"/>
                  <a:ext cx="42" cy="42"/>
                </a:xfrm>
                <a:prstGeom prst="ellipse">
                  <a:avLst/>
                </a:prstGeom>
                <a:solidFill>
                  <a:srgbClr val="FF0000"/>
                </a:solidFill>
                <a:ln w="9525">
                  <a:noFill/>
                  <a:round/>
                </a:ln>
              </p:spPr>
              <p:txBody>
                <a:bodyPr/>
                <a:lstStyle/>
                <a:p>
                  <a:pPr marL="0" marR="0" lvl="0" indent="0" algn="l" defTabSz="914400" rtl="0" eaLnBrk="0" fontAlgn="base" latinLnBrk="0" hangingPunct="0">
                    <a:lnSpc>
                      <a:spcPct val="90000"/>
                    </a:lnSpc>
                    <a:spcBef>
                      <a:spcPts val="590"/>
                    </a:spcBef>
                    <a:spcAft>
                      <a:spcPts val="590"/>
                    </a:spcAft>
                    <a:buClr>
                      <a:schemeClr val="tx2"/>
                    </a:buClr>
                    <a:buSzPct val="80000"/>
                    <a:buFont typeface="Wingdings" panose="05000000000000000000" pitchFamily="2" charset="2"/>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000000">
                          <a:alpha val="43137"/>
                        </a:srgbClr>
                      </a:outerShdw>
                    </a:effectLst>
                    <a:uLnTx/>
                    <a:uFillTx/>
                    <a:latin typeface="Arial" panose="020B0604020202090204" pitchFamily="34" charset="0"/>
                    <a:ea typeface="宋体" pitchFamily="2" charset="-122"/>
                    <a:cs typeface="+mn-cs"/>
                  </a:endParaRPr>
                </a:p>
              </p:txBody>
            </p:sp>
            <p:sp>
              <p:nvSpPr>
                <p:cNvPr id="169" name="Rectangle 134"/>
                <p:cNvSpPr>
                  <a:spLocks noChangeArrowheads="1"/>
                </p:cNvSpPr>
                <p:nvPr/>
              </p:nvSpPr>
              <p:spPr bwMode="auto">
                <a:xfrm>
                  <a:off x="4650" y="2808"/>
                  <a:ext cx="28" cy="73"/>
                </a:xfrm>
                <a:prstGeom prst="rect">
                  <a:avLst/>
                </a:prstGeom>
                <a:solidFill>
                  <a:srgbClr val="FF0000"/>
                </a:solidFill>
                <a:ln w="9525">
                  <a:noFill/>
                  <a:miter lim="800000"/>
                </a:ln>
              </p:spPr>
              <p:txBody>
                <a:bodyPr/>
                <a:lstStyle/>
                <a:p>
                  <a:pPr marL="0" marR="0" lvl="0" indent="0" algn="l" defTabSz="914400" rtl="0" eaLnBrk="0" fontAlgn="base" latinLnBrk="0" hangingPunct="0">
                    <a:lnSpc>
                      <a:spcPct val="90000"/>
                    </a:lnSpc>
                    <a:spcBef>
                      <a:spcPts val="590"/>
                    </a:spcBef>
                    <a:spcAft>
                      <a:spcPts val="590"/>
                    </a:spcAft>
                    <a:buClr>
                      <a:schemeClr val="tx2"/>
                    </a:buClr>
                    <a:buSzPct val="80000"/>
                    <a:buFont typeface="Wingdings" panose="05000000000000000000" pitchFamily="2" charset="2"/>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000000">
                          <a:alpha val="43137"/>
                        </a:srgbClr>
                      </a:outerShdw>
                    </a:effectLst>
                    <a:uLnTx/>
                    <a:uFillTx/>
                    <a:latin typeface="Arial" panose="020B0604020202090204" pitchFamily="34" charset="0"/>
                    <a:ea typeface="宋体" pitchFamily="2" charset="-122"/>
                    <a:cs typeface="+mn-cs"/>
                  </a:endParaRPr>
                </a:p>
              </p:txBody>
            </p:sp>
            <p:sp>
              <p:nvSpPr>
                <p:cNvPr id="170" name="Rectangle 135"/>
                <p:cNvSpPr>
                  <a:spLocks noChangeArrowheads="1"/>
                </p:cNvSpPr>
                <p:nvPr/>
              </p:nvSpPr>
              <p:spPr bwMode="auto">
                <a:xfrm>
                  <a:off x="4653" y="2808"/>
                  <a:ext cx="25" cy="70"/>
                </a:xfrm>
                <a:prstGeom prst="rect">
                  <a:avLst/>
                </a:prstGeom>
                <a:solidFill>
                  <a:srgbClr val="FF0000"/>
                </a:solidFill>
                <a:ln w="3175">
                  <a:solidFill>
                    <a:srgbClr val="FFC080"/>
                  </a:solidFill>
                  <a:miter lim="800000"/>
                </a:ln>
              </p:spPr>
              <p:txBody>
                <a:bodyPr/>
                <a:lstStyle/>
                <a:p>
                  <a:pPr marL="0" marR="0" lvl="0" indent="0" algn="l" defTabSz="914400" rtl="0" eaLnBrk="0" fontAlgn="base" latinLnBrk="0" hangingPunct="0">
                    <a:lnSpc>
                      <a:spcPct val="90000"/>
                    </a:lnSpc>
                    <a:spcBef>
                      <a:spcPts val="590"/>
                    </a:spcBef>
                    <a:spcAft>
                      <a:spcPts val="590"/>
                    </a:spcAft>
                    <a:buClr>
                      <a:schemeClr val="tx2"/>
                    </a:buClr>
                    <a:buSzPct val="80000"/>
                    <a:buFont typeface="Wingdings" panose="05000000000000000000" pitchFamily="2" charset="2"/>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000000">
                          <a:alpha val="43137"/>
                        </a:srgbClr>
                      </a:outerShdw>
                    </a:effectLst>
                    <a:uLnTx/>
                    <a:uFillTx/>
                    <a:latin typeface="Arial" panose="020B0604020202090204" pitchFamily="34" charset="0"/>
                    <a:ea typeface="宋体" pitchFamily="2" charset="-122"/>
                    <a:cs typeface="+mn-cs"/>
                  </a:endParaRPr>
                </a:p>
              </p:txBody>
            </p:sp>
            <p:grpSp>
              <p:nvGrpSpPr>
                <p:cNvPr id="32802" name="Group 136"/>
                <p:cNvGrpSpPr/>
                <p:nvPr/>
              </p:nvGrpSpPr>
              <p:grpSpPr>
                <a:xfrm>
                  <a:off x="4654" y="2812"/>
                  <a:ext cx="27" cy="36"/>
                  <a:chOff x="4654" y="2812"/>
                  <a:chExt cx="27" cy="36"/>
                </a:xfrm>
              </p:grpSpPr>
              <p:sp>
                <p:nvSpPr>
                  <p:cNvPr id="173" name="Oval 137"/>
                  <p:cNvSpPr>
                    <a:spLocks noChangeArrowheads="1"/>
                  </p:cNvSpPr>
                  <p:nvPr/>
                </p:nvSpPr>
                <p:spPr bwMode="auto">
                  <a:xfrm>
                    <a:off x="4654" y="2812"/>
                    <a:ext cx="31" cy="36"/>
                  </a:xfrm>
                  <a:prstGeom prst="ellipse">
                    <a:avLst/>
                  </a:prstGeom>
                  <a:solidFill>
                    <a:srgbClr val="FF0000"/>
                  </a:solidFill>
                  <a:ln w="9525">
                    <a:noFill/>
                    <a:round/>
                  </a:ln>
                </p:spPr>
                <p:txBody>
                  <a:bodyPr/>
                  <a:lstStyle/>
                  <a:p>
                    <a:pPr marL="0" marR="0" lvl="0" indent="0" algn="l" defTabSz="914400" rtl="0" eaLnBrk="0" fontAlgn="base" latinLnBrk="0" hangingPunct="0">
                      <a:lnSpc>
                        <a:spcPct val="90000"/>
                      </a:lnSpc>
                      <a:spcBef>
                        <a:spcPts val="590"/>
                      </a:spcBef>
                      <a:spcAft>
                        <a:spcPts val="590"/>
                      </a:spcAft>
                      <a:buClr>
                        <a:schemeClr val="tx2"/>
                      </a:buClr>
                      <a:buSzPct val="80000"/>
                      <a:buFont typeface="Wingdings" panose="05000000000000000000" pitchFamily="2" charset="2"/>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000000">
                            <a:alpha val="43137"/>
                          </a:srgbClr>
                        </a:outerShdw>
                      </a:effectLst>
                      <a:uLnTx/>
                      <a:uFillTx/>
                      <a:latin typeface="Arial" panose="020B0604020202090204" pitchFamily="34" charset="0"/>
                      <a:ea typeface="宋体" pitchFamily="2" charset="-122"/>
                      <a:cs typeface="+mn-cs"/>
                    </a:endParaRPr>
                  </a:p>
                </p:txBody>
              </p:sp>
              <p:sp>
                <p:nvSpPr>
                  <p:cNvPr id="174" name="Oval 138"/>
                  <p:cNvSpPr>
                    <a:spLocks noChangeArrowheads="1"/>
                  </p:cNvSpPr>
                  <p:nvPr/>
                </p:nvSpPr>
                <p:spPr bwMode="auto">
                  <a:xfrm>
                    <a:off x="4659" y="2813"/>
                    <a:ext cx="26" cy="34"/>
                  </a:xfrm>
                  <a:prstGeom prst="ellipse">
                    <a:avLst/>
                  </a:prstGeom>
                  <a:solidFill>
                    <a:srgbClr val="FF0000"/>
                  </a:solidFill>
                  <a:ln w="9525">
                    <a:noFill/>
                    <a:round/>
                  </a:ln>
                </p:spPr>
                <p:txBody>
                  <a:bodyPr/>
                  <a:lstStyle/>
                  <a:p>
                    <a:pPr marL="0" marR="0" lvl="0" indent="0" algn="l" defTabSz="914400" rtl="0" eaLnBrk="0" fontAlgn="base" latinLnBrk="0" hangingPunct="0">
                      <a:lnSpc>
                        <a:spcPct val="90000"/>
                      </a:lnSpc>
                      <a:spcBef>
                        <a:spcPts val="590"/>
                      </a:spcBef>
                      <a:spcAft>
                        <a:spcPts val="590"/>
                      </a:spcAft>
                      <a:buClr>
                        <a:schemeClr val="tx2"/>
                      </a:buClr>
                      <a:buSzPct val="80000"/>
                      <a:buFont typeface="Wingdings" panose="05000000000000000000" pitchFamily="2" charset="2"/>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000000">
                            <a:alpha val="43137"/>
                          </a:srgbClr>
                        </a:outerShdw>
                      </a:effectLst>
                      <a:uLnTx/>
                      <a:uFillTx/>
                      <a:latin typeface="Arial" panose="020B0604020202090204" pitchFamily="34" charset="0"/>
                      <a:ea typeface="宋体" pitchFamily="2" charset="-122"/>
                      <a:cs typeface="+mn-cs"/>
                    </a:endParaRPr>
                  </a:p>
                </p:txBody>
              </p:sp>
              <p:sp>
                <p:nvSpPr>
                  <p:cNvPr id="175" name="Freeform 139"/>
                  <p:cNvSpPr/>
                  <p:nvPr/>
                </p:nvSpPr>
                <p:spPr bwMode="auto">
                  <a:xfrm>
                    <a:off x="4666" y="2820"/>
                    <a:ext cx="5" cy="11"/>
                  </a:xfrm>
                  <a:custGeom>
                    <a:avLst/>
                    <a:gdLst/>
                    <a:ahLst/>
                    <a:cxnLst>
                      <a:cxn ang="0">
                        <a:pos x="1" y="0"/>
                      </a:cxn>
                      <a:cxn ang="0">
                        <a:pos x="0" y="41"/>
                      </a:cxn>
                      <a:cxn ang="0">
                        <a:pos x="12" y="42"/>
                      </a:cxn>
                      <a:cxn ang="0">
                        <a:pos x="8" y="2"/>
                      </a:cxn>
                      <a:cxn ang="0">
                        <a:pos x="1" y="0"/>
                      </a:cxn>
                    </a:cxnLst>
                    <a:rect l="0" t="0" r="r" b="b"/>
                    <a:pathLst>
                      <a:path w="12" h="42">
                        <a:moveTo>
                          <a:pt x="1" y="0"/>
                        </a:moveTo>
                        <a:lnTo>
                          <a:pt x="0" y="41"/>
                        </a:lnTo>
                        <a:lnTo>
                          <a:pt x="12" y="42"/>
                        </a:lnTo>
                        <a:lnTo>
                          <a:pt x="8" y="2"/>
                        </a:lnTo>
                        <a:lnTo>
                          <a:pt x="1" y="0"/>
                        </a:lnTo>
                        <a:close/>
                      </a:path>
                    </a:pathLst>
                  </a:custGeom>
                  <a:solidFill>
                    <a:srgbClr val="FF0000"/>
                  </a:solidFill>
                  <a:ln w="9525">
                    <a:noFill/>
                    <a:round/>
                  </a:ln>
                </p:spPr>
                <p:txBody>
                  <a:bodyPr/>
                  <a:lstStyle/>
                  <a:p>
                    <a:pPr marL="0" marR="0" lvl="0" indent="0" algn="l" defTabSz="914400" rtl="0" eaLnBrk="0" fontAlgn="base" latinLnBrk="0" hangingPunct="0">
                      <a:lnSpc>
                        <a:spcPct val="90000"/>
                      </a:lnSpc>
                      <a:spcBef>
                        <a:spcPts val="590"/>
                      </a:spcBef>
                      <a:spcAft>
                        <a:spcPts val="590"/>
                      </a:spcAft>
                      <a:buClr>
                        <a:schemeClr val="tx2"/>
                      </a:buClr>
                      <a:buSzPct val="80000"/>
                      <a:buFont typeface="Wingdings" panose="05000000000000000000" pitchFamily="2" charset="2"/>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000000">
                            <a:alpha val="43137"/>
                          </a:srgbClr>
                        </a:outerShdw>
                      </a:effectLst>
                      <a:uLnTx/>
                      <a:uFillTx/>
                      <a:latin typeface="Arial" panose="020B0604020202090204" pitchFamily="34" charset="0"/>
                      <a:ea typeface="宋体" pitchFamily="2" charset="-122"/>
                      <a:cs typeface="+mn-cs"/>
                    </a:endParaRPr>
                  </a:p>
                </p:txBody>
              </p:sp>
            </p:grpSp>
            <p:sp>
              <p:nvSpPr>
                <p:cNvPr id="172" name="Rectangle 140"/>
                <p:cNvSpPr>
                  <a:spLocks noChangeArrowheads="1"/>
                </p:cNvSpPr>
                <p:nvPr/>
              </p:nvSpPr>
              <p:spPr bwMode="auto">
                <a:xfrm>
                  <a:off x="4662" y="2851"/>
                  <a:ext cx="5" cy="8"/>
                </a:xfrm>
                <a:prstGeom prst="rect">
                  <a:avLst/>
                </a:prstGeom>
                <a:solidFill>
                  <a:srgbClr val="FF0000"/>
                </a:solidFill>
                <a:ln w="9525">
                  <a:noFill/>
                  <a:miter lim="800000"/>
                </a:ln>
              </p:spPr>
              <p:txBody>
                <a:bodyPr/>
                <a:lstStyle/>
                <a:p>
                  <a:pPr marL="0" marR="0" lvl="0" indent="0" algn="l" defTabSz="914400" rtl="0" eaLnBrk="0" fontAlgn="base" latinLnBrk="0" hangingPunct="0">
                    <a:lnSpc>
                      <a:spcPct val="90000"/>
                    </a:lnSpc>
                    <a:spcBef>
                      <a:spcPts val="590"/>
                    </a:spcBef>
                    <a:spcAft>
                      <a:spcPts val="590"/>
                    </a:spcAft>
                    <a:buClr>
                      <a:schemeClr val="tx2"/>
                    </a:buClr>
                    <a:buSzPct val="80000"/>
                    <a:buFont typeface="Wingdings" panose="05000000000000000000" pitchFamily="2" charset="2"/>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000000">
                          <a:alpha val="43137"/>
                        </a:srgbClr>
                      </a:outerShdw>
                    </a:effectLst>
                    <a:uLnTx/>
                    <a:uFillTx/>
                    <a:latin typeface="Arial" panose="020B0604020202090204" pitchFamily="34" charset="0"/>
                    <a:ea typeface="宋体" pitchFamily="2" charset="-122"/>
                    <a:cs typeface="+mn-cs"/>
                  </a:endParaRPr>
                </a:p>
              </p:txBody>
            </p:sp>
          </p:grpSp>
        </p:grpSp>
      </p:grpSp>
      <p:pic>
        <p:nvPicPr>
          <p:cNvPr id="184" name="Picture 109" descr="PEOPLE6"/>
          <p:cNvPicPr>
            <a:picLocks noChangeAspect="1"/>
          </p:cNvPicPr>
          <p:nvPr/>
        </p:nvPicPr>
        <p:blipFill>
          <a:blip r:embed="rId4"/>
          <a:stretch>
            <a:fillRect/>
          </a:stretch>
        </p:blipFill>
        <p:spPr>
          <a:xfrm>
            <a:off x="6959600" y="2060575"/>
            <a:ext cx="574675" cy="1044575"/>
          </a:xfrm>
          <a:prstGeom prst="rect">
            <a:avLst/>
          </a:prstGeom>
          <a:noFill/>
          <a:ln w="9525">
            <a:noFill/>
          </a:ln>
        </p:spPr>
      </p:pic>
      <p:sp>
        <p:nvSpPr>
          <p:cNvPr id="183" name="Picture 108" descr="KEY"/>
          <p:cNvSpPr>
            <a:spLocks noChangeAspect="1"/>
          </p:cNvSpPr>
          <p:nvPr/>
        </p:nvSpPr>
        <p:spPr>
          <a:xfrm>
            <a:off x="7620000" y="2289175"/>
            <a:ext cx="217488" cy="381000"/>
          </a:xfrm>
          <a:prstGeom prst="rect">
            <a:avLst/>
          </a:prstGeom>
          <a:noFill/>
          <a:ln w="9525">
            <a:noFill/>
          </a:ln>
        </p:spPr>
        <p:txBody>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a:lnSpc>
                <a:spcPct val="100000"/>
              </a:lnSpc>
              <a:spcBef>
                <a:spcPct val="0"/>
              </a:spcBef>
              <a:buClrTx/>
              <a:buSzTx/>
              <a:buFontTx/>
              <a:buNone/>
            </a:pPr>
            <a:endParaRPr lang="zh-CN" altLang="en-US" sz="2000" dirty="0">
              <a:ea typeface="宋体" pitchFamily="2" charset="-122"/>
            </a:endParaRPr>
          </a:p>
        </p:txBody>
      </p:sp>
      <p:grpSp>
        <p:nvGrpSpPr>
          <p:cNvPr id="22" name="组合 118"/>
          <p:cNvGrpSpPr/>
          <p:nvPr/>
        </p:nvGrpSpPr>
        <p:grpSpPr>
          <a:xfrm>
            <a:off x="1631950" y="2022475"/>
            <a:ext cx="936625" cy="1044575"/>
            <a:chOff x="488504" y="2022475"/>
            <a:chExt cx="937568" cy="1044575"/>
          </a:xfrm>
        </p:grpSpPr>
        <p:pic>
          <p:nvPicPr>
            <p:cNvPr id="32785" name="Picture 56" descr="PEOPLE6"/>
            <p:cNvPicPr>
              <a:picLocks noChangeAspect="1"/>
            </p:cNvPicPr>
            <p:nvPr/>
          </p:nvPicPr>
          <p:blipFill>
            <a:blip r:embed="rId4"/>
            <a:stretch>
              <a:fillRect/>
            </a:stretch>
          </p:blipFill>
          <p:spPr>
            <a:xfrm>
              <a:off x="488504" y="2022475"/>
              <a:ext cx="574675" cy="1044575"/>
            </a:xfrm>
            <a:prstGeom prst="rect">
              <a:avLst/>
            </a:prstGeom>
            <a:noFill/>
            <a:ln w="9525">
              <a:noFill/>
            </a:ln>
          </p:spPr>
        </p:pic>
        <p:sp>
          <p:nvSpPr>
            <p:cNvPr id="32786" name="Picture 61" descr="KEY"/>
            <p:cNvSpPr>
              <a:spLocks noChangeAspect="1"/>
            </p:cNvSpPr>
            <p:nvPr/>
          </p:nvSpPr>
          <p:spPr>
            <a:xfrm>
              <a:off x="1208584" y="2136775"/>
              <a:ext cx="217488" cy="381000"/>
            </a:xfrm>
            <a:prstGeom prst="rect">
              <a:avLst/>
            </a:prstGeom>
            <a:noFill/>
            <a:ln w="9525">
              <a:noFill/>
            </a:ln>
          </p:spPr>
          <p:txBody>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a:lnSpc>
                  <a:spcPct val="100000"/>
                </a:lnSpc>
                <a:spcBef>
                  <a:spcPct val="0"/>
                </a:spcBef>
                <a:buClrTx/>
                <a:buSzTx/>
                <a:buFontTx/>
                <a:buNone/>
              </a:pPr>
              <a:endParaRPr lang="zh-CN" altLang="en-US" sz="2000" dirty="0">
                <a:ea typeface="宋体"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24"/>
                                        </p:tgtEl>
                                        <p:attrNameLst>
                                          <p:attrName>style.visibility</p:attrName>
                                        </p:attrNameLst>
                                      </p:cBhvr>
                                      <p:to>
                                        <p:strVal val="visible"/>
                                      </p:to>
                                    </p:set>
                                    <p:animEffect transition="in" filter="box(in)">
                                      <p:cBhvr>
                                        <p:cTn id="7" dur="500"/>
                                        <p:tgtEl>
                                          <p:spTgt spid="12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nodePh="1">
                                  <p:stCondLst>
                                    <p:cond delay="0"/>
                                  </p:stCondLst>
                                  <p:endCondLst>
                                    <p:cond delay="0"/>
                                  </p:endCondLst>
                                  <p:childTnLst>
                                    <p:set>
                                      <p:cBhvr>
                                        <p:cTn id="11" dur="1" fill="hold">
                                          <p:stCondLst>
                                            <p:cond delay="0"/>
                                          </p:stCondLst>
                                        </p:cTn>
                                        <p:tgtEl>
                                          <p:spTgt spid="183"/>
                                        </p:tgtEl>
                                        <p:attrNameLst>
                                          <p:attrName>style.visibility</p:attrName>
                                        </p:attrNameLst>
                                      </p:cBhvr>
                                      <p:to>
                                        <p:strVal val="visible"/>
                                      </p:to>
                                    </p:set>
                                    <p:animEffect transition="in" filter="dissolve">
                                      <p:cBhvr>
                                        <p:cTn id="12" dur="500"/>
                                        <p:tgtEl>
                                          <p:spTgt spid="183"/>
                                        </p:tgtEl>
                                      </p:cBhvr>
                                    </p:animEffect>
                                  </p:childTnLst>
                                </p:cTn>
                              </p:par>
                              <p:par>
                                <p:cTn id="13" presetID="9" presetClass="entr" presetSubtype="0" fill="hold" nodeType="withEffect">
                                  <p:stCondLst>
                                    <p:cond delay="0"/>
                                  </p:stCondLst>
                                  <p:childTnLst>
                                    <p:set>
                                      <p:cBhvr>
                                        <p:cTn id="14" dur="1" fill="hold">
                                          <p:stCondLst>
                                            <p:cond delay="0"/>
                                          </p:stCondLst>
                                        </p:cTn>
                                        <p:tgtEl>
                                          <p:spTgt spid="184"/>
                                        </p:tgtEl>
                                        <p:attrNameLst>
                                          <p:attrName>style.visibility</p:attrName>
                                        </p:attrNameLst>
                                      </p:cBhvr>
                                      <p:to>
                                        <p:strVal val="visible"/>
                                      </p:to>
                                    </p:set>
                                    <p:animEffect transition="in" filter="dissolve">
                                      <p:cBhvr>
                                        <p:cTn id="15" dur="500"/>
                                        <p:tgtEl>
                                          <p:spTgt spid="184"/>
                                        </p:tgtEl>
                                      </p:cBhvr>
                                    </p:animEffect>
                                  </p:childTnLst>
                                </p:cTn>
                              </p:par>
                              <p:par>
                                <p:cTn id="16" presetID="16" presetClass="entr" presetSubtype="42" fill="hold" nodeType="with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barn(outHorizontal)">
                                      <p:cBhvr>
                                        <p:cTn id="18" dur="500"/>
                                        <p:tgtEl>
                                          <p:spTgt spid="12"/>
                                        </p:tgtEl>
                                      </p:cBhvr>
                                    </p:animEffect>
                                  </p:childTnLst>
                                </p:cTn>
                              </p:par>
                            </p:childTnLst>
                          </p:cTn>
                        </p:par>
                      </p:childTnLst>
                    </p:cTn>
                  </p:par>
                  <p:par>
                    <p:cTn id="19" fill="hold">
                      <p:stCondLst>
                        <p:cond delay="indefinite"/>
                      </p:stCondLst>
                      <p:childTnLst>
                        <p:par>
                          <p:cTn id="20" fill="hold">
                            <p:stCondLst>
                              <p:cond delay="0"/>
                            </p:stCondLst>
                            <p:childTnLst>
                              <p:par>
                                <p:cTn id="21" presetID="17" presetClass="entr" presetSubtype="10" fill="hold" grpId="0" nodeType="clickEffect">
                                  <p:stCondLst>
                                    <p:cond delay="0"/>
                                  </p:stCondLst>
                                  <p:childTnLst>
                                    <p:set>
                                      <p:cBhvr>
                                        <p:cTn id="22" dur="1" fill="hold">
                                          <p:stCondLst>
                                            <p:cond delay="0"/>
                                          </p:stCondLst>
                                        </p:cTn>
                                        <p:tgtEl>
                                          <p:spTgt spid="126"/>
                                        </p:tgtEl>
                                        <p:attrNameLst>
                                          <p:attrName>style.visibility</p:attrName>
                                        </p:attrNameLst>
                                      </p:cBhvr>
                                      <p:to>
                                        <p:strVal val="visible"/>
                                      </p:to>
                                    </p:set>
                                    <p:anim calcmode="lin" valueType="num">
                                      <p:cBhvr>
                                        <p:cTn id="23" dur="500" fill="hold"/>
                                        <p:tgtEl>
                                          <p:spTgt spid="126"/>
                                        </p:tgtEl>
                                        <p:attrNameLst>
                                          <p:attrName>ppt_w</p:attrName>
                                        </p:attrNameLst>
                                      </p:cBhvr>
                                      <p:tavLst>
                                        <p:tav tm="0">
                                          <p:val>
                                            <p:fltVal val="0"/>
                                          </p:val>
                                        </p:tav>
                                        <p:tav tm="100000">
                                          <p:val>
                                            <p:strVal val="#ppt_w"/>
                                          </p:val>
                                        </p:tav>
                                      </p:tavLst>
                                    </p:anim>
                                    <p:anim calcmode="lin" valueType="num">
                                      <p:cBhvr>
                                        <p:cTn id="24" dur="500" fill="hold"/>
                                        <p:tgtEl>
                                          <p:spTgt spid="126"/>
                                        </p:tgtEl>
                                        <p:attrNameLst>
                                          <p:attrName>ppt_h</p:attrName>
                                        </p:attrNameLst>
                                      </p:cBhvr>
                                      <p:tavLst>
                                        <p:tav tm="0">
                                          <p:val>
                                            <p:strVal val="#ppt_h"/>
                                          </p:val>
                                        </p:tav>
                                        <p:tav tm="100000">
                                          <p:val>
                                            <p:strVal val="#ppt_h"/>
                                          </p:val>
                                        </p:tav>
                                      </p:tavLst>
                                    </p:anim>
                                  </p:childTnLst>
                                </p:cTn>
                              </p:par>
                            </p:childTnLst>
                          </p:cTn>
                        </p:par>
                      </p:childTnLst>
                    </p:cTn>
                  </p:par>
                  <p:par>
                    <p:cTn id="25" fill="hold">
                      <p:stCondLst>
                        <p:cond delay="indefinite"/>
                      </p:stCondLst>
                      <p:childTnLst>
                        <p:par>
                          <p:cTn id="26" fill="hold">
                            <p:stCondLst>
                              <p:cond delay="0"/>
                            </p:stCondLst>
                            <p:childTnLst>
                              <p:par>
                                <p:cTn id="27" presetID="19" presetClass="entr" presetSubtype="10" fill="hold" nodeType="clickEffect">
                                  <p:stCondLst>
                                    <p:cond delay="0"/>
                                  </p:stCondLst>
                                  <p:childTnLst>
                                    <p:set>
                                      <p:cBhvr>
                                        <p:cTn id="28" dur="1" fill="hold">
                                          <p:stCondLst>
                                            <p:cond delay="0"/>
                                          </p:stCondLst>
                                        </p:cTn>
                                        <p:tgtEl>
                                          <p:spTgt spid="17"/>
                                        </p:tgtEl>
                                        <p:attrNameLst>
                                          <p:attrName>style.visibility</p:attrName>
                                        </p:attrNameLst>
                                      </p:cBhvr>
                                      <p:to>
                                        <p:strVal val="visible"/>
                                      </p:to>
                                    </p:set>
                                    <p:anim calcmode="lin" valueType="num">
                                      <p:cBhvr>
                                        <p:cTn id="29" dur="5000" fill="hold"/>
                                        <p:tgtEl>
                                          <p:spTgt spid="17"/>
                                        </p:tgtEl>
                                        <p:attrNameLst>
                                          <p:attrName>ppt_w</p:attrName>
                                        </p:attrNameLst>
                                      </p:cBhvr>
                                      <p:tavLst>
                                        <p:tav tm="0" fmla="#ppt_w*sin(2.5*pi*$)">
                                          <p:val>
                                            <p:fltVal val="0"/>
                                          </p:val>
                                        </p:tav>
                                        <p:tav tm="100000">
                                          <p:val>
                                            <p:fltVal val="1"/>
                                          </p:val>
                                        </p:tav>
                                      </p:tavLst>
                                    </p:anim>
                                    <p:anim calcmode="lin" valueType="num">
                                      <p:cBhvr>
                                        <p:cTn id="30" dur="5000" fill="hold"/>
                                        <p:tgtEl>
                                          <p:spTgt spid="17"/>
                                        </p:tgtEl>
                                        <p:attrNameLst>
                                          <p:attrName>ppt_h</p:attrName>
                                        </p:attrNameLst>
                                      </p:cBhvr>
                                      <p:tavLst>
                                        <p:tav tm="0">
                                          <p:val>
                                            <p:strVal val="#ppt_h"/>
                                          </p:val>
                                        </p:tav>
                                        <p:tav tm="100000">
                                          <p:val>
                                            <p:strVal val="#ppt_h"/>
                                          </p:val>
                                        </p:tav>
                                      </p:tavLst>
                                    </p:anim>
                                  </p:childTnLst>
                                </p:cTn>
                              </p:par>
                            </p:childTnLst>
                          </p:cTn>
                        </p:par>
                      </p:childTnLst>
                    </p:cTn>
                  </p:par>
                  <p:par>
                    <p:cTn id="31" fill="hold">
                      <p:stCondLst>
                        <p:cond delay="indefinite"/>
                      </p:stCondLst>
                      <p:childTnLst>
                        <p:par>
                          <p:cTn id="32" fill="hold">
                            <p:stCondLst>
                              <p:cond delay="0"/>
                            </p:stCondLst>
                            <p:childTnLst>
                              <p:par>
                                <p:cTn id="33" presetID="4" presetClass="entr" presetSubtype="16" fill="hold" nodeType="clickEffect">
                                  <p:stCondLst>
                                    <p:cond delay="0"/>
                                  </p:stCondLst>
                                  <p:childTnLst>
                                    <p:set>
                                      <p:cBhvr>
                                        <p:cTn id="34" dur="1" fill="hold">
                                          <p:stCondLst>
                                            <p:cond delay="0"/>
                                          </p:stCondLst>
                                        </p:cTn>
                                        <p:tgtEl>
                                          <p:spTgt spid="33802"/>
                                        </p:tgtEl>
                                        <p:attrNameLst>
                                          <p:attrName>style.visibility</p:attrName>
                                        </p:attrNameLst>
                                      </p:cBhvr>
                                      <p:to>
                                        <p:strVal val="visible"/>
                                      </p:to>
                                    </p:set>
                                    <p:animEffect transition="in" filter="box(in)">
                                      <p:cBhvr>
                                        <p:cTn id="35" dur="500"/>
                                        <p:tgtEl>
                                          <p:spTgt spid="33802"/>
                                        </p:tgtEl>
                                      </p:cBhvr>
                                    </p:animEffect>
                                  </p:childTnLst>
                                </p:cTn>
                              </p:par>
                            </p:childTnLst>
                          </p:cTn>
                        </p:par>
                      </p:childTnLst>
                    </p:cTn>
                  </p:par>
                  <p:par>
                    <p:cTn id="36" fill="hold">
                      <p:stCondLst>
                        <p:cond delay="indefinite"/>
                      </p:stCondLst>
                      <p:childTnLst>
                        <p:par>
                          <p:cTn id="37" fill="hold">
                            <p:stCondLst>
                              <p:cond delay="0"/>
                            </p:stCondLst>
                            <p:childTnLst>
                              <p:par>
                                <p:cTn id="38" presetID="17" presetClass="entr" presetSubtype="10" fill="hold" nodeType="clickEffect">
                                  <p:stCondLst>
                                    <p:cond delay="0"/>
                                  </p:stCondLst>
                                  <p:childTnLst>
                                    <p:set>
                                      <p:cBhvr>
                                        <p:cTn id="39" dur="1" fill="hold">
                                          <p:stCondLst>
                                            <p:cond delay="0"/>
                                          </p:stCondLst>
                                        </p:cTn>
                                        <p:tgtEl>
                                          <p:spTgt spid="123"/>
                                        </p:tgtEl>
                                        <p:attrNameLst>
                                          <p:attrName>style.visibility</p:attrName>
                                        </p:attrNameLst>
                                      </p:cBhvr>
                                      <p:to>
                                        <p:strVal val="visible"/>
                                      </p:to>
                                    </p:set>
                                    <p:anim calcmode="lin" valueType="num">
                                      <p:cBhvr>
                                        <p:cTn id="40" dur="500" fill="hold"/>
                                        <p:tgtEl>
                                          <p:spTgt spid="123"/>
                                        </p:tgtEl>
                                        <p:attrNameLst>
                                          <p:attrName>ppt_w</p:attrName>
                                        </p:attrNameLst>
                                      </p:cBhvr>
                                      <p:tavLst>
                                        <p:tav tm="0">
                                          <p:val>
                                            <p:fltVal val="0"/>
                                          </p:val>
                                        </p:tav>
                                        <p:tav tm="100000">
                                          <p:val>
                                            <p:strVal val="#ppt_w"/>
                                          </p:val>
                                        </p:tav>
                                      </p:tavLst>
                                    </p:anim>
                                    <p:anim calcmode="lin" valueType="num">
                                      <p:cBhvr>
                                        <p:cTn id="41" dur="500" fill="hold"/>
                                        <p:tgtEl>
                                          <p:spTgt spid="123"/>
                                        </p:tgtEl>
                                        <p:attrNameLst>
                                          <p:attrName>ppt_h</p:attrName>
                                        </p:attrNameLst>
                                      </p:cBhvr>
                                      <p:tavLst>
                                        <p:tav tm="0">
                                          <p:val>
                                            <p:strVal val="#ppt_h"/>
                                          </p:val>
                                        </p:tav>
                                        <p:tav tm="100000">
                                          <p:val>
                                            <p:strVal val="#ppt_h"/>
                                          </p:val>
                                        </p:tav>
                                      </p:tavLst>
                                    </p:anim>
                                  </p:childTnLst>
                                </p:cTn>
                              </p:par>
                            </p:childTnLst>
                          </p:cTn>
                        </p:par>
                      </p:childTnLst>
                    </p:cTn>
                  </p:par>
                  <p:par>
                    <p:cTn id="42" fill="hold">
                      <p:stCondLst>
                        <p:cond delay="indefinite"/>
                      </p:stCondLst>
                      <p:childTnLst>
                        <p:par>
                          <p:cTn id="43" fill="hold">
                            <p:stCondLst>
                              <p:cond delay="0"/>
                            </p:stCondLst>
                            <p:childTnLst>
                              <p:par>
                                <p:cTn id="44" presetID="2" presetClass="entr" presetSubtype="8" fill="hold" nodeType="clickEffect">
                                  <p:stCondLst>
                                    <p:cond delay="0"/>
                                  </p:stCondLst>
                                  <p:childTnLst>
                                    <p:set>
                                      <p:cBhvr>
                                        <p:cTn id="45" dur="1" fill="hold">
                                          <p:stCondLst>
                                            <p:cond delay="0"/>
                                          </p:stCondLst>
                                        </p:cTn>
                                        <p:tgtEl>
                                          <p:spTgt spid="22"/>
                                        </p:tgtEl>
                                        <p:attrNameLst>
                                          <p:attrName>style.visibility</p:attrName>
                                        </p:attrNameLst>
                                      </p:cBhvr>
                                      <p:to>
                                        <p:strVal val="visible"/>
                                      </p:to>
                                    </p:set>
                                    <p:anim calcmode="lin" valueType="num">
                                      <p:cBhvr>
                                        <p:cTn id="46" dur="500" fill="hold"/>
                                        <p:tgtEl>
                                          <p:spTgt spid="22"/>
                                        </p:tgtEl>
                                        <p:attrNameLst>
                                          <p:attrName>ppt_x</p:attrName>
                                        </p:attrNameLst>
                                      </p:cBhvr>
                                      <p:tavLst>
                                        <p:tav tm="0">
                                          <p:val>
                                            <p:strVal val="0-#ppt_w/2"/>
                                          </p:val>
                                        </p:tav>
                                        <p:tav tm="100000">
                                          <p:val>
                                            <p:strVal val="#ppt_x"/>
                                          </p:val>
                                        </p:tav>
                                      </p:tavLst>
                                    </p:anim>
                                    <p:anim calcmode="lin" valueType="num">
                                      <p:cBhvr>
                                        <p:cTn id="47" dur="500" fill="hold"/>
                                        <p:tgtEl>
                                          <p:spTgt spid="22"/>
                                        </p:tgtEl>
                                        <p:attrNameLst>
                                          <p:attrName>ppt_y</p:attrName>
                                        </p:attrNameLst>
                                      </p:cBhvr>
                                      <p:tavLst>
                                        <p:tav tm="0">
                                          <p:val>
                                            <p:strVal val="#ppt_y"/>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19" presetClass="entr" presetSubtype="10" fill="hold" nodeType="clickEffect">
                                  <p:stCondLst>
                                    <p:cond delay="0"/>
                                  </p:stCondLst>
                                  <p:childTnLst>
                                    <p:set>
                                      <p:cBhvr>
                                        <p:cTn id="51" dur="1" fill="hold">
                                          <p:stCondLst>
                                            <p:cond delay="0"/>
                                          </p:stCondLst>
                                        </p:cTn>
                                        <p:tgtEl>
                                          <p:spTgt spid="7"/>
                                        </p:tgtEl>
                                        <p:attrNameLst>
                                          <p:attrName>style.visibility</p:attrName>
                                        </p:attrNameLst>
                                      </p:cBhvr>
                                      <p:to>
                                        <p:strVal val="visible"/>
                                      </p:to>
                                    </p:set>
                                    <p:anim calcmode="lin" valueType="num">
                                      <p:cBhvr>
                                        <p:cTn id="52" dur="5000" fill="hold"/>
                                        <p:tgtEl>
                                          <p:spTgt spid="7"/>
                                        </p:tgtEl>
                                        <p:attrNameLst>
                                          <p:attrName>ppt_w</p:attrName>
                                        </p:attrNameLst>
                                      </p:cBhvr>
                                      <p:tavLst>
                                        <p:tav tm="0" fmla="#ppt_w*sin(2.5*pi*$)">
                                          <p:val>
                                            <p:fltVal val="0"/>
                                          </p:val>
                                        </p:tav>
                                        <p:tav tm="100000">
                                          <p:val>
                                            <p:fltVal val="1"/>
                                          </p:val>
                                        </p:tav>
                                      </p:tavLst>
                                    </p:anim>
                                    <p:anim calcmode="lin" valueType="num">
                                      <p:cBhvr>
                                        <p:cTn id="53" dur="5000" fill="hold"/>
                                        <p:tgtEl>
                                          <p:spTgt spid="7"/>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4" grpId="0"/>
      <p:bldP spid="126" grpId="0"/>
      <p:bldP spid="183" grpId="0" animBg="1"/>
    </p:bldLst>
  </p:timing>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4818" name="Rectangle 3"/>
          <p:cNvSpPr>
            <a:spLocks noGrp="1"/>
          </p:cNvSpPr>
          <p:nvPr>
            <p:ph idx="1"/>
          </p:nvPr>
        </p:nvSpPr>
        <p:spPr>
          <a:xfrm>
            <a:off x="1143000" y="1338263"/>
            <a:ext cx="9906000" cy="938212"/>
          </a:xfrm>
        </p:spPr>
        <p:txBody>
          <a:bodyPr vert="horz" wrap="square" lIns="91440" tIns="45720" rIns="91440" bIns="45720" anchor="t" anchorCtr="0"/>
          <a:lstStyle/>
          <a:p>
            <a:pPr eaLnBrk="1">
              <a:buSzPct val="50000"/>
              <a:buFont typeface="Wingdings" panose="05000000000000000000" pitchFamily="2" charset="2"/>
              <a:buNone/>
            </a:pPr>
            <a:r>
              <a:rPr lang="en-US" altLang="zh-CN" kern="1200" dirty="0">
                <a:latin typeface="Arial" panose="020B0604020202090204" pitchFamily="34" charset="0"/>
                <a:ea typeface="黑体" panose="02010609060101010101" pitchFamily="49" charset="-122"/>
                <a:cs typeface="Arial" panose="020B0604020202090204" pitchFamily="34" charset="0"/>
              </a:rPr>
              <a:t>【</a:t>
            </a:r>
            <a:r>
              <a:rPr lang="zh-CN" altLang="en-US" kern="1200" dirty="0">
                <a:latin typeface="Arial" panose="020B0604020202090204" pitchFamily="34" charset="0"/>
                <a:ea typeface="黑体" panose="02010609060101010101" pitchFamily="49" charset="-122"/>
                <a:cs typeface="Arial" panose="020B0604020202090204" pitchFamily="34" charset="0"/>
              </a:rPr>
              <a:t>例</a:t>
            </a:r>
            <a:r>
              <a:rPr lang="en-US" altLang="zh-CN" kern="1200" dirty="0">
                <a:latin typeface="Arial" panose="020B0604020202090204" pitchFamily="34" charset="0"/>
                <a:ea typeface="黑体" panose="02010609060101010101" pitchFamily="49" charset="-122"/>
                <a:cs typeface="Arial" panose="020B0604020202090204" pitchFamily="34" charset="0"/>
              </a:rPr>
              <a:t>8.5</a:t>
            </a:r>
            <a:r>
              <a:rPr lang="en-US" altLang="zh-CN" kern="1200" dirty="0">
                <a:latin typeface="Times New Roman" panose="02020503050405090304" pitchFamily="18" charset="0"/>
                <a:ea typeface="黑体" panose="02010609060101010101" pitchFamily="49" charset="-122"/>
                <a:cs typeface="Times New Roman" panose="02020503050405090304" pitchFamily="18" charset="0"/>
              </a:rPr>
              <a:t>】</a:t>
            </a:r>
            <a:r>
              <a:rPr lang="zh-CN" altLang="en-US" kern="1200" dirty="0">
                <a:latin typeface="Times New Roman" panose="02020503050405090304" pitchFamily="18" charset="0"/>
                <a:ea typeface="黑体" panose="02010609060101010101" pitchFamily="49" charset="-122"/>
                <a:cs typeface="Times New Roman" panose="02020503050405090304" pitchFamily="18" charset="0"/>
              </a:rPr>
              <a:t>计算平均分：</a:t>
            </a:r>
            <a:r>
              <a:rPr lang="zh-CN" altLang="en-US" kern="1200" dirty="0">
                <a:solidFill>
                  <a:srgbClr val="CC0000"/>
                </a:solidFill>
                <a:latin typeface="黑体" panose="02010609060101010101" pitchFamily="49" charset="-122"/>
                <a:ea typeface="黑体" panose="02010609060101010101" pitchFamily="49" charset="-122"/>
                <a:cs typeface="Times New Roman" panose="02020503050405090304" pitchFamily="18" charset="0"/>
              </a:rPr>
              <a:t>计数</a:t>
            </a:r>
            <a:r>
              <a:rPr lang="zh-CN" altLang="en-US" kern="1200" dirty="0">
                <a:latin typeface="黑体" panose="02010609060101010101" pitchFamily="49" charset="-122"/>
                <a:ea typeface="黑体" panose="02010609060101010101" pitchFamily="49" charset="-122"/>
                <a:cs typeface="Times New Roman" panose="02020503050405090304" pitchFamily="18" charset="0"/>
              </a:rPr>
              <a:t>控制</a:t>
            </a:r>
            <a:r>
              <a:rPr lang="en-US" altLang="zh-CN" kern="1200" dirty="0">
                <a:latin typeface="黑体" panose="02010609060101010101" pitchFamily="49" charset="-122"/>
                <a:ea typeface="Times New Roman" panose="02020503050405090304" pitchFamily="18" charset="0"/>
                <a:cs typeface="+mn-cs"/>
              </a:rPr>
              <a:t>—</a:t>
            </a:r>
            <a:r>
              <a:rPr lang="zh-CN" altLang="en-US" kern="1200" dirty="0">
                <a:latin typeface="黑体" panose="02010609060101010101" pitchFamily="49" charset="-122"/>
                <a:ea typeface="黑体" panose="02010609060101010101" pitchFamily="49" charset="-122"/>
                <a:cs typeface="Times New Roman" panose="02020503050405090304" pitchFamily="18" charset="0"/>
              </a:rPr>
              <a:t>键盘输入学生人数</a:t>
            </a:r>
            <a:endParaRPr lang="zh-CN" altLang="en-US" kern="1200" dirty="0">
              <a:latin typeface="黑体" panose="02010609060101010101" pitchFamily="49" charset="-122"/>
              <a:ea typeface="黑体" panose="02010609060101010101" pitchFamily="49" charset="-122"/>
              <a:cs typeface="Times New Roman" panose="02020503050405090304" pitchFamily="18" charset="0"/>
            </a:endParaRPr>
          </a:p>
          <a:p>
            <a:pPr eaLnBrk="1">
              <a:buSzPct val="50000"/>
              <a:buFont typeface="Monotype Sorts"/>
              <a:buChar char=""/>
            </a:pPr>
            <a:endParaRPr lang="zh-CN" altLang="en-US" kern="1200" dirty="0">
              <a:latin typeface="Times New Roman" panose="02020503050405090304" pitchFamily="18" charset="0"/>
              <a:ea typeface="华文仿宋" panose="02010600040101010101" pitchFamily="2" charset="-122"/>
              <a:cs typeface="+mn-cs"/>
            </a:endParaRPr>
          </a:p>
        </p:txBody>
      </p:sp>
      <p:pic>
        <p:nvPicPr>
          <p:cNvPr id="34819" name="Picture 6"/>
          <p:cNvPicPr>
            <a:picLocks noChangeAspect="1"/>
          </p:cNvPicPr>
          <p:nvPr/>
        </p:nvPicPr>
        <p:blipFill>
          <a:blip r:embed="rId1"/>
          <a:stretch>
            <a:fillRect/>
          </a:stretch>
        </p:blipFill>
        <p:spPr>
          <a:xfrm>
            <a:off x="1254125" y="1916113"/>
            <a:ext cx="5057775" cy="4035425"/>
          </a:xfrm>
          <a:prstGeom prst="rect">
            <a:avLst/>
          </a:prstGeom>
          <a:noFill/>
          <a:ln w="50800" cap="flat" cmpd="thickThin">
            <a:solidFill>
              <a:srgbClr val="333399"/>
            </a:solidFill>
            <a:prstDash val="solid"/>
            <a:miter/>
            <a:headEnd type="none" w="sm" len="sm"/>
            <a:tailEnd type="none" w="sm" len="sm"/>
          </a:ln>
        </p:spPr>
      </p:pic>
      <p:pic>
        <p:nvPicPr>
          <p:cNvPr id="37892" name="Picture 9"/>
          <p:cNvPicPr>
            <a:picLocks noChangeAspect="1"/>
          </p:cNvPicPr>
          <p:nvPr/>
        </p:nvPicPr>
        <p:blipFill>
          <a:blip r:embed="rId2"/>
          <a:stretch>
            <a:fillRect/>
          </a:stretch>
        </p:blipFill>
        <p:spPr>
          <a:xfrm>
            <a:off x="6413500" y="1916113"/>
            <a:ext cx="3714750" cy="2628900"/>
          </a:xfrm>
          <a:prstGeom prst="rect">
            <a:avLst/>
          </a:prstGeom>
          <a:noFill/>
          <a:ln w="50800" cap="flat" cmpd="thickThin">
            <a:solidFill>
              <a:srgbClr val="3333CC"/>
            </a:solidFill>
            <a:prstDash val="solid"/>
            <a:miter/>
            <a:headEnd type="none" w="med" len="med"/>
            <a:tailEnd type="none" w="med" len="med"/>
          </a:ln>
        </p:spPr>
      </p:pic>
      <p:sp>
        <p:nvSpPr>
          <p:cNvPr id="10" name="Text Box 12"/>
          <p:cNvSpPr txBox="1">
            <a:spLocks noChangeArrowheads="1"/>
          </p:cNvSpPr>
          <p:nvPr/>
        </p:nvSpPr>
        <p:spPr bwMode="auto">
          <a:xfrm>
            <a:off x="2063750" y="5513388"/>
            <a:ext cx="3600450" cy="868363"/>
          </a:xfrm>
          <a:prstGeom prst="rect">
            <a:avLst/>
          </a:prstGeom>
          <a:solidFill>
            <a:schemeClr val="bg2">
              <a:lumMod val="90000"/>
            </a:schemeClr>
          </a:solidFill>
          <a:ln w="38100">
            <a:solidFill>
              <a:srgbClr val="00B050"/>
            </a:solidFill>
            <a:miter lim="800000"/>
          </a:ln>
        </p:spPr>
        <p:txBody>
          <a:bodyPr>
            <a:spAutoFit/>
          </a:bodyPr>
          <a:lstStyle>
            <a:lvl1pPr>
              <a:lnSpc>
                <a:spcPct val="120000"/>
              </a:lnSpc>
              <a:spcBef>
                <a:spcPts val="600"/>
              </a:spcBef>
              <a:buClr>
                <a:schemeClr val="tx2"/>
              </a:buClr>
              <a:buSzPct val="50000"/>
              <a:buFont typeface="Wingdings" panose="05000000000000000000" pitchFamily="2" charset="2"/>
              <a:buChar char="n"/>
              <a:defRPr sz="3200">
                <a:solidFill>
                  <a:schemeClr val="tx1"/>
                </a:solidFill>
                <a:latin typeface="Franklin Gothic Book" pitchFamily="34" charset="0"/>
              </a:defRPr>
            </a:lvl1pPr>
            <a:lvl2pPr marL="742950" indent="-285750">
              <a:lnSpc>
                <a:spcPct val="120000"/>
              </a:lnSpc>
              <a:spcBef>
                <a:spcPts val="600"/>
              </a:spcBef>
              <a:buClr>
                <a:schemeClr val="tx2"/>
              </a:buClr>
              <a:buSzPct val="50000"/>
              <a:buFont typeface="Wingdings 2" panose="05020102010507070707" pitchFamily="18" charset="2"/>
              <a:buChar char="Þ"/>
              <a:defRPr sz="2800">
                <a:solidFill>
                  <a:srgbClr val="333399"/>
                </a:solidFill>
                <a:latin typeface="Times New Roman" panose="02020503050405090304" pitchFamily="18" charset="0"/>
                <a:cs typeface="Times New Roman" panose="02020503050405090304" pitchFamily="18" charset="0"/>
              </a:defRPr>
            </a:lvl2pPr>
            <a:lvl3pPr marL="1143000" indent="-228600">
              <a:lnSpc>
                <a:spcPct val="120000"/>
              </a:lnSpc>
              <a:spcBef>
                <a:spcPts val="600"/>
              </a:spcBef>
              <a:buClr>
                <a:schemeClr val="tx2"/>
              </a:buClr>
              <a:buSzPct val="50000"/>
              <a:buFont typeface="Wingdings 2" panose="05020102010507070707" pitchFamily="18" charset="2"/>
              <a:buChar char=""/>
              <a:defRPr sz="2400">
                <a:solidFill>
                  <a:srgbClr val="3333CC"/>
                </a:solidFill>
                <a:latin typeface="Times New Roman" panose="02020503050405090304" pitchFamily="18" charset="0"/>
                <a:cs typeface="Times New Roman" panose="02020503050405090304" pitchFamily="18" charset="0"/>
              </a:defRPr>
            </a:lvl3pPr>
            <a:lvl4pPr marL="1600200" indent="-228600">
              <a:lnSpc>
                <a:spcPct val="120000"/>
              </a:lnSpc>
              <a:spcBef>
                <a:spcPts val="600"/>
              </a:spcBef>
              <a:buClr>
                <a:schemeClr val="tx2"/>
              </a:buClr>
              <a:buSzPct val="50000"/>
              <a:buFont typeface="Wingdings 2" panose="05020102010507070707" pitchFamily="18" charset="2"/>
              <a:buChar char=""/>
              <a:defRPr sz="2000">
                <a:solidFill>
                  <a:schemeClr val="tx1"/>
                </a:solidFill>
                <a:latin typeface="Times New Roman" panose="02020503050405090304" pitchFamily="18" charset="0"/>
                <a:cs typeface="Times New Roman" panose="02020503050405090304" pitchFamily="18" charset="0"/>
              </a:defRPr>
            </a:lvl4pPr>
            <a:lvl5pPr marL="2057400" indent="-228600">
              <a:lnSpc>
                <a:spcPct val="120000"/>
              </a:lnSpc>
              <a:spcBef>
                <a:spcPts val="600"/>
              </a:spcBef>
              <a:buClr>
                <a:schemeClr val="tx2"/>
              </a:buClr>
              <a:buSzPct val="50000"/>
              <a:buFont typeface="Wingdings 2" panose="05020102010507070707" pitchFamily="18" charset="2"/>
              <a:buChar char=""/>
              <a:defRPr sz="2000">
                <a:solidFill>
                  <a:schemeClr val="tx1"/>
                </a:solidFill>
                <a:latin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ts val="600"/>
              </a:spcBef>
              <a:spcAft>
                <a:spcPct val="0"/>
              </a:spcAft>
              <a:buClr>
                <a:schemeClr val="tx2"/>
              </a:buClr>
              <a:buSzPct val="50000"/>
              <a:buFont typeface="Wingdings 2" panose="05020102010507070707" pitchFamily="18" charset="2"/>
              <a:buChar char=""/>
              <a:defRPr sz="2000">
                <a:solidFill>
                  <a:schemeClr val="tx1"/>
                </a:solidFill>
                <a:latin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ts val="600"/>
              </a:spcBef>
              <a:spcAft>
                <a:spcPct val="0"/>
              </a:spcAft>
              <a:buClr>
                <a:schemeClr val="tx2"/>
              </a:buClr>
              <a:buSzPct val="50000"/>
              <a:buFont typeface="Wingdings 2" panose="05020102010507070707" pitchFamily="18" charset="2"/>
              <a:buChar char=""/>
              <a:defRPr sz="2000">
                <a:solidFill>
                  <a:schemeClr val="tx1"/>
                </a:solidFill>
                <a:latin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ts val="600"/>
              </a:spcBef>
              <a:spcAft>
                <a:spcPct val="0"/>
              </a:spcAft>
              <a:buClr>
                <a:schemeClr val="tx2"/>
              </a:buClr>
              <a:buSzPct val="50000"/>
              <a:buFont typeface="Wingdings 2" panose="05020102010507070707" pitchFamily="18" charset="2"/>
              <a:buChar char=""/>
              <a:defRPr sz="2000">
                <a:solidFill>
                  <a:schemeClr val="tx1"/>
                </a:solidFill>
                <a:latin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ts val="600"/>
              </a:spcBef>
              <a:spcAft>
                <a:spcPct val="0"/>
              </a:spcAft>
              <a:buClr>
                <a:schemeClr val="tx2"/>
              </a:buClr>
              <a:buSzPct val="50000"/>
              <a:buFont typeface="Wingdings 2" panose="05020102010507070707" pitchFamily="18" charset="2"/>
              <a:buChar char=""/>
              <a:defRPr sz="2000">
                <a:solidFill>
                  <a:schemeClr val="tx1"/>
                </a:solidFill>
                <a:latin typeface="Times New Roman" panose="02020503050405090304" pitchFamily="18" charset="0"/>
                <a:cs typeface="Times New Roman" panose="02020503050405090304" pitchFamily="18" charset="0"/>
              </a:defRPr>
            </a:lvl9pPr>
          </a:lstStyle>
          <a:p>
            <a:pPr marL="0" marR="0" lvl="0" indent="0" algn="ctr" defTabSz="914400" rtl="0" eaLnBrk="1" fontAlgn="base" latinLnBrk="0" hangingPunct="1">
              <a:lnSpc>
                <a:spcPct val="90000"/>
              </a:lnSpc>
              <a:spcBef>
                <a:spcPct val="0"/>
              </a:spcBef>
              <a:spcAft>
                <a:spcPct val="0"/>
              </a:spcAft>
              <a:buClr>
                <a:schemeClr val="tx2"/>
              </a:buClr>
              <a:buSzPct val="80000"/>
              <a:buFont typeface="Wingdings" panose="05000000000000000000" pitchFamily="2" charset="2"/>
              <a:buNone/>
              <a:defRPr/>
            </a:pPr>
            <a:r>
              <a:rPr kumimoji="0" lang="zh-CN" altLang="en-US" sz="2800" b="0" i="0" u="none" strike="noStrike" kern="1200" cap="none" spc="0" normalizeH="0" baseline="0" noProof="0">
                <a:ln>
                  <a:noFill/>
                </a:ln>
                <a:solidFill>
                  <a:srgbClr val="000066"/>
                </a:solidFill>
                <a:effectLst/>
                <a:uLnTx/>
                <a:uFillTx/>
                <a:latin typeface="黑体" panose="02010609060101010101" pitchFamily="49" charset="-122"/>
                <a:ea typeface="黑体" panose="02010609060101010101" pitchFamily="49" charset="-122"/>
                <a:cs typeface="+mn-cs"/>
              </a:rPr>
              <a:t>用不带下标的数组名做函数实参</a:t>
            </a:r>
            <a:endParaRPr kumimoji="0" lang="en-US" altLang="zh-CN" sz="2800" b="0" i="0" u="none" strike="noStrike" kern="1200" cap="none" spc="0" normalizeH="0" baseline="0" noProof="0">
              <a:ln>
                <a:noFill/>
              </a:ln>
              <a:solidFill>
                <a:srgbClr val="000066"/>
              </a:solidFill>
              <a:effectLst/>
              <a:uLnTx/>
              <a:uFillTx/>
              <a:latin typeface="黑体" panose="02010609060101010101" pitchFamily="49" charset="-122"/>
              <a:ea typeface="黑体" panose="02010609060101010101" pitchFamily="49" charset="-122"/>
              <a:cs typeface="+mn-cs"/>
            </a:endParaRPr>
          </a:p>
        </p:txBody>
      </p:sp>
      <p:pic>
        <p:nvPicPr>
          <p:cNvPr id="11" name="图片 7" descr="Image3.jpg"/>
          <p:cNvPicPr>
            <a:picLocks noChangeAspect="1"/>
          </p:cNvPicPr>
          <p:nvPr/>
        </p:nvPicPr>
        <p:blipFill>
          <a:blip r:embed="rId3">
            <a:clrChange>
              <a:clrFrom>
                <a:srgbClr val="FFFFFD"/>
              </a:clrFrom>
              <a:clrTo>
                <a:srgbClr val="FFFFFD">
                  <a:alpha val="0"/>
                </a:srgbClr>
              </a:clrTo>
            </a:clrChange>
          </a:blip>
          <a:stretch>
            <a:fillRect/>
          </a:stretch>
        </p:blipFill>
        <p:spPr>
          <a:xfrm>
            <a:off x="10190163" y="2579688"/>
            <a:ext cx="801687" cy="1570037"/>
          </a:xfrm>
          <a:prstGeom prst="rect">
            <a:avLst/>
          </a:prstGeom>
          <a:noFill/>
          <a:ln w="9525">
            <a:noFill/>
          </a:ln>
        </p:spPr>
      </p:pic>
      <p:sp>
        <p:nvSpPr>
          <p:cNvPr id="34823" name="Rectangle 2"/>
          <p:cNvSpPr>
            <a:spLocks noGrp="1"/>
          </p:cNvSpPr>
          <p:nvPr>
            <p:ph type="title"/>
          </p:nvPr>
        </p:nvSpPr>
        <p:spPr>
          <a:xfrm>
            <a:off x="1638300" y="115888"/>
            <a:ext cx="8915400" cy="1143000"/>
          </a:xfrm>
        </p:spPr>
        <p:txBody>
          <a:bodyPr vert="horz" wrap="square" lIns="91440" tIns="45720" rIns="91440" bIns="45720" anchor="ctr" anchorCtr="0"/>
          <a:lstStyle/>
          <a:p>
            <a:r>
              <a:rPr lang="en-US" altLang="zh-CN" kern="1200" dirty="0">
                <a:latin typeface="Arial" panose="020B0604020202090204" pitchFamily="34" charset="0"/>
                <a:ea typeface="黑体" panose="02010609060101010101" pitchFamily="49" charset="-122"/>
                <a:cs typeface="Arial" panose="020B0604020202090204" pitchFamily="34" charset="0"/>
              </a:rPr>
              <a:t>3.1.3 </a:t>
            </a:r>
            <a:r>
              <a:rPr lang="zh-CN" altLang="en-US" kern="1200" dirty="0">
                <a:latin typeface="Arial" panose="020B0604020202090204" pitchFamily="34" charset="0"/>
                <a:ea typeface="黑体" panose="02010609060101010101" pitchFamily="49" charset="-122"/>
                <a:cs typeface="Arial" panose="020B0604020202090204" pitchFamily="34" charset="0"/>
              </a:rPr>
              <a:t>向函数传递一维数组</a:t>
            </a:r>
            <a:endParaRPr lang="zh-CN" altLang="en-US" kern="1200" dirty="0">
              <a:latin typeface="Arial" panose="020B0604020202090204" pitchFamily="34" charset="0"/>
              <a:ea typeface="黑体" panose="02010609060101010101" pitchFamily="49" charset="-122"/>
              <a:cs typeface="Arial" panose="020B0604020202090204" pitchFamily="34" charset="0"/>
            </a:endParaRPr>
          </a:p>
        </p:txBody>
      </p:sp>
      <p:sp>
        <p:nvSpPr>
          <p:cNvPr id="15" name="Rectangle 4"/>
          <p:cNvSpPr>
            <a:spLocks noChangeArrowheads="1"/>
          </p:cNvSpPr>
          <p:nvPr/>
        </p:nvSpPr>
        <p:spPr bwMode="auto">
          <a:xfrm>
            <a:off x="2063750" y="4525963"/>
            <a:ext cx="2952750" cy="571500"/>
          </a:xfrm>
          <a:prstGeom prst="rect">
            <a:avLst/>
          </a:prstGeom>
          <a:noFill/>
          <a:ln w="25400">
            <a:solidFill>
              <a:srgbClr val="00B050"/>
            </a:solidFill>
            <a:miter lim="800000"/>
            <a:headEnd type="none" w="sm" len="sm"/>
            <a:tailEnd type="none" w="sm" len="sm"/>
          </a:ln>
          <a:effectLst/>
        </p:spPr>
        <p:txBody>
          <a:bodyPr wrap="none" anchor="ct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dirty="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pic>
        <p:nvPicPr>
          <p:cNvPr id="37899" name="Picture 10"/>
          <p:cNvPicPr>
            <a:picLocks noChangeAspect="1"/>
          </p:cNvPicPr>
          <p:nvPr/>
        </p:nvPicPr>
        <p:blipFill>
          <a:blip r:embed="rId4"/>
          <a:stretch>
            <a:fillRect/>
          </a:stretch>
        </p:blipFill>
        <p:spPr>
          <a:xfrm>
            <a:off x="7032625" y="4306888"/>
            <a:ext cx="3889375" cy="2481262"/>
          </a:xfrm>
          <a:prstGeom prst="rect">
            <a:avLst/>
          </a:prstGeom>
          <a:noFill/>
          <a:ln w="50800" cap="flat" cmpd="thickThin">
            <a:solidFill>
              <a:srgbClr val="3333CC"/>
            </a:solidFill>
            <a:prstDash val="solid"/>
            <a:miter/>
            <a:headEnd type="none" w="med" len="med"/>
            <a:tailEnd type="none" w="med" len="med"/>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37892"/>
                                        </p:tgtEl>
                                        <p:attrNameLst>
                                          <p:attrName>style.visibility</p:attrName>
                                        </p:attrNameLst>
                                      </p:cBhvr>
                                      <p:to>
                                        <p:strVal val="visible"/>
                                      </p:to>
                                    </p:set>
                                    <p:animEffect transition="in" filter="box(in)">
                                      <p:cBhvr>
                                        <p:cTn id="7" dur="500"/>
                                        <p:tgtEl>
                                          <p:spTgt spid="3789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2"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 calcmode="lin" valueType="num">
                                      <p:cBhvr additive="base">
                                        <p:cTn id="12" dur="500" fill="hold"/>
                                        <p:tgtEl>
                                          <p:spTgt spid="11"/>
                                        </p:tgtEl>
                                        <p:attrNameLst>
                                          <p:attrName>ppt_x</p:attrName>
                                        </p:attrNameLst>
                                      </p:cBhvr>
                                      <p:tavLst>
                                        <p:tav tm="0">
                                          <p:val>
                                            <p:strVal val="1+#ppt_w/2"/>
                                          </p:val>
                                        </p:tav>
                                        <p:tav tm="100000">
                                          <p:val>
                                            <p:strVal val="#ppt_x"/>
                                          </p:val>
                                        </p:tav>
                                      </p:tavLst>
                                    </p:anim>
                                    <p:anim calcmode="lin" valueType="num">
                                      <p:cBhvr additive="base">
                                        <p:cTn id="13" dur="500" fill="hold"/>
                                        <p:tgtEl>
                                          <p:spTgt spid="11"/>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37899"/>
                                        </p:tgtEl>
                                        <p:attrNameLst>
                                          <p:attrName>style.visibility</p:attrName>
                                        </p:attrNameLst>
                                      </p:cBhvr>
                                      <p:to>
                                        <p:strVal val="visible"/>
                                      </p:to>
                                    </p:set>
                                    <p:anim calcmode="lin" valueType="num">
                                      <p:cBhvr additive="base">
                                        <p:cTn id="18" dur="500" fill="hold"/>
                                        <p:tgtEl>
                                          <p:spTgt spid="37899"/>
                                        </p:tgtEl>
                                        <p:attrNameLst>
                                          <p:attrName>ppt_x</p:attrName>
                                        </p:attrNameLst>
                                      </p:cBhvr>
                                      <p:tavLst>
                                        <p:tav tm="0">
                                          <p:val>
                                            <p:strVal val="#ppt_x"/>
                                          </p:val>
                                        </p:tav>
                                        <p:tav tm="100000">
                                          <p:val>
                                            <p:strVal val="#ppt_x"/>
                                          </p:val>
                                        </p:tav>
                                      </p:tavLst>
                                    </p:anim>
                                    <p:anim calcmode="lin" valueType="num">
                                      <p:cBhvr additive="base">
                                        <p:cTn id="19" dur="500" fill="hold"/>
                                        <p:tgtEl>
                                          <p:spTgt spid="37899"/>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17" presetClass="entr" presetSubtype="10" fill="hold" grpId="0" nodeType="clickEffect">
                                  <p:stCondLst>
                                    <p:cond delay="0"/>
                                  </p:stCondLst>
                                  <p:childTnLst>
                                    <p:set>
                                      <p:cBhvr>
                                        <p:cTn id="23" dur="1" fill="hold">
                                          <p:stCondLst>
                                            <p:cond delay="0"/>
                                          </p:stCondLst>
                                        </p:cTn>
                                        <p:tgtEl>
                                          <p:spTgt spid="15"/>
                                        </p:tgtEl>
                                        <p:attrNameLst>
                                          <p:attrName>style.visibility</p:attrName>
                                        </p:attrNameLst>
                                      </p:cBhvr>
                                      <p:to>
                                        <p:strVal val="visible"/>
                                      </p:to>
                                    </p:set>
                                    <p:anim calcmode="lin" valueType="num">
                                      <p:cBhvr>
                                        <p:cTn id="24" dur="500" fill="hold"/>
                                        <p:tgtEl>
                                          <p:spTgt spid="15"/>
                                        </p:tgtEl>
                                        <p:attrNameLst>
                                          <p:attrName>ppt_w</p:attrName>
                                        </p:attrNameLst>
                                      </p:cBhvr>
                                      <p:tavLst>
                                        <p:tav tm="0">
                                          <p:val>
                                            <p:fltVal val="0"/>
                                          </p:val>
                                        </p:tav>
                                        <p:tav tm="100000">
                                          <p:val>
                                            <p:strVal val="#ppt_w"/>
                                          </p:val>
                                        </p:tav>
                                      </p:tavLst>
                                    </p:anim>
                                    <p:anim calcmode="lin" valueType="num">
                                      <p:cBhvr>
                                        <p:cTn id="25" dur="500" fill="hold"/>
                                        <p:tgtEl>
                                          <p:spTgt spid="15"/>
                                        </p:tgtEl>
                                        <p:attrNameLst>
                                          <p:attrName>ppt_h</p:attrName>
                                        </p:attrNameLst>
                                      </p:cBhvr>
                                      <p:tavLst>
                                        <p:tav tm="0">
                                          <p:val>
                                            <p:strVal val="#ppt_h"/>
                                          </p:val>
                                        </p:tav>
                                        <p:tav tm="100000">
                                          <p:val>
                                            <p:strVal val="#ppt_h"/>
                                          </p:val>
                                        </p:tav>
                                      </p:tavLst>
                                    </p:anim>
                                  </p:childTnLst>
                                </p:cTn>
                              </p:par>
                              <p:par>
                                <p:cTn id="26" presetID="17" presetClass="entr" presetSubtype="10" fill="hold" grpId="0" nodeType="withEffect">
                                  <p:stCondLst>
                                    <p:cond delay="0"/>
                                  </p:stCondLst>
                                  <p:childTnLst>
                                    <p:set>
                                      <p:cBhvr>
                                        <p:cTn id="27" dur="1" fill="hold">
                                          <p:stCondLst>
                                            <p:cond delay="0"/>
                                          </p:stCondLst>
                                        </p:cTn>
                                        <p:tgtEl>
                                          <p:spTgt spid="10"/>
                                        </p:tgtEl>
                                        <p:attrNameLst>
                                          <p:attrName>style.visibility</p:attrName>
                                        </p:attrNameLst>
                                      </p:cBhvr>
                                      <p:to>
                                        <p:strVal val="visible"/>
                                      </p:to>
                                    </p:set>
                                    <p:anim calcmode="lin" valueType="num">
                                      <p:cBhvr>
                                        <p:cTn id="28" dur="500" fill="hold"/>
                                        <p:tgtEl>
                                          <p:spTgt spid="10"/>
                                        </p:tgtEl>
                                        <p:attrNameLst>
                                          <p:attrName>ppt_w</p:attrName>
                                        </p:attrNameLst>
                                      </p:cBhvr>
                                      <p:tavLst>
                                        <p:tav tm="0">
                                          <p:val>
                                            <p:fltVal val="0"/>
                                          </p:val>
                                        </p:tav>
                                        <p:tav tm="100000">
                                          <p:val>
                                            <p:strVal val="#ppt_w"/>
                                          </p:val>
                                        </p:tav>
                                      </p:tavLst>
                                    </p:anim>
                                    <p:anim calcmode="lin" valueType="num">
                                      <p:cBhvr>
                                        <p:cTn id="29" dur="500" fill="hold"/>
                                        <p:tgtEl>
                                          <p:spTgt spid="10"/>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5" grpId="0" animBg="1"/>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6866" name="Rectangle 2"/>
          <p:cNvSpPr>
            <a:spLocks noGrp="1"/>
          </p:cNvSpPr>
          <p:nvPr>
            <p:ph type="title"/>
          </p:nvPr>
        </p:nvSpPr>
        <p:spPr>
          <a:xfrm>
            <a:off x="1881188" y="260350"/>
            <a:ext cx="8447087" cy="839788"/>
          </a:xfrm>
        </p:spPr>
        <p:txBody>
          <a:bodyPr vert="horz" wrap="square" lIns="91440" tIns="45720" rIns="91440" bIns="45720" anchor="ctr" anchorCtr="0"/>
          <a:lstStyle/>
          <a:p>
            <a:r>
              <a:rPr lang="en-US" altLang="zh-CN" dirty="0"/>
              <a:t>3.1.4 </a:t>
            </a:r>
            <a:r>
              <a:rPr lang="zh-CN" altLang="en-US" dirty="0"/>
              <a:t>向函数传递二维数组</a:t>
            </a:r>
            <a:endParaRPr lang="zh-CN" altLang="en-US" dirty="0"/>
          </a:p>
        </p:txBody>
      </p:sp>
      <p:sp>
        <p:nvSpPr>
          <p:cNvPr id="358403" name="Rectangle 3"/>
          <p:cNvSpPr>
            <a:spLocks noGrp="1"/>
          </p:cNvSpPr>
          <p:nvPr>
            <p:ph type="body" sz="half" idx="1"/>
          </p:nvPr>
        </p:nvSpPr>
        <p:spPr>
          <a:xfrm>
            <a:off x="1271588" y="2708275"/>
            <a:ext cx="7488237" cy="3529013"/>
          </a:xfrm>
        </p:spPr>
        <p:txBody>
          <a:bodyPr vert="horz" wrap="square" lIns="91440" tIns="45720" rIns="91440" bIns="45720" anchor="t" anchorCtr="0"/>
          <a:lstStyle/>
          <a:p>
            <a:pPr eaLnBrk="1">
              <a:lnSpc>
                <a:spcPct val="130000"/>
              </a:lnSpc>
              <a:buClr>
                <a:schemeClr val="tx2"/>
              </a:buClr>
              <a:buSzPct val="50000"/>
              <a:buFont typeface="Wingdings" panose="05000000000000000000" pitchFamily="2" charset="2"/>
            </a:pPr>
            <a:r>
              <a:rPr lang="zh-CN" altLang="en-US" sz="2400" dirty="0">
                <a:latin typeface="Courier New" panose="02070409020205090404" pitchFamily="49" charset="0"/>
                <a:cs typeface="Courier New" panose="02070409020205090404" pitchFamily="49" charset="0"/>
              </a:rPr>
              <a:t>在声明函数的二维数组形参时，为什么不能省略数组第二维的长度（列数）呢？</a:t>
            </a:r>
            <a:endParaRPr lang="zh-CN" altLang="en-US" sz="2400" dirty="0">
              <a:latin typeface="Courier New" panose="02070409020205090404" pitchFamily="49" charset="0"/>
              <a:cs typeface="Courier New" panose="02070409020205090404" pitchFamily="49" charset="0"/>
            </a:endParaRPr>
          </a:p>
          <a:p>
            <a:pPr eaLnBrk="1">
              <a:lnSpc>
                <a:spcPct val="130000"/>
              </a:lnSpc>
              <a:buClr>
                <a:schemeClr val="tx2"/>
              </a:buClr>
              <a:buSzPct val="50000"/>
              <a:buFont typeface="Wingdings" panose="05000000000000000000" pitchFamily="2" charset="2"/>
            </a:pPr>
            <a:r>
              <a:rPr lang="zh-CN" altLang="en-US" sz="2400" dirty="0">
                <a:latin typeface="Courier New" panose="02070409020205090404" pitchFamily="49" charset="0"/>
                <a:cs typeface="Courier New" panose="02070409020205090404" pitchFamily="49" charset="0"/>
              </a:rPr>
              <a:t>元素</a:t>
            </a:r>
            <a:r>
              <a:rPr lang="en-US" altLang="zh-CN" sz="2400" b="1" dirty="0">
                <a:solidFill>
                  <a:srgbClr val="C00000"/>
                </a:solidFill>
                <a:latin typeface="Courier New" panose="02070409020205090404" pitchFamily="49" charset="0"/>
                <a:cs typeface="Courier New" panose="02070409020205090404" pitchFamily="49" charset="0"/>
              </a:rPr>
              <a:t>a[i][j]</a:t>
            </a:r>
            <a:r>
              <a:rPr lang="zh-CN" altLang="en-US" sz="2400" dirty="0">
                <a:latin typeface="Courier New" panose="02070409020205090404" pitchFamily="49" charset="0"/>
                <a:cs typeface="Courier New" panose="02070409020205090404" pitchFamily="49" charset="0"/>
              </a:rPr>
              <a:t>在数组中相对于第一个元素的位置：</a:t>
            </a:r>
            <a:endParaRPr lang="zh-CN" altLang="en-US" sz="2400" dirty="0">
              <a:latin typeface="Courier New" panose="02070409020205090404" pitchFamily="49" charset="0"/>
              <a:cs typeface="Courier New" panose="02070409020205090404" pitchFamily="49" charset="0"/>
            </a:endParaRPr>
          </a:p>
          <a:p>
            <a:pPr eaLnBrk="1">
              <a:lnSpc>
                <a:spcPct val="130000"/>
              </a:lnSpc>
              <a:buClr>
                <a:schemeClr val="tx2"/>
              </a:buClr>
              <a:buSzPct val="50000"/>
              <a:buFont typeface="Monotype Sorts"/>
              <a:buNone/>
            </a:pPr>
            <a:r>
              <a:rPr lang="en-US" altLang="zh-CN" dirty="0">
                <a:latin typeface="Courier New" panose="02070409020205090404" pitchFamily="49" charset="0"/>
                <a:cs typeface="Courier New" panose="02070409020205090404" pitchFamily="49" charset="0"/>
              </a:rPr>
              <a:t>       </a:t>
            </a:r>
            <a:r>
              <a:rPr lang="en-US" altLang="zh-CN" b="1" dirty="0">
                <a:solidFill>
                  <a:srgbClr val="C00000"/>
                </a:solidFill>
                <a:latin typeface="Courier New" panose="02070409020205090404" pitchFamily="49" charset="0"/>
                <a:cs typeface="Courier New" panose="02070409020205090404" pitchFamily="49" charset="0"/>
              </a:rPr>
              <a:t>i * 3 + j </a:t>
            </a:r>
            <a:endParaRPr lang="en-US" altLang="zh-CN" b="1" dirty="0">
              <a:solidFill>
                <a:srgbClr val="C00000"/>
              </a:solidFill>
              <a:latin typeface="Courier New" panose="02070409020205090404" pitchFamily="49" charset="0"/>
              <a:cs typeface="Courier New" panose="02070409020205090404" pitchFamily="49" charset="0"/>
            </a:endParaRPr>
          </a:p>
          <a:p>
            <a:pPr eaLnBrk="1">
              <a:lnSpc>
                <a:spcPct val="130000"/>
              </a:lnSpc>
              <a:buClr>
                <a:schemeClr val="tx2"/>
              </a:buClr>
              <a:buSzPct val="50000"/>
              <a:buFont typeface="Monotype Sorts"/>
              <a:buNone/>
            </a:pPr>
            <a:r>
              <a:rPr lang="zh-CN" altLang="en-US" dirty="0">
                <a:latin typeface="Courier New" panose="02070409020205090404" pitchFamily="49" charset="0"/>
                <a:cs typeface="Courier New" panose="02070409020205090404" pitchFamily="49" charset="0"/>
              </a:rPr>
              <a:t>  </a:t>
            </a:r>
            <a:r>
              <a:rPr lang="zh-CN" altLang="en-US" sz="2400" dirty="0">
                <a:latin typeface="Courier New" panose="02070409020205090404" pitchFamily="49" charset="0"/>
                <a:cs typeface="Courier New" panose="02070409020205090404" pitchFamily="49" charset="0"/>
              </a:rPr>
              <a:t>元素地址：首地址</a:t>
            </a:r>
            <a:r>
              <a:rPr lang="en-US" altLang="zh-CN" sz="2400" dirty="0">
                <a:latin typeface="Courier New" panose="02070409020205090404" pitchFamily="49" charset="0"/>
                <a:cs typeface="Courier New" panose="02070409020205090404" pitchFamily="49" charset="0"/>
              </a:rPr>
              <a:t>+</a:t>
            </a:r>
            <a:r>
              <a:rPr lang="zh-CN" altLang="en-US" sz="2400" dirty="0">
                <a:latin typeface="Courier New" panose="02070409020205090404" pitchFamily="49" charset="0"/>
                <a:cs typeface="Courier New" panose="02070409020205090404" pitchFamily="49" charset="0"/>
              </a:rPr>
              <a:t>偏移量</a:t>
            </a:r>
            <a:endParaRPr lang="zh-CN" altLang="en-US" sz="2400" dirty="0">
              <a:latin typeface="Courier New" panose="02070409020205090404" pitchFamily="49" charset="0"/>
              <a:ea typeface="Courier New" panose="02070409020205090404" pitchFamily="49" charset="0"/>
            </a:endParaRPr>
          </a:p>
        </p:txBody>
      </p:sp>
      <p:sp>
        <p:nvSpPr>
          <p:cNvPr id="358436" name="Line 36"/>
          <p:cNvSpPr>
            <a:spLocks noChangeShapeType="1"/>
          </p:cNvSpPr>
          <p:nvPr/>
        </p:nvSpPr>
        <p:spPr bwMode="auto">
          <a:xfrm>
            <a:off x="8358188" y="2279650"/>
            <a:ext cx="495300" cy="0"/>
          </a:xfrm>
          <a:prstGeom prst="line">
            <a:avLst/>
          </a:prstGeom>
          <a:noFill/>
          <a:ln w="57150" cap="sq">
            <a:solidFill>
              <a:srgbClr val="00B050"/>
            </a:solidFill>
            <a:round/>
            <a:tailEnd type="triangle" w="med" len="med"/>
          </a:ln>
          <a:effectLst/>
        </p:spPr>
        <p:txBody>
          <a:bodyPr wrap="none" anchor="ct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000000">
                    <a:alpha val="43137"/>
                  </a:srgbClr>
                </a:outerShdw>
              </a:effectLst>
              <a:uLnTx/>
              <a:uFillTx/>
              <a:latin typeface="Arial" panose="020B0604020202090204" pitchFamily="34" charset="0"/>
              <a:ea typeface="+mn-ea"/>
              <a:cs typeface="+mn-cs"/>
            </a:endParaRPr>
          </a:p>
        </p:txBody>
      </p:sp>
      <p:grpSp>
        <p:nvGrpSpPr>
          <p:cNvPr id="36869" name="Group 276"/>
          <p:cNvGrpSpPr/>
          <p:nvPr/>
        </p:nvGrpSpPr>
        <p:grpSpPr>
          <a:xfrm>
            <a:off x="8902700" y="1916113"/>
            <a:ext cx="2146300" cy="4572000"/>
            <a:chOff x="4888" y="1207"/>
            <a:chExt cx="1352" cy="2880"/>
          </a:xfrm>
        </p:grpSpPr>
        <p:sp>
          <p:nvSpPr>
            <p:cNvPr id="37085" name="Text Box 8"/>
            <p:cNvSpPr txBox="1"/>
            <p:nvPr/>
          </p:nvSpPr>
          <p:spPr>
            <a:xfrm>
              <a:off x="5613" y="1495"/>
              <a:ext cx="596" cy="1400"/>
            </a:xfrm>
            <a:prstGeom prst="rect">
              <a:avLst/>
            </a:prstGeom>
            <a:noFill/>
            <a:ln w="12700">
              <a:noFill/>
            </a:ln>
          </p:spPr>
          <p:txBody>
            <a:bodyPr>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ct val="10000"/>
                </a:spcBef>
                <a:spcAft>
                  <a:spcPts val="590"/>
                </a:spcAft>
                <a:buSzPct val="80000"/>
                <a:buNone/>
              </a:pPr>
              <a:r>
                <a:rPr lang="en-US" altLang="zh-CN" sz="1800" dirty="0">
                  <a:ea typeface="宋体" pitchFamily="2" charset="-122"/>
                </a:rPr>
                <a:t>a[0][0]</a:t>
              </a:r>
              <a:endParaRPr lang="en-US" altLang="zh-CN" sz="1800" dirty="0">
                <a:ea typeface="宋体" pitchFamily="2" charset="-122"/>
              </a:endParaRPr>
            </a:p>
            <a:p>
              <a:pPr marL="0" lvl="0" indent="0" eaLnBrk="1" hangingPunct="1">
                <a:lnSpc>
                  <a:spcPct val="90000"/>
                </a:lnSpc>
                <a:spcBef>
                  <a:spcPct val="10000"/>
                </a:spcBef>
                <a:spcAft>
                  <a:spcPts val="590"/>
                </a:spcAft>
                <a:buSzPct val="80000"/>
                <a:buNone/>
              </a:pPr>
              <a:endParaRPr lang="en-US" altLang="zh-CN" sz="1800" dirty="0">
                <a:ea typeface="宋体" pitchFamily="2" charset="-122"/>
              </a:endParaRPr>
            </a:p>
            <a:p>
              <a:pPr marL="0" lvl="0" indent="0" eaLnBrk="1" hangingPunct="1">
                <a:lnSpc>
                  <a:spcPct val="90000"/>
                </a:lnSpc>
                <a:spcBef>
                  <a:spcPct val="0"/>
                </a:spcBef>
                <a:spcAft>
                  <a:spcPts val="590"/>
                </a:spcAft>
                <a:buSzPct val="80000"/>
                <a:buNone/>
              </a:pPr>
              <a:r>
                <a:rPr lang="en-US" altLang="zh-CN" sz="1800" dirty="0">
                  <a:ea typeface="宋体" pitchFamily="2" charset="-122"/>
                </a:rPr>
                <a:t>a[0][1]</a:t>
              </a:r>
              <a:endParaRPr lang="en-US" altLang="zh-CN" sz="1800" dirty="0">
                <a:ea typeface="宋体" pitchFamily="2" charset="-122"/>
              </a:endParaRPr>
            </a:p>
            <a:p>
              <a:pPr marL="0" lvl="0" indent="0" eaLnBrk="1" hangingPunct="1">
                <a:lnSpc>
                  <a:spcPct val="90000"/>
                </a:lnSpc>
                <a:spcBef>
                  <a:spcPct val="10000"/>
                </a:spcBef>
                <a:spcAft>
                  <a:spcPts val="590"/>
                </a:spcAft>
                <a:buSzPct val="80000"/>
                <a:buNone/>
              </a:pPr>
              <a:endParaRPr lang="en-US" altLang="zh-CN" sz="1800" dirty="0">
                <a:ea typeface="宋体" pitchFamily="2" charset="-122"/>
              </a:endParaRPr>
            </a:p>
            <a:p>
              <a:pPr marL="0" lvl="0" indent="0" eaLnBrk="1" hangingPunct="1">
                <a:lnSpc>
                  <a:spcPct val="50000"/>
                </a:lnSpc>
                <a:spcBef>
                  <a:spcPct val="0"/>
                </a:spcBef>
                <a:buSzPct val="80000"/>
                <a:buNone/>
              </a:pPr>
              <a:r>
                <a:rPr lang="en-US" altLang="zh-CN" sz="1800" dirty="0">
                  <a:ea typeface="宋体" pitchFamily="2" charset="-122"/>
                </a:rPr>
                <a:t>a[0][2]</a:t>
              </a:r>
              <a:endParaRPr lang="en-US" altLang="zh-CN" sz="1800" dirty="0">
                <a:ea typeface="宋体" pitchFamily="2" charset="-122"/>
              </a:endParaRPr>
            </a:p>
            <a:p>
              <a:pPr marL="0" lvl="0" indent="0" eaLnBrk="1" hangingPunct="1">
                <a:lnSpc>
                  <a:spcPct val="90000"/>
                </a:lnSpc>
                <a:spcBef>
                  <a:spcPct val="10000"/>
                </a:spcBef>
                <a:spcAft>
                  <a:spcPts val="590"/>
                </a:spcAft>
                <a:buSzPct val="80000"/>
                <a:buNone/>
              </a:pPr>
              <a:endParaRPr lang="en-US" altLang="zh-CN" sz="1800" dirty="0">
                <a:ea typeface="宋体" pitchFamily="2" charset="-122"/>
              </a:endParaRPr>
            </a:p>
            <a:p>
              <a:pPr marL="0" lvl="0" indent="0" eaLnBrk="1" hangingPunct="1">
                <a:lnSpc>
                  <a:spcPct val="90000"/>
                </a:lnSpc>
                <a:spcBef>
                  <a:spcPct val="10000"/>
                </a:spcBef>
                <a:spcAft>
                  <a:spcPts val="590"/>
                </a:spcAft>
                <a:buSzPct val="80000"/>
                <a:buNone/>
              </a:pPr>
              <a:r>
                <a:rPr lang="en-US" altLang="zh-CN" sz="1800" dirty="0">
                  <a:ea typeface="宋体" pitchFamily="2" charset="-122"/>
                </a:rPr>
                <a:t>a[1][0]</a:t>
              </a:r>
              <a:endParaRPr lang="en-US" altLang="zh-CN" sz="1800" dirty="0">
                <a:ea typeface="宋体" pitchFamily="2" charset="-122"/>
              </a:endParaRPr>
            </a:p>
          </p:txBody>
        </p:sp>
        <p:grpSp>
          <p:nvGrpSpPr>
            <p:cNvPr id="37086" name="Group 37"/>
            <p:cNvGrpSpPr/>
            <p:nvPr/>
          </p:nvGrpSpPr>
          <p:grpSpPr>
            <a:xfrm>
              <a:off x="4888" y="1207"/>
              <a:ext cx="1352" cy="2880"/>
              <a:chOff x="4512" y="336"/>
              <a:chExt cx="1248" cy="2880"/>
            </a:xfrm>
          </p:grpSpPr>
          <p:sp>
            <p:nvSpPr>
              <p:cNvPr id="37087" name="Text Box 39"/>
              <p:cNvSpPr txBox="1"/>
              <p:nvPr/>
            </p:nvSpPr>
            <p:spPr>
              <a:xfrm>
                <a:off x="5210" y="2127"/>
                <a:ext cx="550" cy="884"/>
              </a:xfrm>
              <a:prstGeom prst="rect">
                <a:avLst/>
              </a:prstGeom>
              <a:noFill/>
              <a:ln w="12700">
                <a:noFill/>
              </a:ln>
            </p:spPr>
            <p:txBody>
              <a:bodyPr>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ct val="10000"/>
                  </a:spcBef>
                  <a:spcAft>
                    <a:spcPts val="590"/>
                  </a:spcAft>
                  <a:buSzPct val="80000"/>
                  <a:buNone/>
                </a:pPr>
                <a:r>
                  <a:rPr lang="en-US" altLang="zh-CN" sz="1800" dirty="0">
                    <a:ea typeface="宋体" pitchFamily="2" charset="-122"/>
                  </a:rPr>
                  <a:t>a[1][1]</a:t>
                </a:r>
                <a:endParaRPr lang="en-US" altLang="zh-CN" sz="1800" dirty="0">
                  <a:ea typeface="宋体" pitchFamily="2" charset="-122"/>
                </a:endParaRPr>
              </a:p>
              <a:p>
                <a:pPr marL="0" lvl="0" indent="0" eaLnBrk="1" hangingPunct="1">
                  <a:lnSpc>
                    <a:spcPct val="90000"/>
                  </a:lnSpc>
                  <a:spcBef>
                    <a:spcPct val="10000"/>
                  </a:spcBef>
                  <a:spcAft>
                    <a:spcPts val="590"/>
                  </a:spcAft>
                  <a:buSzPct val="80000"/>
                  <a:buNone/>
                </a:pPr>
                <a:endParaRPr lang="en-US" altLang="zh-CN" sz="1800" dirty="0">
                  <a:ea typeface="宋体" pitchFamily="2" charset="-122"/>
                </a:endParaRPr>
              </a:p>
              <a:p>
                <a:pPr marL="0" lvl="0" indent="0" eaLnBrk="1" hangingPunct="1">
                  <a:lnSpc>
                    <a:spcPct val="90000"/>
                  </a:lnSpc>
                  <a:spcBef>
                    <a:spcPct val="10000"/>
                  </a:spcBef>
                  <a:spcAft>
                    <a:spcPts val="590"/>
                  </a:spcAft>
                  <a:buSzPct val="80000"/>
                  <a:buNone/>
                </a:pPr>
                <a:r>
                  <a:rPr lang="en-US" altLang="zh-CN" sz="1800" dirty="0">
                    <a:solidFill>
                      <a:srgbClr val="CC0000"/>
                    </a:solidFill>
                    <a:ea typeface="宋体" pitchFamily="2" charset="-122"/>
                  </a:rPr>
                  <a:t>a[1][2]</a:t>
                </a:r>
                <a:endParaRPr lang="en-US" altLang="zh-CN" sz="1800" dirty="0">
                  <a:solidFill>
                    <a:srgbClr val="CC0000"/>
                  </a:solidFill>
                  <a:ea typeface="宋体" pitchFamily="2" charset="-122"/>
                </a:endParaRPr>
              </a:p>
              <a:p>
                <a:pPr marL="0" lvl="0" indent="0" eaLnBrk="1" hangingPunct="1">
                  <a:lnSpc>
                    <a:spcPct val="90000"/>
                  </a:lnSpc>
                  <a:spcBef>
                    <a:spcPct val="10000"/>
                  </a:spcBef>
                  <a:spcAft>
                    <a:spcPts val="590"/>
                  </a:spcAft>
                  <a:buSzPct val="80000"/>
                  <a:buNone/>
                </a:pPr>
                <a:endParaRPr lang="zh-CN" altLang="en-US" sz="1800" dirty="0">
                  <a:solidFill>
                    <a:srgbClr val="CC0000"/>
                  </a:solidFill>
                  <a:ea typeface="宋体" pitchFamily="2" charset="-122"/>
                </a:endParaRPr>
              </a:p>
            </p:txBody>
          </p:sp>
          <p:grpSp>
            <p:nvGrpSpPr>
              <p:cNvPr id="37088" name="Group 40"/>
              <p:cNvGrpSpPr/>
              <p:nvPr/>
            </p:nvGrpSpPr>
            <p:grpSpPr>
              <a:xfrm>
                <a:off x="4512" y="336"/>
                <a:ext cx="759" cy="2880"/>
                <a:chOff x="4512" y="336"/>
                <a:chExt cx="759" cy="2880"/>
              </a:xfrm>
            </p:grpSpPr>
            <p:grpSp>
              <p:nvGrpSpPr>
                <p:cNvPr id="37089" name="Group 41"/>
                <p:cNvGrpSpPr/>
                <p:nvPr/>
              </p:nvGrpSpPr>
              <p:grpSpPr>
                <a:xfrm>
                  <a:off x="4512" y="336"/>
                  <a:ext cx="576" cy="1920"/>
                  <a:chOff x="4752" y="576"/>
                  <a:chExt cx="576" cy="1920"/>
                </a:xfrm>
              </p:grpSpPr>
              <p:sp>
                <p:nvSpPr>
                  <p:cNvPr id="358442" name="Rectangle 42"/>
                  <p:cNvSpPr>
                    <a:spLocks noChangeArrowheads="1"/>
                  </p:cNvSpPr>
                  <p:nvPr/>
                </p:nvSpPr>
                <p:spPr bwMode="auto">
                  <a:xfrm>
                    <a:off x="4752" y="960"/>
                    <a:ext cx="576" cy="192"/>
                  </a:xfrm>
                  <a:prstGeom prst="rect">
                    <a:avLst/>
                  </a:prstGeom>
                  <a:solidFill>
                    <a:srgbClr val="FFFFCC"/>
                  </a:solidFill>
                  <a:ln w="12700" cap="sq">
                    <a:solidFill>
                      <a:schemeClr val="tx1"/>
                    </a:solidFill>
                    <a:miter lim="800000"/>
                    <a:headEnd type="none" w="sm" len="sm"/>
                    <a:tailEnd type="none" w="sm" len="sm"/>
                  </a:ln>
                  <a:effectLst/>
                </p:spPr>
                <p:txBody>
                  <a:bodyPr wrap="none" anchor="ct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358443" name="Rectangle 43"/>
                  <p:cNvSpPr>
                    <a:spLocks noChangeArrowheads="1"/>
                  </p:cNvSpPr>
                  <p:nvPr/>
                </p:nvSpPr>
                <p:spPr bwMode="auto">
                  <a:xfrm>
                    <a:off x="4752" y="1152"/>
                    <a:ext cx="576" cy="192"/>
                  </a:xfrm>
                  <a:prstGeom prst="rect">
                    <a:avLst/>
                  </a:prstGeom>
                  <a:solidFill>
                    <a:srgbClr val="FFFFCC"/>
                  </a:solidFill>
                  <a:ln w="12700" cap="sq">
                    <a:solidFill>
                      <a:schemeClr val="tx1"/>
                    </a:solidFill>
                    <a:miter lim="800000"/>
                    <a:headEnd type="none" w="sm" len="sm"/>
                    <a:tailEnd type="none" w="sm" len="sm"/>
                  </a:ln>
                  <a:effectLst/>
                </p:spPr>
                <p:txBody>
                  <a:bodyPr wrap="none" anchor="ct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358444" name="Rectangle 44"/>
                  <p:cNvSpPr>
                    <a:spLocks noChangeArrowheads="1"/>
                  </p:cNvSpPr>
                  <p:nvPr/>
                </p:nvSpPr>
                <p:spPr bwMode="auto">
                  <a:xfrm>
                    <a:off x="4752" y="1344"/>
                    <a:ext cx="576" cy="192"/>
                  </a:xfrm>
                  <a:prstGeom prst="rect">
                    <a:avLst/>
                  </a:prstGeom>
                  <a:solidFill>
                    <a:srgbClr val="FFFFCC"/>
                  </a:solidFill>
                  <a:ln w="12700" cap="sq">
                    <a:solidFill>
                      <a:schemeClr val="tx1"/>
                    </a:solidFill>
                    <a:miter lim="800000"/>
                    <a:headEnd type="none" w="sm" len="sm"/>
                    <a:tailEnd type="none" w="sm" len="sm"/>
                  </a:ln>
                  <a:effectLst/>
                </p:spPr>
                <p:txBody>
                  <a:bodyPr wrap="none" anchor="ct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358445" name="Rectangle 45"/>
                  <p:cNvSpPr>
                    <a:spLocks noChangeArrowheads="1"/>
                  </p:cNvSpPr>
                  <p:nvPr/>
                </p:nvSpPr>
                <p:spPr bwMode="auto">
                  <a:xfrm>
                    <a:off x="4752" y="1536"/>
                    <a:ext cx="576" cy="192"/>
                  </a:xfrm>
                  <a:prstGeom prst="rect">
                    <a:avLst/>
                  </a:prstGeom>
                  <a:solidFill>
                    <a:srgbClr val="FFFFCC"/>
                  </a:solidFill>
                  <a:ln w="12700" cap="sq">
                    <a:solidFill>
                      <a:schemeClr val="tx1"/>
                    </a:solidFill>
                    <a:miter lim="800000"/>
                    <a:headEnd type="none" w="sm" len="sm"/>
                    <a:tailEnd type="none" w="sm" len="sm"/>
                  </a:ln>
                  <a:effectLst/>
                </p:spPr>
                <p:txBody>
                  <a:bodyPr wrap="none" anchor="ct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358446" name="Rectangle 46"/>
                  <p:cNvSpPr>
                    <a:spLocks noChangeArrowheads="1"/>
                  </p:cNvSpPr>
                  <p:nvPr/>
                </p:nvSpPr>
                <p:spPr bwMode="auto">
                  <a:xfrm>
                    <a:off x="4752" y="1728"/>
                    <a:ext cx="576" cy="192"/>
                  </a:xfrm>
                  <a:prstGeom prst="rect">
                    <a:avLst/>
                  </a:prstGeom>
                  <a:solidFill>
                    <a:srgbClr val="FFFFCC"/>
                  </a:solidFill>
                  <a:ln w="12700" cap="sq">
                    <a:solidFill>
                      <a:schemeClr val="tx1"/>
                    </a:solidFill>
                    <a:miter lim="800000"/>
                    <a:headEnd type="none" w="sm" len="sm"/>
                    <a:tailEnd type="none" w="sm" len="sm"/>
                  </a:ln>
                  <a:effectLst/>
                </p:spPr>
                <p:txBody>
                  <a:bodyPr wrap="none" anchor="ct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358447" name="Rectangle 47"/>
                  <p:cNvSpPr>
                    <a:spLocks noChangeArrowheads="1"/>
                  </p:cNvSpPr>
                  <p:nvPr/>
                </p:nvSpPr>
                <p:spPr bwMode="auto">
                  <a:xfrm>
                    <a:off x="4752" y="1920"/>
                    <a:ext cx="576" cy="192"/>
                  </a:xfrm>
                  <a:prstGeom prst="rect">
                    <a:avLst/>
                  </a:prstGeom>
                  <a:solidFill>
                    <a:srgbClr val="FFFFCC"/>
                  </a:solidFill>
                  <a:ln w="12700" cap="sq">
                    <a:solidFill>
                      <a:schemeClr val="tx1"/>
                    </a:solidFill>
                    <a:miter lim="800000"/>
                    <a:headEnd type="none" w="sm" len="sm"/>
                    <a:tailEnd type="none" w="sm" len="sm"/>
                  </a:ln>
                  <a:effectLst/>
                </p:spPr>
                <p:txBody>
                  <a:bodyPr wrap="none" anchor="ct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358448" name="Rectangle 48"/>
                  <p:cNvSpPr>
                    <a:spLocks noChangeArrowheads="1"/>
                  </p:cNvSpPr>
                  <p:nvPr/>
                </p:nvSpPr>
                <p:spPr bwMode="auto">
                  <a:xfrm>
                    <a:off x="4752" y="2112"/>
                    <a:ext cx="576" cy="192"/>
                  </a:xfrm>
                  <a:prstGeom prst="rect">
                    <a:avLst/>
                  </a:prstGeom>
                  <a:solidFill>
                    <a:srgbClr val="FFFFCC"/>
                  </a:solidFill>
                  <a:ln w="12700" cap="sq">
                    <a:solidFill>
                      <a:schemeClr val="tx1"/>
                    </a:solidFill>
                    <a:miter lim="800000"/>
                    <a:headEnd type="none" w="sm" len="sm"/>
                    <a:tailEnd type="none" w="sm" len="sm"/>
                  </a:ln>
                  <a:effectLst/>
                </p:spPr>
                <p:txBody>
                  <a:bodyPr wrap="none" anchor="ct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358449" name="Rectangle 49"/>
                  <p:cNvSpPr>
                    <a:spLocks noChangeArrowheads="1"/>
                  </p:cNvSpPr>
                  <p:nvPr/>
                </p:nvSpPr>
                <p:spPr bwMode="auto">
                  <a:xfrm>
                    <a:off x="4752" y="2304"/>
                    <a:ext cx="576" cy="192"/>
                  </a:xfrm>
                  <a:prstGeom prst="rect">
                    <a:avLst/>
                  </a:prstGeom>
                  <a:solidFill>
                    <a:srgbClr val="FFFFCC"/>
                  </a:solidFill>
                  <a:ln w="12700" cap="sq">
                    <a:solidFill>
                      <a:schemeClr val="tx1"/>
                    </a:solidFill>
                    <a:miter lim="800000"/>
                    <a:headEnd type="none" w="sm" len="sm"/>
                    <a:tailEnd type="none" w="sm" len="sm"/>
                  </a:ln>
                  <a:effectLst/>
                </p:spPr>
                <p:txBody>
                  <a:bodyPr wrap="none" anchor="ct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358450" name="Rectangle 50"/>
                  <p:cNvSpPr>
                    <a:spLocks noChangeArrowheads="1"/>
                  </p:cNvSpPr>
                  <p:nvPr/>
                </p:nvSpPr>
                <p:spPr bwMode="auto">
                  <a:xfrm>
                    <a:off x="4752" y="768"/>
                    <a:ext cx="576" cy="192"/>
                  </a:xfrm>
                  <a:prstGeom prst="rect">
                    <a:avLst/>
                  </a:prstGeom>
                  <a:solidFill>
                    <a:srgbClr val="FFFFCC"/>
                  </a:solidFill>
                  <a:ln w="12700" cap="sq">
                    <a:solidFill>
                      <a:schemeClr val="tx1"/>
                    </a:solidFill>
                    <a:miter lim="800000"/>
                    <a:headEnd type="none" w="sm" len="sm"/>
                    <a:tailEnd type="none" w="sm" len="sm"/>
                  </a:ln>
                  <a:effectLst/>
                </p:spPr>
                <p:txBody>
                  <a:bodyPr wrap="none" anchor="ct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358451" name="Rectangle 51"/>
                  <p:cNvSpPr>
                    <a:spLocks noChangeArrowheads="1"/>
                  </p:cNvSpPr>
                  <p:nvPr/>
                </p:nvSpPr>
                <p:spPr bwMode="auto">
                  <a:xfrm>
                    <a:off x="4752" y="576"/>
                    <a:ext cx="576" cy="192"/>
                  </a:xfrm>
                  <a:prstGeom prst="rect">
                    <a:avLst/>
                  </a:prstGeom>
                  <a:solidFill>
                    <a:srgbClr val="FFFFCC"/>
                  </a:solidFill>
                  <a:ln w="12700" cap="sq">
                    <a:solidFill>
                      <a:schemeClr val="tx1"/>
                    </a:solidFill>
                    <a:miter lim="800000"/>
                    <a:headEnd type="none" w="sm" len="sm"/>
                    <a:tailEnd type="none" w="sm" len="sm"/>
                  </a:ln>
                  <a:effectLst/>
                </p:spPr>
                <p:txBody>
                  <a:bodyPr wrap="none" anchor="ct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grpSp>
            <p:sp>
              <p:nvSpPr>
                <p:cNvPr id="358452" name="AutoShape 52"/>
                <p:cNvSpPr/>
                <p:nvPr/>
              </p:nvSpPr>
              <p:spPr bwMode="auto">
                <a:xfrm>
                  <a:off x="5088" y="611"/>
                  <a:ext cx="183" cy="284"/>
                </a:xfrm>
                <a:prstGeom prst="rightBrace">
                  <a:avLst>
                    <a:gd name="adj1" fmla="val 13115"/>
                    <a:gd name="adj2" fmla="val 50000"/>
                  </a:avLst>
                </a:prstGeom>
                <a:noFill/>
                <a:ln w="12700" cap="sq">
                  <a:solidFill>
                    <a:schemeClr val="accent2"/>
                  </a:solidFill>
                  <a:round/>
                </a:ln>
                <a:effectLst/>
              </p:spPr>
              <p:txBody>
                <a:bodyPr anchor="ctr">
                  <a:spAutoFit/>
                </a:bodyP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58453" name="AutoShape 53"/>
                <p:cNvSpPr/>
                <p:nvPr/>
              </p:nvSpPr>
              <p:spPr bwMode="auto">
                <a:xfrm>
                  <a:off x="5088" y="995"/>
                  <a:ext cx="183" cy="284"/>
                </a:xfrm>
                <a:prstGeom prst="rightBrace">
                  <a:avLst>
                    <a:gd name="adj1" fmla="val 13115"/>
                    <a:gd name="adj2" fmla="val 50000"/>
                  </a:avLst>
                </a:prstGeom>
                <a:noFill/>
                <a:ln w="12700" cap="sq">
                  <a:solidFill>
                    <a:schemeClr val="accent2"/>
                  </a:solidFill>
                  <a:round/>
                </a:ln>
                <a:effectLst/>
              </p:spPr>
              <p:txBody>
                <a:bodyPr anchor="ctr">
                  <a:spAutoFit/>
                </a:bodyP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58454" name="AutoShape 54"/>
                <p:cNvSpPr/>
                <p:nvPr/>
              </p:nvSpPr>
              <p:spPr bwMode="auto">
                <a:xfrm>
                  <a:off x="5088" y="1379"/>
                  <a:ext cx="183" cy="284"/>
                </a:xfrm>
                <a:prstGeom prst="rightBrace">
                  <a:avLst>
                    <a:gd name="adj1" fmla="val 13115"/>
                    <a:gd name="adj2" fmla="val 50000"/>
                  </a:avLst>
                </a:prstGeom>
                <a:noFill/>
                <a:ln w="12700" cap="sq">
                  <a:solidFill>
                    <a:schemeClr val="accent2"/>
                  </a:solidFill>
                  <a:round/>
                </a:ln>
                <a:effectLst/>
              </p:spPr>
              <p:txBody>
                <a:bodyPr anchor="ctr">
                  <a:spAutoFit/>
                </a:bodyP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58455" name="AutoShape 55"/>
                <p:cNvSpPr/>
                <p:nvPr/>
              </p:nvSpPr>
              <p:spPr bwMode="auto">
                <a:xfrm>
                  <a:off x="5088" y="1752"/>
                  <a:ext cx="183" cy="284"/>
                </a:xfrm>
                <a:prstGeom prst="rightBrace">
                  <a:avLst>
                    <a:gd name="adj1" fmla="val 13115"/>
                    <a:gd name="adj2" fmla="val 50000"/>
                  </a:avLst>
                </a:prstGeom>
                <a:noFill/>
                <a:ln w="12700" cap="sq">
                  <a:solidFill>
                    <a:schemeClr val="accent2"/>
                  </a:solidFill>
                  <a:round/>
                </a:ln>
                <a:effectLst/>
              </p:spPr>
              <p:txBody>
                <a:bodyPr anchor="ctr">
                  <a:spAutoFit/>
                </a:bodyP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58456" name="Rectangle 56"/>
                <p:cNvSpPr>
                  <a:spLocks noChangeArrowheads="1"/>
                </p:cNvSpPr>
                <p:nvPr/>
              </p:nvSpPr>
              <p:spPr bwMode="auto">
                <a:xfrm>
                  <a:off x="4512" y="2640"/>
                  <a:ext cx="576" cy="192"/>
                </a:xfrm>
                <a:prstGeom prst="rect">
                  <a:avLst/>
                </a:prstGeom>
                <a:solidFill>
                  <a:srgbClr val="FFFFCC"/>
                </a:solidFill>
                <a:ln w="12700" cap="sq">
                  <a:solidFill>
                    <a:schemeClr val="tx1"/>
                  </a:solidFill>
                  <a:miter lim="800000"/>
                  <a:headEnd type="none" w="sm" len="sm"/>
                  <a:tailEnd type="none" w="sm" len="sm"/>
                </a:ln>
                <a:effectLst/>
              </p:spPr>
              <p:txBody>
                <a:bodyPr wrap="none" anchor="ct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358457" name="Rectangle 57"/>
                <p:cNvSpPr>
                  <a:spLocks noChangeArrowheads="1"/>
                </p:cNvSpPr>
                <p:nvPr/>
              </p:nvSpPr>
              <p:spPr bwMode="auto">
                <a:xfrm>
                  <a:off x="4512" y="2832"/>
                  <a:ext cx="576" cy="192"/>
                </a:xfrm>
                <a:prstGeom prst="rect">
                  <a:avLst/>
                </a:prstGeom>
                <a:solidFill>
                  <a:srgbClr val="FFFFCC"/>
                </a:solidFill>
                <a:ln w="12700" cap="sq">
                  <a:solidFill>
                    <a:schemeClr val="tx1"/>
                  </a:solidFill>
                  <a:miter lim="800000"/>
                  <a:headEnd type="none" w="sm" len="sm"/>
                  <a:tailEnd type="none" w="sm" len="sm"/>
                </a:ln>
                <a:effectLst/>
              </p:spPr>
              <p:txBody>
                <a:bodyPr wrap="none" anchor="ct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358458" name="Rectangle 58"/>
                <p:cNvSpPr>
                  <a:spLocks noChangeArrowheads="1"/>
                </p:cNvSpPr>
                <p:nvPr/>
              </p:nvSpPr>
              <p:spPr bwMode="auto">
                <a:xfrm>
                  <a:off x="4512" y="3024"/>
                  <a:ext cx="576" cy="192"/>
                </a:xfrm>
                <a:prstGeom prst="rect">
                  <a:avLst/>
                </a:prstGeom>
                <a:solidFill>
                  <a:srgbClr val="FFFFCC"/>
                </a:solidFill>
                <a:ln w="12700" cap="sq">
                  <a:solidFill>
                    <a:schemeClr val="tx1"/>
                  </a:solidFill>
                  <a:miter lim="800000"/>
                  <a:headEnd type="none" w="sm" len="sm"/>
                  <a:tailEnd type="none" w="sm" len="sm"/>
                </a:ln>
                <a:effectLst/>
              </p:spPr>
              <p:txBody>
                <a:bodyPr wrap="none" anchor="ct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358459" name="Rectangle 59"/>
                <p:cNvSpPr>
                  <a:spLocks noChangeArrowheads="1"/>
                </p:cNvSpPr>
                <p:nvPr/>
              </p:nvSpPr>
              <p:spPr bwMode="auto">
                <a:xfrm>
                  <a:off x="4512" y="2448"/>
                  <a:ext cx="576" cy="192"/>
                </a:xfrm>
                <a:prstGeom prst="rect">
                  <a:avLst/>
                </a:prstGeom>
                <a:solidFill>
                  <a:srgbClr val="FFFFCC"/>
                </a:solidFill>
                <a:ln w="12700" cap="sq">
                  <a:solidFill>
                    <a:schemeClr val="tx1"/>
                  </a:solidFill>
                  <a:miter lim="800000"/>
                  <a:headEnd type="none" w="sm" len="sm"/>
                  <a:tailEnd type="none" w="sm" len="sm"/>
                </a:ln>
                <a:effectLst/>
              </p:spPr>
              <p:txBody>
                <a:bodyPr wrap="none" anchor="ct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358460" name="Rectangle 60"/>
                <p:cNvSpPr>
                  <a:spLocks noChangeArrowheads="1"/>
                </p:cNvSpPr>
                <p:nvPr/>
              </p:nvSpPr>
              <p:spPr bwMode="auto">
                <a:xfrm>
                  <a:off x="4512" y="2256"/>
                  <a:ext cx="576" cy="192"/>
                </a:xfrm>
                <a:prstGeom prst="rect">
                  <a:avLst/>
                </a:prstGeom>
                <a:solidFill>
                  <a:srgbClr val="FFFFCC"/>
                </a:solidFill>
                <a:ln w="12700" cap="sq">
                  <a:solidFill>
                    <a:schemeClr val="tx1"/>
                  </a:solidFill>
                  <a:miter lim="800000"/>
                  <a:headEnd type="none" w="sm" len="sm"/>
                  <a:tailEnd type="none" w="sm" len="sm"/>
                </a:ln>
                <a:effectLst/>
              </p:spPr>
              <p:txBody>
                <a:bodyPr wrap="none" anchor="ct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358461" name="AutoShape 61"/>
                <p:cNvSpPr/>
                <p:nvPr/>
              </p:nvSpPr>
              <p:spPr bwMode="auto">
                <a:xfrm>
                  <a:off x="5088" y="2121"/>
                  <a:ext cx="183" cy="284"/>
                </a:xfrm>
                <a:prstGeom prst="rightBrace">
                  <a:avLst>
                    <a:gd name="adj1" fmla="val 13115"/>
                    <a:gd name="adj2" fmla="val 50000"/>
                  </a:avLst>
                </a:prstGeom>
                <a:noFill/>
                <a:ln w="12700" cap="sq">
                  <a:solidFill>
                    <a:schemeClr val="accent2"/>
                  </a:solidFill>
                  <a:round/>
                </a:ln>
                <a:effectLst/>
              </p:spPr>
              <p:txBody>
                <a:bodyPr anchor="ctr">
                  <a:spAutoFit/>
                </a:bodyP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58462" name="AutoShape 62"/>
                <p:cNvSpPr/>
                <p:nvPr/>
              </p:nvSpPr>
              <p:spPr bwMode="auto">
                <a:xfrm>
                  <a:off x="5088" y="2505"/>
                  <a:ext cx="183" cy="284"/>
                </a:xfrm>
                <a:prstGeom prst="rightBrace">
                  <a:avLst>
                    <a:gd name="adj1" fmla="val 13115"/>
                    <a:gd name="adj2" fmla="val 50000"/>
                  </a:avLst>
                </a:prstGeom>
                <a:noFill/>
                <a:ln w="12700" cap="sq">
                  <a:solidFill>
                    <a:schemeClr val="accent2"/>
                  </a:solidFill>
                  <a:round/>
                </a:ln>
                <a:effectLst/>
              </p:spPr>
              <p:txBody>
                <a:bodyPr anchor="ctr">
                  <a:spAutoFit/>
                </a:bodyP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grpSp>
        </p:grpSp>
      </p:grpSp>
      <p:grpSp>
        <p:nvGrpSpPr>
          <p:cNvPr id="36870" name="Group 63"/>
          <p:cNvGrpSpPr/>
          <p:nvPr/>
        </p:nvGrpSpPr>
        <p:grpSpPr>
          <a:xfrm>
            <a:off x="9069388" y="2265363"/>
            <a:ext cx="536575" cy="847725"/>
            <a:chOff x="4368" y="0"/>
            <a:chExt cx="1392" cy="1498"/>
          </a:xfrm>
        </p:grpSpPr>
        <p:grpSp>
          <p:nvGrpSpPr>
            <p:cNvPr id="37051" name="Group 64"/>
            <p:cNvGrpSpPr/>
            <p:nvPr/>
          </p:nvGrpSpPr>
          <p:grpSpPr>
            <a:xfrm>
              <a:off x="4368" y="0"/>
              <a:ext cx="1392" cy="1056"/>
              <a:chOff x="4368" y="2016"/>
              <a:chExt cx="1072" cy="1344"/>
            </a:xfrm>
          </p:grpSpPr>
          <p:sp>
            <p:nvSpPr>
              <p:cNvPr id="358465" name="Freeform 65"/>
              <p:cNvSpPr/>
              <p:nvPr/>
            </p:nvSpPr>
            <p:spPr bwMode="auto">
              <a:xfrm>
                <a:off x="4457" y="2462"/>
                <a:ext cx="898" cy="825"/>
              </a:xfrm>
              <a:custGeom>
                <a:avLst/>
                <a:gdLst/>
                <a:ahLst/>
                <a:cxnLst>
                  <a:cxn ang="0">
                    <a:pos x="445" y="0"/>
                  </a:cxn>
                  <a:cxn ang="0">
                    <a:pos x="897" y="293"/>
                  </a:cxn>
                  <a:cxn ang="0">
                    <a:pos x="897" y="829"/>
                  </a:cxn>
                  <a:cxn ang="0">
                    <a:pos x="601" y="829"/>
                  </a:cxn>
                  <a:cxn ang="0">
                    <a:pos x="296" y="829"/>
                  </a:cxn>
                  <a:cxn ang="0">
                    <a:pos x="0" y="829"/>
                  </a:cxn>
                  <a:cxn ang="0">
                    <a:pos x="0" y="293"/>
                  </a:cxn>
                  <a:cxn ang="0">
                    <a:pos x="445" y="0"/>
                  </a:cxn>
                </a:cxnLst>
                <a:rect l="0" t="0" r="r" b="b"/>
                <a:pathLst>
                  <a:path w="897" h="829">
                    <a:moveTo>
                      <a:pt x="445" y="0"/>
                    </a:moveTo>
                    <a:lnTo>
                      <a:pt x="897" y="293"/>
                    </a:lnTo>
                    <a:lnTo>
                      <a:pt x="897" y="829"/>
                    </a:lnTo>
                    <a:lnTo>
                      <a:pt x="601" y="829"/>
                    </a:lnTo>
                    <a:lnTo>
                      <a:pt x="296" y="829"/>
                    </a:lnTo>
                    <a:lnTo>
                      <a:pt x="0" y="829"/>
                    </a:lnTo>
                    <a:lnTo>
                      <a:pt x="0" y="293"/>
                    </a:lnTo>
                    <a:lnTo>
                      <a:pt x="445" y="0"/>
                    </a:lnTo>
                    <a:close/>
                  </a:path>
                </a:pathLst>
              </a:custGeom>
              <a:solidFill>
                <a:srgbClr val="993366"/>
              </a:solidFill>
              <a:ln w="9525">
                <a:noFill/>
                <a:round/>
              </a:ln>
              <a:effectLst/>
            </p:spPr>
            <p:txBody>
              <a:bodyP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358466" name="Freeform 66"/>
              <p:cNvSpPr/>
              <p:nvPr/>
            </p:nvSpPr>
            <p:spPr bwMode="auto">
              <a:xfrm>
                <a:off x="4368" y="2462"/>
                <a:ext cx="415" cy="289"/>
              </a:xfrm>
              <a:custGeom>
                <a:avLst/>
                <a:gdLst/>
                <a:ahLst/>
                <a:cxnLst>
                  <a:cxn ang="0">
                    <a:pos x="0" y="288"/>
                  </a:cxn>
                  <a:cxn ang="0">
                    <a:pos x="416" y="32"/>
                  </a:cxn>
                  <a:cxn ang="0">
                    <a:pos x="416" y="27"/>
                  </a:cxn>
                  <a:cxn ang="0">
                    <a:pos x="416" y="19"/>
                  </a:cxn>
                  <a:cxn ang="0">
                    <a:pos x="416" y="9"/>
                  </a:cxn>
                  <a:cxn ang="0">
                    <a:pos x="416" y="0"/>
                  </a:cxn>
                  <a:cxn ang="0">
                    <a:pos x="0" y="254"/>
                  </a:cxn>
                  <a:cxn ang="0">
                    <a:pos x="0" y="288"/>
                  </a:cxn>
                </a:cxnLst>
                <a:rect l="0" t="0" r="r" b="b"/>
                <a:pathLst>
                  <a:path w="416" h="288">
                    <a:moveTo>
                      <a:pt x="0" y="288"/>
                    </a:moveTo>
                    <a:lnTo>
                      <a:pt x="416" y="32"/>
                    </a:lnTo>
                    <a:lnTo>
                      <a:pt x="416" y="27"/>
                    </a:lnTo>
                    <a:lnTo>
                      <a:pt x="416" y="19"/>
                    </a:lnTo>
                    <a:lnTo>
                      <a:pt x="416" y="9"/>
                    </a:lnTo>
                    <a:lnTo>
                      <a:pt x="416" y="0"/>
                    </a:lnTo>
                    <a:lnTo>
                      <a:pt x="0" y="254"/>
                    </a:lnTo>
                    <a:lnTo>
                      <a:pt x="0" y="288"/>
                    </a:lnTo>
                    <a:close/>
                  </a:path>
                </a:pathLst>
              </a:custGeom>
              <a:solidFill>
                <a:srgbClr val="000000"/>
              </a:solidFill>
              <a:ln w="9525">
                <a:noFill/>
                <a:round/>
              </a:ln>
              <a:effectLst/>
            </p:spPr>
            <p:txBody>
              <a:bodyP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358467" name="Rectangle 67"/>
              <p:cNvSpPr>
                <a:spLocks noChangeArrowheads="1"/>
              </p:cNvSpPr>
              <p:nvPr/>
            </p:nvSpPr>
            <p:spPr bwMode="auto">
              <a:xfrm>
                <a:off x="4457" y="3330"/>
                <a:ext cx="898" cy="29"/>
              </a:xfrm>
              <a:prstGeom prst="rect">
                <a:avLst/>
              </a:prstGeom>
              <a:solidFill>
                <a:srgbClr val="000000"/>
              </a:solidFill>
              <a:ln w="9525">
                <a:noFill/>
                <a:miter lim="800000"/>
              </a:ln>
              <a:effectLst/>
            </p:spPr>
            <p:txBody>
              <a:bodyP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358468" name="Freeform 68"/>
              <p:cNvSpPr/>
              <p:nvPr/>
            </p:nvSpPr>
            <p:spPr bwMode="auto">
              <a:xfrm>
                <a:off x="4787" y="2170"/>
                <a:ext cx="241" cy="328"/>
              </a:xfrm>
              <a:custGeom>
                <a:avLst/>
                <a:gdLst/>
                <a:ahLst/>
                <a:cxnLst>
                  <a:cxn ang="0">
                    <a:pos x="242" y="327"/>
                  </a:cxn>
                  <a:cxn ang="0">
                    <a:pos x="242" y="0"/>
                  </a:cxn>
                  <a:cxn ang="0">
                    <a:pos x="0" y="0"/>
                  </a:cxn>
                  <a:cxn ang="0">
                    <a:pos x="0" y="321"/>
                  </a:cxn>
                  <a:cxn ang="0">
                    <a:pos x="116" y="240"/>
                  </a:cxn>
                  <a:cxn ang="0">
                    <a:pos x="242" y="327"/>
                  </a:cxn>
                </a:cxnLst>
                <a:rect l="0" t="0" r="r" b="b"/>
                <a:pathLst>
                  <a:path w="242" h="327">
                    <a:moveTo>
                      <a:pt x="242" y="327"/>
                    </a:moveTo>
                    <a:lnTo>
                      <a:pt x="242" y="0"/>
                    </a:lnTo>
                    <a:lnTo>
                      <a:pt x="0" y="0"/>
                    </a:lnTo>
                    <a:lnTo>
                      <a:pt x="0" y="321"/>
                    </a:lnTo>
                    <a:lnTo>
                      <a:pt x="116" y="240"/>
                    </a:lnTo>
                    <a:lnTo>
                      <a:pt x="242" y="327"/>
                    </a:lnTo>
                    <a:close/>
                  </a:path>
                </a:pathLst>
              </a:custGeom>
              <a:solidFill>
                <a:srgbClr val="000000"/>
              </a:solidFill>
              <a:ln w="9525">
                <a:noFill/>
                <a:round/>
              </a:ln>
              <a:effectLst/>
            </p:spPr>
            <p:txBody>
              <a:bodyP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358469" name="Freeform 69"/>
              <p:cNvSpPr/>
              <p:nvPr/>
            </p:nvSpPr>
            <p:spPr bwMode="auto">
              <a:xfrm>
                <a:off x="4723" y="2016"/>
                <a:ext cx="358" cy="125"/>
              </a:xfrm>
              <a:custGeom>
                <a:avLst/>
                <a:gdLst/>
                <a:ahLst/>
                <a:cxnLst>
                  <a:cxn ang="0">
                    <a:pos x="181" y="0"/>
                  </a:cxn>
                  <a:cxn ang="0">
                    <a:pos x="0" y="126"/>
                  </a:cxn>
                  <a:cxn ang="0">
                    <a:pos x="361" y="126"/>
                  </a:cxn>
                  <a:cxn ang="0">
                    <a:pos x="181" y="0"/>
                  </a:cxn>
                </a:cxnLst>
                <a:rect l="0" t="0" r="r" b="b"/>
                <a:pathLst>
                  <a:path w="361" h="126">
                    <a:moveTo>
                      <a:pt x="181" y="0"/>
                    </a:moveTo>
                    <a:lnTo>
                      <a:pt x="0" y="126"/>
                    </a:lnTo>
                    <a:lnTo>
                      <a:pt x="361" y="126"/>
                    </a:lnTo>
                    <a:lnTo>
                      <a:pt x="181" y="0"/>
                    </a:lnTo>
                    <a:close/>
                  </a:path>
                </a:pathLst>
              </a:custGeom>
              <a:solidFill>
                <a:srgbClr val="000000"/>
              </a:solidFill>
              <a:ln w="9525">
                <a:noFill/>
                <a:round/>
              </a:ln>
              <a:effectLst/>
            </p:spPr>
            <p:txBody>
              <a:bodyP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358470" name="Freeform 70"/>
              <p:cNvSpPr/>
              <p:nvPr/>
            </p:nvSpPr>
            <p:spPr bwMode="auto">
              <a:xfrm>
                <a:off x="5028" y="2469"/>
                <a:ext cx="412" cy="282"/>
              </a:xfrm>
              <a:custGeom>
                <a:avLst/>
                <a:gdLst/>
                <a:ahLst/>
                <a:cxnLst>
                  <a:cxn ang="0">
                    <a:pos x="413" y="287"/>
                  </a:cxn>
                  <a:cxn ang="0">
                    <a:pos x="0" y="31"/>
                  </a:cxn>
                  <a:cxn ang="0">
                    <a:pos x="0" y="25"/>
                  </a:cxn>
                  <a:cxn ang="0">
                    <a:pos x="0" y="17"/>
                  </a:cxn>
                  <a:cxn ang="0">
                    <a:pos x="0" y="9"/>
                  </a:cxn>
                  <a:cxn ang="0">
                    <a:pos x="0" y="0"/>
                  </a:cxn>
                  <a:cxn ang="0">
                    <a:pos x="413" y="253"/>
                  </a:cxn>
                  <a:cxn ang="0">
                    <a:pos x="413" y="287"/>
                  </a:cxn>
                </a:cxnLst>
                <a:rect l="0" t="0" r="r" b="b"/>
                <a:pathLst>
                  <a:path w="413" h="287">
                    <a:moveTo>
                      <a:pt x="413" y="287"/>
                    </a:moveTo>
                    <a:lnTo>
                      <a:pt x="0" y="31"/>
                    </a:lnTo>
                    <a:lnTo>
                      <a:pt x="0" y="25"/>
                    </a:lnTo>
                    <a:lnTo>
                      <a:pt x="0" y="17"/>
                    </a:lnTo>
                    <a:lnTo>
                      <a:pt x="0" y="9"/>
                    </a:lnTo>
                    <a:lnTo>
                      <a:pt x="0" y="0"/>
                    </a:lnTo>
                    <a:lnTo>
                      <a:pt x="413" y="253"/>
                    </a:lnTo>
                    <a:lnTo>
                      <a:pt x="413" y="287"/>
                    </a:lnTo>
                    <a:close/>
                  </a:path>
                </a:pathLst>
              </a:custGeom>
              <a:solidFill>
                <a:srgbClr val="000000"/>
              </a:solidFill>
              <a:ln w="9525">
                <a:noFill/>
                <a:round/>
              </a:ln>
              <a:effectLst/>
            </p:spPr>
            <p:txBody>
              <a:bodyP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358471" name="Freeform 71"/>
              <p:cNvSpPr/>
              <p:nvPr/>
            </p:nvSpPr>
            <p:spPr bwMode="auto">
              <a:xfrm>
                <a:off x="4841" y="2209"/>
                <a:ext cx="127" cy="164"/>
              </a:xfrm>
              <a:custGeom>
                <a:avLst/>
                <a:gdLst/>
                <a:ahLst/>
                <a:cxnLst>
                  <a:cxn ang="0">
                    <a:pos x="65" y="0"/>
                  </a:cxn>
                  <a:cxn ang="0">
                    <a:pos x="51" y="1"/>
                  </a:cxn>
                  <a:cxn ang="0">
                    <a:pos x="38" y="6"/>
                  </a:cxn>
                  <a:cxn ang="0">
                    <a:pos x="27" y="13"/>
                  </a:cxn>
                  <a:cxn ang="0">
                    <a:pos x="17" y="20"/>
                  </a:cxn>
                  <a:cxn ang="0">
                    <a:pos x="9" y="32"/>
                  </a:cxn>
                  <a:cxn ang="0">
                    <a:pos x="5" y="44"/>
                  </a:cxn>
                  <a:cxn ang="0">
                    <a:pos x="1" y="58"/>
                  </a:cxn>
                  <a:cxn ang="0">
                    <a:pos x="0" y="74"/>
                  </a:cxn>
                  <a:cxn ang="0">
                    <a:pos x="0" y="103"/>
                  </a:cxn>
                  <a:cxn ang="0">
                    <a:pos x="0" y="126"/>
                  </a:cxn>
                  <a:cxn ang="0">
                    <a:pos x="0" y="145"/>
                  </a:cxn>
                  <a:cxn ang="0">
                    <a:pos x="0" y="164"/>
                  </a:cxn>
                  <a:cxn ang="0">
                    <a:pos x="27" y="164"/>
                  </a:cxn>
                  <a:cxn ang="0">
                    <a:pos x="44" y="164"/>
                  </a:cxn>
                  <a:cxn ang="0">
                    <a:pos x="55" y="164"/>
                  </a:cxn>
                  <a:cxn ang="0">
                    <a:pos x="63" y="164"/>
                  </a:cxn>
                  <a:cxn ang="0">
                    <a:pos x="71" y="164"/>
                  </a:cxn>
                  <a:cxn ang="0">
                    <a:pos x="82" y="164"/>
                  </a:cxn>
                  <a:cxn ang="0">
                    <a:pos x="100" y="164"/>
                  </a:cxn>
                  <a:cxn ang="0">
                    <a:pos x="127" y="164"/>
                  </a:cxn>
                  <a:cxn ang="0">
                    <a:pos x="127" y="139"/>
                  </a:cxn>
                  <a:cxn ang="0">
                    <a:pos x="127" y="114"/>
                  </a:cxn>
                  <a:cxn ang="0">
                    <a:pos x="127" y="90"/>
                  </a:cxn>
                  <a:cxn ang="0">
                    <a:pos x="127" y="71"/>
                  </a:cxn>
                  <a:cxn ang="0">
                    <a:pos x="127" y="62"/>
                  </a:cxn>
                  <a:cxn ang="0">
                    <a:pos x="123" y="51"/>
                  </a:cxn>
                  <a:cxn ang="0">
                    <a:pos x="119" y="38"/>
                  </a:cxn>
                  <a:cxn ang="0">
                    <a:pos x="112" y="27"/>
                  </a:cxn>
                  <a:cxn ang="0">
                    <a:pos x="104" y="16"/>
                  </a:cxn>
                  <a:cxn ang="0">
                    <a:pos x="93" y="8"/>
                  </a:cxn>
                  <a:cxn ang="0">
                    <a:pos x="81" y="1"/>
                  </a:cxn>
                  <a:cxn ang="0">
                    <a:pos x="65" y="0"/>
                  </a:cxn>
                </a:cxnLst>
                <a:rect l="0" t="0" r="r" b="b"/>
                <a:pathLst>
                  <a:path w="127" h="164">
                    <a:moveTo>
                      <a:pt x="65" y="0"/>
                    </a:moveTo>
                    <a:lnTo>
                      <a:pt x="51" y="1"/>
                    </a:lnTo>
                    <a:lnTo>
                      <a:pt x="38" y="6"/>
                    </a:lnTo>
                    <a:lnTo>
                      <a:pt x="27" y="13"/>
                    </a:lnTo>
                    <a:lnTo>
                      <a:pt x="17" y="20"/>
                    </a:lnTo>
                    <a:lnTo>
                      <a:pt x="9" y="32"/>
                    </a:lnTo>
                    <a:lnTo>
                      <a:pt x="5" y="44"/>
                    </a:lnTo>
                    <a:lnTo>
                      <a:pt x="1" y="58"/>
                    </a:lnTo>
                    <a:lnTo>
                      <a:pt x="0" y="74"/>
                    </a:lnTo>
                    <a:lnTo>
                      <a:pt x="0" y="103"/>
                    </a:lnTo>
                    <a:lnTo>
                      <a:pt x="0" y="126"/>
                    </a:lnTo>
                    <a:lnTo>
                      <a:pt x="0" y="145"/>
                    </a:lnTo>
                    <a:lnTo>
                      <a:pt x="0" y="164"/>
                    </a:lnTo>
                    <a:lnTo>
                      <a:pt x="27" y="164"/>
                    </a:lnTo>
                    <a:lnTo>
                      <a:pt x="44" y="164"/>
                    </a:lnTo>
                    <a:lnTo>
                      <a:pt x="55" y="164"/>
                    </a:lnTo>
                    <a:lnTo>
                      <a:pt x="63" y="164"/>
                    </a:lnTo>
                    <a:lnTo>
                      <a:pt x="71" y="164"/>
                    </a:lnTo>
                    <a:lnTo>
                      <a:pt x="82" y="164"/>
                    </a:lnTo>
                    <a:lnTo>
                      <a:pt x="100" y="164"/>
                    </a:lnTo>
                    <a:lnTo>
                      <a:pt x="127" y="164"/>
                    </a:lnTo>
                    <a:lnTo>
                      <a:pt x="127" y="139"/>
                    </a:lnTo>
                    <a:lnTo>
                      <a:pt x="127" y="114"/>
                    </a:lnTo>
                    <a:lnTo>
                      <a:pt x="127" y="90"/>
                    </a:lnTo>
                    <a:lnTo>
                      <a:pt x="127" y="71"/>
                    </a:lnTo>
                    <a:lnTo>
                      <a:pt x="127" y="62"/>
                    </a:lnTo>
                    <a:lnTo>
                      <a:pt x="123" y="51"/>
                    </a:lnTo>
                    <a:lnTo>
                      <a:pt x="119" y="38"/>
                    </a:lnTo>
                    <a:lnTo>
                      <a:pt x="112" y="27"/>
                    </a:lnTo>
                    <a:lnTo>
                      <a:pt x="104" y="16"/>
                    </a:lnTo>
                    <a:lnTo>
                      <a:pt x="93" y="8"/>
                    </a:lnTo>
                    <a:lnTo>
                      <a:pt x="81" y="1"/>
                    </a:lnTo>
                    <a:lnTo>
                      <a:pt x="65" y="0"/>
                    </a:lnTo>
                    <a:close/>
                  </a:path>
                </a:pathLst>
              </a:custGeom>
              <a:solidFill>
                <a:srgbClr val="FFFFFF"/>
              </a:solidFill>
              <a:ln w="9525">
                <a:noFill/>
                <a:round/>
              </a:ln>
              <a:effectLst/>
            </p:spPr>
            <p:txBody>
              <a:bodyP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58472" name="Rectangle 72"/>
              <p:cNvSpPr>
                <a:spLocks noChangeArrowheads="1"/>
              </p:cNvSpPr>
              <p:nvPr/>
            </p:nvSpPr>
            <p:spPr bwMode="auto">
              <a:xfrm>
                <a:off x="4803" y="2901"/>
                <a:ext cx="206" cy="386"/>
              </a:xfrm>
              <a:prstGeom prst="rect">
                <a:avLst/>
              </a:prstGeom>
              <a:solidFill>
                <a:srgbClr val="FFFFFF"/>
              </a:solidFill>
              <a:ln w="9525">
                <a:noFill/>
                <a:miter lim="800000"/>
              </a:ln>
              <a:effectLst/>
            </p:spPr>
            <p:txBody>
              <a:bodyP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58473" name="Freeform 73"/>
              <p:cNvSpPr/>
              <p:nvPr/>
            </p:nvSpPr>
            <p:spPr bwMode="auto">
              <a:xfrm>
                <a:off x="4736" y="2819"/>
                <a:ext cx="13" cy="318"/>
              </a:xfrm>
              <a:custGeom>
                <a:avLst/>
                <a:gdLst/>
                <a:ahLst/>
                <a:cxnLst>
                  <a:cxn ang="0">
                    <a:pos x="8" y="16"/>
                  </a:cxn>
                  <a:cxn ang="0">
                    <a:pos x="0" y="8"/>
                  </a:cxn>
                  <a:cxn ang="0">
                    <a:pos x="0" y="320"/>
                  </a:cxn>
                  <a:cxn ang="0">
                    <a:pos x="16" y="320"/>
                  </a:cxn>
                  <a:cxn ang="0">
                    <a:pos x="16" y="8"/>
                  </a:cxn>
                  <a:cxn ang="0">
                    <a:pos x="8" y="0"/>
                  </a:cxn>
                  <a:cxn ang="0">
                    <a:pos x="16" y="8"/>
                  </a:cxn>
                  <a:cxn ang="0">
                    <a:pos x="16" y="0"/>
                  </a:cxn>
                  <a:cxn ang="0">
                    <a:pos x="8" y="0"/>
                  </a:cxn>
                  <a:cxn ang="0">
                    <a:pos x="8" y="16"/>
                  </a:cxn>
                </a:cxnLst>
                <a:rect l="0" t="0" r="r" b="b"/>
                <a:pathLst>
                  <a:path w="16" h="320">
                    <a:moveTo>
                      <a:pt x="8" y="16"/>
                    </a:moveTo>
                    <a:lnTo>
                      <a:pt x="0" y="8"/>
                    </a:lnTo>
                    <a:lnTo>
                      <a:pt x="0" y="320"/>
                    </a:lnTo>
                    <a:lnTo>
                      <a:pt x="16" y="320"/>
                    </a:lnTo>
                    <a:lnTo>
                      <a:pt x="16" y="8"/>
                    </a:lnTo>
                    <a:lnTo>
                      <a:pt x="8" y="0"/>
                    </a:lnTo>
                    <a:lnTo>
                      <a:pt x="16" y="8"/>
                    </a:lnTo>
                    <a:lnTo>
                      <a:pt x="16" y="0"/>
                    </a:lnTo>
                    <a:lnTo>
                      <a:pt x="8" y="0"/>
                    </a:lnTo>
                    <a:lnTo>
                      <a:pt x="8" y="16"/>
                    </a:lnTo>
                    <a:close/>
                  </a:path>
                </a:pathLst>
              </a:custGeom>
              <a:solidFill>
                <a:srgbClr val="FFFFFF"/>
              </a:solidFill>
              <a:ln w="9525">
                <a:noFill/>
                <a:round/>
              </a:ln>
              <a:effectLst/>
            </p:spPr>
            <p:txBody>
              <a:bodyP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58474" name="Freeform 74"/>
              <p:cNvSpPr/>
              <p:nvPr/>
            </p:nvSpPr>
            <p:spPr bwMode="auto">
              <a:xfrm>
                <a:off x="4558" y="2819"/>
                <a:ext cx="184" cy="21"/>
              </a:xfrm>
              <a:custGeom>
                <a:avLst/>
                <a:gdLst/>
                <a:ahLst/>
                <a:cxnLst>
                  <a:cxn ang="0">
                    <a:pos x="16" y="8"/>
                  </a:cxn>
                  <a:cxn ang="0">
                    <a:pos x="8" y="16"/>
                  </a:cxn>
                  <a:cxn ang="0">
                    <a:pos x="187" y="16"/>
                  </a:cxn>
                  <a:cxn ang="0">
                    <a:pos x="187" y="0"/>
                  </a:cxn>
                  <a:cxn ang="0">
                    <a:pos x="8" y="0"/>
                  </a:cxn>
                  <a:cxn ang="0">
                    <a:pos x="0" y="8"/>
                  </a:cxn>
                  <a:cxn ang="0">
                    <a:pos x="8" y="0"/>
                  </a:cxn>
                  <a:cxn ang="0">
                    <a:pos x="0" y="0"/>
                  </a:cxn>
                  <a:cxn ang="0">
                    <a:pos x="0" y="8"/>
                  </a:cxn>
                  <a:cxn ang="0">
                    <a:pos x="16" y="8"/>
                  </a:cxn>
                </a:cxnLst>
                <a:rect l="0" t="0" r="r" b="b"/>
                <a:pathLst>
                  <a:path w="187" h="16">
                    <a:moveTo>
                      <a:pt x="16" y="8"/>
                    </a:moveTo>
                    <a:lnTo>
                      <a:pt x="8" y="16"/>
                    </a:lnTo>
                    <a:lnTo>
                      <a:pt x="187" y="16"/>
                    </a:lnTo>
                    <a:lnTo>
                      <a:pt x="187" y="0"/>
                    </a:lnTo>
                    <a:lnTo>
                      <a:pt x="8" y="0"/>
                    </a:lnTo>
                    <a:lnTo>
                      <a:pt x="0" y="8"/>
                    </a:lnTo>
                    <a:lnTo>
                      <a:pt x="8" y="0"/>
                    </a:lnTo>
                    <a:lnTo>
                      <a:pt x="0" y="0"/>
                    </a:lnTo>
                    <a:lnTo>
                      <a:pt x="0" y="8"/>
                    </a:lnTo>
                    <a:lnTo>
                      <a:pt x="16" y="8"/>
                    </a:lnTo>
                    <a:close/>
                  </a:path>
                </a:pathLst>
              </a:custGeom>
              <a:solidFill>
                <a:srgbClr val="FFFFFF"/>
              </a:solidFill>
              <a:ln w="9525">
                <a:noFill/>
                <a:round/>
              </a:ln>
              <a:effectLst/>
            </p:spPr>
            <p:txBody>
              <a:bodyP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58475" name="Freeform 75"/>
              <p:cNvSpPr/>
              <p:nvPr/>
            </p:nvSpPr>
            <p:spPr bwMode="auto">
              <a:xfrm>
                <a:off x="4558" y="2826"/>
                <a:ext cx="13" cy="318"/>
              </a:xfrm>
              <a:custGeom>
                <a:avLst/>
                <a:gdLst/>
                <a:ahLst/>
                <a:cxnLst>
                  <a:cxn ang="0">
                    <a:pos x="8" y="304"/>
                  </a:cxn>
                  <a:cxn ang="0">
                    <a:pos x="16" y="312"/>
                  </a:cxn>
                  <a:cxn ang="0">
                    <a:pos x="16" y="0"/>
                  </a:cxn>
                  <a:cxn ang="0">
                    <a:pos x="0" y="0"/>
                  </a:cxn>
                  <a:cxn ang="0">
                    <a:pos x="0" y="312"/>
                  </a:cxn>
                  <a:cxn ang="0">
                    <a:pos x="8" y="320"/>
                  </a:cxn>
                  <a:cxn ang="0">
                    <a:pos x="0" y="312"/>
                  </a:cxn>
                  <a:cxn ang="0">
                    <a:pos x="0" y="320"/>
                  </a:cxn>
                  <a:cxn ang="0">
                    <a:pos x="8" y="320"/>
                  </a:cxn>
                  <a:cxn ang="0">
                    <a:pos x="8" y="304"/>
                  </a:cxn>
                </a:cxnLst>
                <a:rect l="0" t="0" r="r" b="b"/>
                <a:pathLst>
                  <a:path w="16" h="320">
                    <a:moveTo>
                      <a:pt x="8" y="304"/>
                    </a:moveTo>
                    <a:lnTo>
                      <a:pt x="16" y="312"/>
                    </a:lnTo>
                    <a:lnTo>
                      <a:pt x="16" y="0"/>
                    </a:lnTo>
                    <a:lnTo>
                      <a:pt x="0" y="0"/>
                    </a:lnTo>
                    <a:lnTo>
                      <a:pt x="0" y="312"/>
                    </a:lnTo>
                    <a:lnTo>
                      <a:pt x="8" y="320"/>
                    </a:lnTo>
                    <a:lnTo>
                      <a:pt x="0" y="312"/>
                    </a:lnTo>
                    <a:lnTo>
                      <a:pt x="0" y="320"/>
                    </a:lnTo>
                    <a:lnTo>
                      <a:pt x="8" y="320"/>
                    </a:lnTo>
                    <a:lnTo>
                      <a:pt x="8" y="304"/>
                    </a:lnTo>
                    <a:close/>
                  </a:path>
                </a:pathLst>
              </a:custGeom>
              <a:solidFill>
                <a:srgbClr val="FFFFFF"/>
              </a:solidFill>
              <a:ln w="9525">
                <a:noFill/>
                <a:round/>
              </a:ln>
              <a:effectLst/>
            </p:spPr>
            <p:txBody>
              <a:bodyP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58476" name="Freeform 76"/>
              <p:cNvSpPr/>
              <p:nvPr/>
            </p:nvSpPr>
            <p:spPr bwMode="auto">
              <a:xfrm>
                <a:off x="4565" y="3134"/>
                <a:ext cx="184" cy="14"/>
              </a:xfrm>
              <a:custGeom>
                <a:avLst/>
                <a:gdLst/>
                <a:ahLst/>
                <a:cxnLst>
                  <a:cxn ang="0">
                    <a:pos x="171" y="8"/>
                  </a:cxn>
                  <a:cxn ang="0">
                    <a:pos x="179" y="0"/>
                  </a:cxn>
                  <a:cxn ang="0">
                    <a:pos x="0" y="0"/>
                  </a:cxn>
                  <a:cxn ang="0">
                    <a:pos x="0" y="16"/>
                  </a:cxn>
                  <a:cxn ang="0">
                    <a:pos x="179" y="16"/>
                  </a:cxn>
                  <a:cxn ang="0">
                    <a:pos x="187" y="8"/>
                  </a:cxn>
                  <a:cxn ang="0">
                    <a:pos x="179" y="16"/>
                  </a:cxn>
                  <a:cxn ang="0">
                    <a:pos x="187" y="16"/>
                  </a:cxn>
                  <a:cxn ang="0">
                    <a:pos x="187" y="8"/>
                  </a:cxn>
                  <a:cxn ang="0">
                    <a:pos x="171" y="8"/>
                  </a:cxn>
                </a:cxnLst>
                <a:rect l="0" t="0" r="r" b="b"/>
                <a:pathLst>
                  <a:path w="187" h="16">
                    <a:moveTo>
                      <a:pt x="171" y="8"/>
                    </a:moveTo>
                    <a:lnTo>
                      <a:pt x="179" y="0"/>
                    </a:lnTo>
                    <a:lnTo>
                      <a:pt x="0" y="0"/>
                    </a:lnTo>
                    <a:lnTo>
                      <a:pt x="0" y="16"/>
                    </a:lnTo>
                    <a:lnTo>
                      <a:pt x="179" y="16"/>
                    </a:lnTo>
                    <a:lnTo>
                      <a:pt x="187" y="8"/>
                    </a:lnTo>
                    <a:lnTo>
                      <a:pt x="179" y="16"/>
                    </a:lnTo>
                    <a:lnTo>
                      <a:pt x="187" y="16"/>
                    </a:lnTo>
                    <a:lnTo>
                      <a:pt x="187" y="8"/>
                    </a:lnTo>
                    <a:lnTo>
                      <a:pt x="171" y="8"/>
                    </a:lnTo>
                    <a:close/>
                  </a:path>
                </a:pathLst>
              </a:custGeom>
              <a:solidFill>
                <a:srgbClr val="FFFFFF"/>
              </a:solidFill>
              <a:ln w="9525">
                <a:noFill/>
                <a:round/>
              </a:ln>
              <a:effectLst/>
            </p:spPr>
            <p:txBody>
              <a:bodyP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58477" name="Freeform 77"/>
              <p:cNvSpPr/>
              <p:nvPr/>
            </p:nvSpPr>
            <p:spPr bwMode="auto">
              <a:xfrm>
                <a:off x="4568" y="2916"/>
                <a:ext cx="174" cy="11"/>
              </a:xfrm>
              <a:custGeom>
                <a:avLst/>
                <a:gdLst/>
                <a:ahLst/>
                <a:cxnLst>
                  <a:cxn ang="0">
                    <a:pos x="176" y="8"/>
                  </a:cxn>
                  <a:cxn ang="0">
                    <a:pos x="176" y="0"/>
                  </a:cxn>
                  <a:cxn ang="0">
                    <a:pos x="0" y="0"/>
                  </a:cxn>
                  <a:cxn ang="0">
                    <a:pos x="0" y="16"/>
                  </a:cxn>
                  <a:cxn ang="0">
                    <a:pos x="176" y="16"/>
                  </a:cxn>
                  <a:cxn ang="0">
                    <a:pos x="176" y="8"/>
                  </a:cxn>
                </a:cxnLst>
                <a:rect l="0" t="0" r="r" b="b"/>
                <a:pathLst>
                  <a:path w="176" h="16">
                    <a:moveTo>
                      <a:pt x="176" y="8"/>
                    </a:moveTo>
                    <a:lnTo>
                      <a:pt x="176" y="0"/>
                    </a:lnTo>
                    <a:lnTo>
                      <a:pt x="0" y="0"/>
                    </a:lnTo>
                    <a:lnTo>
                      <a:pt x="0" y="16"/>
                    </a:lnTo>
                    <a:lnTo>
                      <a:pt x="176" y="16"/>
                    </a:lnTo>
                    <a:lnTo>
                      <a:pt x="176" y="8"/>
                    </a:lnTo>
                    <a:close/>
                  </a:path>
                </a:pathLst>
              </a:custGeom>
              <a:solidFill>
                <a:srgbClr val="FFFFFF"/>
              </a:solidFill>
              <a:ln w="9525">
                <a:noFill/>
                <a:round/>
              </a:ln>
              <a:effectLst/>
            </p:spPr>
            <p:txBody>
              <a:bodyP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58478" name="Freeform 78"/>
              <p:cNvSpPr/>
              <p:nvPr/>
            </p:nvSpPr>
            <p:spPr bwMode="auto">
              <a:xfrm>
                <a:off x="4568" y="3026"/>
                <a:ext cx="174" cy="18"/>
              </a:xfrm>
              <a:custGeom>
                <a:avLst/>
                <a:gdLst/>
                <a:ahLst/>
                <a:cxnLst>
                  <a:cxn ang="0">
                    <a:pos x="176" y="8"/>
                  </a:cxn>
                  <a:cxn ang="0">
                    <a:pos x="176" y="0"/>
                  </a:cxn>
                  <a:cxn ang="0">
                    <a:pos x="0" y="0"/>
                  </a:cxn>
                  <a:cxn ang="0">
                    <a:pos x="0" y="16"/>
                  </a:cxn>
                  <a:cxn ang="0">
                    <a:pos x="176" y="16"/>
                  </a:cxn>
                  <a:cxn ang="0">
                    <a:pos x="176" y="8"/>
                  </a:cxn>
                </a:cxnLst>
                <a:rect l="0" t="0" r="r" b="b"/>
                <a:pathLst>
                  <a:path w="176" h="16">
                    <a:moveTo>
                      <a:pt x="176" y="8"/>
                    </a:moveTo>
                    <a:lnTo>
                      <a:pt x="176" y="0"/>
                    </a:lnTo>
                    <a:lnTo>
                      <a:pt x="0" y="0"/>
                    </a:lnTo>
                    <a:lnTo>
                      <a:pt x="0" y="16"/>
                    </a:lnTo>
                    <a:lnTo>
                      <a:pt x="176" y="16"/>
                    </a:lnTo>
                    <a:lnTo>
                      <a:pt x="176" y="8"/>
                    </a:lnTo>
                    <a:close/>
                  </a:path>
                </a:pathLst>
              </a:custGeom>
              <a:solidFill>
                <a:srgbClr val="FFFFFF"/>
              </a:solidFill>
              <a:ln w="9525">
                <a:noFill/>
                <a:round/>
              </a:ln>
              <a:effectLst/>
            </p:spPr>
            <p:txBody>
              <a:bodyP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58479" name="Freeform 79"/>
              <p:cNvSpPr/>
              <p:nvPr/>
            </p:nvSpPr>
            <p:spPr bwMode="auto">
              <a:xfrm>
                <a:off x="4644" y="2837"/>
                <a:ext cx="16" cy="300"/>
              </a:xfrm>
              <a:custGeom>
                <a:avLst/>
                <a:gdLst/>
                <a:ahLst/>
                <a:cxnLst>
                  <a:cxn ang="0">
                    <a:pos x="7" y="302"/>
                  </a:cxn>
                  <a:cxn ang="0">
                    <a:pos x="15" y="302"/>
                  </a:cxn>
                  <a:cxn ang="0">
                    <a:pos x="15" y="0"/>
                  </a:cxn>
                  <a:cxn ang="0">
                    <a:pos x="0" y="0"/>
                  </a:cxn>
                  <a:cxn ang="0">
                    <a:pos x="0" y="302"/>
                  </a:cxn>
                  <a:cxn ang="0">
                    <a:pos x="7" y="302"/>
                  </a:cxn>
                </a:cxnLst>
                <a:rect l="0" t="0" r="r" b="b"/>
                <a:pathLst>
                  <a:path w="15" h="302">
                    <a:moveTo>
                      <a:pt x="7" y="302"/>
                    </a:moveTo>
                    <a:lnTo>
                      <a:pt x="15" y="302"/>
                    </a:lnTo>
                    <a:lnTo>
                      <a:pt x="15" y="0"/>
                    </a:lnTo>
                    <a:lnTo>
                      <a:pt x="0" y="0"/>
                    </a:lnTo>
                    <a:lnTo>
                      <a:pt x="0" y="302"/>
                    </a:lnTo>
                    <a:lnTo>
                      <a:pt x="7" y="302"/>
                    </a:lnTo>
                    <a:close/>
                  </a:path>
                </a:pathLst>
              </a:custGeom>
              <a:solidFill>
                <a:srgbClr val="FFFFFF"/>
              </a:solidFill>
              <a:ln w="9525">
                <a:noFill/>
                <a:round/>
              </a:ln>
              <a:effectLst/>
            </p:spPr>
            <p:txBody>
              <a:bodyP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58480" name="Freeform 80"/>
              <p:cNvSpPr/>
              <p:nvPr/>
            </p:nvSpPr>
            <p:spPr bwMode="auto">
              <a:xfrm>
                <a:off x="5240" y="2819"/>
                <a:ext cx="16" cy="318"/>
              </a:xfrm>
              <a:custGeom>
                <a:avLst/>
                <a:gdLst/>
                <a:ahLst/>
                <a:cxnLst>
                  <a:cxn ang="0">
                    <a:pos x="8" y="16"/>
                  </a:cxn>
                  <a:cxn ang="0">
                    <a:pos x="0" y="8"/>
                  </a:cxn>
                  <a:cxn ang="0">
                    <a:pos x="0" y="320"/>
                  </a:cxn>
                  <a:cxn ang="0">
                    <a:pos x="16" y="320"/>
                  </a:cxn>
                  <a:cxn ang="0">
                    <a:pos x="16" y="8"/>
                  </a:cxn>
                  <a:cxn ang="0">
                    <a:pos x="8" y="0"/>
                  </a:cxn>
                  <a:cxn ang="0">
                    <a:pos x="16" y="8"/>
                  </a:cxn>
                  <a:cxn ang="0">
                    <a:pos x="16" y="0"/>
                  </a:cxn>
                  <a:cxn ang="0">
                    <a:pos x="8" y="0"/>
                  </a:cxn>
                  <a:cxn ang="0">
                    <a:pos x="8" y="16"/>
                  </a:cxn>
                </a:cxnLst>
                <a:rect l="0" t="0" r="r" b="b"/>
                <a:pathLst>
                  <a:path w="16" h="320">
                    <a:moveTo>
                      <a:pt x="8" y="16"/>
                    </a:moveTo>
                    <a:lnTo>
                      <a:pt x="0" y="8"/>
                    </a:lnTo>
                    <a:lnTo>
                      <a:pt x="0" y="320"/>
                    </a:lnTo>
                    <a:lnTo>
                      <a:pt x="16" y="320"/>
                    </a:lnTo>
                    <a:lnTo>
                      <a:pt x="16" y="8"/>
                    </a:lnTo>
                    <a:lnTo>
                      <a:pt x="8" y="0"/>
                    </a:lnTo>
                    <a:lnTo>
                      <a:pt x="16" y="8"/>
                    </a:lnTo>
                    <a:lnTo>
                      <a:pt x="16" y="0"/>
                    </a:lnTo>
                    <a:lnTo>
                      <a:pt x="8" y="0"/>
                    </a:lnTo>
                    <a:lnTo>
                      <a:pt x="8" y="16"/>
                    </a:lnTo>
                    <a:close/>
                  </a:path>
                </a:pathLst>
              </a:custGeom>
              <a:solidFill>
                <a:srgbClr val="FFFFFF"/>
              </a:solidFill>
              <a:ln w="9525">
                <a:noFill/>
                <a:round/>
              </a:ln>
              <a:effectLst/>
            </p:spPr>
            <p:txBody>
              <a:bodyP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58481" name="Freeform 81"/>
              <p:cNvSpPr/>
              <p:nvPr/>
            </p:nvSpPr>
            <p:spPr bwMode="auto">
              <a:xfrm>
                <a:off x="5059" y="2819"/>
                <a:ext cx="187" cy="21"/>
              </a:xfrm>
              <a:custGeom>
                <a:avLst/>
                <a:gdLst/>
                <a:ahLst/>
                <a:cxnLst>
                  <a:cxn ang="0">
                    <a:pos x="16" y="8"/>
                  </a:cxn>
                  <a:cxn ang="0">
                    <a:pos x="8" y="16"/>
                  </a:cxn>
                  <a:cxn ang="0">
                    <a:pos x="187" y="16"/>
                  </a:cxn>
                  <a:cxn ang="0">
                    <a:pos x="187" y="0"/>
                  </a:cxn>
                  <a:cxn ang="0">
                    <a:pos x="8" y="0"/>
                  </a:cxn>
                  <a:cxn ang="0">
                    <a:pos x="0" y="8"/>
                  </a:cxn>
                  <a:cxn ang="0">
                    <a:pos x="8" y="0"/>
                  </a:cxn>
                  <a:cxn ang="0">
                    <a:pos x="0" y="0"/>
                  </a:cxn>
                  <a:cxn ang="0">
                    <a:pos x="0" y="8"/>
                  </a:cxn>
                  <a:cxn ang="0">
                    <a:pos x="16" y="8"/>
                  </a:cxn>
                </a:cxnLst>
                <a:rect l="0" t="0" r="r" b="b"/>
                <a:pathLst>
                  <a:path w="187" h="16">
                    <a:moveTo>
                      <a:pt x="16" y="8"/>
                    </a:moveTo>
                    <a:lnTo>
                      <a:pt x="8" y="16"/>
                    </a:lnTo>
                    <a:lnTo>
                      <a:pt x="187" y="16"/>
                    </a:lnTo>
                    <a:lnTo>
                      <a:pt x="187" y="0"/>
                    </a:lnTo>
                    <a:lnTo>
                      <a:pt x="8" y="0"/>
                    </a:lnTo>
                    <a:lnTo>
                      <a:pt x="0" y="8"/>
                    </a:lnTo>
                    <a:lnTo>
                      <a:pt x="8" y="0"/>
                    </a:lnTo>
                    <a:lnTo>
                      <a:pt x="0" y="0"/>
                    </a:lnTo>
                    <a:lnTo>
                      <a:pt x="0" y="8"/>
                    </a:lnTo>
                    <a:lnTo>
                      <a:pt x="16" y="8"/>
                    </a:lnTo>
                    <a:close/>
                  </a:path>
                </a:pathLst>
              </a:custGeom>
              <a:solidFill>
                <a:srgbClr val="FFFFFF"/>
              </a:solidFill>
              <a:ln w="9525">
                <a:noFill/>
                <a:round/>
              </a:ln>
              <a:effectLst/>
            </p:spPr>
            <p:txBody>
              <a:bodyP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58482" name="Freeform 82"/>
              <p:cNvSpPr/>
              <p:nvPr/>
            </p:nvSpPr>
            <p:spPr bwMode="auto">
              <a:xfrm>
                <a:off x="5059" y="2826"/>
                <a:ext cx="16" cy="318"/>
              </a:xfrm>
              <a:custGeom>
                <a:avLst/>
                <a:gdLst/>
                <a:ahLst/>
                <a:cxnLst>
                  <a:cxn ang="0">
                    <a:pos x="8" y="304"/>
                  </a:cxn>
                  <a:cxn ang="0">
                    <a:pos x="16" y="312"/>
                  </a:cxn>
                  <a:cxn ang="0">
                    <a:pos x="16" y="0"/>
                  </a:cxn>
                  <a:cxn ang="0">
                    <a:pos x="0" y="0"/>
                  </a:cxn>
                  <a:cxn ang="0">
                    <a:pos x="0" y="312"/>
                  </a:cxn>
                  <a:cxn ang="0">
                    <a:pos x="8" y="320"/>
                  </a:cxn>
                  <a:cxn ang="0">
                    <a:pos x="0" y="312"/>
                  </a:cxn>
                  <a:cxn ang="0">
                    <a:pos x="0" y="320"/>
                  </a:cxn>
                  <a:cxn ang="0">
                    <a:pos x="8" y="320"/>
                  </a:cxn>
                  <a:cxn ang="0">
                    <a:pos x="8" y="304"/>
                  </a:cxn>
                </a:cxnLst>
                <a:rect l="0" t="0" r="r" b="b"/>
                <a:pathLst>
                  <a:path w="16" h="320">
                    <a:moveTo>
                      <a:pt x="8" y="304"/>
                    </a:moveTo>
                    <a:lnTo>
                      <a:pt x="16" y="312"/>
                    </a:lnTo>
                    <a:lnTo>
                      <a:pt x="16" y="0"/>
                    </a:lnTo>
                    <a:lnTo>
                      <a:pt x="0" y="0"/>
                    </a:lnTo>
                    <a:lnTo>
                      <a:pt x="0" y="312"/>
                    </a:lnTo>
                    <a:lnTo>
                      <a:pt x="8" y="320"/>
                    </a:lnTo>
                    <a:lnTo>
                      <a:pt x="0" y="312"/>
                    </a:lnTo>
                    <a:lnTo>
                      <a:pt x="0" y="320"/>
                    </a:lnTo>
                    <a:lnTo>
                      <a:pt x="8" y="320"/>
                    </a:lnTo>
                    <a:lnTo>
                      <a:pt x="8" y="304"/>
                    </a:lnTo>
                    <a:close/>
                  </a:path>
                </a:pathLst>
              </a:custGeom>
              <a:solidFill>
                <a:srgbClr val="FFFFFF"/>
              </a:solidFill>
              <a:ln w="9525">
                <a:noFill/>
                <a:round/>
              </a:ln>
              <a:effectLst/>
            </p:spPr>
            <p:txBody>
              <a:bodyP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58483" name="Freeform 83"/>
              <p:cNvSpPr/>
              <p:nvPr/>
            </p:nvSpPr>
            <p:spPr bwMode="auto">
              <a:xfrm>
                <a:off x="5069" y="3134"/>
                <a:ext cx="187" cy="14"/>
              </a:xfrm>
              <a:custGeom>
                <a:avLst/>
                <a:gdLst/>
                <a:ahLst/>
                <a:cxnLst>
                  <a:cxn ang="0">
                    <a:pos x="171" y="8"/>
                  </a:cxn>
                  <a:cxn ang="0">
                    <a:pos x="179" y="0"/>
                  </a:cxn>
                  <a:cxn ang="0">
                    <a:pos x="0" y="0"/>
                  </a:cxn>
                  <a:cxn ang="0">
                    <a:pos x="0" y="16"/>
                  </a:cxn>
                  <a:cxn ang="0">
                    <a:pos x="179" y="16"/>
                  </a:cxn>
                  <a:cxn ang="0">
                    <a:pos x="187" y="8"/>
                  </a:cxn>
                  <a:cxn ang="0">
                    <a:pos x="179" y="16"/>
                  </a:cxn>
                  <a:cxn ang="0">
                    <a:pos x="187" y="16"/>
                  </a:cxn>
                  <a:cxn ang="0">
                    <a:pos x="187" y="8"/>
                  </a:cxn>
                  <a:cxn ang="0">
                    <a:pos x="171" y="8"/>
                  </a:cxn>
                </a:cxnLst>
                <a:rect l="0" t="0" r="r" b="b"/>
                <a:pathLst>
                  <a:path w="187" h="16">
                    <a:moveTo>
                      <a:pt x="171" y="8"/>
                    </a:moveTo>
                    <a:lnTo>
                      <a:pt x="179" y="0"/>
                    </a:lnTo>
                    <a:lnTo>
                      <a:pt x="0" y="0"/>
                    </a:lnTo>
                    <a:lnTo>
                      <a:pt x="0" y="16"/>
                    </a:lnTo>
                    <a:lnTo>
                      <a:pt x="179" y="16"/>
                    </a:lnTo>
                    <a:lnTo>
                      <a:pt x="187" y="8"/>
                    </a:lnTo>
                    <a:lnTo>
                      <a:pt x="179" y="16"/>
                    </a:lnTo>
                    <a:lnTo>
                      <a:pt x="187" y="16"/>
                    </a:lnTo>
                    <a:lnTo>
                      <a:pt x="187" y="8"/>
                    </a:lnTo>
                    <a:lnTo>
                      <a:pt x="171" y="8"/>
                    </a:lnTo>
                    <a:close/>
                  </a:path>
                </a:pathLst>
              </a:custGeom>
              <a:solidFill>
                <a:srgbClr val="FFFFFF"/>
              </a:solidFill>
              <a:ln w="9525">
                <a:noFill/>
                <a:round/>
              </a:ln>
              <a:effectLst/>
            </p:spPr>
            <p:txBody>
              <a:bodyP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58484" name="Freeform 84"/>
              <p:cNvSpPr/>
              <p:nvPr/>
            </p:nvSpPr>
            <p:spPr bwMode="auto">
              <a:xfrm>
                <a:off x="5069" y="2916"/>
                <a:ext cx="174" cy="11"/>
              </a:xfrm>
              <a:custGeom>
                <a:avLst/>
                <a:gdLst/>
                <a:ahLst/>
                <a:cxnLst>
                  <a:cxn ang="0">
                    <a:pos x="175" y="8"/>
                  </a:cxn>
                  <a:cxn ang="0">
                    <a:pos x="175" y="0"/>
                  </a:cxn>
                  <a:cxn ang="0">
                    <a:pos x="0" y="0"/>
                  </a:cxn>
                  <a:cxn ang="0">
                    <a:pos x="0" y="16"/>
                  </a:cxn>
                  <a:cxn ang="0">
                    <a:pos x="175" y="16"/>
                  </a:cxn>
                  <a:cxn ang="0">
                    <a:pos x="175" y="8"/>
                  </a:cxn>
                </a:cxnLst>
                <a:rect l="0" t="0" r="r" b="b"/>
                <a:pathLst>
                  <a:path w="175" h="16">
                    <a:moveTo>
                      <a:pt x="175" y="8"/>
                    </a:moveTo>
                    <a:lnTo>
                      <a:pt x="175" y="0"/>
                    </a:lnTo>
                    <a:lnTo>
                      <a:pt x="0" y="0"/>
                    </a:lnTo>
                    <a:lnTo>
                      <a:pt x="0" y="16"/>
                    </a:lnTo>
                    <a:lnTo>
                      <a:pt x="175" y="16"/>
                    </a:lnTo>
                    <a:lnTo>
                      <a:pt x="175" y="8"/>
                    </a:lnTo>
                    <a:close/>
                  </a:path>
                </a:pathLst>
              </a:custGeom>
              <a:solidFill>
                <a:srgbClr val="FFFFFF"/>
              </a:solidFill>
              <a:ln w="9525">
                <a:noFill/>
                <a:round/>
              </a:ln>
              <a:effectLst/>
            </p:spPr>
            <p:txBody>
              <a:bodyP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58485" name="Freeform 85"/>
              <p:cNvSpPr/>
              <p:nvPr/>
            </p:nvSpPr>
            <p:spPr bwMode="auto">
              <a:xfrm>
                <a:off x="5069" y="3026"/>
                <a:ext cx="174" cy="18"/>
              </a:xfrm>
              <a:custGeom>
                <a:avLst/>
                <a:gdLst/>
                <a:ahLst/>
                <a:cxnLst>
                  <a:cxn ang="0">
                    <a:pos x="175" y="8"/>
                  </a:cxn>
                  <a:cxn ang="0">
                    <a:pos x="175" y="0"/>
                  </a:cxn>
                  <a:cxn ang="0">
                    <a:pos x="0" y="0"/>
                  </a:cxn>
                  <a:cxn ang="0">
                    <a:pos x="0" y="16"/>
                  </a:cxn>
                  <a:cxn ang="0">
                    <a:pos x="175" y="16"/>
                  </a:cxn>
                  <a:cxn ang="0">
                    <a:pos x="175" y="8"/>
                  </a:cxn>
                </a:cxnLst>
                <a:rect l="0" t="0" r="r" b="b"/>
                <a:pathLst>
                  <a:path w="175" h="16">
                    <a:moveTo>
                      <a:pt x="175" y="8"/>
                    </a:moveTo>
                    <a:lnTo>
                      <a:pt x="175" y="0"/>
                    </a:lnTo>
                    <a:lnTo>
                      <a:pt x="0" y="0"/>
                    </a:lnTo>
                    <a:lnTo>
                      <a:pt x="0" y="16"/>
                    </a:lnTo>
                    <a:lnTo>
                      <a:pt x="175" y="16"/>
                    </a:lnTo>
                    <a:lnTo>
                      <a:pt x="175" y="8"/>
                    </a:lnTo>
                    <a:close/>
                  </a:path>
                </a:pathLst>
              </a:custGeom>
              <a:solidFill>
                <a:srgbClr val="FFFFFF"/>
              </a:solidFill>
              <a:ln w="9525">
                <a:noFill/>
                <a:round/>
              </a:ln>
              <a:effectLst/>
            </p:spPr>
            <p:txBody>
              <a:bodyP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58486" name="Freeform 86"/>
              <p:cNvSpPr/>
              <p:nvPr/>
            </p:nvSpPr>
            <p:spPr bwMode="auto">
              <a:xfrm>
                <a:off x="5148" y="2837"/>
                <a:ext cx="13" cy="300"/>
              </a:xfrm>
              <a:custGeom>
                <a:avLst/>
                <a:gdLst/>
                <a:ahLst/>
                <a:cxnLst>
                  <a:cxn ang="0">
                    <a:pos x="8" y="302"/>
                  </a:cxn>
                  <a:cxn ang="0">
                    <a:pos x="16" y="302"/>
                  </a:cxn>
                  <a:cxn ang="0">
                    <a:pos x="16" y="0"/>
                  </a:cxn>
                  <a:cxn ang="0">
                    <a:pos x="0" y="0"/>
                  </a:cxn>
                  <a:cxn ang="0">
                    <a:pos x="0" y="302"/>
                  </a:cxn>
                  <a:cxn ang="0">
                    <a:pos x="8" y="302"/>
                  </a:cxn>
                </a:cxnLst>
                <a:rect l="0" t="0" r="r" b="b"/>
                <a:pathLst>
                  <a:path w="16" h="302">
                    <a:moveTo>
                      <a:pt x="8" y="302"/>
                    </a:moveTo>
                    <a:lnTo>
                      <a:pt x="16" y="302"/>
                    </a:lnTo>
                    <a:lnTo>
                      <a:pt x="16" y="0"/>
                    </a:lnTo>
                    <a:lnTo>
                      <a:pt x="0" y="0"/>
                    </a:lnTo>
                    <a:lnTo>
                      <a:pt x="0" y="302"/>
                    </a:lnTo>
                    <a:lnTo>
                      <a:pt x="8" y="302"/>
                    </a:lnTo>
                    <a:close/>
                  </a:path>
                </a:pathLst>
              </a:custGeom>
              <a:solidFill>
                <a:srgbClr val="FFFFFF"/>
              </a:solidFill>
              <a:ln w="9525">
                <a:noFill/>
                <a:round/>
              </a:ln>
              <a:effectLst/>
            </p:spPr>
            <p:txBody>
              <a:bodyP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58487" name="Freeform 87"/>
              <p:cNvSpPr/>
              <p:nvPr/>
            </p:nvSpPr>
            <p:spPr bwMode="auto">
              <a:xfrm>
                <a:off x="4850" y="2237"/>
                <a:ext cx="101" cy="111"/>
              </a:xfrm>
              <a:custGeom>
                <a:avLst/>
                <a:gdLst/>
                <a:ahLst/>
                <a:cxnLst>
                  <a:cxn ang="0">
                    <a:pos x="59" y="112"/>
                  </a:cxn>
                  <a:cxn ang="0">
                    <a:pos x="76" y="112"/>
                  </a:cxn>
                  <a:cxn ang="0">
                    <a:pos x="89" y="109"/>
                  </a:cxn>
                  <a:cxn ang="0">
                    <a:pos x="99" y="107"/>
                  </a:cxn>
                  <a:cxn ang="0">
                    <a:pos x="102" y="104"/>
                  </a:cxn>
                  <a:cxn ang="0">
                    <a:pos x="103" y="103"/>
                  </a:cxn>
                  <a:cxn ang="0">
                    <a:pos x="103" y="98"/>
                  </a:cxn>
                  <a:cxn ang="0">
                    <a:pos x="100" y="88"/>
                  </a:cxn>
                  <a:cxn ang="0">
                    <a:pos x="97" y="79"/>
                  </a:cxn>
                  <a:cxn ang="0">
                    <a:pos x="95" y="73"/>
                  </a:cxn>
                  <a:cxn ang="0">
                    <a:pos x="95" y="68"/>
                  </a:cxn>
                  <a:cxn ang="0">
                    <a:pos x="94" y="66"/>
                  </a:cxn>
                  <a:cxn ang="0">
                    <a:pos x="92" y="60"/>
                  </a:cxn>
                  <a:cxn ang="0">
                    <a:pos x="91" y="50"/>
                  </a:cxn>
                  <a:cxn ang="0">
                    <a:pos x="91" y="42"/>
                  </a:cxn>
                  <a:cxn ang="0">
                    <a:pos x="91" y="41"/>
                  </a:cxn>
                  <a:cxn ang="0">
                    <a:pos x="89" y="33"/>
                  </a:cxn>
                  <a:cxn ang="0">
                    <a:pos x="89" y="22"/>
                  </a:cxn>
                  <a:cxn ang="0">
                    <a:pos x="87" y="9"/>
                  </a:cxn>
                  <a:cxn ang="0">
                    <a:pos x="75" y="1"/>
                  </a:cxn>
                  <a:cxn ang="0">
                    <a:pos x="59" y="0"/>
                  </a:cxn>
                  <a:cxn ang="0">
                    <a:pos x="45" y="3"/>
                  </a:cxn>
                  <a:cxn ang="0">
                    <a:pos x="38" y="14"/>
                  </a:cxn>
                  <a:cxn ang="0">
                    <a:pos x="34" y="25"/>
                  </a:cxn>
                  <a:cxn ang="0">
                    <a:pos x="30" y="31"/>
                  </a:cxn>
                  <a:cxn ang="0">
                    <a:pos x="30" y="33"/>
                  </a:cxn>
                  <a:cxn ang="0">
                    <a:pos x="27" y="39"/>
                  </a:cxn>
                  <a:cxn ang="0">
                    <a:pos x="23" y="49"/>
                  </a:cxn>
                  <a:cxn ang="0">
                    <a:pos x="19" y="54"/>
                  </a:cxn>
                  <a:cxn ang="0">
                    <a:pos x="19" y="55"/>
                  </a:cxn>
                  <a:cxn ang="0">
                    <a:pos x="16" y="58"/>
                  </a:cxn>
                  <a:cxn ang="0">
                    <a:pos x="11" y="63"/>
                  </a:cxn>
                  <a:cxn ang="0">
                    <a:pos x="5" y="73"/>
                  </a:cxn>
                  <a:cxn ang="0">
                    <a:pos x="0" y="82"/>
                  </a:cxn>
                  <a:cxn ang="0">
                    <a:pos x="0" y="87"/>
                  </a:cxn>
                  <a:cxn ang="0">
                    <a:pos x="0" y="88"/>
                  </a:cxn>
                  <a:cxn ang="0">
                    <a:pos x="7" y="93"/>
                  </a:cxn>
                  <a:cxn ang="0">
                    <a:pos x="29" y="106"/>
                  </a:cxn>
                </a:cxnLst>
                <a:rect l="0" t="0" r="r" b="b"/>
                <a:pathLst>
                  <a:path w="103" h="112">
                    <a:moveTo>
                      <a:pt x="48" y="110"/>
                    </a:moveTo>
                    <a:lnTo>
                      <a:pt x="59" y="112"/>
                    </a:lnTo>
                    <a:lnTo>
                      <a:pt x="68" y="112"/>
                    </a:lnTo>
                    <a:lnTo>
                      <a:pt x="76" y="112"/>
                    </a:lnTo>
                    <a:lnTo>
                      <a:pt x="84" y="110"/>
                    </a:lnTo>
                    <a:lnTo>
                      <a:pt x="89" y="109"/>
                    </a:lnTo>
                    <a:lnTo>
                      <a:pt x="94" y="107"/>
                    </a:lnTo>
                    <a:lnTo>
                      <a:pt x="99" y="107"/>
                    </a:lnTo>
                    <a:lnTo>
                      <a:pt x="100" y="106"/>
                    </a:lnTo>
                    <a:lnTo>
                      <a:pt x="102" y="104"/>
                    </a:lnTo>
                    <a:lnTo>
                      <a:pt x="102" y="103"/>
                    </a:lnTo>
                    <a:lnTo>
                      <a:pt x="103" y="103"/>
                    </a:lnTo>
                    <a:lnTo>
                      <a:pt x="103" y="101"/>
                    </a:lnTo>
                    <a:lnTo>
                      <a:pt x="103" y="98"/>
                    </a:lnTo>
                    <a:lnTo>
                      <a:pt x="103" y="93"/>
                    </a:lnTo>
                    <a:lnTo>
                      <a:pt x="100" y="88"/>
                    </a:lnTo>
                    <a:lnTo>
                      <a:pt x="99" y="82"/>
                    </a:lnTo>
                    <a:lnTo>
                      <a:pt x="97" y="79"/>
                    </a:lnTo>
                    <a:lnTo>
                      <a:pt x="97" y="76"/>
                    </a:lnTo>
                    <a:lnTo>
                      <a:pt x="95" y="73"/>
                    </a:lnTo>
                    <a:lnTo>
                      <a:pt x="95" y="69"/>
                    </a:lnTo>
                    <a:lnTo>
                      <a:pt x="95" y="68"/>
                    </a:lnTo>
                    <a:lnTo>
                      <a:pt x="95" y="68"/>
                    </a:lnTo>
                    <a:lnTo>
                      <a:pt x="94" y="66"/>
                    </a:lnTo>
                    <a:lnTo>
                      <a:pt x="94" y="66"/>
                    </a:lnTo>
                    <a:lnTo>
                      <a:pt x="92" y="60"/>
                    </a:lnTo>
                    <a:lnTo>
                      <a:pt x="92" y="55"/>
                    </a:lnTo>
                    <a:lnTo>
                      <a:pt x="91" y="50"/>
                    </a:lnTo>
                    <a:lnTo>
                      <a:pt x="91" y="44"/>
                    </a:lnTo>
                    <a:lnTo>
                      <a:pt x="91" y="42"/>
                    </a:lnTo>
                    <a:lnTo>
                      <a:pt x="91" y="42"/>
                    </a:lnTo>
                    <a:lnTo>
                      <a:pt x="91" y="41"/>
                    </a:lnTo>
                    <a:lnTo>
                      <a:pt x="91" y="41"/>
                    </a:lnTo>
                    <a:lnTo>
                      <a:pt x="89" y="33"/>
                    </a:lnTo>
                    <a:lnTo>
                      <a:pt x="89" y="27"/>
                    </a:lnTo>
                    <a:lnTo>
                      <a:pt x="89" y="22"/>
                    </a:lnTo>
                    <a:lnTo>
                      <a:pt x="89" y="17"/>
                    </a:lnTo>
                    <a:lnTo>
                      <a:pt x="87" y="9"/>
                    </a:lnTo>
                    <a:lnTo>
                      <a:pt x="83" y="5"/>
                    </a:lnTo>
                    <a:lnTo>
                      <a:pt x="75" y="1"/>
                    </a:lnTo>
                    <a:lnTo>
                      <a:pt x="67" y="0"/>
                    </a:lnTo>
                    <a:lnTo>
                      <a:pt x="59" y="0"/>
                    </a:lnTo>
                    <a:lnTo>
                      <a:pt x="51" y="0"/>
                    </a:lnTo>
                    <a:lnTo>
                      <a:pt x="45" y="3"/>
                    </a:lnTo>
                    <a:lnTo>
                      <a:pt x="40" y="9"/>
                    </a:lnTo>
                    <a:lnTo>
                      <a:pt x="38" y="14"/>
                    </a:lnTo>
                    <a:lnTo>
                      <a:pt x="37" y="19"/>
                    </a:lnTo>
                    <a:lnTo>
                      <a:pt x="34" y="25"/>
                    </a:lnTo>
                    <a:lnTo>
                      <a:pt x="30" y="31"/>
                    </a:lnTo>
                    <a:lnTo>
                      <a:pt x="30" y="31"/>
                    </a:lnTo>
                    <a:lnTo>
                      <a:pt x="30" y="33"/>
                    </a:lnTo>
                    <a:lnTo>
                      <a:pt x="30" y="33"/>
                    </a:lnTo>
                    <a:lnTo>
                      <a:pt x="30" y="35"/>
                    </a:lnTo>
                    <a:lnTo>
                      <a:pt x="27" y="39"/>
                    </a:lnTo>
                    <a:lnTo>
                      <a:pt x="26" y="44"/>
                    </a:lnTo>
                    <a:lnTo>
                      <a:pt x="23" y="49"/>
                    </a:lnTo>
                    <a:lnTo>
                      <a:pt x="19" y="54"/>
                    </a:lnTo>
                    <a:lnTo>
                      <a:pt x="19" y="54"/>
                    </a:lnTo>
                    <a:lnTo>
                      <a:pt x="19" y="54"/>
                    </a:lnTo>
                    <a:lnTo>
                      <a:pt x="19" y="55"/>
                    </a:lnTo>
                    <a:lnTo>
                      <a:pt x="18" y="55"/>
                    </a:lnTo>
                    <a:lnTo>
                      <a:pt x="16" y="58"/>
                    </a:lnTo>
                    <a:lnTo>
                      <a:pt x="15" y="61"/>
                    </a:lnTo>
                    <a:lnTo>
                      <a:pt x="11" y="63"/>
                    </a:lnTo>
                    <a:lnTo>
                      <a:pt x="10" y="66"/>
                    </a:lnTo>
                    <a:lnTo>
                      <a:pt x="5" y="73"/>
                    </a:lnTo>
                    <a:lnTo>
                      <a:pt x="2" y="77"/>
                    </a:lnTo>
                    <a:lnTo>
                      <a:pt x="0" y="82"/>
                    </a:lnTo>
                    <a:lnTo>
                      <a:pt x="0" y="85"/>
                    </a:lnTo>
                    <a:lnTo>
                      <a:pt x="0" y="87"/>
                    </a:lnTo>
                    <a:lnTo>
                      <a:pt x="0" y="87"/>
                    </a:lnTo>
                    <a:lnTo>
                      <a:pt x="0" y="88"/>
                    </a:lnTo>
                    <a:lnTo>
                      <a:pt x="2" y="88"/>
                    </a:lnTo>
                    <a:lnTo>
                      <a:pt x="7" y="93"/>
                    </a:lnTo>
                    <a:lnTo>
                      <a:pt x="15" y="99"/>
                    </a:lnTo>
                    <a:lnTo>
                      <a:pt x="29" y="106"/>
                    </a:lnTo>
                    <a:lnTo>
                      <a:pt x="48" y="110"/>
                    </a:lnTo>
                    <a:close/>
                  </a:path>
                </a:pathLst>
              </a:custGeom>
              <a:solidFill>
                <a:srgbClr val="000000"/>
              </a:solidFill>
              <a:ln w="9525">
                <a:noFill/>
                <a:round/>
              </a:ln>
              <a:effectLst/>
            </p:spPr>
            <p:txBody>
              <a:bodyP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358488" name="Freeform 88"/>
              <p:cNvSpPr/>
              <p:nvPr/>
            </p:nvSpPr>
            <p:spPr bwMode="auto">
              <a:xfrm>
                <a:off x="4850" y="2316"/>
                <a:ext cx="101" cy="29"/>
              </a:xfrm>
              <a:custGeom>
                <a:avLst/>
                <a:gdLst/>
                <a:ahLst/>
                <a:cxnLst>
                  <a:cxn ang="0">
                    <a:pos x="40" y="3"/>
                  </a:cxn>
                  <a:cxn ang="0">
                    <a:pos x="49" y="5"/>
                  </a:cxn>
                  <a:cxn ang="0">
                    <a:pos x="59" y="6"/>
                  </a:cxn>
                  <a:cxn ang="0">
                    <a:pos x="67" y="8"/>
                  </a:cxn>
                  <a:cxn ang="0">
                    <a:pos x="75" y="11"/>
                  </a:cxn>
                  <a:cxn ang="0">
                    <a:pos x="83" y="14"/>
                  </a:cxn>
                  <a:cxn ang="0">
                    <a:pos x="89" y="17"/>
                  </a:cxn>
                  <a:cxn ang="0">
                    <a:pos x="95" y="22"/>
                  </a:cxn>
                  <a:cxn ang="0">
                    <a:pos x="100" y="27"/>
                  </a:cxn>
                  <a:cxn ang="0">
                    <a:pos x="102" y="25"/>
                  </a:cxn>
                  <a:cxn ang="0">
                    <a:pos x="102" y="24"/>
                  </a:cxn>
                  <a:cxn ang="0">
                    <a:pos x="103" y="24"/>
                  </a:cxn>
                  <a:cxn ang="0">
                    <a:pos x="103" y="22"/>
                  </a:cxn>
                  <a:cxn ang="0">
                    <a:pos x="94" y="14"/>
                  </a:cxn>
                  <a:cxn ang="0">
                    <a:pos x="81" y="9"/>
                  </a:cxn>
                  <a:cxn ang="0">
                    <a:pos x="68" y="5"/>
                  </a:cxn>
                  <a:cxn ang="0">
                    <a:pos x="53" y="1"/>
                  </a:cxn>
                  <a:cxn ang="0">
                    <a:pos x="38" y="0"/>
                  </a:cxn>
                  <a:cxn ang="0">
                    <a:pos x="24" y="0"/>
                  </a:cxn>
                  <a:cxn ang="0">
                    <a:pos x="11" y="1"/>
                  </a:cxn>
                  <a:cxn ang="0">
                    <a:pos x="0" y="6"/>
                  </a:cxn>
                  <a:cxn ang="0">
                    <a:pos x="0" y="8"/>
                  </a:cxn>
                  <a:cxn ang="0">
                    <a:pos x="0" y="8"/>
                  </a:cxn>
                  <a:cxn ang="0">
                    <a:pos x="0" y="9"/>
                  </a:cxn>
                  <a:cxn ang="0">
                    <a:pos x="2" y="9"/>
                  </a:cxn>
                  <a:cxn ang="0">
                    <a:pos x="10" y="6"/>
                  </a:cxn>
                  <a:cxn ang="0">
                    <a:pos x="18" y="5"/>
                  </a:cxn>
                  <a:cxn ang="0">
                    <a:pos x="27" y="3"/>
                  </a:cxn>
                  <a:cxn ang="0">
                    <a:pos x="37" y="3"/>
                  </a:cxn>
                  <a:cxn ang="0">
                    <a:pos x="35" y="5"/>
                  </a:cxn>
                  <a:cxn ang="0">
                    <a:pos x="35" y="6"/>
                  </a:cxn>
                  <a:cxn ang="0">
                    <a:pos x="35" y="8"/>
                  </a:cxn>
                  <a:cxn ang="0">
                    <a:pos x="34" y="9"/>
                  </a:cxn>
                  <a:cxn ang="0">
                    <a:pos x="30" y="9"/>
                  </a:cxn>
                  <a:cxn ang="0">
                    <a:pos x="27" y="11"/>
                  </a:cxn>
                  <a:cxn ang="0">
                    <a:pos x="26" y="14"/>
                  </a:cxn>
                  <a:cxn ang="0">
                    <a:pos x="24" y="16"/>
                  </a:cxn>
                  <a:cxn ang="0">
                    <a:pos x="24" y="17"/>
                  </a:cxn>
                  <a:cxn ang="0">
                    <a:pos x="24" y="20"/>
                  </a:cxn>
                  <a:cxn ang="0">
                    <a:pos x="24" y="24"/>
                  </a:cxn>
                  <a:cxn ang="0">
                    <a:pos x="26" y="27"/>
                  </a:cxn>
                  <a:cxn ang="0">
                    <a:pos x="27" y="27"/>
                  </a:cxn>
                  <a:cxn ang="0">
                    <a:pos x="27" y="27"/>
                  </a:cxn>
                  <a:cxn ang="0">
                    <a:pos x="27" y="27"/>
                  </a:cxn>
                  <a:cxn ang="0">
                    <a:pos x="29" y="27"/>
                  </a:cxn>
                  <a:cxn ang="0">
                    <a:pos x="29" y="28"/>
                  </a:cxn>
                  <a:cxn ang="0">
                    <a:pos x="30" y="28"/>
                  </a:cxn>
                  <a:cxn ang="0">
                    <a:pos x="30" y="28"/>
                  </a:cxn>
                  <a:cxn ang="0">
                    <a:pos x="32" y="28"/>
                  </a:cxn>
                  <a:cxn ang="0">
                    <a:pos x="35" y="28"/>
                  </a:cxn>
                  <a:cxn ang="0">
                    <a:pos x="38" y="25"/>
                  </a:cxn>
                  <a:cxn ang="0">
                    <a:pos x="40" y="24"/>
                  </a:cxn>
                  <a:cxn ang="0">
                    <a:pos x="40" y="22"/>
                  </a:cxn>
                  <a:cxn ang="0">
                    <a:pos x="42" y="19"/>
                  </a:cxn>
                  <a:cxn ang="0">
                    <a:pos x="42" y="16"/>
                  </a:cxn>
                  <a:cxn ang="0">
                    <a:pos x="40" y="12"/>
                  </a:cxn>
                  <a:cxn ang="0">
                    <a:pos x="37" y="11"/>
                  </a:cxn>
                  <a:cxn ang="0">
                    <a:pos x="38" y="9"/>
                  </a:cxn>
                  <a:cxn ang="0">
                    <a:pos x="38" y="6"/>
                  </a:cxn>
                  <a:cxn ang="0">
                    <a:pos x="38" y="5"/>
                  </a:cxn>
                  <a:cxn ang="0">
                    <a:pos x="40" y="3"/>
                  </a:cxn>
                </a:cxnLst>
                <a:rect l="0" t="0" r="r" b="b"/>
                <a:pathLst>
                  <a:path w="103" h="28">
                    <a:moveTo>
                      <a:pt x="40" y="3"/>
                    </a:moveTo>
                    <a:lnTo>
                      <a:pt x="49" y="5"/>
                    </a:lnTo>
                    <a:lnTo>
                      <a:pt x="59" y="6"/>
                    </a:lnTo>
                    <a:lnTo>
                      <a:pt x="67" y="8"/>
                    </a:lnTo>
                    <a:lnTo>
                      <a:pt x="75" y="11"/>
                    </a:lnTo>
                    <a:lnTo>
                      <a:pt x="83" y="14"/>
                    </a:lnTo>
                    <a:lnTo>
                      <a:pt x="89" y="17"/>
                    </a:lnTo>
                    <a:lnTo>
                      <a:pt x="95" y="22"/>
                    </a:lnTo>
                    <a:lnTo>
                      <a:pt x="100" y="27"/>
                    </a:lnTo>
                    <a:lnTo>
                      <a:pt x="102" y="25"/>
                    </a:lnTo>
                    <a:lnTo>
                      <a:pt x="102" y="24"/>
                    </a:lnTo>
                    <a:lnTo>
                      <a:pt x="103" y="24"/>
                    </a:lnTo>
                    <a:lnTo>
                      <a:pt x="103" y="22"/>
                    </a:lnTo>
                    <a:lnTo>
                      <a:pt x="94" y="14"/>
                    </a:lnTo>
                    <a:lnTo>
                      <a:pt x="81" y="9"/>
                    </a:lnTo>
                    <a:lnTo>
                      <a:pt x="68" y="5"/>
                    </a:lnTo>
                    <a:lnTo>
                      <a:pt x="53" y="1"/>
                    </a:lnTo>
                    <a:lnTo>
                      <a:pt x="38" y="0"/>
                    </a:lnTo>
                    <a:lnTo>
                      <a:pt x="24" y="0"/>
                    </a:lnTo>
                    <a:lnTo>
                      <a:pt x="11" y="1"/>
                    </a:lnTo>
                    <a:lnTo>
                      <a:pt x="0" y="6"/>
                    </a:lnTo>
                    <a:lnTo>
                      <a:pt x="0" y="8"/>
                    </a:lnTo>
                    <a:lnTo>
                      <a:pt x="0" y="8"/>
                    </a:lnTo>
                    <a:lnTo>
                      <a:pt x="0" y="9"/>
                    </a:lnTo>
                    <a:lnTo>
                      <a:pt x="2" y="9"/>
                    </a:lnTo>
                    <a:lnTo>
                      <a:pt x="10" y="6"/>
                    </a:lnTo>
                    <a:lnTo>
                      <a:pt x="18" y="5"/>
                    </a:lnTo>
                    <a:lnTo>
                      <a:pt x="27" y="3"/>
                    </a:lnTo>
                    <a:lnTo>
                      <a:pt x="37" y="3"/>
                    </a:lnTo>
                    <a:lnTo>
                      <a:pt x="35" y="5"/>
                    </a:lnTo>
                    <a:lnTo>
                      <a:pt x="35" y="6"/>
                    </a:lnTo>
                    <a:lnTo>
                      <a:pt x="35" y="8"/>
                    </a:lnTo>
                    <a:lnTo>
                      <a:pt x="34" y="9"/>
                    </a:lnTo>
                    <a:lnTo>
                      <a:pt x="30" y="9"/>
                    </a:lnTo>
                    <a:lnTo>
                      <a:pt x="27" y="11"/>
                    </a:lnTo>
                    <a:lnTo>
                      <a:pt x="26" y="14"/>
                    </a:lnTo>
                    <a:lnTo>
                      <a:pt x="24" y="16"/>
                    </a:lnTo>
                    <a:lnTo>
                      <a:pt x="24" y="17"/>
                    </a:lnTo>
                    <a:lnTo>
                      <a:pt x="24" y="20"/>
                    </a:lnTo>
                    <a:lnTo>
                      <a:pt x="24" y="24"/>
                    </a:lnTo>
                    <a:lnTo>
                      <a:pt x="26" y="27"/>
                    </a:lnTo>
                    <a:lnTo>
                      <a:pt x="27" y="27"/>
                    </a:lnTo>
                    <a:lnTo>
                      <a:pt x="27" y="27"/>
                    </a:lnTo>
                    <a:lnTo>
                      <a:pt x="27" y="27"/>
                    </a:lnTo>
                    <a:lnTo>
                      <a:pt x="29" y="27"/>
                    </a:lnTo>
                    <a:lnTo>
                      <a:pt x="29" y="28"/>
                    </a:lnTo>
                    <a:lnTo>
                      <a:pt x="30" y="28"/>
                    </a:lnTo>
                    <a:lnTo>
                      <a:pt x="30" y="28"/>
                    </a:lnTo>
                    <a:lnTo>
                      <a:pt x="32" y="28"/>
                    </a:lnTo>
                    <a:lnTo>
                      <a:pt x="35" y="28"/>
                    </a:lnTo>
                    <a:lnTo>
                      <a:pt x="38" y="25"/>
                    </a:lnTo>
                    <a:lnTo>
                      <a:pt x="40" y="24"/>
                    </a:lnTo>
                    <a:lnTo>
                      <a:pt x="40" y="22"/>
                    </a:lnTo>
                    <a:lnTo>
                      <a:pt x="42" y="19"/>
                    </a:lnTo>
                    <a:lnTo>
                      <a:pt x="42" y="16"/>
                    </a:lnTo>
                    <a:lnTo>
                      <a:pt x="40" y="12"/>
                    </a:lnTo>
                    <a:lnTo>
                      <a:pt x="37" y="11"/>
                    </a:lnTo>
                    <a:lnTo>
                      <a:pt x="38" y="9"/>
                    </a:lnTo>
                    <a:lnTo>
                      <a:pt x="38" y="6"/>
                    </a:lnTo>
                    <a:lnTo>
                      <a:pt x="38" y="5"/>
                    </a:lnTo>
                    <a:lnTo>
                      <a:pt x="40" y="3"/>
                    </a:lnTo>
                    <a:close/>
                  </a:path>
                </a:pathLst>
              </a:custGeom>
              <a:solidFill>
                <a:srgbClr val="FFFFFF"/>
              </a:solidFill>
              <a:ln w="9525">
                <a:noFill/>
                <a:round/>
              </a:ln>
              <a:effectLst/>
            </p:spPr>
            <p:txBody>
              <a:bodyP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58489" name="Freeform 89"/>
              <p:cNvSpPr/>
              <p:nvPr/>
            </p:nvSpPr>
            <p:spPr bwMode="auto">
              <a:xfrm>
                <a:off x="4875" y="2341"/>
                <a:ext cx="3" cy="7"/>
              </a:xfrm>
              <a:custGeom>
                <a:avLst/>
                <a:gdLst/>
                <a:ahLst/>
                <a:cxnLst>
                  <a:cxn ang="0">
                    <a:pos x="0" y="0"/>
                  </a:cxn>
                  <a:cxn ang="0">
                    <a:pos x="1" y="0"/>
                  </a:cxn>
                  <a:cxn ang="0">
                    <a:pos x="1" y="0"/>
                  </a:cxn>
                  <a:cxn ang="0">
                    <a:pos x="1" y="0"/>
                  </a:cxn>
                  <a:cxn ang="0">
                    <a:pos x="3" y="0"/>
                  </a:cxn>
                  <a:cxn ang="0">
                    <a:pos x="3" y="1"/>
                  </a:cxn>
                  <a:cxn ang="0">
                    <a:pos x="4" y="1"/>
                  </a:cxn>
                  <a:cxn ang="0">
                    <a:pos x="4" y="1"/>
                  </a:cxn>
                  <a:cxn ang="0">
                    <a:pos x="6" y="1"/>
                  </a:cxn>
                  <a:cxn ang="0">
                    <a:pos x="6" y="3"/>
                  </a:cxn>
                  <a:cxn ang="0">
                    <a:pos x="6" y="3"/>
                  </a:cxn>
                  <a:cxn ang="0">
                    <a:pos x="4" y="4"/>
                  </a:cxn>
                  <a:cxn ang="0">
                    <a:pos x="3" y="6"/>
                  </a:cxn>
                  <a:cxn ang="0">
                    <a:pos x="1" y="6"/>
                  </a:cxn>
                  <a:cxn ang="0">
                    <a:pos x="0" y="6"/>
                  </a:cxn>
                  <a:cxn ang="0">
                    <a:pos x="0" y="4"/>
                  </a:cxn>
                  <a:cxn ang="0">
                    <a:pos x="0" y="4"/>
                  </a:cxn>
                  <a:cxn ang="0">
                    <a:pos x="0" y="3"/>
                  </a:cxn>
                  <a:cxn ang="0">
                    <a:pos x="0" y="1"/>
                  </a:cxn>
                  <a:cxn ang="0">
                    <a:pos x="0" y="0"/>
                  </a:cxn>
                </a:cxnLst>
                <a:rect l="0" t="0" r="r" b="b"/>
                <a:pathLst>
                  <a:path w="6" h="6">
                    <a:moveTo>
                      <a:pt x="0" y="0"/>
                    </a:moveTo>
                    <a:lnTo>
                      <a:pt x="1" y="0"/>
                    </a:lnTo>
                    <a:lnTo>
                      <a:pt x="1" y="0"/>
                    </a:lnTo>
                    <a:lnTo>
                      <a:pt x="1" y="0"/>
                    </a:lnTo>
                    <a:lnTo>
                      <a:pt x="3" y="0"/>
                    </a:lnTo>
                    <a:lnTo>
                      <a:pt x="3" y="1"/>
                    </a:lnTo>
                    <a:lnTo>
                      <a:pt x="4" y="1"/>
                    </a:lnTo>
                    <a:lnTo>
                      <a:pt x="4" y="1"/>
                    </a:lnTo>
                    <a:lnTo>
                      <a:pt x="6" y="1"/>
                    </a:lnTo>
                    <a:lnTo>
                      <a:pt x="6" y="3"/>
                    </a:lnTo>
                    <a:lnTo>
                      <a:pt x="6" y="3"/>
                    </a:lnTo>
                    <a:lnTo>
                      <a:pt x="4" y="4"/>
                    </a:lnTo>
                    <a:lnTo>
                      <a:pt x="3" y="6"/>
                    </a:lnTo>
                    <a:lnTo>
                      <a:pt x="1" y="6"/>
                    </a:lnTo>
                    <a:lnTo>
                      <a:pt x="0" y="6"/>
                    </a:lnTo>
                    <a:lnTo>
                      <a:pt x="0" y="4"/>
                    </a:lnTo>
                    <a:lnTo>
                      <a:pt x="0" y="4"/>
                    </a:lnTo>
                    <a:lnTo>
                      <a:pt x="0" y="3"/>
                    </a:lnTo>
                    <a:lnTo>
                      <a:pt x="0" y="1"/>
                    </a:lnTo>
                    <a:lnTo>
                      <a:pt x="0" y="0"/>
                    </a:lnTo>
                    <a:close/>
                  </a:path>
                </a:pathLst>
              </a:custGeom>
              <a:solidFill>
                <a:srgbClr val="7A1111"/>
              </a:solidFill>
              <a:ln w="9525">
                <a:noFill/>
                <a:round/>
              </a:ln>
              <a:effectLst/>
            </p:spPr>
            <p:txBody>
              <a:bodyP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358490" name="Freeform 90"/>
              <p:cNvSpPr/>
              <p:nvPr/>
            </p:nvSpPr>
            <p:spPr bwMode="auto">
              <a:xfrm>
                <a:off x="4996" y="2819"/>
                <a:ext cx="19" cy="14"/>
              </a:xfrm>
              <a:custGeom>
                <a:avLst/>
                <a:gdLst/>
                <a:ahLst/>
                <a:cxnLst>
                  <a:cxn ang="0">
                    <a:pos x="0" y="0"/>
                  </a:cxn>
                  <a:cxn ang="0">
                    <a:pos x="0" y="0"/>
                  </a:cxn>
                  <a:cxn ang="0">
                    <a:pos x="0" y="9"/>
                  </a:cxn>
                  <a:cxn ang="0">
                    <a:pos x="0" y="14"/>
                  </a:cxn>
                  <a:cxn ang="0">
                    <a:pos x="0" y="15"/>
                  </a:cxn>
                  <a:cxn ang="0">
                    <a:pos x="8" y="15"/>
                  </a:cxn>
                  <a:cxn ang="0">
                    <a:pos x="8" y="15"/>
                  </a:cxn>
                  <a:cxn ang="0">
                    <a:pos x="16" y="15"/>
                  </a:cxn>
                  <a:cxn ang="0">
                    <a:pos x="16" y="14"/>
                  </a:cxn>
                  <a:cxn ang="0">
                    <a:pos x="16" y="9"/>
                  </a:cxn>
                  <a:cxn ang="0">
                    <a:pos x="16" y="0"/>
                  </a:cxn>
                  <a:cxn ang="0">
                    <a:pos x="16" y="0"/>
                  </a:cxn>
                  <a:cxn ang="0">
                    <a:pos x="0" y="0"/>
                  </a:cxn>
                </a:cxnLst>
                <a:rect l="0" t="0" r="r" b="b"/>
                <a:pathLst>
                  <a:path w="16" h="15">
                    <a:moveTo>
                      <a:pt x="0" y="0"/>
                    </a:moveTo>
                    <a:lnTo>
                      <a:pt x="0" y="0"/>
                    </a:lnTo>
                    <a:lnTo>
                      <a:pt x="0" y="9"/>
                    </a:lnTo>
                    <a:lnTo>
                      <a:pt x="0" y="14"/>
                    </a:lnTo>
                    <a:lnTo>
                      <a:pt x="0" y="15"/>
                    </a:lnTo>
                    <a:lnTo>
                      <a:pt x="8" y="15"/>
                    </a:lnTo>
                    <a:lnTo>
                      <a:pt x="8" y="15"/>
                    </a:lnTo>
                    <a:lnTo>
                      <a:pt x="16" y="15"/>
                    </a:lnTo>
                    <a:lnTo>
                      <a:pt x="16" y="14"/>
                    </a:lnTo>
                    <a:lnTo>
                      <a:pt x="16" y="9"/>
                    </a:lnTo>
                    <a:lnTo>
                      <a:pt x="16" y="0"/>
                    </a:lnTo>
                    <a:lnTo>
                      <a:pt x="16" y="0"/>
                    </a:lnTo>
                    <a:lnTo>
                      <a:pt x="0" y="0"/>
                    </a:lnTo>
                    <a:close/>
                  </a:path>
                </a:pathLst>
              </a:custGeom>
              <a:solidFill>
                <a:srgbClr val="FFFFFF"/>
              </a:solidFill>
              <a:ln w="9525">
                <a:noFill/>
                <a:round/>
              </a:ln>
              <a:effectLst/>
            </p:spPr>
            <p:txBody>
              <a:bodyP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58491" name="Freeform 91"/>
              <p:cNvSpPr/>
              <p:nvPr/>
            </p:nvSpPr>
            <p:spPr bwMode="auto">
              <a:xfrm>
                <a:off x="4803" y="2726"/>
                <a:ext cx="212" cy="93"/>
              </a:xfrm>
              <a:custGeom>
                <a:avLst/>
                <a:gdLst/>
                <a:ahLst/>
                <a:cxnLst>
                  <a:cxn ang="0">
                    <a:pos x="16" y="94"/>
                  </a:cxn>
                  <a:cxn ang="0">
                    <a:pos x="16" y="94"/>
                  </a:cxn>
                  <a:cxn ang="0">
                    <a:pos x="23" y="59"/>
                  </a:cxn>
                  <a:cxn ang="0">
                    <a:pos x="43" y="35"/>
                  </a:cxn>
                  <a:cxn ang="0">
                    <a:pos x="72" y="21"/>
                  </a:cxn>
                  <a:cxn ang="0">
                    <a:pos x="107" y="16"/>
                  </a:cxn>
                  <a:cxn ang="0">
                    <a:pos x="140" y="21"/>
                  </a:cxn>
                  <a:cxn ang="0">
                    <a:pos x="168" y="37"/>
                  </a:cxn>
                  <a:cxn ang="0">
                    <a:pos x="189" y="60"/>
                  </a:cxn>
                  <a:cxn ang="0">
                    <a:pos x="195" y="94"/>
                  </a:cxn>
                  <a:cxn ang="0">
                    <a:pos x="211" y="94"/>
                  </a:cxn>
                  <a:cxn ang="0">
                    <a:pos x="202" y="54"/>
                  </a:cxn>
                  <a:cxn ang="0">
                    <a:pos x="178" y="24"/>
                  </a:cxn>
                  <a:cxn ang="0">
                    <a:pos x="143" y="5"/>
                  </a:cxn>
                  <a:cxn ang="0">
                    <a:pos x="107" y="0"/>
                  </a:cxn>
                  <a:cxn ang="0">
                    <a:pos x="69" y="5"/>
                  </a:cxn>
                  <a:cxn ang="0">
                    <a:pos x="34" y="23"/>
                  </a:cxn>
                  <a:cxn ang="0">
                    <a:pos x="10" y="53"/>
                  </a:cxn>
                  <a:cxn ang="0">
                    <a:pos x="0" y="94"/>
                  </a:cxn>
                  <a:cxn ang="0">
                    <a:pos x="0" y="94"/>
                  </a:cxn>
                  <a:cxn ang="0">
                    <a:pos x="16" y="94"/>
                  </a:cxn>
                </a:cxnLst>
                <a:rect l="0" t="0" r="r" b="b"/>
                <a:pathLst>
                  <a:path w="211" h="94">
                    <a:moveTo>
                      <a:pt x="16" y="94"/>
                    </a:moveTo>
                    <a:lnTo>
                      <a:pt x="16" y="94"/>
                    </a:lnTo>
                    <a:lnTo>
                      <a:pt x="23" y="59"/>
                    </a:lnTo>
                    <a:lnTo>
                      <a:pt x="43" y="35"/>
                    </a:lnTo>
                    <a:lnTo>
                      <a:pt x="72" y="21"/>
                    </a:lnTo>
                    <a:lnTo>
                      <a:pt x="107" y="16"/>
                    </a:lnTo>
                    <a:lnTo>
                      <a:pt x="140" y="21"/>
                    </a:lnTo>
                    <a:lnTo>
                      <a:pt x="168" y="37"/>
                    </a:lnTo>
                    <a:lnTo>
                      <a:pt x="189" y="60"/>
                    </a:lnTo>
                    <a:lnTo>
                      <a:pt x="195" y="94"/>
                    </a:lnTo>
                    <a:lnTo>
                      <a:pt x="211" y="94"/>
                    </a:lnTo>
                    <a:lnTo>
                      <a:pt x="202" y="54"/>
                    </a:lnTo>
                    <a:lnTo>
                      <a:pt x="178" y="24"/>
                    </a:lnTo>
                    <a:lnTo>
                      <a:pt x="143" y="5"/>
                    </a:lnTo>
                    <a:lnTo>
                      <a:pt x="107" y="0"/>
                    </a:lnTo>
                    <a:lnTo>
                      <a:pt x="69" y="5"/>
                    </a:lnTo>
                    <a:lnTo>
                      <a:pt x="34" y="23"/>
                    </a:lnTo>
                    <a:lnTo>
                      <a:pt x="10" y="53"/>
                    </a:lnTo>
                    <a:lnTo>
                      <a:pt x="0" y="94"/>
                    </a:lnTo>
                    <a:lnTo>
                      <a:pt x="0" y="94"/>
                    </a:lnTo>
                    <a:lnTo>
                      <a:pt x="16" y="94"/>
                    </a:lnTo>
                    <a:close/>
                  </a:path>
                </a:pathLst>
              </a:custGeom>
              <a:solidFill>
                <a:srgbClr val="FFFFFF"/>
              </a:solidFill>
              <a:ln w="9525">
                <a:noFill/>
                <a:round/>
              </a:ln>
              <a:effectLst/>
            </p:spPr>
            <p:txBody>
              <a:bodyP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58492" name="Freeform 92"/>
              <p:cNvSpPr/>
              <p:nvPr/>
            </p:nvSpPr>
            <p:spPr bwMode="auto">
              <a:xfrm>
                <a:off x="4803" y="2819"/>
                <a:ext cx="16" cy="21"/>
              </a:xfrm>
              <a:custGeom>
                <a:avLst/>
                <a:gdLst/>
                <a:ahLst/>
                <a:cxnLst>
                  <a:cxn ang="0">
                    <a:pos x="8" y="8"/>
                  </a:cxn>
                  <a:cxn ang="0">
                    <a:pos x="8" y="15"/>
                  </a:cxn>
                  <a:cxn ang="0">
                    <a:pos x="16" y="15"/>
                  </a:cxn>
                  <a:cxn ang="0">
                    <a:pos x="16" y="14"/>
                  </a:cxn>
                  <a:cxn ang="0">
                    <a:pos x="16" y="9"/>
                  </a:cxn>
                  <a:cxn ang="0">
                    <a:pos x="16" y="0"/>
                  </a:cxn>
                  <a:cxn ang="0">
                    <a:pos x="0" y="0"/>
                  </a:cxn>
                  <a:cxn ang="0">
                    <a:pos x="0" y="9"/>
                  </a:cxn>
                  <a:cxn ang="0">
                    <a:pos x="0" y="14"/>
                  </a:cxn>
                  <a:cxn ang="0">
                    <a:pos x="0" y="15"/>
                  </a:cxn>
                  <a:cxn ang="0">
                    <a:pos x="8" y="15"/>
                  </a:cxn>
                  <a:cxn ang="0">
                    <a:pos x="8" y="23"/>
                  </a:cxn>
                  <a:cxn ang="0">
                    <a:pos x="0" y="15"/>
                  </a:cxn>
                  <a:cxn ang="0">
                    <a:pos x="0" y="23"/>
                  </a:cxn>
                  <a:cxn ang="0">
                    <a:pos x="8" y="23"/>
                  </a:cxn>
                  <a:cxn ang="0">
                    <a:pos x="8" y="8"/>
                  </a:cxn>
                </a:cxnLst>
                <a:rect l="0" t="0" r="r" b="b"/>
                <a:pathLst>
                  <a:path w="16" h="23">
                    <a:moveTo>
                      <a:pt x="8" y="8"/>
                    </a:moveTo>
                    <a:lnTo>
                      <a:pt x="8" y="15"/>
                    </a:lnTo>
                    <a:lnTo>
                      <a:pt x="16" y="15"/>
                    </a:lnTo>
                    <a:lnTo>
                      <a:pt x="16" y="14"/>
                    </a:lnTo>
                    <a:lnTo>
                      <a:pt x="16" y="9"/>
                    </a:lnTo>
                    <a:lnTo>
                      <a:pt x="16" y="0"/>
                    </a:lnTo>
                    <a:lnTo>
                      <a:pt x="0" y="0"/>
                    </a:lnTo>
                    <a:lnTo>
                      <a:pt x="0" y="9"/>
                    </a:lnTo>
                    <a:lnTo>
                      <a:pt x="0" y="14"/>
                    </a:lnTo>
                    <a:lnTo>
                      <a:pt x="0" y="15"/>
                    </a:lnTo>
                    <a:lnTo>
                      <a:pt x="8" y="15"/>
                    </a:lnTo>
                    <a:lnTo>
                      <a:pt x="8" y="23"/>
                    </a:lnTo>
                    <a:lnTo>
                      <a:pt x="0" y="15"/>
                    </a:lnTo>
                    <a:lnTo>
                      <a:pt x="0" y="23"/>
                    </a:lnTo>
                    <a:lnTo>
                      <a:pt x="8" y="23"/>
                    </a:lnTo>
                    <a:lnTo>
                      <a:pt x="8" y="8"/>
                    </a:lnTo>
                    <a:close/>
                  </a:path>
                </a:pathLst>
              </a:custGeom>
              <a:solidFill>
                <a:srgbClr val="FFFFFF"/>
              </a:solidFill>
              <a:ln w="9525">
                <a:noFill/>
                <a:round/>
              </a:ln>
              <a:effectLst/>
            </p:spPr>
            <p:txBody>
              <a:bodyP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58493" name="Freeform 93"/>
              <p:cNvSpPr/>
              <p:nvPr/>
            </p:nvSpPr>
            <p:spPr bwMode="auto">
              <a:xfrm>
                <a:off x="4812" y="2826"/>
                <a:ext cx="203" cy="14"/>
              </a:xfrm>
              <a:custGeom>
                <a:avLst/>
                <a:gdLst/>
                <a:ahLst/>
                <a:cxnLst>
                  <a:cxn ang="0">
                    <a:pos x="187" y="7"/>
                  </a:cxn>
                  <a:cxn ang="0">
                    <a:pos x="195" y="0"/>
                  </a:cxn>
                  <a:cxn ang="0">
                    <a:pos x="0" y="0"/>
                  </a:cxn>
                  <a:cxn ang="0">
                    <a:pos x="0" y="15"/>
                  </a:cxn>
                  <a:cxn ang="0">
                    <a:pos x="195" y="15"/>
                  </a:cxn>
                  <a:cxn ang="0">
                    <a:pos x="203" y="7"/>
                  </a:cxn>
                  <a:cxn ang="0">
                    <a:pos x="195" y="15"/>
                  </a:cxn>
                  <a:cxn ang="0">
                    <a:pos x="203" y="15"/>
                  </a:cxn>
                  <a:cxn ang="0">
                    <a:pos x="203" y="7"/>
                  </a:cxn>
                  <a:cxn ang="0">
                    <a:pos x="187" y="7"/>
                  </a:cxn>
                </a:cxnLst>
                <a:rect l="0" t="0" r="r" b="b"/>
                <a:pathLst>
                  <a:path w="203" h="15">
                    <a:moveTo>
                      <a:pt x="187" y="7"/>
                    </a:moveTo>
                    <a:lnTo>
                      <a:pt x="195" y="0"/>
                    </a:lnTo>
                    <a:lnTo>
                      <a:pt x="0" y="0"/>
                    </a:lnTo>
                    <a:lnTo>
                      <a:pt x="0" y="15"/>
                    </a:lnTo>
                    <a:lnTo>
                      <a:pt x="195" y="15"/>
                    </a:lnTo>
                    <a:lnTo>
                      <a:pt x="203" y="7"/>
                    </a:lnTo>
                    <a:lnTo>
                      <a:pt x="195" y="15"/>
                    </a:lnTo>
                    <a:lnTo>
                      <a:pt x="203" y="15"/>
                    </a:lnTo>
                    <a:lnTo>
                      <a:pt x="203" y="7"/>
                    </a:lnTo>
                    <a:lnTo>
                      <a:pt x="187" y="7"/>
                    </a:lnTo>
                    <a:close/>
                  </a:path>
                </a:pathLst>
              </a:custGeom>
              <a:solidFill>
                <a:srgbClr val="FFFFFF"/>
              </a:solidFill>
              <a:ln w="9525">
                <a:noFill/>
                <a:round/>
              </a:ln>
              <a:effectLst/>
            </p:spPr>
            <p:txBody>
              <a:bodyP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58494" name="Freeform 94"/>
              <p:cNvSpPr/>
              <p:nvPr/>
            </p:nvSpPr>
            <p:spPr bwMode="auto">
              <a:xfrm>
                <a:off x="4901" y="2734"/>
                <a:ext cx="13" cy="100"/>
              </a:xfrm>
              <a:custGeom>
                <a:avLst/>
                <a:gdLst/>
                <a:ahLst/>
                <a:cxnLst>
                  <a:cxn ang="0">
                    <a:pos x="8" y="101"/>
                  </a:cxn>
                  <a:cxn ang="0">
                    <a:pos x="16" y="101"/>
                  </a:cxn>
                  <a:cxn ang="0">
                    <a:pos x="16" y="0"/>
                  </a:cxn>
                  <a:cxn ang="0">
                    <a:pos x="0" y="0"/>
                  </a:cxn>
                  <a:cxn ang="0">
                    <a:pos x="0" y="101"/>
                  </a:cxn>
                  <a:cxn ang="0">
                    <a:pos x="8" y="101"/>
                  </a:cxn>
                </a:cxnLst>
                <a:rect l="0" t="0" r="r" b="b"/>
                <a:pathLst>
                  <a:path w="16" h="101">
                    <a:moveTo>
                      <a:pt x="8" y="101"/>
                    </a:moveTo>
                    <a:lnTo>
                      <a:pt x="16" y="101"/>
                    </a:lnTo>
                    <a:lnTo>
                      <a:pt x="16" y="0"/>
                    </a:lnTo>
                    <a:lnTo>
                      <a:pt x="0" y="0"/>
                    </a:lnTo>
                    <a:lnTo>
                      <a:pt x="0" y="101"/>
                    </a:lnTo>
                    <a:lnTo>
                      <a:pt x="8" y="101"/>
                    </a:lnTo>
                    <a:close/>
                  </a:path>
                </a:pathLst>
              </a:custGeom>
              <a:solidFill>
                <a:srgbClr val="FFFFFF"/>
              </a:solidFill>
              <a:ln w="9525">
                <a:noFill/>
                <a:round/>
              </a:ln>
              <a:effectLst/>
            </p:spPr>
            <p:txBody>
              <a:bodyP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58495" name="Freeform 95"/>
              <p:cNvSpPr/>
              <p:nvPr/>
            </p:nvSpPr>
            <p:spPr bwMode="auto">
              <a:xfrm>
                <a:off x="4904" y="2755"/>
                <a:ext cx="86" cy="86"/>
              </a:xfrm>
              <a:custGeom>
                <a:avLst/>
                <a:gdLst/>
                <a:ahLst/>
                <a:cxnLst>
                  <a:cxn ang="0">
                    <a:pos x="5" y="79"/>
                  </a:cxn>
                  <a:cxn ang="0">
                    <a:pos x="10" y="84"/>
                  </a:cxn>
                  <a:cxn ang="0">
                    <a:pos x="87" y="10"/>
                  </a:cxn>
                  <a:cxn ang="0">
                    <a:pos x="78" y="0"/>
                  </a:cxn>
                  <a:cxn ang="0">
                    <a:pos x="0" y="75"/>
                  </a:cxn>
                  <a:cxn ang="0">
                    <a:pos x="5" y="79"/>
                  </a:cxn>
                </a:cxnLst>
                <a:rect l="0" t="0" r="r" b="b"/>
                <a:pathLst>
                  <a:path w="87" h="84">
                    <a:moveTo>
                      <a:pt x="5" y="79"/>
                    </a:moveTo>
                    <a:lnTo>
                      <a:pt x="10" y="84"/>
                    </a:lnTo>
                    <a:lnTo>
                      <a:pt x="87" y="10"/>
                    </a:lnTo>
                    <a:lnTo>
                      <a:pt x="78" y="0"/>
                    </a:lnTo>
                    <a:lnTo>
                      <a:pt x="0" y="75"/>
                    </a:lnTo>
                    <a:lnTo>
                      <a:pt x="5" y="79"/>
                    </a:lnTo>
                    <a:close/>
                  </a:path>
                </a:pathLst>
              </a:custGeom>
              <a:solidFill>
                <a:srgbClr val="FFFFFF"/>
              </a:solidFill>
              <a:ln w="9525">
                <a:noFill/>
                <a:round/>
              </a:ln>
              <a:effectLst/>
            </p:spPr>
            <p:txBody>
              <a:bodyP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58496" name="Freeform 96"/>
              <p:cNvSpPr/>
              <p:nvPr/>
            </p:nvSpPr>
            <p:spPr bwMode="auto">
              <a:xfrm>
                <a:off x="4828" y="2755"/>
                <a:ext cx="86" cy="86"/>
              </a:xfrm>
              <a:custGeom>
                <a:avLst/>
                <a:gdLst/>
                <a:ahLst/>
                <a:cxnLst>
                  <a:cxn ang="0">
                    <a:pos x="78" y="80"/>
                  </a:cxn>
                  <a:cxn ang="0">
                    <a:pos x="83" y="76"/>
                  </a:cxn>
                  <a:cxn ang="0">
                    <a:pos x="10" y="0"/>
                  </a:cxn>
                  <a:cxn ang="0">
                    <a:pos x="0" y="9"/>
                  </a:cxn>
                  <a:cxn ang="0">
                    <a:pos x="73" y="85"/>
                  </a:cxn>
                  <a:cxn ang="0">
                    <a:pos x="78" y="80"/>
                  </a:cxn>
                </a:cxnLst>
                <a:rect l="0" t="0" r="r" b="b"/>
                <a:pathLst>
                  <a:path w="83" h="85">
                    <a:moveTo>
                      <a:pt x="78" y="80"/>
                    </a:moveTo>
                    <a:lnTo>
                      <a:pt x="83" y="76"/>
                    </a:lnTo>
                    <a:lnTo>
                      <a:pt x="10" y="0"/>
                    </a:lnTo>
                    <a:lnTo>
                      <a:pt x="0" y="9"/>
                    </a:lnTo>
                    <a:lnTo>
                      <a:pt x="73" y="85"/>
                    </a:lnTo>
                    <a:lnTo>
                      <a:pt x="78" y="80"/>
                    </a:lnTo>
                    <a:close/>
                  </a:path>
                </a:pathLst>
              </a:custGeom>
              <a:solidFill>
                <a:srgbClr val="FFFFFF"/>
              </a:solidFill>
              <a:ln w="9525">
                <a:noFill/>
                <a:round/>
              </a:ln>
              <a:effectLst/>
            </p:spPr>
            <p:txBody>
              <a:bodyP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grpSp>
        <p:sp>
          <p:nvSpPr>
            <p:cNvPr id="37052" name="Text Box 97"/>
            <p:cNvSpPr txBox="1"/>
            <p:nvPr/>
          </p:nvSpPr>
          <p:spPr>
            <a:xfrm>
              <a:off x="4729" y="650"/>
              <a:ext cx="479" cy="848"/>
            </a:xfrm>
            <a:prstGeom prst="rect">
              <a:avLst/>
            </a:prstGeom>
            <a:noFill/>
            <a:ln w="12700">
              <a:noFill/>
            </a:ln>
          </p:spPr>
          <p:txBody>
            <a:bodyPr wrap="none">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ct val="0"/>
                </a:spcBef>
                <a:spcAft>
                  <a:spcPts val="590"/>
                </a:spcAft>
                <a:buSzPct val="80000"/>
                <a:buNone/>
              </a:pPr>
              <a:endParaRPr lang="zh-CN" altLang="en-US" sz="2800" dirty="0">
                <a:ea typeface="宋体" pitchFamily="2" charset="-122"/>
              </a:endParaRPr>
            </a:p>
          </p:txBody>
        </p:sp>
      </p:grpSp>
      <p:grpSp>
        <p:nvGrpSpPr>
          <p:cNvPr id="36871" name="Group 98"/>
          <p:cNvGrpSpPr/>
          <p:nvPr/>
        </p:nvGrpSpPr>
        <p:grpSpPr>
          <a:xfrm>
            <a:off x="9069388" y="2870200"/>
            <a:ext cx="536575" cy="847725"/>
            <a:chOff x="4368" y="0"/>
            <a:chExt cx="1392" cy="1498"/>
          </a:xfrm>
        </p:grpSpPr>
        <p:grpSp>
          <p:nvGrpSpPr>
            <p:cNvPr id="37017" name="Group 99"/>
            <p:cNvGrpSpPr/>
            <p:nvPr/>
          </p:nvGrpSpPr>
          <p:grpSpPr>
            <a:xfrm>
              <a:off x="4368" y="0"/>
              <a:ext cx="1392" cy="1056"/>
              <a:chOff x="4368" y="2016"/>
              <a:chExt cx="1072" cy="1344"/>
            </a:xfrm>
          </p:grpSpPr>
          <p:sp>
            <p:nvSpPr>
              <p:cNvPr id="358500" name="Freeform 100"/>
              <p:cNvSpPr/>
              <p:nvPr/>
            </p:nvSpPr>
            <p:spPr bwMode="auto">
              <a:xfrm>
                <a:off x="4457" y="2462"/>
                <a:ext cx="898" cy="825"/>
              </a:xfrm>
              <a:custGeom>
                <a:avLst/>
                <a:gdLst/>
                <a:ahLst/>
                <a:cxnLst>
                  <a:cxn ang="0">
                    <a:pos x="445" y="0"/>
                  </a:cxn>
                  <a:cxn ang="0">
                    <a:pos x="897" y="293"/>
                  </a:cxn>
                  <a:cxn ang="0">
                    <a:pos x="897" y="829"/>
                  </a:cxn>
                  <a:cxn ang="0">
                    <a:pos x="601" y="829"/>
                  </a:cxn>
                  <a:cxn ang="0">
                    <a:pos x="296" y="829"/>
                  </a:cxn>
                  <a:cxn ang="0">
                    <a:pos x="0" y="829"/>
                  </a:cxn>
                  <a:cxn ang="0">
                    <a:pos x="0" y="293"/>
                  </a:cxn>
                  <a:cxn ang="0">
                    <a:pos x="445" y="0"/>
                  </a:cxn>
                </a:cxnLst>
                <a:rect l="0" t="0" r="r" b="b"/>
                <a:pathLst>
                  <a:path w="897" h="829">
                    <a:moveTo>
                      <a:pt x="445" y="0"/>
                    </a:moveTo>
                    <a:lnTo>
                      <a:pt x="897" y="293"/>
                    </a:lnTo>
                    <a:lnTo>
                      <a:pt x="897" y="829"/>
                    </a:lnTo>
                    <a:lnTo>
                      <a:pt x="601" y="829"/>
                    </a:lnTo>
                    <a:lnTo>
                      <a:pt x="296" y="829"/>
                    </a:lnTo>
                    <a:lnTo>
                      <a:pt x="0" y="829"/>
                    </a:lnTo>
                    <a:lnTo>
                      <a:pt x="0" y="293"/>
                    </a:lnTo>
                    <a:lnTo>
                      <a:pt x="445" y="0"/>
                    </a:lnTo>
                    <a:close/>
                  </a:path>
                </a:pathLst>
              </a:custGeom>
              <a:solidFill>
                <a:srgbClr val="993366"/>
              </a:solidFill>
              <a:ln w="9525">
                <a:noFill/>
                <a:round/>
              </a:ln>
              <a:effectLst/>
            </p:spPr>
            <p:txBody>
              <a:bodyP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358501" name="Freeform 101"/>
              <p:cNvSpPr/>
              <p:nvPr/>
            </p:nvSpPr>
            <p:spPr bwMode="auto">
              <a:xfrm>
                <a:off x="4368" y="2462"/>
                <a:ext cx="415" cy="289"/>
              </a:xfrm>
              <a:custGeom>
                <a:avLst/>
                <a:gdLst/>
                <a:ahLst/>
                <a:cxnLst>
                  <a:cxn ang="0">
                    <a:pos x="0" y="288"/>
                  </a:cxn>
                  <a:cxn ang="0">
                    <a:pos x="416" y="32"/>
                  </a:cxn>
                  <a:cxn ang="0">
                    <a:pos x="416" y="27"/>
                  </a:cxn>
                  <a:cxn ang="0">
                    <a:pos x="416" y="19"/>
                  </a:cxn>
                  <a:cxn ang="0">
                    <a:pos x="416" y="9"/>
                  </a:cxn>
                  <a:cxn ang="0">
                    <a:pos x="416" y="0"/>
                  </a:cxn>
                  <a:cxn ang="0">
                    <a:pos x="0" y="254"/>
                  </a:cxn>
                  <a:cxn ang="0">
                    <a:pos x="0" y="288"/>
                  </a:cxn>
                </a:cxnLst>
                <a:rect l="0" t="0" r="r" b="b"/>
                <a:pathLst>
                  <a:path w="416" h="288">
                    <a:moveTo>
                      <a:pt x="0" y="288"/>
                    </a:moveTo>
                    <a:lnTo>
                      <a:pt x="416" y="32"/>
                    </a:lnTo>
                    <a:lnTo>
                      <a:pt x="416" y="27"/>
                    </a:lnTo>
                    <a:lnTo>
                      <a:pt x="416" y="19"/>
                    </a:lnTo>
                    <a:lnTo>
                      <a:pt x="416" y="9"/>
                    </a:lnTo>
                    <a:lnTo>
                      <a:pt x="416" y="0"/>
                    </a:lnTo>
                    <a:lnTo>
                      <a:pt x="0" y="254"/>
                    </a:lnTo>
                    <a:lnTo>
                      <a:pt x="0" y="288"/>
                    </a:lnTo>
                    <a:close/>
                  </a:path>
                </a:pathLst>
              </a:custGeom>
              <a:solidFill>
                <a:srgbClr val="000000"/>
              </a:solidFill>
              <a:ln w="9525">
                <a:noFill/>
                <a:round/>
              </a:ln>
              <a:effectLst/>
            </p:spPr>
            <p:txBody>
              <a:bodyP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358502" name="Rectangle 102"/>
              <p:cNvSpPr>
                <a:spLocks noChangeArrowheads="1"/>
              </p:cNvSpPr>
              <p:nvPr/>
            </p:nvSpPr>
            <p:spPr bwMode="auto">
              <a:xfrm>
                <a:off x="4457" y="3330"/>
                <a:ext cx="898" cy="29"/>
              </a:xfrm>
              <a:prstGeom prst="rect">
                <a:avLst/>
              </a:prstGeom>
              <a:solidFill>
                <a:srgbClr val="000000"/>
              </a:solidFill>
              <a:ln w="9525">
                <a:noFill/>
                <a:miter lim="800000"/>
              </a:ln>
              <a:effectLst/>
            </p:spPr>
            <p:txBody>
              <a:bodyP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358503" name="Freeform 103"/>
              <p:cNvSpPr/>
              <p:nvPr/>
            </p:nvSpPr>
            <p:spPr bwMode="auto">
              <a:xfrm>
                <a:off x="4787" y="2170"/>
                <a:ext cx="241" cy="328"/>
              </a:xfrm>
              <a:custGeom>
                <a:avLst/>
                <a:gdLst/>
                <a:ahLst/>
                <a:cxnLst>
                  <a:cxn ang="0">
                    <a:pos x="242" y="327"/>
                  </a:cxn>
                  <a:cxn ang="0">
                    <a:pos x="242" y="0"/>
                  </a:cxn>
                  <a:cxn ang="0">
                    <a:pos x="0" y="0"/>
                  </a:cxn>
                  <a:cxn ang="0">
                    <a:pos x="0" y="321"/>
                  </a:cxn>
                  <a:cxn ang="0">
                    <a:pos x="116" y="240"/>
                  </a:cxn>
                  <a:cxn ang="0">
                    <a:pos x="242" y="327"/>
                  </a:cxn>
                </a:cxnLst>
                <a:rect l="0" t="0" r="r" b="b"/>
                <a:pathLst>
                  <a:path w="242" h="327">
                    <a:moveTo>
                      <a:pt x="242" y="327"/>
                    </a:moveTo>
                    <a:lnTo>
                      <a:pt x="242" y="0"/>
                    </a:lnTo>
                    <a:lnTo>
                      <a:pt x="0" y="0"/>
                    </a:lnTo>
                    <a:lnTo>
                      <a:pt x="0" y="321"/>
                    </a:lnTo>
                    <a:lnTo>
                      <a:pt x="116" y="240"/>
                    </a:lnTo>
                    <a:lnTo>
                      <a:pt x="242" y="327"/>
                    </a:lnTo>
                    <a:close/>
                  </a:path>
                </a:pathLst>
              </a:custGeom>
              <a:solidFill>
                <a:srgbClr val="000000"/>
              </a:solidFill>
              <a:ln w="9525">
                <a:noFill/>
                <a:round/>
              </a:ln>
              <a:effectLst/>
            </p:spPr>
            <p:txBody>
              <a:bodyP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358504" name="Freeform 104"/>
              <p:cNvSpPr/>
              <p:nvPr/>
            </p:nvSpPr>
            <p:spPr bwMode="auto">
              <a:xfrm>
                <a:off x="4723" y="2016"/>
                <a:ext cx="358" cy="125"/>
              </a:xfrm>
              <a:custGeom>
                <a:avLst/>
                <a:gdLst/>
                <a:ahLst/>
                <a:cxnLst>
                  <a:cxn ang="0">
                    <a:pos x="181" y="0"/>
                  </a:cxn>
                  <a:cxn ang="0">
                    <a:pos x="0" y="126"/>
                  </a:cxn>
                  <a:cxn ang="0">
                    <a:pos x="361" y="126"/>
                  </a:cxn>
                  <a:cxn ang="0">
                    <a:pos x="181" y="0"/>
                  </a:cxn>
                </a:cxnLst>
                <a:rect l="0" t="0" r="r" b="b"/>
                <a:pathLst>
                  <a:path w="361" h="126">
                    <a:moveTo>
                      <a:pt x="181" y="0"/>
                    </a:moveTo>
                    <a:lnTo>
                      <a:pt x="0" y="126"/>
                    </a:lnTo>
                    <a:lnTo>
                      <a:pt x="361" y="126"/>
                    </a:lnTo>
                    <a:lnTo>
                      <a:pt x="181" y="0"/>
                    </a:lnTo>
                    <a:close/>
                  </a:path>
                </a:pathLst>
              </a:custGeom>
              <a:solidFill>
                <a:srgbClr val="000000"/>
              </a:solidFill>
              <a:ln w="9525">
                <a:noFill/>
                <a:round/>
              </a:ln>
              <a:effectLst/>
            </p:spPr>
            <p:txBody>
              <a:bodyP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358505" name="Freeform 105"/>
              <p:cNvSpPr/>
              <p:nvPr/>
            </p:nvSpPr>
            <p:spPr bwMode="auto">
              <a:xfrm>
                <a:off x="5028" y="2469"/>
                <a:ext cx="412" cy="282"/>
              </a:xfrm>
              <a:custGeom>
                <a:avLst/>
                <a:gdLst/>
                <a:ahLst/>
                <a:cxnLst>
                  <a:cxn ang="0">
                    <a:pos x="413" y="287"/>
                  </a:cxn>
                  <a:cxn ang="0">
                    <a:pos x="0" y="31"/>
                  </a:cxn>
                  <a:cxn ang="0">
                    <a:pos x="0" y="25"/>
                  </a:cxn>
                  <a:cxn ang="0">
                    <a:pos x="0" y="17"/>
                  </a:cxn>
                  <a:cxn ang="0">
                    <a:pos x="0" y="9"/>
                  </a:cxn>
                  <a:cxn ang="0">
                    <a:pos x="0" y="0"/>
                  </a:cxn>
                  <a:cxn ang="0">
                    <a:pos x="413" y="253"/>
                  </a:cxn>
                  <a:cxn ang="0">
                    <a:pos x="413" y="287"/>
                  </a:cxn>
                </a:cxnLst>
                <a:rect l="0" t="0" r="r" b="b"/>
                <a:pathLst>
                  <a:path w="413" h="287">
                    <a:moveTo>
                      <a:pt x="413" y="287"/>
                    </a:moveTo>
                    <a:lnTo>
                      <a:pt x="0" y="31"/>
                    </a:lnTo>
                    <a:lnTo>
                      <a:pt x="0" y="25"/>
                    </a:lnTo>
                    <a:lnTo>
                      <a:pt x="0" y="17"/>
                    </a:lnTo>
                    <a:lnTo>
                      <a:pt x="0" y="9"/>
                    </a:lnTo>
                    <a:lnTo>
                      <a:pt x="0" y="0"/>
                    </a:lnTo>
                    <a:lnTo>
                      <a:pt x="413" y="253"/>
                    </a:lnTo>
                    <a:lnTo>
                      <a:pt x="413" y="287"/>
                    </a:lnTo>
                    <a:close/>
                  </a:path>
                </a:pathLst>
              </a:custGeom>
              <a:solidFill>
                <a:srgbClr val="000000"/>
              </a:solidFill>
              <a:ln w="9525">
                <a:noFill/>
                <a:round/>
              </a:ln>
              <a:effectLst/>
            </p:spPr>
            <p:txBody>
              <a:bodyP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358506" name="Freeform 106"/>
              <p:cNvSpPr/>
              <p:nvPr/>
            </p:nvSpPr>
            <p:spPr bwMode="auto">
              <a:xfrm>
                <a:off x="4841" y="2209"/>
                <a:ext cx="127" cy="164"/>
              </a:xfrm>
              <a:custGeom>
                <a:avLst/>
                <a:gdLst/>
                <a:ahLst/>
                <a:cxnLst>
                  <a:cxn ang="0">
                    <a:pos x="65" y="0"/>
                  </a:cxn>
                  <a:cxn ang="0">
                    <a:pos x="51" y="1"/>
                  </a:cxn>
                  <a:cxn ang="0">
                    <a:pos x="38" y="6"/>
                  </a:cxn>
                  <a:cxn ang="0">
                    <a:pos x="27" y="13"/>
                  </a:cxn>
                  <a:cxn ang="0">
                    <a:pos x="17" y="20"/>
                  </a:cxn>
                  <a:cxn ang="0">
                    <a:pos x="9" y="32"/>
                  </a:cxn>
                  <a:cxn ang="0">
                    <a:pos x="5" y="44"/>
                  </a:cxn>
                  <a:cxn ang="0">
                    <a:pos x="1" y="58"/>
                  </a:cxn>
                  <a:cxn ang="0">
                    <a:pos x="0" y="74"/>
                  </a:cxn>
                  <a:cxn ang="0">
                    <a:pos x="0" y="103"/>
                  </a:cxn>
                  <a:cxn ang="0">
                    <a:pos x="0" y="126"/>
                  </a:cxn>
                  <a:cxn ang="0">
                    <a:pos x="0" y="145"/>
                  </a:cxn>
                  <a:cxn ang="0">
                    <a:pos x="0" y="164"/>
                  </a:cxn>
                  <a:cxn ang="0">
                    <a:pos x="27" y="164"/>
                  </a:cxn>
                  <a:cxn ang="0">
                    <a:pos x="44" y="164"/>
                  </a:cxn>
                  <a:cxn ang="0">
                    <a:pos x="55" y="164"/>
                  </a:cxn>
                  <a:cxn ang="0">
                    <a:pos x="63" y="164"/>
                  </a:cxn>
                  <a:cxn ang="0">
                    <a:pos x="71" y="164"/>
                  </a:cxn>
                  <a:cxn ang="0">
                    <a:pos x="82" y="164"/>
                  </a:cxn>
                  <a:cxn ang="0">
                    <a:pos x="100" y="164"/>
                  </a:cxn>
                  <a:cxn ang="0">
                    <a:pos x="127" y="164"/>
                  </a:cxn>
                  <a:cxn ang="0">
                    <a:pos x="127" y="139"/>
                  </a:cxn>
                  <a:cxn ang="0">
                    <a:pos x="127" y="114"/>
                  </a:cxn>
                  <a:cxn ang="0">
                    <a:pos x="127" y="90"/>
                  </a:cxn>
                  <a:cxn ang="0">
                    <a:pos x="127" y="71"/>
                  </a:cxn>
                  <a:cxn ang="0">
                    <a:pos x="127" y="62"/>
                  </a:cxn>
                  <a:cxn ang="0">
                    <a:pos x="123" y="51"/>
                  </a:cxn>
                  <a:cxn ang="0">
                    <a:pos x="119" y="38"/>
                  </a:cxn>
                  <a:cxn ang="0">
                    <a:pos x="112" y="27"/>
                  </a:cxn>
                  <a:cxn ang="0">
                    <a:pos x="104" y="16"/>
                  </a:cxn>
                  <a:cxn ang="0">
                    <a:pos x="93" y="8"/>
                  </a:cxn>
                  <a:cxn ang="0">
                    <a:pos x="81" y="1"/>
                  </a:cxn>
                  <a:cxn ang="0">
                    <a:pos x="65" y="0"/>
                  </a:cxn>
                </a:cxnLst>
                <a:rect l="0" t="0" r="r" b="b"/>
                <a:pathLst>
                  <a:path w="127" h="164">
                    <a:moveTo>
                      <a:pt x="65" y="0"/>
                    </a:moveTo>
                    <a:lnTo>
                      <a:pt x="51" y="1"/>
                    </a:lnTo>
                    <a:lnTo>
                      <a:pt x="38" y="6"/>
                    </a:lnTo>
                    <a:lnTo>
                      <a:pt x="27" y="13"/>
                    </a:lnTo>
                    <a:lnTo>
                      <a:pt x="17" y="20"/>
                    </a:lnTo>
                    <a:lnTo>
                      <a:pt x="9" y="32"/>
                    </a:lnTo>
                    <a:lnTo>
                      <a:pt x="5" y="44"/>
                    </a:lnTo>
                    <a:lnTo>
                      <a:pt x="1" y="58"/>
                    </a:lnTo>
                    <a:lnTo>
                      <a:pt x="0" y="74"/>
                    </a:lnTo>
                    <a:lnTo>
                      <a:pt x="0" y="103"/>
                    </a:lnTo>
                    <a:lnTo>
                      <a:pt x="0" y="126"/>
                    </a:lnTo>
                    <a:lnTo>
                      <a:pt x="0" y="145"/>
                    </a:lnTo>
                    <a:lnTo>
                      <a:pt x="0" y="164"/>
                    </a:lnTo>
                    <a:lnTo>
                      <a:pt x="27" y="164"/>
                    </a:lnTo>
                    <a:lnTo>
                      <a:pt x="44" y="164"/>
                    </a:lnTo>
                    <a:lnTo>
                      <a:pt x="55" y="164"/>
                    </a:lnTo>
                    <a:lnTo>
                      <a:pt x="63" y="164"/>
                    </a:lnTo>
                    <a:lnTo>
                      <a:pt x="71" y="164"/>
                    </a:lnTo>
                    <a:lnTo>
                      <a:pt x="82" y="164"/>
                    </a:lnTo>
                    <a:lnTo>
                      <a:pt x="100" y="164"/>
                    </a:lnTo>
                    <a:lnTo>
                      <a:pt x="127" y="164"/>
                    </a:lnTo>
                    <a:lnTo>
                      <a:pt x="127" y="139"/>
                    </a:lnTo>
                    <a:lnTo>
                      <a:pt x="127" y="114"/>
                    </a:lnTo>
                    <a:lnTo>
                      <a:pt x="127" y="90"/>
                    </a:lnTo>
                    <a:lnTo>
                      <a:pt x="127" y="71"/>
                    </a:lnTo>
                    <a:lnTo>
                      <a:pt x="127" y="62"/>
                    </a:lnTo>
                    <a:lnTo>
                      <a:pt x="123" y="51"/>
                    </a:lnTo>
                    <a:lnTo>
                      <a:pt x="119" y="38"/>
                    </a:lnTo>
                    <a:lnTo>
                      <a:pt x="112" y="27"/>
                    </a:lnTo>
                    <a:lnTo>
                      <a:pt x="104" y="16"/>
                    </a:lnTo>
                    <a:lnTo>
                      <a:pt x="93" y="8"/>
                    </a:lnTo>
                    <a:lnTo>
                      <a:pt x="81" y="1"/>
                    </a:lnTo>
                    <a:lnTo>
                      <a:pt x="65" y="0"/>
                    </a:lnTo>
                    <a:close/>
                  </a:path>
                </a:pathLst>
              </a:custGeom>
              <a:solidFill>
                <a:srgbClr val="FFFFFF"/>
              </a:solidFill>
              <a:ln w="9525">
                <a:noFill/>
                <a:round/>
              </a:ln>
              <a:effectLst/>
            </p:spPr>
            <p:txBody>
              <a:bodyP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58507" name="Rectangle 107"/>
              <p:cNvSpPr>
                <a:spLocks noChangeArrowheads="1"/>
              </p:cNvSpPr>
              <p:nvPr/>
            </p:nvSpPr>
            <p:spPr bwMode="auto">
              <a:xfrm>
                <a:off x="4803" y="2901"/>
                <a:ext cx="206" cy="386"/>
              </a:xfrm>
              <a:prstGeom prst="rect">
                <a:avLst/>
              </a:prstGeom>
              <a:solidFill>
                <a:srgbClr val="FFFFFF"/>
              </a:solidFill>
              <a:ln w="9525">
                <a:noFill/>
                <a:miter lim="800000"/>
              </a:ln>
              <a:effectLst/>
            </p:spPr>
            <p:txBody>
              <a:bodyP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58508" name="Freeform 108"/>
              <p:cNvSpPr/>
              <p:nvPr/>
            </p:nvSpPr>
            <p:spPr bwMode="auto">
              <a:xfrm>
                <a:off x="4736" y="2819"/>
                <a:ext cx="13" cy="318"/>
              </a:xfrm>
              <a:custGeom>
                <a:avLst/>
                <a:gdLst/>
                <a:ahLst/>
                <a:cxnLst>
                  <a:cxn ang="0">
                    <a:pos x="8" y="16"/>
                  </a:cxn>
                  <a:cxn ang="0">
                    <a:pos x="0" y="8"/>
                  </a:cxn>
                  <a:cxn ang="0">
                    <a:pos x="0" y="320"/>
                  </a:cxn>
                  <a:cxn ang="0">
                    <a:pos x="16" y="320"/>
                  </a:cxn>
                  <a:cxn ang="0">
                    <a:pos x="16" y="8"/>
                  </a:cxn>
                  <a:cxn ang="0">
                    <a:pos x="8" y="0"/>
                  </a:cxn>
                  <a:cxn ang="0">
                    <a:pos x="16" y="8"/>
                  </a:cxn>
                  <a:cxn ang="0">
                    <a:pos x="16" y="0"/>
                  </a:cxn>
                  <a:cxn ang="0">
                    <a:pos x="8" y="0"/>
                  </a:cxn>
                  <a:cxn ang="0">
                    <a:pos x="8" y="16"/>
                  </a:cxn>
                </a:cxnLst>
                <a:rect l="0" t="0" r="r" b="b"/>
                <a:pathLst>
                  <a:path w="16" h="320">
                    <a:moveTo>
                      <a:pt x="8" y="16"/>
                    </a:moveTo>
                    <a:lnTo>
                      <a:pt x="0" y="8"/>
                    </a:lnTo>
                    <a:lnTo>
                      <a:pt x="0" y="320"/>
                    </a:lnTo>
                    <a:lnTo>
                      <a:pt x="16" y="320"/>
                    </a:lnTo>
                    <a:lnTo>
                      <a:pt x="16" y="8"/>
                    </a:lnTo>
                    <a:lnTo>
                      <a:pt x="8" y="0"/>
                    </a:lnTo>
                    <a:lnTo>
                      <a:pt x="16" y="8"/>
                    </a:lnTo>
                    <a:lnTo>
                      <a:pt x="16" y="0"/>
                    </a:lnTo>
                    <a:lnTo>
                      <a:pt x="8" y="0"/>
                    </a:lnTo>
                    <a:lnTo>
                      <a:pt x="8" y="16"/>
                    </a:lnTo>
                    <a:close/>
                  </a:path>
                </a:pathLst>
              </a:custGeom>
              <a:solidFill>
                <a:srgbClr val="FFFFFF"/>
              </a:solidFill>
              <a:ln w="9525">
                <a:noFill/>
                <a:round/>
              </a:ln>
              <a:effectLst/>
            </p:spPr>
            <p:txBody>
              <a:bodyP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58509" name="Freeform 109"/>
              <p:cNvSpPr/>
              <p:nvPr/>
            </p:nvSpPr>
            <p:spPr bwMode="auto">
              <a:xfrm>
                <a:off x="4558" y="2819"/>
                <a:ext cx="184" cy="21"/>
              </a:xfrm>
              <a:custGeom>
                <a:avLst/>
                <a:gdLst/>
                <a:ahLst/>
                <a:cxnLst>
                  <a:cxn ang="0">
                    <a:pos x="16" y="8"/>
                  </a:cxn>
                  <a:cxn ang="0">
                    <a:pos x="8" y="16"/>
                  </a:cxn>
                  <a:cxn ang="0">
                    <a:pos x="187" y="16"/>
                  </a:cxn>
                  <a:cxn ang="0">
                    <a:pos x="187" y="0"/>
                  </a:cxn>
                  <a:cxn ang="0">
                    <a:pos x="8" y="0"/>
                  </a:cxn>
                  <a:cxn ang="0">
                    <a:pos x="0" y="8"/>
                  </a:cxn>
                  <a:cxn ang="0">
                    <a:pos x="8" y="0"/>
                  </a:cxn>
                  <a:cxn ang="0">
                    <a:pos x="0" y="0"/>
                  </a:cxn>
                  <a:cxn ang="0">
                    <a:pos x="0" y="8"/>
                  </a:cxn>
                  <a:cxn ang="0">
                    <a:pos x="16" y="8"/>
                  </a:cxn>
                </a:cxnLst>
                <a:rect l="0" t="0" r="r" b="b"/>
                <a:pathLst>
                  <a:path w="187" h="16">
                    <a:moveTo>
                      <a:pt x="16" y="8"/>
                    </a:moveTo>
                    <a:lnTo>
                      <a:pt x="8" y="16"/>
                    </a:lnTo>
                    <a:lnTo>
                      <a:pt x="187" y="16"/>
                    </a:lnTo>
                    <a:lnTo>
                      <a:pt x="187" y="0"/>
                    </a:lnTo>
                    <a:lnTo>
                      <a:pt x="8" y="0"/>
                    </a:lnTo>
                    <a:lnTo>
                      <a:pt x="0" y="8"/>
                    </a:lnTo>
                    <a:lnTo>
                      <a:pt x="8" y="0"/>
                    </a:lnTo>
                    <a:lnTo>
                      <a:pt x="0" y="0"/>
                    </a:lnTo>
                    <a:lnTo>
                      <a:pt x="0" y="8"/>
                    </a:lnTo>
                    <a:lnTo>
                      <a:pt x="16" y="8"/>
                    </a:lnTo>
                    <a:close/>
                  </a:path>
                </a:pathLst>
              </a:custGeom>
              <a:solidFill>
                <a:srgbClr val="FFFFFF"/>
              </a:solidFill>
              <a:ln w="9525">
                <a:noFill/>
                <a:round/>
              </a:ln>
              <a:effectLst/>
            </p:spPr>
            <p:txBody>
              <a:bodyP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58510" name="Freeform 110"/>
              <p:cNvSpPr/>
              <p:nvPr/>
            </p:nvSpPr>
            <p:spPr bwMode="auto">
              <a:xfrm>
                <a:off x="4558" y="2826"/>
                <a:ext cx="13" cy="318"/>
              </a:xfrm>
              <a:custGeom>
                <a:avLst/>
                <a:gdLst/>
                <a:ahLst/>
                <a:cxnLst>
                  <a:cxn ang="0">
                    <a:pos x="8" y="304"/>
                  </a:cxn>
                  <a:cxn ang="0">
                    <a:pos x="16" y="312"/>
                  </a:cxn>
                  <a:cxn ang="0">
                    <a:pos x="16" y="0"/>
                  </a:cxn>
                  <a:cxn ang="0">
                    <a:pos x="0" y="0"/>
                  </a:cxn>
                  <a:cxn ang="0">
                    <a:pos x="0" y="312"/>
                  </a:cxn>
                  <a:cxn ang="0">
                    <a:pos x="8" y="320"/>
                  </a:cxn>
                  <a:cxn ang="0">
                    <a:pos x="0" y="312"/>
                  </a:cxn>
                  <a:cxn ang="0">
                    <a:pos x="0" y="320"/>
                  </a:cxn>
                  <a:cxn ang="0">
                    <a:pos x="8" y="320"/>
                  </a:cxn>
                  <a:cxn ang="0">
                    <a:pos x="8" y="304"/>
                  </a:cxn>
                </a:cxnLst>
                <a:rect l="0" t="0" r="r" b="b"/>
                <a:pathLst>
                  <a:path w="16" h="320">
                    <a:moveTo>
                      <a:pt x="8" y="304"/>
                    </a:moveTo>
                    <a:lnTo>
                      <a:pt x="16" y="312"/>
                    </a:lnTo>
                    <a:lnTo>
                      <a:pt x="16" y="0"/>
                    </a:lnTo>
                    <a:lnTo>
                      <a:pt x="0" y="0"/>
                    </a:lnTo>
                    <a:lnTo>
                      <a:pt x="0" y="312"/>
                    </a:lnTo>
                    <a:lnTo>
                      <a:pt x="8" y="320"/>
                    </a:lnTo>
                    <a:lnTo>
                      <a:pt x="0" y="312"/>
                    </a:lnTo>
                    <a:lnTo>
                      <a:pt x="0" y="320"/>
                    </a:lnTo>
                    <a:lnTo>
                      <a:pt x="8" y="320"/>
                    </a:lnTo>
                    <a:lnTo>
                      <a:pt x="8" y="304"/>
                    </a:lnTo>
                    <a:close/>
                  </a:path>
                </a:pathLst>
              </a:custGeom>
              <a:solidFill>
                <a:srgbClr val="FFFFFF"/>
              </a:solidFill>
              <a:ln w="9525">
                <a:noFill/>
                <a:round/>
              </a:ln>
              <a:effectLst/>
            </p:spPr>
            <p:txBody>
              <a:bodyP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58511" name="Freeform 111"/>
              <p:cNvSpPr/>
              <p:nvPr/>
            </p:nvSpPr>
            <p:spPr bwMode="auto">
              <a:xfrm>
                <a:off x="4565" y="3134"/>
                <a:ext cx="184" cy="14"/>
              </a:xfrm>
              <a:custGeom>
                <a:avLst/>
                <a:gdLst/>
                <a:ahLst/>
                <a:cxnLst>
                  <a:cxn ang="0">
                    <a:pos x="171" y="8"/>
                  </a:cxn>
                  <a:cxn ang="0">
                    <a:pos x="179" y="0"/>
                  </a:cxn>
                  <a:cxn ang="0">
                    <a:pos x="0" y="0"/>
                  </a:cxn>
                  <a:cxn ang="0">
                    <a:pos x="0" y="16"/>
                  </a:cxn>
                  <a:cxn ang="0">
                    <a:pos x="179" y="16"/>
                  </a:cxn>
                  <a:cxn ang="0">
                    <a:pos x="187" y="8"/>
                  </a:cxn>
                  <a:cxn ang="0">
                    <a:pos x="179" y="16"/>
                  </a:cxn>
                  <a:cxn ang="0">
                    <a:pos x="187" y="16"/>
                  </a:cxn>
                  <a:cxn ang="0">
                    <a:pos x="187" y="8"/>
                  </a:cxn>
                  <a:cxn ang="0">
                    <a:pos x="171" y="8"/>
                  </a:cxn>
                </a:cxnLst>
                <a:rect l="0" t="0" r="r" b="b"/>
                <a:pathLst>
                  <a:path w="187" h="16">
                    <a:moveTo>
                      <a:pt x="171" y="8"/>
                    </a:moveTo>
                    <a:lnTo>
                      <a:pt x="179" y="0"/>
                    </a:lnTo>
                    <a:lnTo>
                      <a:pt x="0" y="0"/>
                    </a:lnTo>
                    <a:lnTo>
                      <a:pt x="0" y="16"/>
                    </a:lnTo>
                    <a:lnTo>
                      <a:pt x="179" y="16"/>
                    </a:lnTo>
                    <a:lnTo>
                      <a:pt x="187" y="8"/>
                    </a:lnTo>
                    <a:lnTo>
                      <a:pt x="179" y="16"/>
                    </a:lnTo>
                    <a:lnTo>
                      <a:pt x="187" y="16"/>
                    </a:lnTo>
                    <a:lnTo>
                      <a:pt x="187" y="8"/>
                    </a:lnTo>
                    <a:lnTo>
                      <a:pt x="171" y="8"/>
                    </a:lnTo>
                    <a:close/>
                  </a:path>
                </a:pathLst>
              </a:custGeom>
              <a:solidFill>
                <a:srgbClr val="FFFFFF"/>
              </a:solidFill>
              <a:ln w="9525">
                <a:noFill/>
                <a:round/>
              </a:ln>
              <a:effectLst/>
            </p:spPr>
            <p:txBody>
              <a:bodyP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58512" name="Freeform 112"/>
              <p:cNvSpPr/>
              <p:nvPr/>
            </p:nvSpPr>
            <p:spPr bwMode="auto">
              <a:xfrm>
                <a:off x="4568" y="2916"/>
                <a:ext cx="174" cy="11"/>
              </a:xfrm>
              <a:custGeom>
                <a:avLst/>
                <a:gdLst/>
                <a:ahLst/>
                <a:cxnLst>
                  <a:cxn ang="0">
                    <a:pos x="176" y="8"/>
                  </a:cxn>
                  <a:cxn ang="0">
                    <a:pos x="176" y="0"/>
                  </a:cxn>
                  <a:cxn ang="0">
                    <a:pos x="0" y="0"/>
                  </a:cxn>
                  <a:cxn ang="0">
                    <a:pos x="0" y="16"/>
                  </a:cxn>
                  <a:cxn ang="0">
                    <a:pos x="176" y="16"/>
                  </a:cxn>
                  <a:cxn ang="0">
                    <a:pos x="176" y="8"/>
                  </a:cxn>
                </a:cxnLst>
                <a:rect l="0" t="0" r="r" b="b"/>
                <a:pathLst>
                  <a:path w="176" h="16">
                    <a:moveTo>
                      <a:pt x="176" y="8"/>
                    </a:moveTo>
                    <a:lnTo>
                      <a:pt x="176" y="0"/>
                    </a:lnTo>
                    <a:lnTo>
                      <a:pt x="0" y="0"/>
                    </a:lnTo>
                    <a:lnTo>
                      <a:pt x="0" y="16"/>
                    </a:lnTo>
                    <a:lnTo>
                      <a:pt x="176" y="16"/>
                    </a:lnTo>
                    <a:lnTo>
                      <a:pt x="176" y="8"/>
                    </a:lnTo>
                    <a:close/>
                  </a:path>
                </a:pathLst>
              </a:custGeom>
              <a:solidFill>
                <a:srgbClr val="FFFFFF"/>
              </a:solidFill>
              <a:ln w="9525">
                <a:noFill/>
                <a:round/>
              </a:ln>
              <a:effectLst/>
            </p:spPr>
            <p:txBody>
              <a:bodyP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58513" name="Freeform 113"/>
              <p:cNvSpPr/>
              <p:nvPr/>
            </p:nvSpPr>
            <p:spPr bwMode="auto">
              <a:xfrm>
                <a:off x="4568" y="3026"/>
                <a:ext cx="174" cy="18"/>
              </a:xfrm>
              <a:custGeom>
                <a:avLst/>
                <a:gdLst/>
                <a:ahLst/>
                <a:cxnLst>
                  <a:cxn ang="0">
                    <a:pos x="176" y="8"/>
                  </a:cxn>
                  <a:cxn ang="0">
                    <a:pos x="176" y="0"/>
                  </a:cxn>
                  <a:cxn ang="0">
                    <a:pos x="0" y="0"/>
                  </a:cxn>
                  <a:cxn ang="0">
                    <a:pos x="0" y="16"/>
                  </a:cxn>
                  <a:cxn ang="0">
                    <a:pos x="176" y="16"/>
                  </a:cxn>
                  <a:cxn ang="0">
                    <a:pos x="176" y="8"/>
                  </a:cxn>
                </a:cxnLst>
                <a:rect l="0" t="0" r="r" b="b"/>
                <a:pathLst>
                  <a:path w="176" h="16">
                    <a:moveTo>
                      <a:pt x="176" y="8"/>
                    </a:moveTo>
                    <a:lnTo>
                      <a:pt x="176" y="0"/>
                    </a:lnTo>
                    <a:lnTo>
                      <a:pt x="0" y="0"/>
                    </a:lnTo>
                    <a:lnTo>
                      <a:pt x="0" y="16"/>
                    </a:lnTo>
                    <a:lnTo>
                      <a:pt x="176" y="16"/>
                    </a:lnTo>
                    <a:lnTo>
                      <a:pt x="176" y="8"/>
                    </a:lnTo>
                    <a:close/>
                  </a:path>
                </a:pathLst>
              </a:custGeom>
              <a:solidFill>
                <a:srgbClr val="FFFFFF"/>
              </a:solidFill>
              <a:ln w="9525">
                <a:noFill/>
                <a:round/>
              </a:ln>
              <a:effectLst/>
            </p:spPr>
            <p:txBody>
              <a:bodyP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58514" name="Freeform 114"/>
              <p:cNvSpPr/>
              <p:nvPr/>
            </p:nvSpPr>
            <p:spPr bwMode="auto">
              <a:xfrm>
                <a:off x="4644" y="2837"/>
                <a:ext cx="16" cy="300"/>
              </a:xfrm>
              <a:custGeom>
                <a:avLst/>
                <a:gdLst/>
                <a:ahLst/>
                <a:cxnLst>
                  <a:cxn ang="0">
                    <a:pos x="7" y="302"/>
                  </a:cxn>
                  <a:cxn ang="0">
                    <a:pos x="15" y="302"/>
                  </a:cxn>
                  <a:cxn ang="0">
                    <a:pos x="15" y="0"/>
                  </a:cxn>
                  <a:cxn ang="0">
                    <a:pos x="0" y="0"/>
                  </a:cxn>
                  <a:cxn ang="0">
                    <a:pos x="0" y="302"/>
                  </a:cxn>
                  <a:cxn ang="0">
                    <a:pos x="7" y="302"/>
                  </a:cxn>
                </a:cxnLst>
                <a:rect l="0" t="0" r="r" b="b"/>
                <a:pathLst>
                  <a:path w="15" h="302">
                    <a:moveTo>
                      <a:pt x="7" y="302"/>
                    </a:moveTo>
                    <a:lnTo>
                      <a:pt x="15" y="302"/>
                    </a:lnTo>
                    <a:lnTo>
                      <a:pt x="15" y="0"/>
                    </a:lnTo>
                    <a:lnTo>
                      <a:pt x="0" y="0"/>
                    </a:lnTo>
                    <a:lnTo>
                      <a:pt x="0" y="302"/>
                    </a:lnTo>
                    <a:lnTo>
                      <a:pt x="7" y="302"/>
                    </a:lnTo>
                    <a:close/>
                  </a:path>
                </a:pathLst>
              </a:custGeom>
              <a:solidFill>
                <a:srgbClr val="FFFFFF"/>
              </a:solidFill>
              <a:ln w="9525">
                <a:noFill/>
                <a:round/>
              </a:ln>
              <a:effectLst/>
            </p:spPr>
            <p:txBody>
              <a:bodyP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58515" name="Freeform 115"/>
              <p:cNvSpPr/>
              <p:nvPr/>
            </p:nvSpPr>
            <p:spPr bwMode="auto">
              <a:xfrm>
                <a:off x="5240" y="2819"/>
                <a:ext cx="16" cy="318"/>
              </a:xfrm>
              <a:custGeom>
                <a:avLst/>
                <a:gdLst/>
                <a:ahLst/>
                <a:cxnLst>
                  <a:cxn ang="0">
                    <a:pos x="8" y="16"/>
                  </a:cxn>
                  <a:cxn ang="0">
                    <a:pos x="0" y="8"/>
                  </a:cxn>
                  <a:cxn ang="0">
                    <a:pos x="0" y="320"/>
                  </a:cxn>
                  <a:cxn ang="0">
                    <a:pos x="16" y="320"/>
                  </a:cxn>
                  <a:cxn ang="0">
                    <a:pos x="16" y="8"/>
                  </a:cxn>
                  <a:cxn ang="0">
                    <a:pos x="8" y="0"/>
                  </a:cxn>
                  <a:cxn ang="0">
                    <a:pos x="16" y="8"/>
                  </a:cxn>
                  <a:cxn ang="0">
                    <a:pos x="16" y="0"/>
                  </a:cxn>
                  <a:cxn ang="0">
                    <a:pos x="8" y="0"/>
                  </a:cxn>
                  <a:cxn ang="0">
                    <a:pos x="8" y="16"/>
                  </a:cxn>
                </a:cxnLst>
                <a:rect l="0" t="0" r="r" b="b"/>
                <a:pathLst>
                  <a:path w="16" h="320">
                    <a:moveTo>
                      <a:pt x="8" y="16"/>
                    </a:moveTo>
                    <a:lnTo>
                      <a:pt x="0" y="8"/>
                    </a:lnTo>
                    <a:lnTo>
                      <a:pt x="0" y="320"/>
                    </a:lnTo>
                    <a:lnTo>
                      <a:pt x="16" y="320"/>
                    </a:lnTo>
                    <a:lnTo>
                      <a:pt x="16" y="8"/>
                    </a:lnTo>
                    <a:lnTo>
                      <a:pt x="8" y="0"/>
                    </a:lnTo>
                    <a:lnTo>
                      <a:pt x="16" y="8"/>
                    </a:lnTo>
                    <a:lnTo>
                      <a:pt x="16" y="0"/>
                    </a:lnTo>
                    <a:lnTo>
                      <a:pt x="8" y="0"/>
                    </a:lnTo>
                    <a:lnTo>
                      <a:pt x="8" y="16"/>
                    </a:lnTo>
                    <a:close/>
                  </a:path>
                </a:pathLst>
              </a:custGeom>
              <a:solidFill>
                <a:srgbClr val="FFFFFF"/>
              </a:solidFill>
              <a:ln w="9525">
                <a:noFill/>
                <a:round/>
              </a:ln>
              <a:effectLst/>
            </p:spPr>
            <p:txBody>
              <a:bodyP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58516" name="Freeform 116"/>
              <p:cNvSpPr/>
              <p:nvPr/>
            </p:nvSpPr>
            <p:spPr bwMode="auto">
              <a:xfrm>
                <a:off x="5059" y="2819"/>
                <a:ext cx="187" cy="21"/>
              </a:xfrm>
              <a:custGeom>
                <a:avLst/>
                <a:gdLst/>
                <a:ahLst/>
                <a:cxnLst>
                  <a:cxn ang="0">
                    <a:pos x="16" y="8"/>
                  </a:cxn>
                  <a:cxn ang="0">
                    <a:pos x="8" y="16"/>
                  </a:cxn>
                  <a:cxn ang="0">
                    <a:pos x="187" y="16"/>
                  </a:cxn>
                  <a:cxn ang="0">
                    <a:pos x="187" y="0"/>
                  </a:cxn>
                  <a:cxn ang="0">
                    <a:pos x="8" y="0"/>
                  </a:cxn>
                  <a:cxn ang="0">
                    <a:pos x="0" y="8"/>
                  </a:cxn>
                  <a:cxn ang="0">
                    <a:pos x="8" y="0"/>
                  </a:cxn>
                  <a:cxn ang="0">
                    <a:pos x="0" y="0"/>
                  </a:cxn>
                  <a:cxn ang="0">
                    <a:pos x="0" y="8"/>
                  </a:cxn>
                  <a:cxn ang="0">
                    <a:pos x="16" y="8"/>
                  </a:cxn>
                </a:cxnLst>
                <a:rect l="0" t="0" r="r" b="b"/>
                <a:pathLst>
                  <a:path w="187" h="16">
                    <a:moveTo>
                      <a:pt x="16" y="8"/>
                    </a:moveTo>
                    <a:lnTo>
                      <a:pt x="8" y="16"/>
                    </a:lnTo>
                    <a:lnTo>
                      <a:pt x="187" y="16"/>
                    </a:lnTo>
                    <a:lnTo>
                      <a:pt x="187" y="0"/>
                    </a:lnTo>
                    <a:lnTo>
                      <a:pt x="8" y="0"/>
                    </a:lnTo>
                    <a:lnTo>
                      <a:pt x="0" y="8"/>
                    </a:lnTo>
                    <a:lnTo>
                      <a:pt x="8" y="0"/>
                    </a:lnTo>
                    <a:lnTo>
                      <a:pt x="0" y="0"/>
                    </a:lnTo>
                    <a:lnTo>
                      <a:pt x="0" y="8"/>
                    </a:lnTo>
                    <a:lnTo>
                      <a:pt x="16" y="8"/>
                    </a:lnTo>
                    <a:close/>
                  </a:path>
                </a:pathLst>
              </a:custGeom>
              <a:solidFill>
                <a:srgbClr val="FFFFFF"/>
              </a:solidFill>
              <a:ln w="9525">
                <a:noFill/>
                <a:round/>
              </a:ln>
              <a:effectLst/>
            </p:spPr>
            <p:txBody>
              <a:bodyP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58517" name="Freeform 117"/>
              <p:cNvSpPr/>
              <p:nvPr/>
            </p:nvSpPr>
            <p:spPr bwMode="auto">
              <a:xfrm>
                <a:off x="5059" y="2826"/>
                <a:ext cx="16" cy="318"/>
              </a:xfrm>
              <a:custGeom>
                <a:avLst/>
                <a:gdLst/>
                <a:ahLst/>
                <a:cxnLst>
                  <a:cxn ang="0">
                    <a:pos x="8" y="304"/>
                  </a:cxn>
                  <a:cxn ang="0">
                    <a:pos x="16" y="312"/>
                  </a:cxn>
                  <a:cxn ang="0">
                    <a:pos x="16" y="0"/>
                  </a:cxn>
                  <a:cxn ang="0">
                    <a:pos x="0" y="0"/>
                  </a:cxn>
                  <a:cxn ang="0">
                    <a:pos x="0" y="312"/>
                  </a:cxn>
                  <a:cxn ang="0">
                    <a:pos x="8" y="320"/>
                  </a:cxn>
                  <a:cxn ang="0">
                    <a:pos x="0" y="312"/>
                  </a:cxn>
                  <a:cxn ang="0">
                    <a:pos x="0" y="320"/>
                  </a:cxn>
                  <a:cxn ang="0">
                    <a:pos x="8" y="320"/>
                  </a:cxn>
                  <a:cxn ang="0">
                    <a:pos x="8" y="304"/>
                  </a:cxn>
                </a:cxnLst>
                <a:rect l="0" t="0" r="r" b="b"/>
                <a:pathLst>
                  <a:path w="16" h="320">
                    <a:moveTo>
                      <a:pt x="8" y="304"/>
                    </a:moveTo>
                    <a:lnTo>
                      <a:pt x="16" y="312"/>
                    </a:lnTo>
                    <a:lnTo>
                      <a:pt x="16" y="0"/>
                    </a:lnTo>
                    <a:lnTo>
                      <a:pt x="0" y="0"/>
                    </a:lnTo>
                    <a:lnTo>
                      <a:pt x="0" y="312"/>
                    </a:lnTo>
                    <a:lnTo>
                      <a:pt x="8" y="320"/>
                    </a:lnTo>
                    <a:lnTo>
                      <a:pt x="0" y="312"/>
                    </a:lnTo>
                    <a:lnTo>
                      <a:pt x="0" y="320"/>
                    </a:lnTo>
                    <a:lnTo>
                      <a:pt x="8" y="320"/>
                    </a:lnTo>
                    <a:lnTo>
                      <a:pt x="8" y="304"/>
                    </a:lnTo>
                    <a:close/>
                  </a:path>
                </a:pathLst>
              </a:custGeom>
              <a:solidFill>
                <a:srgbClr val="FFFFFF"/>
              </a:solidFill>
              <a:ln w="9525">
                <a:noFill/>
                <a:round/>
              </a:ln>
              <a:effectLst/>
            </p:spPr>
            <p:txBody>
              <a:bodyP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58518" name="Freeform 118"/>
              <p:cNvSpPr/>
              <p:nvPr/>
            </p:nvSpPr>
            <p:spPr bwMode="auto">
              <a:xfrm>
                <a:off x="5069" y="3134"/>
                <a:ext cx="187" cy="14"/>
              </a:xfrm>
              <a:custGeom>
                <a:avLst/>
                <a:gdLst/>
                <a:ahLst/>
                <a:cxnLst>
                  <a:cxn ang="0">
                    <a:pos x="171" y="8"/>
                  </a:cxn>
                  <a:cxn ang="0">
                    <a:pos x="179" y="0"/>
                  </a:cxn>
                  <a:cxn ang="0">
                    <a:pos x="0" y="0"/>
                  </a:cxn>
                  <a:cxn ang="0">
                    <a:pos x="0" y="16"/>
                  </a:cxn>
                  <a:cxn ang="0">
                    <a:pos x="179" y="16"/>
                  </a:cxn>
                  <a:cxn ang="0">
                    <a:pos x="187" y="8"/>
                  </a:cxn>
                  <a:cxn ang="0">
                    <a:pos x="179" y="16"/>
                  </a:cxn>
                  <a:cxn ang="0">
                    <a:pos x="187" y="16"/>
                  </a:cxn>
                  <a:cxn ang="0">
                    <a:pos x="187" y="8"/>
                  </a:cxn>
                  <a:cxn ang="0">
                    <a:pos x="171" y="8"/>
                  </a:cxn>
                </a:cxnLst>
                <a:rect l="0" t="0" r="r" b="b"/>
                <a:pathLst>
                  <a:path w="187" h="16">
                    <a:moveTo>
                      <a:pt x="171" y="8"/>
                    </a:moveTo>
                    <a:lnTo>
                      <a:pt x="179" y="0"/>
                    </a:lnTo>
                    <a:lnTo>
                      <a:pt x="0" y="0"/>
                    </a:lnTo>
                    <a:lnTo>
                      <a:pt x="0" y="16"/>
                    </a:lnTo>
                    <a:lnTo>
                      <a:pt x="179" y="16"/>
                    </a:lnTo>
                    <a:lnTo>
                      <a:pt x="187" y="8"/>
                    </a:lnTo>
                    <a:lnTo>
                      <a:pt x="179" y="16"/>
                    </a:lnTo>
                    <a:lnTo>
                      <a:pt x="187" y="16"/>
                    </a:lnTo>
                    <a:lnTo>
                      <a:pt x="187" y="8"/>
                    </a:lnTo>
                    <a:lnTo>
                      <a:pt x="171" y="8"/>
                    </a:lnTo>
                    <a:close/>
                  </a:path>
                </a:pathLst>
              </a:custGeom>
              <a:solidFill>
                <a:srgbClr val="FFFFFF"/>
              </a:solidFill>
              <a:ln w="9525">
                <a:noFill/>
                <a:round/>
              </a:ln>
              <a:effectLst/>
            </p:spPr>
            <p:txBody>
              <a:bodyP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58519" name="Freeform 119"/>
              <p:cNvSpPr/>
              <p:nvPr/>
            </p:nvSpPr>
            <p:spPr bwMode="auto">
              <a:xfrm>
                <a:off x="5069" y="2916"/>
                <a:ext cx="174" cy="11"/>
              </a:xfrm>
              <a:custGeom>
                <a:avLst/>
                <a:gdLst/>
                <a:ahLst/>
                <a:cxnLst>
                  <a:cxn ang="0">
                    <a:pos x="175" y="8"/>
                  </a:cxn>
                  <a:cxn ang="0">
                    <a:pos x="175" y="0"/>
                  </a:cxn>
                  <a:cxn ang="0">
                    <a:pos x="0" y="0"/>
                  </a:cxn>
                  <a:cxn ang="0">
                    <a:pos x="0" y="16"/>
                  </a:cxn>
                  <a:cxn ang="0">
                    <a:pos x="175" y="16"/>
                  </a:cxn>
                  <a:cxn ang="0">
                    <a:pos x="175" y="8"/>
                  </a:cxn>
                </a:cxnLst>
                <a:rect l="0" t="0" r="r" b="b"/>
                <a:pathLst>
                  <a:path w="175" h="16">
                    <a:moveTo>
                      <a:pt x="175" y="8"/>
                    </a:moveTo>
                    <a:lnTo>
                      <a:pt x="175" y="0"/>
                    </a:lnTo>
                    <a:lnTo>
                      <a:pt x="0" y="0"/>
                    </a:lnTo>
                    <a:lnTo>
                      <a:pt x="0" y="16"/>
                    </a:lnTo>
                    <a:lnTo>
                      <a:pt x="175" y="16"/>
                    </a:lnTo>
                    <a:lnTo>
                      <a:pt x="175" y="8"/>
                    </a:lnTo>
                    <a:close/>
                  </a:path>
                </a:pathLst>
              </a:custGeom>
              <a:solidFill>
                <a:srgbClr val="FFFFFF"/>
              </a:solidFill>
              <a:ln w="9525">
                <a:noFill/>
                <a:round/>
              </a:ln>
              <a:effectLst/>
            </p:spPr>
            <p:txBody>
              <a:bodyP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58520" name="Freeform 120"/>
              <p:cNvSpPr/>
              <p:nvPr/>
            </p:nvSpPr>
            <p:spPr bwMode="auto">
              <a:xfrm>
                <a:off x="5069" y="3026"/>
                <a:ext cx="174" cy="18"/>
              </a:xfrm>
              <a:custGeom>
                <a:avLst/>
                <a:gdLst/>
                <a:ahLst/>
                <a:cxnLst>
                  <a:cxn ang="0">
                    <a:pos x="175" y="8"/>
                  </a:cxn>
                  <a:cxn ang="0">
                    <a:pos x="175" y="0"/>
                  </a:cxn>
                  <a:cxn ang="0">
                    <a:pos x="0" y="0"/>
                  </a:cxn>
                  <a:cxn ang="0">
                    <a:pos x="0" y="16"/>
                  </a:cxn>
                  <a:cxn ang="0">
                    <a:pos x="175" y="16"/>
                  </a:cxn>
                  <a:cxn ang="0">
                    <a:pos x="175" y="8"/>
                  </a:cxn>
                </a:cxnLst>
                <a:rect l="0" t="0" r="r" b="b"/>
                <a:pathLst>
                  <a:path w="175" h="16">
                    <a:moveTo>
                      <a:pt x="175" y="8"/>
                    </a:moveTo>
                    <a:lnTo>
                      <a:pt x="175" y="0"/>
                    </a:lnTo>
                    <a:lnTo>
                      <a:pt x="0" y="0"/>
                    </a:lnTo>
                    <a:lnTo>
                      <a:pt x="0" y="16"/>
                    </a:lnTo>
                    <a:lnTo>
                      <a:pt x="175" y="16"/>
                    </a:lnTo>
                    <a:lnTo>
                      <a:pt x="175" y="8"/>
                    </a:lnTo>
                    <a:close/>
                  </a:path>
                </a:pathLst>
              </a:custGeom>
              <a:solidFill>
                <a:srgbClr val="FFFFFF"/>
              </a:solidFill>
              <a:ln w="9525">
                <a:noFill/>
                <a:round/>
              </a:ln>
              <a:effectLst/>
            </p:spPr>
            <p:txBody>
              <a:bodyP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58521" name="Freeform 121"/>
              <p:cNvSpPr/>
              <p:nvPr/>
            </p:nvSpPr>
            <p:spPr bwMode="auto">
              <a:xfrm>
                <a:off x="5148" y="2837"/>
                <a:ext cx="13" cy="300"/>
              </a:xfrm>
              <a:custGeom>
                <a:avLst/>
                <a:gdLst/>
                <a:ahLst/>
                <a:cxnLst>
                  <a:cxn ang="0">
                    <a:pos x="8" y="302"/>
                  </a:cxn>
                  <a:cxn ang="0">
                    <a:pos x="16" y="302"/>
                  </a:cxn>
                  <a:cxn ang="0">
                    <a:pos x="16" y="0"/>
                  </a:cxn>
                  <a:cxn ang="0">
                    <a:pos x="0" y="0"/>
                  </a:cxn>
                  <a:cxn ang="0">
                    <a:pos x="0" y="302"/>
                  </a:cxn>
                  <a:cxn ang="0">
                    <a:pos x="8" y="302"/>
                  </a:cxn>
                </a:cxnLst>
                <a:rect l="0" t="0" r="r" b="b"/>
                <a:pathLst>
                  <a:path w="16" h="302">
                    <a:moveTo>
                      <a:pt x="8" y="302"/>
                    </a:moveTo>
                    <a:lnTo>
                      <a:pt x="16" y="302"/>
                    </a:lnTo>
                    <a:lnTo>
                      <a:pt x="16" y="0"/>
                    </a:lnTo>
                    <a:lnTo>
                      <a:pt x="0" y="0"/>
                    </a:lnTo>
                    <a:lnTo>
                      <a:pt x="0" y="302"/>
                    </a:lnTo>
                    <a:lnTo>
                      <a:pt x="8" y="302"/>
                    </a:lnTo>
                    <a:close/>
                  </a:path>
                </a:pathLst>
              </a:custGeom>
              <a:solidFill>
                <a:srgbClr val="FFFFFF"/>
              </a:solidFill>
              <a:ln w="9525">
                <a:noFill/>
                <a:round/>
              </a:ln>
              <a:effectLst/>
            </p:spPr>
            <p:txBody>
              <a:bodyP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58522" name="Freeform 122"/>
              <p:cNvSpPr/>
              <p:nvPr/>
            </p:nvSpPr>
            <p:spPr bwMode="auto">
              <a:xfrm>
                <a:off x="4850" y="2237"/>
                <a:ext cx="101" cy="111"/>
              </a:xfrm>
              <a:custGeom>
                <a:avLst/>
                <a:gdLst/>
                <a:ahLst/>
                <a:cxnLst>
                  <a:cxn ang="0">
                    <a:pos x="59" y="112"/>
                  </a:cxn>
                  <a:cxn ang="0">
                    <a:pos x="76" y="112"/>
                  </a:cxn>
                  <a:cxn ang="0">
                    <a:pos x="89" y="109"/>
                  </a:cxn>
                  <a:cxn ang="0">
                    <a:pos x="99" y="107"/>
                  </a:cxn>
                  <a:cxn ang="0">
                    <a:pos x="102" y="104"/>
                  </a:cxn>
                  <a:cxn ang="0">
                    <a:pos x="103" y="103"/>
                  </a:cxn>
                  <a:cxn ang="0">
                    <a:pos x="103" y="98"/>
                  </a:cxn>
                  <a:cxn ang="0">
                    <a:pos x="100" y="88"/>
                  </a:cxn>
                  <a:cxn ang="0">
                    <a:pos x="97" y="79"/>
                  </a:cxn>
                  <a:cxn ang="0">
                    <a:pos x="95" y="73"/>
                  </a:cxn>
                  <a:cxn ang="0">
                    <a:pos x="95" y="68"/>
                  </a:cxn>
                  <a:cxn ang="0">
                    <a:pos x="94" y="66"/>
                  </a:cxn>
                  <a:cxn ang="0">
                    <a:pos x="92" y="60"/>
                  </a:cxn>
                  <a:cxn ang="0">
                    <a:pos x="91" y="50"/>
                  </a:cxn>
                  <a:cxn ang="0">
                    <a:pos x="91" y="42"/>
                  </a:cxn>
                  <a:cxn ang="0">
                    <a:pos x="91" y="41"/>
                  </a:cxn>
                  <a:cxn ang="0">
                    <a:pos x="89" y="33"/>
                  </a:cxn>
                  <a:cxn ang="0">
                    <a:pos x="89" y="22"/>
                  </a:cxn>
                  <a:cxn ang="0">
                    <a:pos x="87" y="9"/>
                  </a:cxn>
                  <a:cxn ang="0">
                    <a:pos x="75" y="1"/>
                  </a:cxn>
                  <a:cxn ang="0">
                    <a:pos x="59" y="0"/>
                  </a:cxn>
                  <a:cxn ang="0">
                    <a:pos x="45" y="3"/>
                  </a:cxn>
                  <a:cxn ang="0">
                    <a:pos x="38" y="14"/>
                  </a:cxn>
                  <a:cxn ang="0">
                    <a:pos x="34" y="25"/>
                  </a:cxn>
                  <a:cxn ang="0">
                    <a:pos x="30" y="31"/>
                  </a:cxn>
                  <a:cxn ang="0">
                    <a:pos x="30" y="33"/>
                  </a:cxn>
                  <a:cxn ang="0">
                    <a:pos x="27" y="39"/>
                  </a:cxn>
                  <a:cxn ang="0">
                    <a:pos x="23" y="49"/>
                  </a:cxn>
                  <a:cxn ang="0">
                    <a:pos x="19" y="54"/>
                  </a:cxn>
                  <a:cxn ang="0">
                    <a:pos x="19" y="55"/>
                  </a:cxn>
                  <a:cxn ang="0">
                    <a:pos x="16" y="58"/>
                  </a:cxn>
                  <a:cxn ang="0">
                    <a:pos x="11" y="63"/>
                  </a:cxn>
                  <a:cxn ang="0">
                    <a:pos x="5" y="73"/>
                  </a:cxn>
                  <a:cxn ang="0">
                    <a:pos x="0" y="82"/>
                  </a:cxn>
                  <a:cxn ang="0">
                    <a:pos x="0" y="87"/>
                  </a:cxn>
                  <a:cxn ang="0">
                    <a:pos x="0" y="88"/>
                  </a:cxn>
                  <a:cxn ang="0">
                    <a:pos x="7" y="93"/>
                  </a:cxn>
                  <a:cxn ang="0">
                    <a:pos x="29" y="106"/>
                  </a:cxn>
                </a:cxnLst>
                <a:rect l="0" t="0" r="r" b="b"/>
                <a:pathLst>
                  <a:path w="103" h="112">
                    <a:moveTo>
                      <a:pt x="48" y="110"/>
                    </a:moveTo>
                    <a:lnTo>
                      <a:pt x="59" y="112"/>
                    </a:lnTo>
                    <a:lnTo>
                      <a:pt x="68" y="112"/>
                    </a:lnTo>
                    <a:lnTo>
                      <a:pt x="76" y="112"/>
                    </a:lnTo>
                    <a:lnTo>
                      <a:pt x="84" y="110"/>
                    </a:lnTo>
                    <a:lnTo>
                      <a:pt x="89" y="109"/>
                    </a:lnTo>
                    <a:lnTo>
                      <a:pt x="94" y="107"/>
                    </a:lnTo>
                    <a:lnTo>
                      <a:pt x="99" y="107"/>
                    </a:lnTo>
                    <a:lnTo>
                      <a:pt x="100" y="106"/>
                    </a:lnTo>
                    <a:lnTo>
                      <a:pt x="102" y="104"/>
                    </a:lnTo>
                    <a:lnTo>
                      <a:pt x="102" y="103"/>
                    </a:lnTo>
                    <a:lnTo>
                      <a:pt x="103" y="103"/>
                    </a:lnTo>
                    <a:lnTo>
                      <a:pt x="103" y="101"/>
                    </a:lnTo>
                    <a:lnTo>
                      <a:pt x="103" y="98"/>
                    </a:lnTo>
                    <a:lnTo>
                      <a:pt x="103" y="93"/>
                    </a:lnTo>
                    <a:lnTo>
                      <a:pt x="100" y="88"/>
                    </a:lnTo>
                    <a:lnTo>
                      <a:pt x="99" y="82"/>
                    </a:lnTo>
                    <a:lnTo>
                      <a:pt x="97" y="79"/>
                    </a:lnTo>
                    <a:lnTo>
                      <a:pt x="97" y="76"/>
                    </a:lnTo>
                    <a:lnTo>
                      <a:pt x="95" y="73"/>
                    </a:lnTo>
                    <a:lnTo>
                      <a:pt x="95" y="69"/>
                    </a:lnTo>
                    <a:lnTo>
                      <a:pt x="95" y="68"/>
                    </a:lnTo>
                    <a:lnTo>
                      <a:pt x="95" y="68"/>
                    </a:lnTo>
                    <a:lnTo>
                      <a:pt x="94" y="66"/>
                    </a:lnTo>
                    <a:lnTo>
                      <a:pt x="94" y="66"/>
                    </a:lnTo>
                    <a:lnTo>
                      <a:pt x="92" y="60"/>
                    </a:lnTo>
                    <a:lnTo>
                      <a:pt x="92" y="55"/>
                    </a:lnTo>
                    <a:lnTo>
                      <a:pt x="91" y="50"/>
                    </a:lnTo>
                    <a:lnTo>
                      <a:pt x="91" y="44"/>
                    </a:lnTo>
                    <a:lnTo>
                      <a:pt x="91" y="42"/>
                    </a:lnTo>
                    <a:lnTo>
                      <a:pt x="91" y="42"/>
                    </a:lnTo>
                    <a:lnTo>
                      <a:pt x="91" y="41"/>
                    </a:lnTo>
                    <a:lnTo>
                      <a:pt x="91" y="41"/>
                    </a:lnTo>
                    <a:lnTo>
                      <a:pt x="89" y="33"/>
                    </a:lnTo>
                    <a:lnTo>
                      <a:pt x="89" y="27"/>
                    </a:lnTo>
                    <a:lnTo>
                      <a:pt x="89" y="22"/>
                    </a:lnTo>
                    <a:lnTo>
                      <a:pt x="89" y="17"/>
                    </a:lnTo>
                    <a:lnTo>
                      <a:pt x="87" y="9"/>
                    </a:lnTo>
                    <a:lnTo>
                      <a:pt x="83" y="5"/>
                    </a:lnTo>
                    <a:lnTo>
                      <a:pt x="75" y="1"/>
                    </a:lnTo>
                    <a:lnTo>
                      <a:pt x="67" y="0"/>
                    </a:lnTo>
                    <a:lnTo>
                      <a:pt x="59" y="0"/>
                    </a:lnTo>
                    <a:lnTo>
                      <a:pt x="51" y="0"/>
                    </a:lnTo>
                    <a:lnTo>
                      <a:pt x="45" y="3"/>
                    </a:lnTo>
                    <a:lnTo>
                      <a:pt x="40" y="9"/>
                    </a:lnTo>
                    <a:lnTo>
                      <a:pt x="38" y="14"/>
                    </a:lnTo>
                    <a:lnTo>
                      <a:pt x="37" y="19"/>
                    </a:lnTo>
                    <a:lnTo>
                      <a:pt x="34" y="25"/>
                    </a:lnTo>
                    <a:lnTo>
                      <a:pt x="30" y="31"/>
                    </a:lnTo>
                    <a:lnTo>
                      <a:pt x="30" y="31"/>
                    </a:lnTo>
                    <a:lnTo>
                      <a:pt x="30" y="33"/>
                    </a:lnTo>
                    <a:lnTo>
                      <a:pt x="30" y="33"/>
                    </a:lnTo>
                    <a:lnTo>
                      <a:pt x="30" y="35"/>
                    </a:lnTo>
                    <a:lnTo>
                      <a:pt x="27" y="39"/>
                    </a:lnTo>
                    <a:lnTo>
                      <a:pt x="26" y="44"/>
                    </a:lnTo>
                    <a:lnTo>
                      <a:pt x="23" y="49"/>
                    </a:lnTo>
                    <a:lnTo>
                      <a:pt x="19" y="54"/>
                    </a:lnTo>
                    <a:lnTo>
                      <a:pt x="19" y="54"/>
                    </a:lnTo>
                    <a:lnTo>
                      <a:pt x="19" y="54"/>
                    </a:lnTo>
                    <a:lnTo>
                      <a:pt x="19" y="55"/>
                    </a:lnTo>
                    <a:lnTo>
                      <a:pt x="18" y="55"/>
                    </a:lnTo>
                    <a:lnTo>
                      <a:pt x="16" y="58"/>
                    </a:lnTo>
                    <a:lnTo>
                      <a:pt x="15" y="61"/>
                    </a:lnTo>
                    <a:lnTo>
                      <a:pt x="11" y="63"/>
                    </a:lnTo>
                    <a:lnTo>
                      <a:pt x="10" y="66"/>
                    </a:lnTo>
                    <a:lnTo>
                      <a:pt x="5" y="73"/>
                    </a:lnTo>
                    <a:lnTo>
                      <a:pt x="2" y="77"/>
                    </a:lnTo>
                    <a:lnTo>
                      <a:pt x="0" y="82"/>
                    </a:lnTo>
                    <a:lnTo>
                      <a:pt x="0" y="85"/>
                    </a:lnTo>
                    <a:lnTo>
                      <a:pt x="0" y="87"/>
                    </a:lnTo>
                    <a:lnTo>
                      <a:pt x="0" y="87"/>
                    </a:lnTo>
                    <a:lnTo>
                      <a:pt x="0" y="88"/>
                    </a:lnTo>
                    <a:lnTo>
                      <a:pt x="2" y="88"/>
                    </a:lnTo>
                    <a:lnTo>
                      <a:pt x="7" y="93"/>
                    </a:lnTo>
                    <a:lnTo>
                      <a:pt x="15" y="99"/>
                    </a:lnTo>
                    <a:lnTo>
                      <a:pt x="29" y="106"/>
                    </a:lnTo>
                    <a:lnTo>
                      <a:pt x="48" y="110"/>
                    </a:lnTo>
                    <a:close/>
                  </a:path>
                </a:pathLst>
              </a:custGeom>
              <a:solidFill>
                <a:srgbClr val="000000"/>
              </a:solidFill>
              <a:ln w="9525">
                <a:noFill/>
                <a:round/>
              </a:ln>
              <a:effectLst/>
            </p:spPr>
            <p:txBody>
              <a:bodyP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358523" name="Freeform 123"/>
              <p:cNvSpPr/>
              <p:nvPr/>
            </p:nvSpPr>
            <p:spPr bwMode="auto">
              <a:xfrm>
                <a:off x="4850" y="2316"/>
                <a:ext cx="101" cy="29"/>
              </a:xfrm>
              <a:custGeom>
                <a:avLst/>
                <a:gdLst/>
                <a:ahLst/>
                <a:cxnLst>
                  <a:cxn ang="0">
                    <a:pos x="40" y="3"/>
                  </a:cxn>
                  <a:cxn ang="0">
                    <a:pos x="49" y="5"/>
                  </a:cxn>
                  <a:cxn ang="0">
                    <a:pos x="59" y="6"/>
                  </a:cxn>
                  <a:cxn ang="0">
                    <a:pos x="67" y="8"/>
                  </a:cxn>
                  <a:cxn ang="0">
                    <a:pos x="75" y="11"/>
                  </a:cxn>
                  <a:cxn ang="0">
                    <a:pos x="83" y="14"/>
                  </a:cxn>
                  <a:cxn ang="0">
                    <a:pos x="89" y="17"/>
                  </a:cxn>
                  <a:cxn ang="0">
                    <a:pos x="95" y="22"/>
                  </a:cxn>
                  <a:cxn ang="0">
                    <a:pos x="100" y="27"/>
                  </a:cxn>
                  <a:cxn ang="0">
                    <a:pos x="102" y="25"/>
                  </a:cxn>
                  <a:cxn ang="0">
                    <a:pos x="102" y="24"/>
                  </a:cxn>
                  <a:cxn ang="0">
                    <a:pos x="103" y="24"/>
                  </a:cxn>
                  <a:cxn ang="0">
                    <a:pos x="103" y="22"/>
                  </a:cxn>
                  <a:cxn ang="0">
                    <a:pos x="94" y="14"/>
                  </a:cxn>
                  <a:cxn ang="0">
                    <a:pos x="81" y="9"/>
                  </a:cxn>
                  <a:cxn ang="0">
                    <a:pos x="68" y="5"/>
                  </a:cxn>
                  <a:cxn ang="0">
                    <a:pos x="53" y="1"/>
                  </a:cxn>
                  <a:cxn ang="0">
                    <a:pos x="38" y="0"/>
                  </a:cxn>
                  <a:cxn ang="0">
                    <a:pos x="24" y="0"/>
                  </a:cxn>
                  <a:cxn ang="0">
                    <a:pos x="11" y="1"/>
                  </a:cxn>
                  <a:cxn ang="0">
                    <a:pos x="0" y="6"/>
                  </a:cxn>
                  <a:cxn ang="0">
                    <a:pos x="0" y="8"/>
                  </a:cxn>
                  <a:cxn ang="0">
                    <a:pos x="0" y="8"/>
                  </a:cxn>
                  <a:cxn ang="0">
                    <a:pos x="0" y="9"/>
                  </a:cxn>
                  <a:cxn ang="0">
                    <a:pos x="2" y="9"/>
                  </a:cxn>
                  <a:cxn ang="0">
                    <a:pos x="10" y="6"/>
                  </a:cxn>
                  <a:cxn ang="0">
                    <a:pos x="18" y="5"/>
                  </a:cxn>
                  <a:cxn ang="0">
                    <a:pos x="27" y="3"/>
                  </a:cxn>
                  <a:cxn ang="0">
                    <a:pos x="37" y="3"/>
                  </a:cxn>
                  <a:cxn ang="0">
                    <a:pos x="35" y="5"/>
                  </a:cxn>
                  <a:cxn ang="0">
                    <a:pos x="35" y="6"/>
                  </a:cxn>
                  <a:cxn ang="0">
                    <a:pos x="35" y="8"/>
                  </a:cxn>
                  <a:cxn ang="0">
                    <a:pos x="34" y="9"/>
                  </a:cxn>
                  <a:cxn ang="0">
                    <a:pos x="30" y="9"/>
                  </a:cxn>
                  <a:cxn ang="0">
                    <a:pos x="27" y="11"/>
                  </a:cxn>
                  <a:cxn ang="0">
                    <a:pos x="26" y="14"/>
                  </a:cxn>
                  <a:cxn ang="0">
                    <a:pos x="24" y="16"/>
                  </a:cxn>
                  <a:cxn ang="0">
                    <a:pos x="24" y="17"/>
                  </a:cxn>
                  <a:cxn ang="0">
                    <a:pos x="24" y="20"/>
                  </a:cxn>
                  <a:cxn ang="0">
                    <a:pos x="24" y="24"/>
                  </a:cxn>
                  <a:cxn ang="0">
                    <a:pos x="26" y="27"/>
                  </a:cxn>
                  <a:cxn ang="0">
                    <a:pos x="27" y="27"/>
                  </a:cxn>
                  <a:cxn ang="0">
                    <a:pos x="27" y="27"/>
                  </a:cxn>
                  <a:cxn ang="0">
                    <a:pos x="27" y="27"/>
                  </a:cxn>
                  <a:cxn ang="0">
                    <a:pos x="29" y="27"/>
                  </a:cxn>
                  <a:cxn ang="0">
                    <a:pos x="29" y="28"/>
                  </a:cxn>
                  <a:cxn ang="0">
                    <a:pos x="30" y="28"/>
                  </a:cxn>
                  <a:cxn ang="0">
                    <a:pos x="30" y="28"/>
                  </a:cxn>
                  <a:cxn ang="0">
                    <a:pos x="32" y="28"/>
                  </a:cxn>
                  <a:cxn ang="0">
                    <a:pos x="35" y="28"/>
                  </a:cxn>
                  <a:cxn ang="0">
                    <a:pos x="38" y="25"/>
                  </a:cxn>
                  <a:cxn ang="0">
                    <a:pos x="40" y="24"/>
                  </a:cxn>
                  <a:cxn ang="0">
                    <a:pos x="40" y="22"/>
                  </a:cxn>
                  <a:cxn ang="0">
                    <a:pos x="42" y="19"/>
                  </a:cxn>
                  <a:cxn ang="0">
                    <a:pos x="42" y="16"/>
                  </a:cxn>
                  <a:cxn ang="0">
                    <a:pos x="40" y="12"/>
                  </a:cxn>
                  <a:cxn ang="0">
                    <a:pos x="37" y="11"/>
                  </a:cxn>
                  <a:cxn ang="0">
                    <a:pos x="38" y="9"/>
                  </a:cxn>
                  <a:cxn ang="0">
                    <a:pos x="38" y="6"/>
                  </a:cxn>
                  <a:cxn ang="0">
                    <a:pos x="38" y="5"/>
                  </a:cxn>
                  <a:cxn ang="0">
                    <a:pos x="40" y="3"/>
                  </a:cxn>
                </a:cxnLst>
                <a:rect l="0" t="0" r="r" b="b"/>
                <a:pathLst>
                  <a:path w="103" h="28">
                    <a:moveTo>
                      <a:pt x="40" y="3"/>
                    </a:moveTo>
                    <a:lnTo>
                      <a:pt x="49" y="5"/>
                    </a:lnTo>
                    <a:lnTo>
                      <a:pt x="59" y="6"/>
                    </a:lnTo>
                    <a:lnTo>
                      <a:pt x="67" y="8"/>
                    </a:lnTo>
                    <a:lnTo>
                      <a:pt x="75" y="11"/>
                    </a:lnTo>
                    <a:lnTo>
                      <a:pt x="83" y="14"/>
                    </a:lnTo>
                    <a:lnTo>
                      <a:pt x="89" y="17"/>
                    </a:lnTo>
                    <a:lnTo>
                      <a:pt x="95" y="22"/>
                    </a:lnTo>
                    <a:lnTo>
                      <a:pt x="100" y="27"/>
                    </a:lnTo>
                    <a:lnTo>
                      <a:pt x="102" y="25"/>
                    </a:lnTo>
                    <a:lnTo>
                      <a:pt x="102" y="24"/>
                    </a:lnTo>
                    <a:lnTo>
                      <a:pt x="103" y="24"/>
                    </a:lnTo>
                    <a:lnTo>
                      <a:pt x="103" y="22"/>
                    </a:lnTo>
                    <a:lnTo>
                      <a:pt x="94" y="14"/>
                    </a:lnTo>
                    <a:lnTo>
                      <a:pt x="81" y="9"/>
                    </a:lnTo>
                    <a:lnTo>
                      <a:pt x="68" y="5"/>
                    </a:lnTo>
                    <a:lnTo>
                      <a:pt x="53" y="1"/>
                    </a:lnTo>
                    <a:lnTo>
                      <a:pt x="38" y="0"/>
                    </a:lnTo>
                    <a:lnTo>
                      <a:pt x="24" y="0"/>
                    </a:lnTo>
                    <a:lnTo>
                      <a:pt x="11" y="1"/>
                    </a:lnTo>
                    <a:lnTo>
                      <a:pt x="0" y="6"/>
                    </a:lnTo>
                    <a:lnTo>
                      <a:pt x="0" y="8"/>
                    </a:lnTo>
                    <a:lnTo>
                      <a:pt x="0" y="8"/>
                    </a:lnTo>
                    <a:lnTo>
                      <a:pt x="0" y="9"/>
                    </a:lnTo>
                    <a:lnTo>
                      <a:pt x="2" y="9"/>
                    </a:lnTo>
                    <a:lnTo>
                      <a:pt x="10" y="6"/>
                    </a:lnTo>
                    <a:lnTo>
                      <a:pt x="18" y="5"/>
                    </a:lnTo>
                    <a:lnTo>
                      <a:pt x="27" y="3"/>
                    </a:lnTo>
                    <a:lnTo>
                      <a:pt x="37" y="3"/>
                    </a:lnTo>
                    <a:lnTo>
                      <a:pt x="35" y="5"/>
                    </a:lnTo>
                    <a:lnTo>
                      <a:pt x="35" y="6"/>
                    </a:lnTo>
                    <a:lnTo>
                      <a:pt x="35" y="8"/>
                    </a:lnTo>
                    <a:lnTo>
                      <a:pt x="34" y="9"/>
                    </a:lnTo>
                    <a:lnTo>
                      <a:pt x="30" y="9"/>
                    </a:lnTo>
                    <a:lnTo>
                      <a:pt x="27" y="11"/>
                    </a:lnTo>
                    <a:lnTo>
                      <a:pt x="26" y="14"/>
                    </a:lnTo>
                    <a:lnTo>
                      <a:pt x="24" y="16"/>
                    </a:lnTo>
                    <a:lnTo>
                      <a:pt x="24" y="17"/>
                    </a:lnTo>
                    <a:lnTo>
                      <a:pt x="24" y="20"/>
                    </a:lnTo>
                    <a:lnTo>
                      <a:pt x="24" y="24"/>
                    </a:lnTo>
                    <a:lnTo>
                      <a:pt x="26" y="27"/>
                    </a:lnTo>
                    <a:lnTo>
                      <a:pt x="27" y="27"/>
                    </a:lnTo>
                    <a:lnTo>
                      <a:pt x="27" y="27"/>
                    </a:lnTo>
                    <a:lnTo>
                      <a:pt x="27" y="27"/>
                    </a:lnTo>
                    <a:lnTo>
                      <a:pt x="29" y="27"/>
                    </a:lnTo>
                    <a:lnTo>
                      <a:pt x="29" y="28"/>
                    </a:lnTo>
                    <a:lnTo>
                      <a:pt x="30" y="28"/>
                    </a:lnTo>
                    <a:lnTo>
                      <a:pt x="30" y="28"/>
                    </a:lnTo>
                    <a:lnTo>
                      <a:pt x="32" y="28"/>
                    </a:lnTo>
                    <a:lnTo>
                      <a:pt x="35" y="28"/>
                    </a:lnTo>
                    <a:lnTo>
                      <a:pt x="38" y="25"/>
                    </a:lnTo>
                    <a:lnTo>
                      <a:pt x="40" y="24"/>
                    </a:lnTo>
                    <a:lnTo>
                      <a:pt x="40" y="22"/>
                    </a:lnTo>
                    <a:lnTo>
                      <a:pt x="42" y="19"/>
                    </a:lnTo>
                    <a:lnTo>
                      <a:pt x="42" y="16"/>
                    </a:lnTo>
                    <a:lnTo>
                      <a:pt x="40" y="12"/>
                    </a:lnTo>
                    <a:lnTo>
                      <a:pt x="37" y="11"/>
                    </a:lnTo>
                    <a:lnTo>
                      <a:pt x="38" y="9"/>
                    </a:lnTo>
                    <a:lnTo>
                      <a:pt x="38" y="6"/>
                    </a:lnTo>
                    <a:lnTo>
                      <a:pt x="38" y="5"/>
                    </a:lnTo>
                    <a:lnTo>
                      <a:pt x="40" y="3"/>
                    </a:lnTo>
                    <a:close/>
                  </a:path>
                </a:pathLst>
              </a:custGeom>
              <a:solidFill>
                <a:srgbClr val="FFFFFF"/>
              </a:solidFill>
              <a:ln w="9525">
                <a:noFill/>
                <a:round/>
              </a:ln>
              <a:effectLst/>
            </p:spPr>
            <p:txBody>
              <a:bodyP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58524" name="Freeform 124"/>
              <p:cNvSpPr/>
              <p:nvPr/>
            </p:nvSpPr>
            <p:spPr bwMode="auto">
              <a:xfrm>
                <a:off x="4875" y="2341"/>
                <a:ext cx="3" cy="7"/>
              </a:xfrm>
              <a:custGeom>
                <a:avLst/>
                <a:gdLst/>
                <a:ahLst/>
                <a:cxnLst>
                  <a:cxn ang="0">
                    <a:pos x="0" y="0"/>
                  </a:cxn>
                  <a:cxn ang="0">
                    <a:pos x="1" y="0"/>
                  </a:cxn>
                  <a:cxn ang="0">
                    <a:pos x="1" y="0"/>
                  </a:cxn>
                  <a:cxn ang="0">
                    <a:pos x="1" y="0"/>
                  </a:cxn>
                  <a:cxn ang="0">
                    <a:pos x="3" y="0"/>
                  </a:cxn>
                  <a:cxn ang="0">
                    <a:pos x="3" y="1"/>
                  </a:cxn>
                  <a:cxn ang="0">
                    <a:pos x="4" y="1"/>
                  </a:cxn>
                  <a:cxn ang="0">
                    <a:pos x="4" y="1"/>
                  </a:cxn>
                  <a:cxn ang="0">
                    <a:pos x="6" y="1"/>
                  </a:cxn>
                  <a:cxn ang="0">
                    <a:pos x="6" y="3"/>
                  </a:cxn>
                  <a:cxn ang="0">
                    <a:pos x="6" y="3"/>
                  </a:cxn>
                  <a:cxn ang="0">
                    <a:pos x="4" y="4"/>
                  </a:cxn>
                  <a:cxn ang="0">
                    <a:pos x="3" y="6"/>
                  </a:cxn>
                  <a:cxn ang="0">
                    <a:pos x="1" y="6"/>
                  </a:cxn>
                  <a:cxn ang="0">
                    <a:pos x="0" y="6"/>
                  </a:cxn>
                  <a:cxn ang="0">
                    <a:pos x="0" y="4"/>
                  </a:cxn>
                  <a:cxn ang="0">
                    <a:pos x="0" y="4"/>
                  </a:cxn>
                  <a:cxn ang="0">
                    <a:pos x="0" y="3"/>
                  </a:cxn>
                  <a:cxn ang="0">
                    <a:pos x="0" y="1"/>
                  </a:cxn>
                  <a:cxn ang="0">
                    <a:pos x="0" y="0"/>
                  </a:cxn>
                </a:cxnLst>
                <a:rect l="0" t="0" r="r" b="b"/>
                <a:pathLst>
                  <a:path w="6" h="6">
                    <a:moveTo>
                      <a:pt x="0" y="0"/>
                    </a:moveTo>
                    <a:lnTo>
                      <a:pt x="1" y="0"/>
                    </a:lnTo>
                    <a:lnTo>
                      <a:pt x="1" y="0"/>
                    </a:lnTo>
                    <a:lnTo>
                      <a:pt x="1" y="0"/>
                    </a:lnTo>
                    <a:lnTo>
                      <a:pt x="3" y="0"/>
                    </a:lnTo>
                    <a:lnTo>
                      <a:pt x="3" y="1"/>
                    </a:lnTo>
                    <a:lnTo>
                      <a:pt x="4" y="1"/>
                    </a:lnTo>
                    <a:lnTo>
                      <a:pt x="4" y="1"/>
                    </a:lnTo>
                    <a:lnTo>
                      <a:pt x="6" y="1"/>
                    </a:lnTo>
                    <a:lnTo>
                      <a:pt x="6" y="3"/>
                    </a:lnTo>
                    <a:lnTo>
                      <a:pt x="6" y="3"/>
                    </a:lnTo>
                    <a:lnTo>
                      <a:pt x="4" y="4"/>
                    </a:lnTo>
                    <a:lnTo>
                      <a:pt x="3" y="6"/>
                    </a:lnTo>
                    <a:lnTo>
                      <a:pt x="1" y="6"/>
                    </a:lnTo>
                    <a:lnTo>
                      <a:pt x="0" y="6"/>
                    </a:lnTo>
                    <a:lnTo>
                      <a:pt x="0" y="4"/>
                    </a:lnTo>
                    <a:lnTo>
                      <a:pt x="0" y="4"/>
                    </a:lnTo>
                    <a:lnTo>
                      <a:pt x="0" y="3"/>
                    </a:lnTo>
                    <a:lnTo>
                      <a:pt x="0" y="1"/>
                    </a:lnTo>
                    <a:lnTo>
                      <a:pt x="0" y="0"/>
                    </a:lnTo>
                    <a:close/>
                  </a:path>
                </a:pathLst>
              </a:custGeom>
              <a:solidFill>
                <a:srgbClr val="7A1111"/>
              </a:solidFill>
              <a:ln w="9525">
                <a:noFill/>
                <a:round/>
              </a:ln>
              <a:effectLst/>
            </p:spPr>
            <p:txBody>
              <a:bodyP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358525" name="Freeform 125"/>
              <p:cNvSpPr/>
              <p:nvPr/>
            </p:nvSpPr>
            <p:spPr bwMode="auto">
              <a:xfrm>
                <a:off x="4996" y="2819"/>
                <a:ext cx="19" cy="14"/>
              </a:xfrm>
              <a:custGeom>
                <a:avLst/>
                <a:gdLst/>
                <a:ahLst/>
                <a:cxnLst>
                  <a:cxn ang="0">
                    <a:pos x="0" y="0"/>
                  </a:cxn>
                  <a:cxn ang="0">
                    <a:pos x="0" y="0"/>
                  </a:cxn>
                  <a:cxn ang="0">
                    <a:pos x="0" y="9"/>
                  </a:cxn>
                  <a:cxn ang="0">
                    <a:pos x="0" y="14"/>
                  </a:cxn>
                  <a:cxn ang="0">
                    <a:pos x="0" y="15"/>
                  </a:cxn>
                  <a:cxn ang="0">
                    <a:pos x="8" y="15"/>
                  </a:cxn>
                  <a:cxn ang="0">
                    <a:pos x="8" y="15"/>
                  </a:cxn>
                  <a:cxn ang="0">
                    <a:pos x="16" y="15"/>
                  </a:cxn>
                  <a:cxn ang="0">
                    <a:pos x="16" y="14"/>
                  </a:cxn>
                  <a:cxn ang="0">
                    <a:pos x="16" y="9"/>
                  </a:cxn>
                  <a:cxn ang="0">
                    <a:pos x="16" y="0"/>
                  </a:cxn>
                  <a:cxn ang="0">
                    <a:pos x="16" y="0"/>
                  </a:cxn>
                  <a:cxn ang="0">
                    <a:pos x="0" y="0"/>
                  </a:cxn>
                </a:cxnLst>
                <a:rect l="0" t="0" r="r" b="b"/>
                <a:pathLst>
                  <a:path w="16" h="15">
                    <a:moveTo>
                      <a:pt x="0" y="0"/>
                    </a:moveTo>
                    <a:lnTo>
                      <a:pt x="0" y="0"/>
                    </a:lnTo>
                    <a:lnTo>
                      <a:pt x="0" y="9"/>
                    </a:lnTo>
                    <a:lnTo>
                      <a:pt x="0" y="14"/>
                    </a:lnTo>
                    <a:lnTo>
                      <a:pt x="0" y="15"/>
                    </a:lnTo>
                    <a:lnTo>
                      <a:pt x="8" y="15"/>
                    </a:lnTo>
                    <a:lnTo>
                      <a:pt x="8" y="15"/>
                    </a:lnTo>
                    <a:lnTo>
                      <a:pt x="16" y="15"/>
                    </a:lnTo>
                    <a:lnTo>
                      <a:pt x="16" y="14"/>
                    </a:lnTo>
                    <a:lnTo>
                      <a:pt x="16" y="9"/>
                    </a:lnTo>
                    <a:lnTo>
                      <a:pt x="16" y="0"/>
                    </a:lnTo>
                    <a:lnTo>
                      <a:pt x="16" y="0"/>
                    </a:lnTo>
                    <a:lnTo>
                      <a:pt x="0" y="0"/>
                    </a:lnTo>
                    <a:close/>
                  </a:path>
                </a:pathLst>
              </a:custGeom>
              <a:solidFill>
                <a:srgbClr val="FFFFFF"/>
              </a:solidFill>
              <a:ln w="9525">
                <a:noFill/>
                <a:round/>
              </a:ln>
              <a:effectLst/>
            </p:spPr>
            <p:txBody>
              <a:bodyP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58526" name="Freeform 126"/>
              <p:cNvSpPr/>
              <p:nvPr/>
            </p:nvSpPr>
            <p:spPr bwMode="auto">
              <a:xfrm>
                <a:off x="4803" y="2726"/>
                <a:ext cx="212" cy="93"/>
              </a:xfrm>
              <a:custGeom>
                <a:avLst/>
                <a:gdLst/>
                <a:ahLst/>
                <a:cxnLst>
                  <a:cxn ang="0">
                    <a:pos x="16" y="94"/>
                  </a:cxn>
                  <a:cxn ang="0">
                    <a:pos x="16" y="94"/>
                  </a:cxn>
                  <a:cxn ang="0">
                    <a:pos x="23" y="59"/>
                  </a:cxn>
                  <a:cxn ang="0">
                    <a:pos x="43" y="35"/>
                  </a:cxn>
                  <a:cxn ang="0">
                    <a:pos x="72" y="21"/>
                  </a:cxn>
                  <a:cxn ang="0">
                    <a:pos x="107" y="16"/>
                  </a:cxn>
                  <a:cxn ang="0">
                    <a:pos x="140" y="21"/>
                  </a:cxn>
                  <a:cxn ang="0">
                    <a:pos x="168" y="37"/>
                  </a:cxn>
                  <a:cxn ang="0">
                    <a:pos x="189" y="60"/>
                  </a:cxn>
                  <a:cxn ang="0">
                    <a:pos x="195" y="94"/>
                  </a:cxn>
                  <a:cxn ang="0">
                    <a:pos x="211" y="94"/>
                  </a:cxn>
                  <a:cxn ang="0">
                    <a:pos x="202" y="54"/>
                  </a:cxn>
                  <a:cxn ang="0">
                    <a:pos x="178" y="24"/>
                  </a:cxn>
                  <a:cxn ang="0">
                    <a:pos x="143" y="5"/>
                  </a:cxn>
                  <a:cxn ang="0">
                    <a:pos x="107" y="0"/>
                  </a:cxn>
                  <a:cxn ang="0">
                    <a:pos x="69" y="5"/>
                  </a:cxn>
                  <a:cxn ang="0">
                    <a:pos x="34" y="23"/>
                  </a:cxn>
                  <a:cxn ang="0">
                    <a:pos x="10" y="53"/>
                  </a:cxn>
                  <a:cxn ang="0">
                    <a:pos x="0" y="94"/>
                  </a:cxn>
                  <a:cxn ang="0">
                    <a:pos x="0" y="94"/>
                  </a:cxn>
                  <a:cxn ang="0">
                    <a:pos x="16" y="94"/>
                  </a:cxn>
                </a:cxnLst>
                <a:rect l="0" t="0" r="r" b="b"/>
                <a:pathLst>
                  <a:path w="211" h="94">
                    <a:moveTo>
                      <a:pt x="16" y="94"/>
                    </a:moveTo>
                    <a:lnTo>
                      <a:pt x="16" y="94"/>
                    </a:lnTo>
                    <a:lnTo>
                      <a:pt x="23" y="59"/>
                    </a:lnTo>
                    <a:lnTo>
                      <a:pt x="43" y="35"/>
                    </a:lnTo>
                    <a:lnTo>
                      <a:pt x="72" y="21"/>
                    </a:lnTo>
                    <a:lnTo>
                      <a:pt x="107" y="16"/>
                    </a:lnTo>
                    <a:lnTo>
                      <a:pt x="140" y="21"/>
                    </a:lnTo>
                    <a:lnTo>
                      <a:pt x="168" y="37"/>
                    </a:lnTo>
                    <a:lnTo>
                      <a:pt x="189" y="60"/>
                    </a:lnTo>
                    <a:lnTo>
                      <a:pt x="195" y="94"/>
                    </a:lnTo>
                    <a:lnTo>
                      <a:pt x="211" y="94"/>
                    </a:lnTo>
                    <a:lnTo>
                      <a:pt x="202" y="54"/>
                    </a:lnTo>
                    <a:lnTo>
                      <a:pt x="178" y="24"/>
                    </a:lnTo>
                    <a:lnTo>
                      <a:pt x="143" y="5"/>
                    </a:lnTo>
                    <a:lnTo>
                      <a:pt x="107" y="0"/>
                    </a:lnTo>
                    <a:lnTo>
                      <a:pt x="69" y="5"/>
                    </a:lnTo>
                    <a:lnTo>
                      <a:pt x="34" y="23"/>
                    </a:lnTo>
                    <a:lnTo>
                      <a:pt x="10" y="53"/>
                    </a:lnTo>
                    <a:lnTo>
                      <a:pt x="0" y="94"/>
                    </a:lnTo>
                    <a:lnTo>
                      <a:pt x="0" y="94"/>
                    </a:lnTo>
                    <a:lnTo>
                      <a:pt x="16" y="94"/>
                    </a:lnTo>
                    <a:close/>
                  </a:path>
                </a:pathLst>
              </a:custGeom>
              <a:solidFill>
                <a:srgbClr val="FFFFFF"/>
              </a:solidFill>
              <a:ln w="9525">
                <a:noFill/>
                <a:round/>
              </a:ln>
              <a:effectLst/>
            </p:spPr>
            <p:txBody>
              <a:bodyP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58527" name="Freeform 127"/>
              <p:cNvSpPr/>
              <p:nvPr/>
            </p:nvSpPr>
            <p:spPr bwMode="auto">
              <a:xfrm>
                <a:off x="4803" y="2819"/>
                <a:ext cx="16" cy="21"/>
              </a:xfrm>
              <a:custGeom>
                <a:avLst/>
                <a:gdLst/>
                <a:ahLst/>
                <a:cxnLst>
                  <a:cxn ang="0">
                    <a:pos x="8" y="8"/>
                  </a:cxn>
                  <a:cxn ang="0">
                    <a:pos x="8" y="15"/>
                  </a:cxn>
                  <a:cxn ang="0">
                    <a:pos x="16" y="15"/>
                  </a:cxn>
                  <a:cxn ang="0">
                    <a:pos x="16" y="14"/>
                  </a:cxn>
                  <a:cxn ang="0">
                    <a:pos x="16" y="9"/>
                  </a:cxn>
                  <a:cxn ang="0">
                    <a:pos x="16" y="0"/>
                  </a:cxn>
                  <a:cxn ang="0">
                    <a:pos x="0" y="0"/>
                  </a:cxn>
                  <a:cxn ang="0">
                    <a:pos x="0" y="9"/>
                  </a:cxn>
                  <a:cxn ang="0">
                    <a:pos x="0" y="14"/>
                  </a:cxn>
                  <a:cxn ang="0">
                    <a:pos x="0" y="15"/>
                  </a:cxn>
                  <a:cxn ang="0">
                    <a:pos x="8" y="15"/>
                  </a:cxn>
                  <a:cxn ang="0">
                    <a:pos x="8" y="23"/>
                  </a:cxn>
                  <a:cxn ang="0">
                    <a:pos x="0" y="15"/>
                  </a:cxn>
                  <a:cxn ang="0">
                    <a:pos x="0" y="23"/>
                  </a:cxn>
                  <a:cxn ang="0">
                    <a:pos x="8" y="23"/>
                  </a:cxn>
                  <a:cxn ang="0">
                    <a:pos x="8" y="8"/>
                  </a:cxn>
                </a:cxnLst>
                <a:rect l="0" t="0" r="r" b="b"/>
                <a:pathLst>
                  <a:path w="16" h="23">
                    <a:moveTo>
                      <a:pt x="8" y="8"/>
                    </a:moveTo>
                    <a:lnTo>
                      <a:pt x="8" y="15"/>
                    </a:lnTo>
                    <a:lnTo>
                      <a:pt x="16" y="15"/>
                    </a:lnTo>
                    <a:lnTo>
                      <a:pt x="16" y="14"/>
                    </a:lnTo>
                    <a:lnTo>
                      <a:pt x="16" y="9"/>
                    </a:lnTo>
                    <a:lnTo>
                      <a:pt x="16" y="0"/>
                    </a:lnTo>
                    <a:lnTo>
                      <a:pt x="0" y="0"/>
                    </a:lnTo>
                    <a:lnTo>
                      <a:pt x="0" y="9"/>
                    </a:lnTo>
                    <a:lnTo>
                      <a:pt x="0" y="14"/>
                    </a:lnTo>
                    <a:lnTo>
                      <a:pt x="0" y="15"/>
                    </a:lnTo>
                    <a:lnTo>
                      <a:pt x="8" y="15"/>
                    </a:lnTo>
                    <a:lnTo>
                      <a:pt x="8" y="23"/>
                    </a:lnTo>
                    <a:lnTo>
                      <a:pt x="0" y="15"/>
                    </a:lnTo>
                    <a:lnTo>
                      <a:pt x="0" y="23"/>
                    </a:lnTo>
                    <a:lnTo>
                      <a:pt x="8" y="23"/>
                    </a:lnTo>
                    <a:lnTo>
                      <a:pt x="8" y="8"/>
                    </a:lnTo>
                    <a:close/>
                  </a:path>
                </a:pathLst>
              </a:custGeom>
              <a:solidFill>
                <a:srgbClr val="FFFFFF"/>
              </a:solidFill>
              <a:ln w="9525">
                <a:noFill/>
                <a:round/>
              </a:ln>
              <a:effectLst/>
            </p:spPr>
            <p:txBody>
              <a:bodyP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58528" name="Freeform 128"/>
              <p:cNvSpPr/>
              <p:nvPr/>
            </p:nvSpPr>
            <p:spPr bwMode="auto">
              <a:xfrm>
                <a:off x="4812" y="2826"/>
                <a:ext cx="203" cy="14"/>
              </a:xfrm>
              <a:custGeom>
                <a:avLst/>
                <a:gdLst/>
                <a:ahLst/>
                <a:cxnLst>
                  <a:cxn ang="0">
                    <a:pos x="187" y="7"/>
                  </a:cxn>
                  <a:cxn ang="0">
                    <a:pos x="195" y="0"/>
                  </a:cxn>
                  <a:cxn ang="0">
                    <a:pos x="0" y="0"/>
                  </a:cxn>
                  <a:cxn ang="0">
                    <a:pos x="0" y="15"/>
                  </a:cxn>
                  <a:cxn ang="0">
                    <a:pos x="195" y="15"/>
                  </a:cxn>
                  <a:cxn ang="0">
                    <a:pos x="203" y="7"/>
                  </a:cxn>
                  <a:cxn ang="0">
                    <a:pos x="195" y="15"/>
                  </a:cxn>
                  <a:cxn ang="0">
                    <a:pos x="203" y="15"/>
                  </a:cxn>
                  <a:cxn ang="0">
                    <a:pos x="203" y="7"/>
                  </a:cxn>
                  <a:cxn ang="0">
                    <a:pos x="187" y="7"/>
                  </a:cxn>
                </a:cxnLst>
                <a:rect l="0" t="0" r="r" b="b"/>
                <a:pathLst>
                  <a:path w="203" h="15">
                    <a:moveTo>
                      <a:pt x="187" y="7"/>
                    </a:moveTo>
                    <a:lnTo>
                      <a:pt x="195" y="0"/>
                    </a:lnTo>
                    <a:lnTo>
                      <a:pt x="0" y="0"/>
                    </a:lnTo>
                    <a:lnTo>
                      <a:pt x="0" y="15"/>
                    </a:lnTo>
                    <a:lnTo>
                      <a:pt x="195" y="15"/>
                    </a:lnTo>
                    <a:lnTo>
                      <a:pt x="203" y="7"/>
                    </a:lnTo>
                    <a:lnTo>
                      <a:pt x="195" y="15"/>
                    </a:lnTo>
                    <a:lnTo>
                      <a:pt x="203" y="15"/>
                    </a:lnTo>
                    <a:lnTo>
                      <a:pt x="203" y="7"/>
                    </a:lnTo>
                    <a:lnTo>
                      <a:pt x="187" y="7"/>
                    </a:lnTo>
                    <a:close/>
                  </a:path>
                </a:pathLst>
              </a:custGeom>
              <a:solidFill>
                <a:srgbClr val="FFFFFF"/>
              </a:solidFill>
              <a:ln w="9525">
                <a:noFill/>
                <a:round/>
              </a:ln>
              <a:effectLst/>
            </p:spPr>
            <p:txBody>
              <a:bodyP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58529" name="Freeform 129"/>
              <p:cNvSpPr/>
              <p:nvPr/>
            </p:nvSpPr>
            <p:spPr bwMode="auto">
              <a:xfrm>
                <a:off x="4901" y="2734"/>
                <a:ext cx="13" cy="100"/>
              </a:xfrm>
              <a:custGeom>
                <a:avLst/>
                <a:gdLst/>
                <a:ahLst/>
                <a:cxnLst>
                  <a:cxn ang="0">
                    <a:pos x="8" y="101"/>
                  </a:cxn>
                  <a:cxn ang="0">
                    <a:pos x="16" y="101"/>
                  </a:cxn>
                  <a:cxn ang="0">
                    <a:pos x="16" y="0"/>
                  </a:cxn>
                  <a:cxn ang="0">
                    <a:pos x="0" y="0"/>
                  </a:cxn>
                  <a:cxn ang="0">
                    <a:pos x="0" y="101"/>
                  </a:cxn>
                  <a:cxn ang="0">
                    <a:pos x="8" y="101"/>
                  </a:cxn>
                </a:cxnLst>
                <a:rect l="0" t="0" r="r" b="b"/>
                <a:pathLst>
                  <a:path w="16" h="101">
                    <a:moveTo>
                      <a:pt x="8" y="101"/>
                    </a:moveTo>
                    <a:lnTo>
                      <a:pt x="16" y="101"/>
                    </a:lnTo>
                    <a:lnTo>
                      <a:pt x="16" y="0"/>
                    </a:lnTo>
                    <a:lnTo>
                      <a:pt x="0" y="0"/>
                    </a:lnTo>
                    <a:lnTo>
                      <a:pt x="0" y="101"/>
                    </a:lnTo>
                    <a:lnTo>
                      <a:pt x="8" y="101"/>
                    </a:lnTo>
                    <a:close/>
                  </a:path>
                </a:pathLst>
              </a:custGeom>
              <a:solidFill>
                <a:srgbClr val="FFFFFF"/>
              </a:solidFill>
              <a:ln w="9525">
                <a:noFill/>
                <a:round/>
              </a:ln>
              <a:effectLst/>
            </p:spPr>
            <p:txBody>
              <a:bodyP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58530" name="Freeform 130"/>
              <p:cNvSpPr/>
              <p:nvPr/>
            </p:nvSpPr>
            <p:spPr bwMode="auto">
              <a:xfrm>
                <a:off x="4904" y="2755"/>
                <a:ext cx="86" cy="86"/>
              </a:xfrm>
              <a:custGeom>
                <a:avLst/>
                <a:gdLst/>
                <a:ahLst/>
                <a:cxnLst>
                  <a:cxn ang="0">
                    <a:pos x="5" y="79"/>
                  </a:cxn>
                  <a:cxn ang="0">
                    <a:pos x="10" y="84"/>
                  </a:cxn>
                  <a:cxn ang="0">
                    <a:pos x="87" y="10"/>
                  </a:cxn>
                  <a:cxn ang="0">
                    <a:pos x="78" y="0"/>
                  </a:cxn>
                  <a:cxn ang="0">
                    <a:pos x="0" y="75"/>
                  </a:cxn>
                  <a:cxn ang="0">
                    <a:pos x="5" y="79"/>
                  </a:cxn>
                </a:cxnLst>
                <a:rect l="0" t="0" r="r" b="b"/>
                <a:pathLst>
                  <a:path w="87" h="84">
                    <a:moveTo>
                      <a:pt x="5" y="79"/>
                    </a:moveTo>
                    <a:lnTo>
                      <a:pt x="10" y="84"/>
                    </a:lnTo>
                    <a:lnTo>
                      <a:pt x="87" y="10"/>
                    </a:lnTo>
                    <a:lnTo>
                      <a:pt x="78" y="0"/>
                    </a:lnTo>
                    <a:lnTo>
                      <a:pt x="0" y="75"/>
                    </a:lnTo>
                    <a:lnTo>
                      <a:pt x="5" y="79"/>
                    </a:lnTo>
                    <a:close/>
                  </a:path>
                </a:pathLst>
              </a:custGeom>
              <a:solidFill>
                <a:srgbClr val="FFFFFF"/>
              </a:solidFill>
              <a:ln w="9525">
                <a:noFill/>
                <a:round/>
              </a:ln>
              <a:effectLst/>
            </p:spPr>
            <p:txBody>
              <a:bodyP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58531" name="Freeform 131"/>
              <p:cNvSpPr/>
              <p:nvPr/>
            </p:nvSpPr>
            <p:spPr bwMode="auto">
              <a:xfrm>
                <a:off x="4828" y="2755"/>
                <a:ext cx="86" cy="86"/>
              </a:xfrm>
              <a:custGeom>
                <a:avLst/>
                <a:gdLst/>
                <a:ahLst/>
                <a:cxnLst>
                  <a:cxn ang="0">
                    <a:pos x="78" y="80"/>
                  </a:cxn>
                  <a:cxn ang="0">
                    <a:pos x="83" y="76"/>
                  </a:cxn>
                  <a:cxn ang="0">
                    <a:pos x="10" y="0"/>
                  </a:cxn>
                  <a:cxn ang="0">
                    <a:pos x="0" y="9"/>
                  </a:cxn>
                  <a:cxn ang="0">
                    <a:pos x="73" y="85"/>
                  </a:cxn>
                  <a:cxn ang="0">
                    <a:pos x="78" y="80"/>
                  </a:cxn>
                </a:cxnLst>
                <a:rect l="0" t="0" r="r" b="b"/>
                <a:pathLst>
                  <a:path w="83" h="85">
                    <a:moveTo>
                      <a:pt x="78" y="80"/>
                    </a:moveTo>
                    <a:lnTo>
                      <a:pt x="83" y="76"/>
                    </a:lnTo>
                    <a:lnTo>
                      <a:pt x="10" y="0"/>
                    </a:lnTo>
                    <a:lnTo>
                      <a:pt x="0" y="9"/>
                    </a:lnTo>
                    <a:lnTo>
                      <a:pt x="73" y="85"/>
                    </a:lnTo>
                    <a:lnTo>
                      <a:pt x="78" y="80"/>
                    </a:lnTo>
                    <a:close/>
                  </a:path>
                </a:pathLst>
              </a:custGeom>
              <a:solidFill>
                <a:srgbClr val="FFFFFF"/>
              </a:solidFill>
              <a:ln w="9525">
                <a:noFill/>
                <a:round/>
              </a:ln>
              <a:effectLst/>
            </p:spPr>
            <p:txBody>
              <a:bodyP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grpSp>
        <p:sp>
          <p:nvSpPr>
            <p:cNvPr id="37018" name="Text Box 132"/>
            <p:cNvSpPr txBox="1"/>
            <p:nvPr/>
          </p:nvSpPr>
          <p:spPr>
            <a:xfrm>
              <a:off x="4729" y="650"/>
              <a:ext cx="479" cy="848"/>
            </a:xfrm>
            <a:prstGeom prst="rect">
              <a:avLst/>
            </a:prstGeom>
            <a:noFill/>
            <a:ln w="12700">
              <a:noFill/>
            </a:ln>
          </p:spPr>
          <p:txBody>
            <a:bodyPr wrap="none">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ct val="0"/>
                </a:spcBef>
                <a:spcAft>
                  <a:spcPts val="590"/>
                </a:spcAft>
                <a:buSzPct val="80000"/>
                <a:buNone/>
              </a:pPr>
              <a:endParaRPr lang="zh-CN" altLang="en-US" sz="2800" dirty="0">
                <a:ea typeface="宋体" pitchFamily="2" charset="-122"/>
              </a:endParaRPr>
            </a:p>
          </p:txBody>
        </p:sp>
      </p:grpSp>
      <p:grpSp>
        <p:nvGrpSpPr>
          <p:cNvPr id="36872" name="Group 133"/>
          <p:cNvGrpSpPr/>
          <p:nvPr/>
        </p:nvGrpSpPr>
        <p:grpSpPr>
          <a:xfrm>
            <a:off x="9069388" y="3460750"/>
            <a:ext cx="536575" cy="847725"/>
            <a:chOff x="4368" y="0"/>
            <a:chExt cx="1392" cy="1498"/>
          </a:xfrm>
        </p:grpSpPr>
        <p:grpSp>
          <p:nvGrpSpPr>
            <p:cNvPr id="36983" name="Group 134"/>
            <p:cNvGrpSpPr/>
            <p:nvPr/>
          </p:nvGrpSpPr>
          <p:grpSpPr>
            <a:xfrm>
              <a:off x="4368" y="0"/>
              <a:ext cx="1392" cy="1056"/>
              <a:chOff x="4368" y="2016"/>
              <a:chExt cx="1072" cy="1344"/>
            </a:xfrm>
          </p:grpSpPr>
          <p:sp>
            <p:nvSpPr>
              <p:cNvPr id="358535" name="Freeform 135"/>
              <p:cNvSpPr/>
              <p:nvPr/>
            </p:nvSpPr>
            <p:spPr bwMode="auto">
              <a:xfrm>
                <a:off x="4457" y="2462"/>
                <a:ext cx="898" cy="825"/>
              </a:xfrm>
              <a:custGeom>
                <a:avLst/>
                <a:gdLst/>
                <a:ahLst/>
                <a:cxnLst>
                  <a:cxn ang="0">
                    <a:pos x="445" y="0"/>
                  </a:cxn>
                  <a:cxn ang="0">
                    <a:pos x="897" y="293"/>
                  </a:cxn>
                  <a:cxn ang="0">
                    <a:pos x="897" y="829"/>
                  </a:cxn>
                  <a:cxn ang="0">
                    <a:pos x="601" y="829"/>
                  </a:cxn>
                  <a:cxn ang="0">
                    <a:pos x="296" y="829"/>
                  </a:cxn>
                  <a:cxn ang="0">
                    <a:pos x="0" y="829"/>
                  </a:cxn>
                  <a:cxn ang="0">
                    <a:pos x="0" y="293"/>
                  </a:cxn>
                  <a:cxn ang="0">
                    <a:pos x="445" y="0"/>
                  </a:cxn>
                </a:cxnLst>
                <a:rect l="0" t="0" r="r" b="b"/>
                <a:pathLst>
                  <a:path w="897" h="829">
                    <a:moveTo>
                      <a:pt x="445" y="0"/>
                    </a:moveTo>
                    <a:lnTo>
                      <a:pt x="897" y="293"/>
                    </a:lnTo>
                    <a:lnTo>
                      <a:pt x="897" y="829"/>
                    </a:lnTo>
                    <a:lnTo>
                      <a:pt x="601" y="829"/>
                    </a:lnTo>
                    <a:lnTo>
                      <a:pt x="296" y="829"/>
                    </a:lnTo>
                    <a:lnTo>
                      <a:pt x="0" y="829"/>
                    </a:lnTo>
                    <a:lnTo>
                      <a:pt x="0" y="293"/>
                    </a:lnTo>
                    <a:lnTo>
                      <a:pt x="445" y="0"/>
                    </a:lnTo>
                    <a:close/>
                  </a:path>
                </a:pathLst>
              </a:custGeom>
              <a:solidFill>
                <a:srgbClr val="993366"/>
              </a:solidFill>
              <a:ln w="9525">
                <a:noFill/>
                <a:round/>
              </a:ln>
              <a:effectLst/>
            </p:spPr>
            <p:txBody>
              <a:bodyP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358536" name="Freeform 136"/>
              <p:cNvSpPr/>
              <p:nvPr/>
            </p:nvSpPr>
            <p:spPr bwMode="auto">
              <a:xfrm>
                <a:off x="4368" y="2462"/>
                <a:ext cx="415" cy="289"/>
              </a:xfrm>
              <a:custGeom>
                <a:avLst/>
                <a:gdLst/>
                <a:ahLst/>
                <a:cxnLst>
                  <a:cxn ang="0">
                    <a:pos x="0" y="288"/>
                  </a:cxn>
                  <a:cxn ang="0">
                    <a:pos x="416" y="32"/>
                  </a:cxn>
                  <a:cxn ang="0">
                    <a:pos x="416" y="27"/>
                  </a:cxn>
                  <a:cxn ang="0">
                    <a:pos x="416" y="19"/>
                  </a:cxn>
                  <a:cxn ang="0">
                    <a:pos x="416" y="9"/>
                  </a:cxn>
                  <a:cxn ang="0">
                    <a:pos x="416" y="0"/>
                  </a:cxn>
                  <a:cxn ang="0">
                    <a:pos x="0" y="254"/>
                  </a:cxn>
                  <a:cxn ang="0">
                    <a:pos x="0" y="288"/>
                  </a:cxn>
                </a:cxnLst>
                <a:rect l="0" t="0" r="r" b="b"/>
                <a:pathLst>
                  <a:path w="416" h="288">
                    <a:moveTo>
                      <a:pt x="0" y="288"/>
                    </a:moveTo>
                    <a:lnTo>
                      <a:pt x="416" y="32"/>
                    </a:lnTo>
                    <a:lnTo>
                      <a:pt x="416" y="27"/>
                    </a:lnTo>
                    <a:lnTo>
                      <a:pt x="416" y="19"/>
                    </a:lnTo>
                    <a:lnTo>
                      <a:pt x="416" y="9"/>
                    </a:lnTo>
                    <a:lnTo>
                      <a:pt x="416" y="0"/>
                    </a:lnTo>
                    <a:lnTo>
                      <a:pt x="0" y="254"/>
                    </a:lnTo>
                    <a:lnTo>
                      <a:pt x="0" y="288"/>
                    </a:lnTo>
                    <a:close/>
                  </a:path>
                </a:pathLst>
              </a:custGeom>
              <a:solidFill>
                <a:srgbClr val="000000"/>
              </a:solidFill>
              <a:ln w="9525">
                <a:noFill/>
                <a:round/>
              </a:ln>
              <a:effectLst/>
            </p:spPr>
            <p:txBody>
              <a:bodyP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358537" name="Rectangle 137"/>
              <p:cNvSpPr>
                <a:spLocks noChangeArrowheads="1"/>
              </p:cNvSpPr>
              <p:nvPr/>
            </p:nvSpPr>
            <p:spPr bwMode="auto">
              <a:xfrm>
                <a:off x="4457" y="3330"/>
                <a:ext cx="898" cy="29"/>
              </a:xfrm>
              <a:prstGeom prst="rect">
                <a:avLst/>
              </a:prstGeom>
              <a:solidFill>
                <a:srgbClr val="000000"/>
              </a:solidFill>
              <a:ln w="9525">
                <a:noFill/>
                <a:miter lim="800000"/>
              </a:ln>
              <a:effectLst/>
            </p:spPr>
            <p:txBody>
              <a:bodyP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358538" name="Freeform 138"/>
              <p:cNvSpPr/>
              <p:nvPr/>
            </p:nvSpPr>
            <p:spPr bwMode="auto">
              <a:xfrm>
                <a:off x="4787" y="2170"/>
                <a:ext cx="241" cy="328"/>
              </a:xfrm>
              <a:custGeom>
                <a:avLst/>
                <a:gdLst/>
                <a:ahLst/>
                <a:cxnLst>
                  <a:cxn ang="0">
                    <a:pos x="242" y="327"/>
                  </a:cxn>
                  <a:cxn ang="0">
                    <a:pos x="242" y="0"/>
                  </a:cxn>
                  <a:cxn ang="0">
                    <a:pos x="0" y="0"/>
                  </a:cxn>
                  <a:cxn ang="0">
                    <a:pos x="0" y="321"/>
                  </a:cxn>
                  <a:cxn ang="0">
                    <a:pos x="116" y="240"/>
                  </a:cxn>
                  <a:cxn ang="0">
                    <a:pos x="242" y="327"/>
                  </a:cxn>
                </a:cxnLst>
                <a:rect l="0" t="0" r="r" b="b"/>
                <a:pathLst>
                  <a:path w="242" h="327">
                    <a:moveTo>
                      <a:pt x="242" y="327"/>
                    </a:moveTo>
                    <a:lnTo>
                      <a:pt x="242" y="0"/>
                    </a:lnTo>
                    <a:lnTo>
                      <a:pt x="0" y="0"/>
                    </a:lnTo>
                    <a:lnTo>
                      <a:pt x="0" y="321"/>
                    </a:lnTo>
                    <a:lnTo>
                      <a:pt x="116" y="240"/>
                    </a:lnTo>
                    <a:lnTo>
                      <a:pt x="242" y="327"/>
                    </a:lnTo>
                    <a:close/>
                  </a:path>
                </a:pathLst>
              </a:custGeom>
              <a:solidFill>
                <a:srgbClr val="000000"/>
              </a:solidFill>
              <a:ln w="9525">
                <a:noFill/>
                <a:round/>
              </a:ln>
              <a:effectLst/>
            </p:spPr>
            <p:txBody>
              <a:bodyP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358539" name="Freeform 139"/>
              <p:cNvSpPr/>
              <p:nvPr/>
            </p:nvSpPr>
            <p:spPr bwMode="auto">
              <a:xfrm>
                <a:off x="4723" y="2016"/>
                <a:ext cx="358" cy="125"/>
              </a:xfrm>
              <a:custGeom>
                <a:avLst/>
                <a:gdLst/>
                <a:ahLst/>
                <a:cxnLst>
                  <a:cxn ang="0">
                    <a:pos x="181" y="0"/>
                  </a:cxn>
                  <a:cxn ang="0">
                    <a:pos x="0" y="126"/>
                  </a:cxn>
                  <a:cxn ang="0">
                    <a:pos x="361" y="126"/>
                  </a:cxn>
                  <a:cxn ang="0">
                    <a:pos x="181" y="0"/>
                  </a:cxn>
                </a:cxnLst>
                <a:rect l="0" t="0" r="r" b="b"/>
                <a:pathLst>
                  <a:path w="361" h="126">
                    <a:moveTo>
                      <a:pt x="181" y="0"/>
                    </a:moveTo>
                    <a:lnTo>
                      <a:pt x="0" y="126"/>
                    </a:lnTo>
                    <a:lnTo>
                      <a:pt x="361" y="126"/>
                    </a:lnTo>
                    <a:lnTo>
                      <a:pt x="181" y="0"/>
                    </a:lnTo>
                    <a:close/>
                  </a:path>
                </a:pathLst>
              </a:custGeom>
              <a:solidFill>
                <a:srgbClr val="000000"/>
              </a:solidFill>
              <a:ln w="9525">
                <a:noFill/>
                <a:round/>
              </a:ln>
              <a:effectLst/>
            </p:spPr>
            <p:txBody>
              <a:bodyP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358540" name="Freeform 140"/>
              <p:cNvSpPr/>
              <p:nvPr/>
            </p:nvSpPr>
            <p:spPr bwMode="auto">
              <a:xfrm>
                <a:off x="5028" y="2469"/>
                <a:ext cx="412" cy="282"/>
              </a:xfrm>
              <a:custGeom>
                <a:avLst/>
                <a:gdLst/>
                <a:ahLst/>
                <a:cxnLst>
                  <a:cxn ang="0">
                    <a:pos x="413" y="287"/>
                  </a:cxn>
                  <a:cxn ang="0">
                    <a:pos x="0" y="31"/>
                  </a:cxn>
                  <a:cxn ang="0">
                    <a:pos x="0" y="25"/>
                  </a:cxn>
                  <a:cxn ang="0">
                    <a:pos x="0" y="17"/>
                  </a:cxn>
                  <a:cxn ang="0">
                    <a:pos x="0" y="9"/>
                  </a:cxn>
                  <a:cxn ang="0">
                    <a:pos x="0" y="0"/>
                  </a:cxn>
                  <a:cxn ang="0">
                    <a:pos x="413" y="253"/>
                  </a:cxn>
                  <a:cxn ang="0">
                    <a:pos x="413" y="287"/>
                  </a:cxn>
                </a:cxnLst>
                <a:rect l="0" t="0" r="r" b="b"/>
                <a:pathLst>
                  <a:path w="413" h="287">
                    <a:moveTo>
                      <a:pt x="413" y="287"/>
                    </a:moveTo>
                    <a:lnTo>
                      <a:pt x="0" y="31"/>
                    </a:lnTo>
                    <a:lnTo>
                      <a:pt x="0" y="25"/>
                    </a:lnTo>
                    <a:lnTo>
                      <a:pt x="0" y="17"/>
                    </a:lnTo>
                    <a:lnTo>
                      <a:pt x="0" y="9"/>
                    </a:lnTo>
                    <a:lnTo>
                      <a:pt x="0" y="0"/>
                    </a:lnTo>
                    <a:lnTo>
                      <a:pt x="413" y="253"/>
                    </a:lnTo>
                    <a:lnTo>
                      <a:pt x="413" y="287"/>
                    </a:lnTo>
                    <a:close/>
                  </a:path>
                </a:pathLst>
              </a:custGeom>
              <a:solidFill>
                <a:srgbClr val="000000"/>
              </a:solidFill>
              <a:ln w="9525">
                <a:noFill/>
                <a:round/>
              </a:ln>
              <a:effectLst/>
            </p:spPr>
            <p:txBody>
              <a:bodyP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358541" name="Freeform 141"/>
              <p:cNvSpPr/>
              <p:nvPr/>
            </p:nvSpPr>
            <p:spPr bwMode="auto">
              <a:xfrm>
                <a:off x="4841" y="2209"/>
                <a:ext cx="127" cy="164"/>
              </a:xfrm>
              <a:custGeom>
                <a:avLst/>
                <a:gdLst/>
                <a:ahLst/>
                <a:cxnLst>
                  <a:cxn ang="0">
                    <a:pos x="65" y="0"/>
                  </a:cxn>
                  <a:cxn ang="0">
                    <a:pos x="51" y="1"/>
                  </a:cxn>
                  <a:cxn ang="0">
                    <a:pos x="38" y="6"/>
                  </a:cxn>
                  <a:cxn ang="0">
                    <a:pos x="27" y="13"/>
                  </a:cxn>
                  <a:cxn ang="0">
                    <a:pos x="17" y="20"/>
                  </a:cxn>
                  <a:cxn ang="0">
                    <a:pos x="9" y="32"/>
                  </a:cxn>
                  <a:cxn ang="0">
                    <a:pos x="5" y="44"/>
                  </a:cxn>
                  <a:cxn ang="0">
                    <a:pos x="1" y="58"/>
                  </a:cxn>
                  <a:cxn ang="0">
                    <a:pos x="0" y="74"/>
                  </a:cxn>
                  <a:cxn ang="0">
                    <a:pos x="0" y="103"/>
                  </a:cxn>
                  <a:cxn ang="0">
                    <a:pos x="0" y="126"/>
                  </a:cxn>
                  <a:cxn ang="0">
                    <a:pos x="0" y="145"/>
                  </a:cxn>
                  <a:cxn ang="0">
                    <a:pos x="0" y="164"/>
                  </a:cxn>
                  <a:cxn ang="0">
                    <a:pos x="27" y="164"/>
                  </a:cxn>
                  <a:cxn ang="0">
                    <a:pos x="44" y="164"/>
                  </a:cxn>
                  <a:cxn ang="0">
                    <a:pos x="55" y="164"/>
                  </a:cxn>
                  <a:cxn ang="0">
                    <a:pos x="63" y="164"/>
                  </a:cxn>
                  <a:cxn ang="0">
                    <a:pos x="71" y="164"/>
                  </a:cxn>
                  <a:cxn ang="0">
                    <a:pos x="82" y="164"/>
                  </a:cxn>
                  <a:cxn ang="0">
                    <a:pos x="100" y="164"/>
                  </a:cxn>
                  <a:cxn ang="0">
                    <a:pos x="127" y="164"/>
                  </a:cxn>
                  <a:cxn ang="0">
                    <a:pos x="127" y="139"/>
                  </a:cxn>
                  <a:cxn ang="0">
                    <a:pos x="127" y="114"/>
                  </a:cxn>
                  <a:cxn ang="0">
                    <a:pos x="127" y="90"/>
                  </a:cxn>
                  <a:cxn ang="0">
                    <a:pos x="127" y="71"/>
                  </a:cxn>
                  <a:cxn ang="0">
                    <a:pos x="127" y="62"/>
                  </a:cxn>
                  <a:cxn ang="0">
                    <a:pos x="123" y="51"/>
                  </a:cxn>
                  <a:cxn ang="0">
                    <a:pos x="119" y="38"/>
                  </a:cxn>
                  <a:cxn ang="0">
                    <a:pos x="112" y="27"/>
                  </a:cxn>
                  <a:cxn ang="0">
                    <a:pos x="104" y="16"/>
                  </a:cxn>
                  <a:cxn ang="0">
                    <a:pos x="93" y="8"/>
                  </a:cxn>
                  <a:cxn ang="0">
                    <a:pos x="81" y="1"/>
                  </a:cxn>
                  <a:cxn ang="0">
                    <a:pos x="65" y="0"/>
                  </a:cxn>
                </a:cxnLst>
                <a:rect l="0" t="0" r="r" b="b"/>
                <a:pathLst>
                  <a:path w="127" h="164">
                    <a:moveTo>
                      <a:pt x="65" y="0"/>
                    </a:moveTo>
                    <a:lnTo>
                      <a:pt x="51" y="1"/>
                    </a:lnTo>
                    <a:lnTo>
                      <a:pt x="38" y="6"/>
                    </a:lnTo>
                    <a:lnTo>
                      <a:pt x="27" y="13"/>
                    </a:lnTo>
                    <a:lnTo>
                      <a:pt x="17" y="20"/>
                    </a:lnTo>
                    <a:lnTo>
                      <a:pt x="9" y="32"/>
                    </a:lnTo>
                    <a:lnTo>
                      <a:pt x="5" y="44"/>
                    </a:lnTo>
                    <a:lnTo>
                      <a:pt x="1" y="58"/>
                    </a:lnTo>
                    <a:lnTo>
                      <a:pt x="0" y="74"/>
                    </a:lnTo>
                    <a:lnTo>
                      <a:pt x="0" y="103"/>
                    </a:lnTo>
                    <a:lnTo>
                      <a:pt x="0" y="126"/>
                    </a:lnTo>
                    <a:lnTo>
                      <a:pt x="0" y="145"/>
                    </a:lnTo>
                    <a:lnTo>
                      <a:pt x="0" y="164"/>
                    </a:lnTo>
                    <a:lnTo>
                      <a:pt x="27" y="164"/>
                    </a:lnTo>
                    <a:lnTo>
                      <a:pt x="44" y="164"/>
                    </a:lnTo>
                    <a:lnTo>
                      <a:pt x="55" y="164"/>
                    </a:lnTo>
                    <a:lnTo>
                      <a:pt x="63" y="164"/>
                    </a:lnTo>
                    <a:lnTo>
                      <a:pt x="71" y="164"/>
                    </a:lnTo>
                    <a:lnTo>
                      <a:pt x="82" y="164"/>
                    </a:lnTo>
                    <a:lnTo>
                      <a:pt x="100" y="164"/>
                    </a:lnTo>
                    <a:lnTo>
                      <a:pt x="127" y="164"/>
                    </a:lnTo>
                    <a:lnTo>
                      <a:pt x="127" y="139"/>
                    </a:lnTo>
                    <a:lnTo>
                      <a:pt x="127" y="114"/>
                    </a:lnTo>
                    <a:lnTo>
                      <a:pt x="127" y="90"/>
                    </a:lnTo>
                    <a:lnTo>
                      <a:pt x="127" y="71"/>
                    </a:lnTo>
                    <a:lnTo>
                      <a:pt x="127" y="62"/>
                    </a:lnTo>
                    <a:lnTo>
                      <a:pt x="123" y="51"/>
                    </a:lnTo>
                    <a:lnTo>
                      <a:pt x="119" y="38"/>
                    </a:lnTo>
                    <a:lnTo>
                      <a:pt x="112" y="27"/>
                    </a:lnTo>
                    <a:lnTo>
                      <a:pt x="104" y="16"/>
                    </a:lnTo>
                    <a:lnTo>
                      <a:pt x="93" y="8"/>
                    </a:lnTo>
                    <a:lnTo>
                      <a:pt x="81" y="1"/>
                    </a:lnTo>
                    <a:lnTo>
                      <a:pt x="65" y="0"/>
                    </a:lnTo>
                    <a:close/>
                  </a:path>
                </a:pathLst>
              </a:custGeom>
              <a:solidFill>
                <a:srgbClr val="FFFFFF"/>
              </a:solidFill>
              <a:ln w="9525">
                <a:noFill/>
                <a:round/>
              </a:ln>
              <a:effectLst/>
            </p:spPr>
            <p:txBody>
              <a:bodyP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58542" name="Rectangle 142"/>
              <p:cNvSpPr>
                <a:spLocks noChangeArrowheads="1"/>
              </p:cNvSpPr>
              <p:nvPr/>
            </p:nvSpPr>
            <p:spPr bwMode="auto">
              <a:xfrm>
                <a:off x="4803" y="2901"/>
                <a:ext cx="206" cy="386"/>
              </a:xfrm>
              <a:prstGeom prst="rect">
                <a:avLst/>
              </a:prstGeom>
              <a:solidFill>
                <a:srgbClr val="FFFFFF"/>
              </a:solidFill>
              <a:ln w="9525">
                <a:noFill/>
                <a:miter lim="800000"/>
              </a:ln>
              <a:effectLst/>
            </p:spPr>
            <p:txBody>
              <a:bodyP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58543" name="Freeform 143"/>
              <p:cNvSpPr/>
              <p:nvPr/>
            </p:nvSpPr>
            <p:spPr bwMode="auto">
              <a:xfrm>
                <a:off x="4736" y="2819"/>
                <a:ext cx="13" cy="318"/>
              </a:xfrm>
              <a:custGeom>
                <a:avLst/>
                <a:gdLst/>
                <a:ahLst/>
                <a:cxnLst>
                  <a:cxn ang="0">
                    <a:pos x="8" y="16"/>
                  </a:cxn>
                  <a:cxn ang="0">
                    <a:pos x="0" y="8"/>
                  </a:cxn>
                  <a:cxn ang="0">
                    <a:pos x="0" y="320"/>
                  </a:cxn>
                  <a:cxn ang="0">
                    <a:pos x="16" y="320"/>
                  </a:cxn>
                  <a:cxn ang="0">
                    <a:pos x="16" y="8"/>
                  </a:cxn>
                  <a:cxn ang="0">
                    <a:pos x="8" y="0"/>
                  </a:cxn>
                  <a:cxn ang="0">
                    <a:pos x="16" y="8"/>
                  </a:cxn>
                  <a:cxn ang="0">
                    <a:pos x="16" y="0"/>
                  </a:cxn>
                  <a:cxn ang="0">
                    <a:pos x="8" y="0"/>
                  </a:cxn>
                  <a:cxn ang="0">
                    <a:pos x="8" y="16"/>
                  </a:cxn>
                </a:cxnLst>
                <a:rect l="0" t="0" r="r" b="b"/>
                <a:pathLst>
                  <a:path w="16" h="320">
                    <a:moveTo>
                      <a:pt x="8" y="16"/>
                    </a:moveTo>
                    <a:lnTo>
                      <a:pt x="0" y="8"/>
                    </a:lnTo>
                    <a:lnTo>
                      <a:pt x="0" y="320"/>
                    </a:lnTo>
                    <a:lnTo>
                      <a:pt x="16" y="320"/>
                    </a:lnTo>
                    <a:lnTo>
                      <a:pt x="16" y="8"/>
                    </a:lnTo>
                    <a:lnTo>
                      <a:pt x="8" y="0"/>
                    </a:lnTo>
                    <a:lnTo>
                      <a:pt x="16" y="8"/>
                    </a:lnTo>
                    <a:lnTo>
                      <a:pt x="16" y="0"/>
                    </a:lnTo>
                    <a:lnTo>
                      <a:pt x="8" y="0"/>
                    </a:lnTo>
                    <a:lnTo>
                      <a:pt x="8" y="16"/>
                    </a:lnTo>
                    <a:close/>
                  </a:path>
                </a:pathLst>
              </a:custGeom>
              <a:solidFill>
                <a:srgbClr val="FFFFFF"/>
              </a:solidFill>
              <a:ln w="9525">
                <a:noFill/>
                <a:round/>
              </a:ln>
              <a:effectLst/>
            </p:spPr>
            <p:txBody>
              <a:bodyP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58544" name="Freeform 144"/>
              <p:cNvSpPr/>
              <p:nvPr/>
            </p:nvSpPr>
            <p:spPr bwMode="auto">
              <a:xfrm>
                <a:off x="4558" y="2819"/>
                <a:ext cx="184" cy="21"/>
              </a:xfrm>
              <a:custGeom>
                <a:avLst/>
                <a:gdLst/>
                <a:ahLst/>
                <a:cxnLst>
                  <a:cxn ang="0">
                    <a:pos x="16" y="8"/>
                  </a:cxn>
                  <a:cxn ang="0">
                    <a:pos x="8" y="16"/>
                  </a:cxn>
                  <a:cxn ang="0">
                    <a:pos x="187" y="16"/>
                  </a:cxn>
                  <a:cxn ang="0">
                    <a:pos x="187" y="0"/>
                  </a:cxn>
                  <a:cxn ang="0">
                    <a:pos x="8" y="0"/>
                  </a:cxn>
                  <a:cxn ang="0">
                    <a:pos x="0" y="8"/>
                  </a:cxn>
                  <a:cxn ang="0">
                    <a:pos x="8" y="0"/>
                  </a:cxn>
                  <a:cxn ang="0">
                    <a:pos x="0" y="0"/>
                  </a:cxn>
                  <a:cxn ang="0">
                    <a:pos x="0" y="8"/>
                  </a:cxn>
                  <a:cxn ang="0">
                    <a:pos x="16" y="8"/>
                  </a:cxn>
                </a:cxnLst>
                <a:rect l="0" t="0" r="r" b="b"/>
                <a:pathLst>
                  <a:path w="187" h="16">
                    <a:moveTo>
                      <a:pt x="16" y="8"/>
                    </a:moveTo>
                    <a:lnTo>
                      <a:pt x="8" y="16"/>
                    </a:lnTo>
                    <a:lnTo>
                      <a:pt x="187" y="16"/>
                    </a:lnTo>
                    <a:lnTo>
                      <a:pt x="187" y="0"/>
                    </a:lnTo>
                    <a:lnTo>
                      <a:pt x="8" y="0"/>
                    </a:lnTo>
                    <a:lnTo>
                      <a:pt x="0" y="8"/>
                    </a:lnTo>
                    <a:lnTo>
                      <a:pt x="8" y="0"/>
                    </a:lnTo>
                    <a:lnTo>
                      <a:pt x="0" y="0"/>
                    </a:lnTo>
                    <a:lnTo>
                      <a:pt x="0" y="8"/>
                    </a:lnTo>
                    <a:lnTo>
                      <a:pt x="16" y="8"/>
                    </a:lnTo>
                    <a:close/>
                  </a:path>
                </a:pathLst>
              </a:custGeom>
              <a:solidFill>
                <a:srgbClr val="FFFFFF"/>
              </a:solidFill>
              <a:ln w="9525">
                <a:noFill/>
                <a:round/>
              </a:ln>
              <a:effectLst/>
            </p:spPr>
            <p:txBody>
              <a:bodyP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58545" name="Freeform 145"/>
              <p:cNvSpPr/>
              <p:nvPr/>
            </p:nvSpPr>
            <p:spPr bwMode="auto">
              <a:xfrm>
                <a:off x="4558" y="2826"/>
                <a:ext cx="13" cy="318"/>
              </a:xfrm>
              <a:custGeom>
                <a:avLst/>
                <a:gdLst/>
                <a:ahLst/>
                <a:cxnLst>
                  <a:cxn ang="0">
                    <a:pos x="8" y="304"/>
                  </a:cxn>
                  <a:cxn ang="0">
                    <a:pos x="16" y="312"/>
                  </a:cxn>
                  <a:cxn ang="0">
                    <a:pos x="16" y="0"/>
                  </a:cxn>
                  <a:cxn ang="0">
                    <a:pos x="0" y="0"/>
                  </a:cxn>
                  <a:cxn ang="0">
                    <a:pos x="0" y="312"/>
                  </a:cxn>
                  <a:cxn ang="0">
                    <a:pos x="8" y="320"/>
                  </a:cxn>
                  <a:cxn ang="0">
                    <a:pos x="0" y="312"/>
                  </a:cxn>
                  <a:cxn ang="0">
                    <a:pos x="0" y="320"/>
                  </a:cxn>
                  <a:cxn ang="0">
                    <a:pos x="8" y="320"/>
                  </a:cxn>
                  <a:cxn ang="0">
                    <a:pos x="8" y="304"/>
                  </a:cxn>
                </a:cxnLst>
                <a:rect l="0" t="0" r="r" b="b"/>
                <a:pathLst>
                  <a:path w="16" h="320">
                    <a:moveTo>
                      <a:pt x="8" y="304"/>
                    </a:moveTo>
                    <a:lnTo>
                      <a:pt x="16" y="312"/>
                    </a:lnTo>
                    <a:lnTo>
                      <a:pt x="16" y="0"/>
                    </a:lnTo>
                    <a:lnTo>
                      <a:pt x="0" y="0"/>
                    </a:lnTo>
                    <a:lnTo>
                      <a:pt x="0" y="312"/>
                    </a:lnTo>
                    <a:lnTo>
                      <a:pt x="8" y="320"/>
                    </a:lnTo>
                    <a:lnTo>
                      <a:pt x="0" y="312"/>
                    </a:lnTo>
                    <a:lnTo>
                      <a:pt x="0" y="320"/>
                    </a:lnTo>
                    <a:lnTo>
                      <a:pt x="8" y="320"/>
                    </a:lnTo>
                    <a:lnTo>
                      <a:pt x="8" y="304"/>
                    </a:lnTo>
                    <a:close/>
                  </a:path>
                </a:pathLst>
              </a:custGeom>
              <a:solidFill>
                <a:srgbClr val="FFFFFF"/>
              </a:solidFill>
              <a:ln w="9525">
                <a:noFill/>
                <a:round/>
              </a:ln>
              <a:effectLst/>
            </p:spPr>
            <p:txBody>
              <a:bodyP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58546" name="Freeform 146"/>
              <p:cNvSpPr/>
              <p:nvPr/>
            </p:nvSpPr>
            <p:spPr bwMode="auto">
              <a:xfrm>
                <a:off x="4565" y="3134"/>
                <a:ext cx="184" cy="14"/>
              </a:xfrm>
              <a:custGeom>
                <a:avLst/>
                <a:gdLst/>
                <a:ahLst/>
                <a:cxnLst>
                  <a:cxn ang="0">
                    <a:pos x="171" y="8"/>
                  </a:cxn>
                  <a:cxn ang="0">
                    <a:pos x="179" y="0"/>
                  </a:cxn>
                  <a:cxn ang="0">
                    <a:pos x="0" y="0"/>
                  </a:cxn>
                  <a:cxn ang="0">
                    <a:pos x="0" y="16"/>
                  </a:cxn>
                  <a:cxn ang="0">
                    <a:pos x="179" y="16"/>
                  </a:cxn>
                  <a:cxn ang="0">
                    <a:pos x="187" y="8"/>
                  </a:cxn>
                  <a:cxn ang="0">
                    <a:pos x="179" y="16"/>
                  </a:cxn>
                  <a:cxn ang="0">
                    <a:pos x="187" y="16"/>
                  </a:cxn>
                  <a:cxn ang="0">
                    <a:pos x="187" y="8"/>
                  </a:cxn>
                  <a:cxn ang="0">
                    <a:pos x="171" y="8"/>
                  </a:cxn>
                </a:cxnLst>
                <a:rect l="0" t="0" r="r" b="b"/>
                <a:pathLst>
                  <a:path w="187" h="16">
                    <a:moveTo>
                      <a:pt x="171" y="8"/>
                    </a:moveTo>
                    <a:lnTo>
                      <a:pt x="179" y="0"/>
                    </a:lnTo>
                    <a:lnTo>
                      <a:pt x="0" y="0"/>
                    </a:lnTo>
                    <a:lnTo>
                      <a:pt x="0" y="16"/>
                    </a:lnTo>
                    <a:lnTo>
                      <a:pt x="179" y="16"/>
                    </a:lnTo>
                    <a:lnTo>
                      <a:pt x="187" y="8"/>
                    </a:lnTo>
                    <a:lnTo>
                      <a:pt x="179" y="16"/>
                    </a:lnTo>
                    <a:lnTo>
                      <a:pt x="187" y="16"/>
                    </a:lnTo>
                    <a:lnTo>
                      <a:pt x="187" y="8"/>
                    </a:lnTo>
                    <a:lnTo>
                      <a:pt x="171" y="8"/>
                    </a:lnTo>
                    <a:close/>
                  </a:path>
                </a:pathLst>
              </a:custGeom>
              <a:solidFill>
                <a:srgbClr val="FFFFFF"/>
              </a:solidFill>
              <a:ln w="9525">
                <a:noFill/>
                <a:round/>
              </a:ln>
              <a:effectLst/>
            </p:spPr>
            <p:txBody>
              <a:bodyP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58547" name="Freeform 147"/>
              <p:cNvSpPr/>
              <p:nvPr/>
            </p:nvSpPr>
            <p:spPr bwMode="auto">
              <a:xfrm>
                <a:off x="4568" y="2916"/>
                <a:ext cx="174" cy="11"/>
              </a:xfrm>
              <a:custGeom>
                <a:avLst/>
                <a:gdLst/>
                <a:ahLst/>
                <a:cxnLst>
                  <a:cxn ang="0">
                    <a:pos x="176" y="8"/>
                  </a:cxn>
                  <a:cxn ang="0">
                    <a:pos x="176" y="0"/>
                  </a:cxn>
                  <a:cxn ang="0">
                    <a:pos x="0" y="0"/>
                  </a:cxn>
                  <a:cxn ang="0">
                    <a:pos x="0" y="16"/>
                  </a:cxn>
                  <a:cxn ang="0">
                    <a:pos x="176" y="16"/>
                  </a:cxn>
                  <a:cxn ang="0">
                    <a:pos x="176" y="8"/>
                  </a:cxn>
                </a:cxnLst>
                <a:rect l="0" t="0" r="r" b="b"/>
                <a:pathLst>
                  <a:path w="176" h="16">
                    <a:moveTo>
                      <a:pt x="176" y="8"/>
                    </a:moveTo>
                    <a:lnTo>
                      <a:pt x="176" y="0"/>
                    </a:lnTo>
                    <a:lnTo>
                      <a:pt x="0" y="0"/>
                    </a:lnTo>
                    <a:lnTo>
                      <a:pt x="0" y="16"/>
                    </a:lnTo>
                    <a:lnTo>
                      <a:pt x="176" y="16"/>
                    </a:lnTo>
                    <a:lnTo>
                      <a:pt x="176" y="8"/>
                    </a:lnTo>
                    <a:close/>
                  </a:path>
                </a:pathLst>
              </a:custGeom>
              <a:solidFill>
                <a:srgbClr val="FFFFFF"/>
              </a:solidFill>
              <a:ln w="9525">
                <a:noFill/>
                <a:round/>
              </a:ln>
              <a:effectLst/>
            </p:spPr>
            <p:txBody>
              <a:bodyP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58548" name="Freeform 148"/>
              <p:cNvSpPr/>
              <p:nvPr/>
            </p:nvSpPr>
            <p:spPr bwMode="auto">
              <a:xfrm>
                <a:off x="4568" y="3026"/>
                <a:ext cx="174" cy="18"/>
              </a:xfrm>
              <a:custGeom>
                <a:avLst/>
                <a:gdLst/>
                <a:ahLst/>
                <a:cxnLst>
                  <a:cxn ang="0">
                    <a:pos x="176" y="8"/>
                  </a:cxn>
                  <a:cxn ang="0">
                    <a:pos x="176" y="0"/>
                  </a:cxn>
                  <a:cxn ang="0">
                    <a:pos x="0" y="0"/>
                  </a:cxn>
                  <a:cxn ang="0">
                    <a:pos x="0" y="16"/>
                  </a:cxn>
                  <a:cxn ang="0">
                    <a:pos x="176" y="16"/>
                  </a:cxn>
                  <a:cxn ang="0">
                    <a:pos x="176" y="8"/>
                  </a:cxn>
                </a:cxnLst>
                <a:rect l="0" t="0" r="r" b="b"/>
                <a:pathLst>
                  <a:path w="176" h="16">
                    <a:moveTo>
                      <a:pt x="176" y="8"/>
                    </a:moveTo>
                    <a:lnTo>
                      <a:pt x="176" y="0"/>
                    </a:lnTo>
                    <a:lnTo>
                      <a:pt x="0" y="0"/>
                    </a:lnTo>
                    <a:lnTo>
                      <a:pt x="0" y="16"/>
                    </a:lnTo>
                    <a:lnTo>
                      <a:pt x="176" y="16"/>
                    </a:lnTo>
                    <a:lnTo>
                      <a:pt x="176" y="8"/>
                    </a:lnTo>
                    <a:close/>
                  </a:path>
                </a:pathLst>
              </a:custGeom>
              <a:solidFill>
                <a:srgbClr val="FFFFFF"/>
              </a:solidFill>
              <a:ln w="9525">
                <a:noFill/>
                <a:round/>
              </a:ln>
              <a:effectLst/>
            </p:spPr>
            <p:txBody>
              <a:bodyP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58549" name="Freeform 149"/>
              <p:cNvSpPr/>
              <p:nvPr/>
            </p:nvSpPr>
            <p:spPr bwMode="auto">
              <a:xfrm>
                <a:off x="4644" y="2837"/>
                <a:ext cx="16" cy="300"/>
              </a:xfrm>
              <a:custGeom>
                <a:avLst/>
                <a:gdLst/>
                <a:ahLst/>
                <a:cxnLst>
                  <a:cxn ang="0">
                    <a:pos x="7" y="302"/>
                  </a:cxn>
                  <a:cxn ang="0">
                    <a:pos x="15" y="302"/>
                  </a:cxn>
                  <a:cxn ang="0">
                    <a:pos x="15" y="0"/>
                  </a:cxn>
                  <a:cxn ang="0">
                    <a:pos x="0" y="0"/>
                  </a:cxn>
                  <a:cxn ang="0">
                    <a:pos x="0" y="302"/>
                  </a:cxn>
                  <a:cxn ang="0">
                    <a:pos x="7" y="302"/>
                  </a:cxn>
                </a:cxnLst>
                <a:rect l="0" t="0" r="r" b="b"/>
                <a:pathLst>
                  <a:path w="15" h="302">
                    <a:moveTo>
                      <a:pt x="7" y="302"/>
                    </a:moveTo>
                    <a:lnTo>
                      <a:pt x="15" y="302"/>
                    </a:lnTo>
                    <a:lnTo>
                      <a:pt x="15" y="0"/>
                    </a:lnTo>
                    <a:lnTo>
                      <a:pt x="0" y="0"/>
                    </a:lnTo>
                    <a:lnTo>
                      <a:pt x="0" y="302"/>
                    </a:lnTo>
                    <a:lnTo>
                      <a:pt x="7" y="302"/>
                    </a:lnTo>
                    <a:close/>
                  </a:path>
                </a:pathLst>
              </a:custGeom>
              <a:solidFill>
                <a:srgbClr val="FFFFFF"/>
              </a:solidFill>
              <a:ln w="9525">
                <a:noFill/>
                <a:round/>
              </a:ln>
              <a:effectLst/>
            </p:spPr>
            <p:txBody>
              <a:bodyP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58550" name="Freeform 150"/>
              <p:cNvSpPr/>
              <p:nvPr/>
            </p:nvSpPr>
            <p:spPr bwMode="auto">
              <a:xfrm>
                <a:off x="5240" y="2819"/>
                <a:ext cx="16" cy="318"/>
              </a:xfrm>
              <a:custGeom>
                <a:avLst/>
                <a:gdLst/>
                <a:ahLst/>
                <a:cxnLst>
                  <a:cxn ang="0">
                    <a:pos x="8" y="16"/>
                  </a:cxn>
                  <a:cxn ang="0">
                    <a:pos x="0" y="8"/>
                  </a:cxn>
                  <a:cxn ang="0">
                    <a:pos x="0" y="320"/>
                  </a:cxn>
                  <a:cxn ang="0">
                    <a:pos x="16" y="320"/>
                  </a:cxn>
                  <a:cxn ang="0">
                    <a:pos x="16" y="8"/>
                  </a:cxn>
                  <a:cxn ang="0">
                    <a:pos x="8" y="0"/>
                  </a:cxn>
                  <a:cxn ang="0">
                    <a:pos x="16" y="8"/>
                  </a:cxn>
                  <a:cxn ang="0">
                    <a:pos x="16" y="0"/>
                  </a:cxn>
                  <a:cxn ang="0">
                    <a:pos x="8" y="0"/>
                  </a:cxn>
                  <a:cxn ang="0">
                    <a:pos x="8" y="16"/>
                  </a:cxn>
                </a:cxnLst>
                <a:rect l="0" t="0" r="r" b="b"/>
                <a:pathLst>
                  <a:path w="16" h="320">
                    <a:moveTo>
                      <a:pt x="8" y="16"/>
                    </a:moveTo>
                    <a:lnTo>
                      <a:pt x="0" y="8"/>
                    </a:lnTo>
                    <a:lnTo>
                      <a:pt x="0" y="320"/>
                    </a:lnTo>
                    <a:lnTo>
                      <a:pt x="16" y="320"/>
                    </a:lnTo>
                    <a:lnTo>
                      <a:pt x="16" y="8"/>
                    </a:lnTo>
                    <a:lnTo>
                      <a:pt x="8" y="0"/>
                    </a:lnTo>
                    <a:lnTo>
                      <a:pt x="16" y="8"/>
                    </a:lnTo>
                    <a:lnTo>
                      <a:pt x="16" y="0"/>
                    </a:lnTo>
                    <a:lnTo>
                      <a:pt x="8" y="0"/>
                    </a:lnTo>
                    <a:lnTo>
                      <a:pt x="8" y="16"/>
                    </a:lnTo>
                    <a:close/>
                  </a:path>
                </a:pathLst>
              </a:custGeom>
              <a:solidFill>
                <a:srgbClr val="FFFFFF"/>
              </a:solidFill>
              <a:ln w="9525">
                <a:noFill/>
                <a:round/>
              </a:ln>
              <a:effectLst/>
            </p:spPr>
            <p:txBody>
              <a:bodyP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58551" name="Freeform 151"/>
              <p:cNvSpPr/>
              <p:nvPr/>
            </p:nvSpPr>
            <p:spPr bwMode="auto">
              <a:xfrm>
                <a:off x="5059" y="2819"/>
                <a:ext cx="187" cy="21"/>
              </a:xfrm>
              <a:custGeom>
                <a:avLst/>
                <a:gdLst/>
                <a:ahLst/>
                <a:cxnLst>
                  <a:cxn ang="0">
                    <a:pos x="16" y="8"/>
                  </a:cxn>
                  <a:cxn ang="0">
                    <a:pos x="8" y="16"/>
                  </a:cxn>
                  <a:cxn ang="0">
                    <a:pos x="187" y="16"/>
                  </a:cxn>
                  <a:cxn ang="0">
                    <a:pos x="187" y="0"/>
                  </a:cxn>
                  <a:cxn ang="0">
                    <a:pos x="8" y="0"/>
                  </a:cxn>
                  <a:cxn ang="0">
                    <a:pos x="0" y="8"/>
                  </a:cxn>
                  <a:cxn ang="0">
                    <a:pos x="8" y="0"/>
                  </a:cxn>
                  <a:cxn ang="0">
                    <a:pos x="0" y="0"/>
                  </a:cxn>
                  <a:cxn ang="0">
                    <a:pos x="0" y="8"/>
                  </a:cxn>
                  <a:cxn ang="0">
                    <a:pos x="16" y="8"/>
                  </a:cxn>
                </a:cxnLst>
                <a:rect l="0" t="0" r="r" b="b"/>
                <a:pathLst>
                  <a:path w="187" h="16">
                    <a:moveTo>
                      <a:pt x="16" y="8"/>
                    </a:moveTo>
                    <a:lnTo>
                      <a:pt x="8" y="16"/>
                    </a:lnTo>
                    <a:lnTo>
                      <a:pt x="187" y="16"/>
                    </a:lnTo>
                    <a:lnTo>
                      <a:pt x="187" y="0"/>
                    </a:lnTo>
                    <a:lnTo>
                      <a:pt x="8" y="0"/>
                    </a:lnTo>
                    <a:lnTo>
                      <a:pt x="0" y="8"/>
                    </a:lnTo>
                    <a:lnTo>
                      <a:pt x="8" y="0"/>
                    </a:lnTo>
                    <a:lnTo>
                      <a:pt x="0" y="0"/>
                    </a:lnTo>
                    <a:lnTo>
                      <a:pt x="0" y="8"/>
                    </a:lnTo>
                    <a:lnTo>
                      <a:pt x="16" y="8"/>
                    </a:lnTo>
                    <a:close/>
                  </a:path>
                </a:pathLst>
              </a:custGeom>
              <a:solidFill>
                <a:srgbClr val="FFFFFF"/>
              </a:solidFill>
              <a:ln w="9525">
                <a:noFill/>
                <a:round/>
              </a:ln>
              <a:effectLst/>
            </p:spPr>
            <p:txBody>
              <a:bodyP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58552" name="Freeform 152"/>
              <p:cNvSpPr/>
              <p:nvPr/>
            </p:nvSpPr>
            <p:spPr bwMode="auto">
              <a:xfrm>
                <a:off x="5059" y="2826"/>
                <a:ext cx="16" cy="318"/>
              </a:xfrm>
              <a:custGeom>
                <a:avLst/>
                <a:gdLst/>
                <a:ahLst/>
                <a:cxnLst>
                  <a:cxn ang="0">
                    <a:pos x="8" y="304"/>
                  </a:cxn>
                  <a:cxn ang="0">
                    <a:pos x="16" y="312"/>
                  </a:cxn>
                  <a:cxn ang="0">
                    <a:pos x="16" y="0"/>
                  </a:cxn>
                  <a:cxn ang="0">
                    <a:pos x="0" y="0"/>
                  </a:cxn>
                  <a:cxn ang="0">
                    <a:pos x="0" y="312"/>
                  </a:cxn>
                  <a:cxn ang="0">
                    <a:pos x="8" y="320"/>
                  </a:cxn>
                  <a:cxn ang="0">
                    <a:pos x="0" y="312"/>
                  </a:cxn>
                  <a:cxn ang="0">
                    <a:pos x="0" y="320"/>
                  </a:cxn>
                  <a:cxn ang="0">
                    <a:pos x="8" y="320"/>
                  </a:cxn>
                  <a:cxn ang="0">
                    <a:pos x="8" y="304"/>
                  </a:cxn>
                </a:cxnLst>
                <a:rect l="0" t="0" r="r" b="b"/>
                <a:pathLst>
                  <a:path w="16" h="320">
                    <a:moveTo>
                      <a:pt x="8" y="304"/>
                    </a:moveTo>
                    <a:lnTo>
                      <a:pt x="16" y="312"/>
                    </a:lnTo>
                    <a:lnTo>
                      <a:pt x="16" y="0"/>
                    </a:lnTo>
                    <a:lnTo>
                      <a:pt x="0" y="0"/>
                    </a:lnTo>
                    <a:lnTo>
                      <a:pt x="0" y="312"/>
                    </a:lnTo>
                    <a:lnTo>
                      <a:pt x="8" y="320"/>
                    </a:lnTo>
                    <a:lnTo>
                      <a:pt x="0" y="312"/>
                    </a:lnTo>
                    <a:lnTo>
                      <a:pt x="0" y="320"/>
                    </a:lnTo>
                    <a:lnTo>
                      <a:pt x="8" y="320"/>
                    </a:lnTo>
                    <a:lnTo>
                      <a:pt x="8" y="304"/>
                    </a:lnTo>
                    <a:close/>
                  </a:path>
                </a:pathLst>
              </a:custGeom>
              <a:solidFill>
                <a:srgbClr val="FFFFFF"/>
              </a:solidFill>
              <a:ln w="9525">
                <a:noFill/>
                <a:round/>
              </a:ln>
              <a:effectLst/>
            </p:spPr>
            <p:txBody>
              <a:bodyP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58553" name="Freeform 153"/>
              <p:cNvSpPr/>
              <p:nvPr/>
            </p:nvSpPr>
            <p:spPr bwMode="auto">
              <a:xfrm>
                <a:off x="5069" y="3134"/>
                <a:ext cx="187" cy="14"/>
              </a:xfrm>
              <a:custGeom>
                <a:avLst/>
                <a:gdLst/>
                <a:ahLst/>
                <a:cxnLst>
                  <a:cxn ang="0">
                    <a:pos x="171" y="8"/>
                  </a:cxn>
                  <a:cxn ang="0">
                    <a:pos x="179" y="0"/>
                  </a:cxn>
                  <a:cxn ang="0">
                    <a:pos x="0" y="0"/>
                  </a:cxn>
                  <a:cxn ang="0">
                    <a:pos x="0" y="16"/>
                  </a:cxn>
                  <a:cxn ang="0">
                    <a:pos x="179" y="16"/>
                  </a:cxn>
                  <a:cxn ang="0">
                    <a:pos x="187" y="8"/>
                  </a:cxn>
                  <a:cxn ang="0">
                    <a:pos x="179" y="16"/>
                  </a:cxn>
                  <a:cxn ang="0">
                    <a:pos x="187" y="16"/>
                  </a:cxn>
                  <a:cxn ang="0">
                    <a:pos x="187" y="8"/>
                  </a:cxn>
                  <a:cxn ang="0">
                    <a:pos x="171" y="8"/>
                  </a:cxn>
                </a:cxnLst>
                <a:rect l="0" t="0" r="r" b="b"/>
                <a:pathLst>
                  <a:path w="187" h="16">
                    <a:moveTo>
                      <a:pt x="171" y="8"/>
                    </a:moveTo>
                    <a:lnTo>
                      <a:pt x="179" y="0"/>
                    </a:lnTo>
                    <a:lnTo>
                      <a:pt x="0" y="0"/>
                    </a:lnTo>
                    <a:lnTo>
                      <a:pt x="0" y="16"/>
                    </a:lnTo>
                    <a:lnTo>
                      <a:pt x="179" y="16"/>
                    </a:lnTo>
                    <a:lnTo>
                      <a:pt x="187" y="8"/>
                    </a:lnTo>
                    <a:lnTo>
                      <a:pt x="179" y="16"/>
                    </a:lnTo>
                    <a:lnTo>
                      <a:pt x="187" y="16"/>
                    </a:lnTo>
                    <a:lnTo>
                      <a:pt x="187" y="8"/>
                    </a:lnTo>
                    <a:lnTo>
                      <a:pt x="171" y="8"/>
                    </a:lnTo>
                    <a:close/>
                  </a:path>
                </a:pathLst>
              </a:custGeom>
              <a:solidFill>
                <a:srgbClr val="FFFFFF"/>
              </a:solidFill>
              <a:ln w="9525">
                <a:noFill/>
                <a:round/>
              </a:ln>
              <a:effectLst/>
            </p:spPr>
            <p:txBody>
              <a:bodyP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58554" name="Freeform 154"/>
              <p:cNvSpPr/>
              <p:nvPr/>
            </p:nvSpPr>
            <p:spPr bwMode="auto">
              <a:xfrm>
                <a:off x="5069" y="2916"/>
                <a:ext cx="174" cy="11"/>
              </a:xfrm>
              <a:custGeom>
                <a:avLst/>
                <a:gdLst/>
                <a:ahLst/>
                <a:cxnLst>
                  <a:cxn ang="0">
                    <a:pos x="175" y="8"/>
                  </a:cxn>
                  <a:cxn ang="0">
                    <a:pos x="175" y="0"/>
                  </a:cxn>
                  <a:cxn ang="0">
                    <a:pos x="0" y="0"/>
                  </a:cxn>
                  <a:cxn ang="0">
                    <a:pos x="0" y="16"/>
                  </a:cxn>
                  <a:cxn ang="0">
                    <a:pos x="175" y="16"/>
                  </a:cxn>
                  <a:cxn ang="0">
                    <a:pos x="175" y="8"/>
                  </a:cxn>
                </a:cxnLst>
                <a:rect l="0" t="0" r="r" b="b"/>
                <a:pathLst>
                  <a:path w="175" h="16">
                    <a:moveTo>
                      <a:pt x="175" y="8"/>
                    </a:moveTo>
                    <a:lnTo>
                      <a:pt x="175" y="0"/>
                    </a:lnTo>
                    <a:lnTo>
                      <a:pt x="0" y="0"/>
                    </a:lnTo>
                    <a:lnTo>
                      <a:pt x="0" y="16"/>
                    </a:lnTo>
                    <a:lnTo>
                      <a:pt x="175" y="16"/>
                    </a:lnTo>
                    <a:lnTo>
                      <a:pt x="175" y="8"/>
                    </a:lnTo>
                    <a:close/>
                  </a:path>
                </a:pathLst>
              </a:custGeom>
              <a:solidFill>
                <a:srgbClr val="FFFFFF"/>
              </a:solidFill>
              <a:ln w="9525">
                <a:noFill/>
                <a:round/>
              </a:ln>
              <a:effectLst/>
            </p:spPr>
            <p:txBody>
              <a:bodyP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58555" name="Freeform 155"/>
              <p:cNvSpPr/>
              <p:nvPr/>
            </p:nvSpPr>
            <p:spPr bwMode="auto">
              <a:xfrm>
                <a:off x="5069" y="3026"/>
                <a:ext cx="174" cy="18"/>
              </a:xfrm>
              <a:custGeom>
                <a:avLst/>
                <a:gdLst/>
                <a:ahLst/>
                <a:cxnLst>
                  <a:cxn ang="0">
                    <a:pos x="175" y="8"/>
                  </a:cxn>
                  <a:cxn ang="0">
                    <a:pos x="175" y="0"/>
                  </a:cxn>
                  <a:cxn ang="0">
                    <a:pos x="0" y="0"/>
                  </a:cxn>
                  <a:cxn ang="0">
                    <a:pos x="0" y="16"/>
                  </a:cxn>
                  <a:cxn ang="0">
                    <a:pos x="175" y="16"/>
                  </a:cxn>
                  <a:cxn ang="0">
                    <a:pos x="175" y="8"/>
                  </a:cxn>
                </a:cxnLst>
                <a:rect l="0" t="0" r="r" b="b"/>
                <a:pathLst>
                  <a:path w="175" h="16">
                    <a:moveTo>
                      <a:pt x="175" y="8"/>
                    </a:moveTo>
                    <a:lnTo>
                      <a:pt x="175" y="0"/>
                    </a:lnTo>
                    <a:lnTo>
                      <a:pt x="0" y="0"/>
                    </a:lnTo>
                    <a:lnTo>
                      <a:pt x="0" y="16"/>
                    </a:lnTo>
                    <a:lnTo>
                      <a:pt x="175" y="16"/>
                    </a:lnTo>
                    <a:lnTo>
                      <a:pt x="175" y="8"/>
                    </a:lnTo>
                    <a:close/>
                  </a:path>
                </a:pathLst>
              </a:custGeom>
              <a:solidFill>
                <a:srgbClr val="FFFFFF"/>
              </a:solidFill>
              <a:ln w="9525">
                <a:noFill/>
                <a:round/>
              </a:ln>
              <a:effectLst/>
            </p:spPr>
            <p:txBody>
              <a:bodyP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58556" name="Freeform 156"/>
              <p:cNvSpPr/>
              <p:nvPr/>
            </p:nvSpPr>
            <p:spPr bwMode="auto">
              <a:xfrm>
                <a:off x="5148" y="2837"/>
                <a:ext cx="13" cy="300"/>
              </a:xfrm>
              <a:custGeom>
                <a:avLst/>
                <a:gdLst/>
                <a:ahLst/>
                <a:cxnLst>
                  <a:cxn ang="0">
                    <a:pos x="8" y="302"/>
                  </a:cxn>
                  <a:cxn ang="0">
                    <a:pos x="16" y="302"/>
                  </a:cxn>
                  <a:cxn ang="0">
                    <a:pos x="16" y="0"/>
                  </a:cxn>
                  <a:cxn ang="0">
                    <a:pos x="0" y="0"/>
                  </a:cxn>
                  <a:cxn ang="0">
                    <a:pos x="0" y="302"/>
                  </a:cxn>
                  <a:cxn ang="0">
                    <a:pos x="8" y="302"/>
                  </a:cxn>
                </a:cxnLst>
                <a:rect l="0" t="0" r="r" b="b"/>
                <a:pathLst>
                  <a:path w="16" h="302">
                    <a:moveTo>
                      <a:pt x="8" y="302"/>
                    </a:moveTo>
                    <a:lnTo>
                      <a:pt x="16" y="302"/>
                    </a:lnTo>
                    <a:lnTo>
                      <a:pt x="16" y="0"/>
                    </a:lnTo>
                    <a:lnTo>
                      <a:pt x="0" y="0"/>
                    </a:lnTo>
                    <a:lnTo>
                      <a:pt x="0" y="302"/>
                    </a:lnTo>
                    <a:lnTo>
                      <a:pt x="8" y="302"/>
                    </a:lnTo>
                    <a:close/>
                  </a:path>
                </a:pathLst>
              </a:custGeom>
              <a:solidFill>
                <a:srgbClr val="FFFFFF"/>
              </a:solidFill>
              <a:ln w="9525">
                <a:noFill/>
                <a:round/>
              </a:ln>
              <a:effectLst/>
            </p:spPr>
            <p:txBody>
              <a:bodyP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58557" name="Freeform 157"/>
              <p:cNvSpPr/>
              <p:nvPr/>
            </p:nvSpPr>
            <p:spPr bwMode="auto">
              <a:xfrm>
                <a:off x="4850" y="2237"/>
                <a:ext cx="101" cy="111"/>
              </a:xfrm>
              <a:custGeom>
                <a:avLst/>
                <a:gdLst/>
                <a:ahLst/>
                <a:cxnLst>
                  <a:cxn ang="0">
                    <a:pos x="59" y="112"/>
                  </a:cxn>
                  <a:cxn ang="0">
                    <a:pos x="76" y="112"/>
                  </a:cxn>
                  <a:cxn ang="0">
                    <a:pos x="89" y="109"/>
                  </a:cxn>
                  <a:cxn ang="0">
                    <a:pos x="99" y="107"/>
                  </a:cxn>
                  <a:cxn ang="0">
                    <a:pos x="102" y="104"/>
                  </a:cxn>
                  <a:cxn ang="0">
                    <a:pos x="103" y="103"/>
                  </a:cxn>
                  <a:cxn ang="0">
                    <a:pos x="103" y="98"/>
                  </a:cxn>
                  <a:cxn ang="0">
                    <a:pos x="100" y="88"/>
                  </a:cxn>
                  <a:cxn ang="0">
                    <a:pos x="97" y="79"/>
                  </a:cxn>
                  <a:cxn ang="0">
                    <a:pos x="95" y="73"/>
                  </a:cxn>
                  <a:cxn ang="0">
                    <a:pos x="95" y="68"/>
                  </a:cxn>
                  <a:cxn ang="0">
                    <a:pos x="94" y="66"/>
                  </a:cxn>
                  <a:cxn ang="0">
                    <a:pos x="92" y="60"/>
                  </a:cxn>
                  <a:cxn ang="0">
                    <a:pos x="91" y="50"/>
                  </a:cxn>
                  <a:cxn ang="0">
                    <a:pos x="91" y="42"/>
                  </a:cxn>
                  <a:cxn ang="0">
                    <a:pos x="91" y="41"/>
                  </a:cxn>
                  <a:cxn ang="0">
                    <a:pos x="89" y="33"/>
                  </a:cxn>
                  <a:cxn ang="0">
                    <a:pos x="89" y="22"/>
                  </a:cxn>
                  <a:cxn ang="0">
                    <a:pos x="87" y="9"/>
                  </a:cxn>
                  <a:cxn ang="0">
                    <a:pos x="75" y="1"/>
                  </a:cxn>
                  <a:cxn ang="0">
                    <a:pos x="59" y="0"/>
                  </a:cxn>
                  <a:cxn ang="0">
                    <a:pos x="45" y="3"/>
                  </a:cxn>
                  <a:cxn ang="0">
                    <a:pos x="38" y="14"/>
                  </a:cxn>
                  <a:cxn ang="0">
                    <a:pos x="34" y="25"/>
                  </a:cxn>
                  <a:cxn ang="0">
                    <a:pos x="30" y="31"/>
                  </a:cxn>
                  <a:cxn ang="0">
                    <a:pos x="30" y="33"/>
                  </a:cxn>
                  <a:cxn ang="0">
                    <a:pos x="27" y="39"/>
                  </a:cxn>
                  <a:cxn ang="0">
                    <a:pos x="23" y="49"/>
                  </a:cxn>
                  <a:cxn ang="0">
                    <a:pos x="19" y="54"/>
                  </a:cxn>
                  <a:cxn ang="0">
                    <a:pos x="19" y="55"/>
                  </a:cxn>
                  <a:cxn ang="0">
                    <a:pos x="16" y="58"/>
                  </a:cxn>
                  <a:cxn ang="0">
                    <a:pos x="11" y="63"/>
                  </a:cxn>
                  <a:cxn ang="0">
                    <a:pos x="5" y="73"/>
                  </a:cxn>
                  <a:cxn ang="0">
                    <a:pos x="0" y="82"/>
                  </a:cxn>
                  <a:cxn ang="0">
                    <a:pos x="0" y="87"/>
                  </a:cxn>
                  <a:cxn ang="0">
                    <a:pos x="0" y="88"/>
                  </a:cxn>
                  <a:cxn ang="0">
                    <a:pos x="7" y="93"/>
                  </a:cxn>
                  <a:cxn ang="0">
                    <a:pos x="29" y="106"/>
                  </a:cxn>
                </a:cxnLst>
                <a:rect l="0" t="0" r="r" b="b"/>
                <a:pathLst>
                  <a:path w="103" h="112">
                    <a:moveTo>
                      <a:pt x="48" y="110"/>
                    </a:moveTo>
                    <a:lnTo>
                      <a:pt x="59" y="112"/>
                    </a:lnTo>
                    <a:lnTo>
                      <a:pt x="68" y="112"/>
                    </a:lnTo>
                    <a:lnTo>
                      <a:pt x="76" y="112"/>
                    </a:lnTo>
                    <a:lnTo>
                      <a:pt x="84" y="110"/>
                    </a:lnTo>
                    <a:lnTo>
                      <a:pt x="89" y="109"/>
                    </a:lnTo>
                    <a:lnTo>
                      <a:pt x="94" y="107"/>
                    </a:lnTo>
                    <a:lnTo>
                      <a:pt x="99" y="107"/>
                    </a:lnTo>
                    <a:lnTo>
                      <a:pt x="100" y="106"/>
                    </a:lnTo>
                    <a:lnTo>
                      <a:pt x="102" y="104"/>
                    </a:lnTo>
                    <a:lnTo>
                      <a:pt x="102" y="103"/>
                    </a:lnTo>
                    <a:lnTo>
                      <a:pt x="103" y="103"/>
                    </a:lnTo>
                    <a:lnTo>
                      <a:pt x="103" y="101"/>
                    </a:lnTo>
                    <a:lnTo>
                      <a:pt x="103" y="98"/>
                    </a:lnTo>
                    <a:lnTo>
                      <a:pt x="103" y="93"/>
                    </a:lnTo>
                    <a:lnTo>
                      <a:pt x="100" y="88"/>
                    </a:lnTo>
                    <a:lnTo>
                      <a:pt x="99" y="82"/>
                    </a:lnTo>
                    <a:lnTo>
                      <a:pt x="97" y="79"/>
                    </a:lnTo>
                    <a:lnTo>
                      <a:pt x="97" y="76"/>
                    </a:lnTo>
                    <a:lnTo>
                      <a:pt x="95" y="73"/>
                    </a:lnTo>
                    <a:lnTo>
                      <a:pt x="95" y="69"/>
                    </a:lnTo>
                    <a:lnTo>
                      <a:pt x="95" y="68"/>
                    </a:lnTo>
                    <a:lnTo>
                      <a:pt x="95" y="68"/>
                    </a:lnTo>
                    <a:lnTo>
                      <a:pt x="94" y="66"/>
                    </a:lnTo>
                    <a:lnTo>
                      <a:pt x="94" y="66"/>
                    </a:lnTo>
                    <a:lnTo>
                      <a:pt x="92" y="60"/>
                    </a:lnTo>
                    <a:lnTo>
                      <a:pt x="92" y="55"/>
                    </a:lnTo>
                    <a:lnTo>
                      <a:pt x="91" y="50"/>
                    </a:lnTo>
                    <a:lnTo>
                      <a:pt x="91" y="44"/>
                    </a:lnTo>
                    <a:lnTo>
                      <a:pt x="91" y="42"/>
                    </a:lnTo>
                    <a:lnTo>
                      <a:pt x="91" y="42"/>
                    </a:lnTo>
                    <a:lnTo>
                      <a:pt x="91" y="41"/>
                    </a:lnTo>
                    <a:lnTo>
                      <a:pt x="91" y="41"/>
                    </a:lnTo>
                    <a:lnTo>
                      <a:pt x="89" y="33"/>
                    </a:lnTo>
                    <a:lnTo>
                      <a:pt x="89" y="27"/>
                    </a:lnTo>
                    <a:lnTo>
                      <a:pt x="89" y="22"/>
                    </a:lnTo>
                    <a:lnTo>
                      <a:pt x="89" y="17"/>
                    </a:lnTo>
                    <a:lnTo>
                      <a:pt x="87" y="9"/>
                    </a:lnTo>
                    <a:lnTo>
                      <a:pt x="83" y="5"/>
                    </a:lnTo>
                    <a:lnTo>
                      <a:pt x="75" y="1"/>
                    </a:lnTo>
                    <a:lnTo>
                      <a:pt x="67" y="0"/>
                    </a:lnTo>
                    <a:lnTo>
                      <a:pt x="59" y="0"/>
                    </a:lnTo>
                    <a:lnTo>
                      <a:pt x="51" y="0"/>
                    </a:lnTo>
                    <a:lnTo>
                      <a:pt x="45" y="3"/>
                    </a:lnTo>
                    <a:lnTo>
                      <a:pt x="40" y="9"/>
                    </a:lnTo>
                    <a:lnTo>
                      <a:pt x="38" y="14"/>
                    </a:lnTo>
                    <a:lnTo>
                      <a:pt x="37" y="19"/>
                    </a:lnTo>
                    <a:lnTo>
                      <a:pt x="34" y="25"/>
                    </a:lnTo>
                    <a:lnTo>
                      <a:pt x="30" y="31"/>
                    </a:lnTo>
                    <a:lnTo>
                      <a:pt x="30" y="31"/>
                    </a:lnTo>
                    <a:lnTo>
                      <a:pt x="30" y="33"/>
                    </a:lnTo>
                    <a:lnTo>
                      <a:pt x="30" y="33"/>
                    </a:lnTo>
                    <a:lnTo>
                      <a:pt x="30" y="35"/>
                    </a:lnTo>
                    <a:lnTo>
                      <a:pt x="27" y="39"/>
                    </a:lnTo>
                    <a:lnTo>
                      <a:pt x="26" y="44"/>
                    </a:lnTo>
                    <a:lnTo>
                      <a:pt x="23" y="49"/>
                    </a:lnTo>
                    <a:lnTo>
                      <a:pt x="19" y="54"/>
                    </a:lnTo>
                    <a:lnTo>
                      <a:pt x="19" y="54"/>
                    </a:lnTo>
                    <a:lnTo>
                      <a:pt x="19" y="54"/>
                    </a:lnTo>
                    <a:lnTo>
                      <a:pt x="19" y="55"/>
                    </a:lnTo>
                    <a:lnTo>
                      <a:pt x="18" y="55"/>
                    </a:lnTo>
                    <a:lnTo>
                      <a:pt x="16" y="58"/>
                    </a:lnTo>
                    <a:lnTo>
                      <a:pt x="15" y="61"/>
                    </a:lnTo>
                    <a:lnTo>
                      <a:pt x="11" y="63"/>
                    </a:lnTo>
                    <a:lnTo>
                      <a:pt x="10" y="66"/>
                    </a:lnTo>
                    <a:lnTo>
                      <a:pt x="5" y="73"/>
                    </a:lnTo>
                    <a:lnTo>
                      <a:pt x="2" y="77"/>
                    </a:lnTo>
                    <a:lnTo>
                      <a:pt x="0" y="82"/>
                    </a:lnTo>
                    <a:lnTo>
                      <a:pt x="0" y="85"/>
                    </a:lnTo>
                    <a:lnTo>
                      <a:pt x="0" y="87"/>
                    </a:lnTo>
                    <a:lnTo>
                      <a:pt x="0" y="87"/>
                    </a:lnTo>
                    <a:lnTo>
                      <a:pt x="0" y="88"/>
                    </a:lnTo>
                    <a:lnTo>
                      <a:pt x="2" y="88"/>
                    </a:lnTo>
                    <a:lnTo>
                      <a:pt x="7" y="93"/>
                    </a:lnTo>
                    <a:lnTo>
                      <a:pt x="15" y="99"/>
                    </a:lnTo>
                    <a:lnTo>
                      <a:pt x="29" y="106"/>
                    </a:lnTo>
                    <a:lnTo>
                      <a:pt x="48" y="110"/>
                    </a:lnTo>
                    <a:close/>
                  </a:path>
                </a:pathLst>
              </a:custGeom>
              <a:solidFill>
                <a:srgbClr val="000000"/>
              </a:solidFill>
              <a:ln w="9525">
                <a:noFill/>
                <a:round/>
              </a:ln>
              <a:effectLst/>
            </p:spPr>
            <p:txBody>
              <a:bodyP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358558" name="Freeform 158"/>
              <p:cNvSpPr/>
              <p:nvPr/>
            </p:nvSpPr>
            <p:spPr bwMode="auto">
              <a:xfrm>
                <a:off x="4850" y="2316"/>
                <a:ext cx="101" cy="29"/>
              </a:xfrm>
              <a:custGeom>
                <a:avLst/>
                <a:gdLst/>
                <a:ahLst/>
                <a:cxnLst>
                  <a:cxn ang="0">
                    <a:pos x="40" y="3"/>
                  </a:cxn>
                  <a:cxn ang="0">
                    <a:pos x="49" y="5"/>
                  </a:cxn>
                  <a:cxn ang="0">
                    <a:pos x="59" y="6"/>
                  </a:cxn>
                  <a:cxn ang="0">
                    <a:pos x="67" y="8"/>
                  </a:cxn>
                  <a:cxn ang="0">
                    <a:pos x="75" y="11"/>
                  </a:cxn>
                  <a:cxn ang="0">
                    <a:pos x="83" y="14"/>
                  </a:cxn>
                  <a:cxn ang="0">
                    <a:pos x="89" y="17"/>
                  </a:cxn>
                  <a:cxn ang="0">
                    <a:pos x="95" y="22"/>
                  </a:cxn>
                  <a:cxn ang="0">
                    <a:pos x="100" y="27"/>
                  </a:cxn>
                  <a:cxn ang="0">
                    <a:pos x="102" y="25"/>
                  </a:cxn>
                  <a:cxn ang="0">
                    <a:pos x="102" y="24"/>
                  </a:cxn>
                  <a:cxn ang="0">
                    <a:pos x="103" y="24"/>
                  </a:cxn>
                  <a:cxn ang="0">
                    <a:pos x="103" y="22"/>
                  </a:cxn>
                  <a:cxn ang="0">
                    <a:pos x="94" y="14"/>
                  </a:cxn>
                  <a:cxn ang="0">
                    <a:pos x="81" y="9"/>
                  </a:cxn>
                  <a:cxn ang="0">
                    <a:pos x="68" y="5"/>
                  </a:cxn>
                  <a:cxn ang="0">
                    <a:pos x="53" y="1"/>
                  </a:cxn>
                  <a:cxn ang="0">
                    <a:pos x="38" y="0"/>
                  </a:cxn>
                  <a:cxn ang="0">
                    <a:pos x="24" y="0"/>
                  </a:cxn>
                  <a:cxn ang="0">
                    <a:pos x="11" y="1"/>
                  </a:cxn>
                  <a:cxn ang="0">
                    <a:pos x="0" y="6"/>
                  </a:cxn>
                  <a:cxn ang="0">
                    <a:pos x="0" y="8"/>
                  </a:cxn>
                  <a:cxn ang="0">
                    <a:pos x="0" y="8"/>
                  </a:cxn>
                  <a:cxn ang="0">
                    <a:pos x="0" y="9"/>
                  </a:cxn>
                  <a:cxn ang="0">
                    <a:pos x="2" y="9"/>
                  </a:cxn>
                  <a:cxn ang="0">
                    <a:pos x="10" y="6"/>
                  </a:cxn>
                  <a:cxn ang="0">
                    <a:pos x="18" y="5"/>
                  </a:cxn>
                  <a:cxn ang="0">
                    <a:pos x="27" y="3"/>
                  </a:cxn>
                  <a:cxn ang="0">
                    <a:pos x="37" y="3"/>
                  </a:cxn>
                  <a:cxn ang="0">
                    <a:pos x="35" y="5"/>
                  </a:cxn>
                  <a:cxn ang="0">
                    <a:pos x="35" y="6"/>
                  </a:cxn>
                  <a:cxn ang="0">
                    <a:pos x="35" y="8"/>
                  </a:cxn>
                  <a:cxn ang="0">
                    <a:pos x="34" y="9"/>
                  </a:cxn>
                  <a:cxn ang="0">
                    <a:pos x="30" y="9"/>
                  </a:cxn>
                  <a:cxn ang="0">
                    <a:pos x="27" y="11"/>
                  </a:cxn>
                  <a:cxn ang="0">
                    <a:pos x="26" y="14"/>
                  </a:cxn>
                  <a:cxn ang="0">
                    <a:pos x="24" y="16"/>
                  </a:cxn>
                  <a:cxn ang="0">
                    <a:pos x="24" y="17"/>
                  </a:cxn>
                  <a:cxn ang="0">
                    <a:pos x="24" y="20"/>
                  </a:cxn>
                  <a:cxn ang="0">
                    <a:pos x="24" y="24"/>
                  </a:cxn>
                  <a:cxn ang="0">
                    <a:pos x="26" y="27"/>
                  </a:cxn>
                  <a:cxn ang="0">
                    <a:pos x="27" y="27"/>
                  </a:cxn>
                  <a:cxn ang="0">
                    <a:pos x="27" y="27"/>
                  </a:cxn>
                  <a:cxn ang="0">
                    <a:pos x="27" y="27"/>
                  </a:cxn>
                  <a:cxn ang="0">
                    <a:pos x="29" y="27"/>
                  </a:cxn>
                  <a:cxn ang="0">
                    <a:pos x="29" y="28"/>
                  </a:cxn>
                  <a:cxn ang="0">
                    <a:pos x="30" y="28"/>
                  </a:cxn>
                  <a:cxn ang="0">
                    <a:pos x="30" y="28"/>
                  </a:cxn>
                  <a:cxn ang="0">
                    <a:pos x="32" y="28"/>
                  </a:cxn>
                  <a:cxn ang="0">
                    <a:pos x="35" y="28"/>
                  </a:cxn>
                  <a:cxn ang="0">
                    <a:pos x="38" y="25"/>
                  </a:cxn>
                  <a:cxn ang="0">
                    <a:pos x="40" y="24"/>
                  </a:cxn>
                  <a:cxn ang="0">
                    <a:pos x="40" y="22"/>
                  </a:cxn>
                  <a:cxn ang="0">
                    <a:pos x="42" y="19"/>
                  </a:cxn>
                  <a:cxn ang="0">
                    <a:pos x="42" y="16"/>
                  </a:cxn>
                  <a:cxn ang="0">
                    <a:pos x="40" y="12"/>
                  </a:cxn>
                  <a:cxn ang="0">
                    <a:pos x="37" y="11"/>
                  </a:cxn>
                  <a:cxn ang="0">
                    <a:pos x="38" y="9"/>
                  </a:cxn>
                  <a:cxn ang="0">
                    <a:pos x="38" y="6"/>
                  </a:cxn>
                  <a:cxn ang="0">
                    <a:pos x="38" y="5"/>
                  </a:cxn>
                  <a:cxn ang="0">
                    <a:pos x="40" y="3"/>
                  </a:cxn>
                </a:cxnLst>
                <a:rect l="0" t="0" r="r" b="b"/>
                <a:pathLst>
                  <a:path w="103" h="28">
                    <a:moveTo>
                      <a:pt x="40" y="3"/>
                    </a:moveTo>
                    <a:lnTo>
                      <a:pt x="49" y="5"/>
                    </a:lnTo>
                    <a:lnTo>
                      <a:pt x="59" y="6"/>
                    </a:lnTo>
                    <a:lnTo>
                      <a:pt x="67" y="8"/>
                    </a:lnTo>
                    <a:lnTo>
                      <a:pt x="75" y="11"/>
                    </a:lnTo>
                    <a:lnTo>
                      <a:pt x="83" y="14"/>
                    </a:lnTo>
                    <a:lnTo>
                      <a:pt x="89" y="17"/>
                    </a:lnTo>
                    <a:lnTo>
                      <a:pt x="95" y="22"/>
                    </a:lnTo>
                    <a:lnTo>
                      <a:pt x="100" y="27"/>
                    </a:lnTo>
                    <a:lnTo>
                      <a:pt x="102" y="25"/>
                    </a:lnTo>
                    <a:lnTo>
                      <a:pt x="102" y="24"/>
                    </a:lnTo>
                    <a:lnTo>
                      <a:pt x="103" y="24"/>
                    </a:lnTo>
                    <a:lnTo>
                      <a:pt x="103" y="22"/>
                    </a:lnTo>
                    <a:lnTo>
                      <a:pt x="94" y="14"/>
                    </a:lnTo>
                    <a:lnTo>
                      <a:pt x="81" y="9"/>
                    </a:lnTo>
                    <a:lnTo>
                      <a:pt x="68" y="5"/>
                    </a:lnTo>
                    <a:lnTo>
                      <a:pt x="53" y="1"/>
                    </a:lnTo>
                    <a:lnTo>
                      <a:pt x="38" y="0"/>
                    </a:lnTo>
                    <a:lnTo>
                      <a:pt x="24" y="0"/>
                    </a:lnTo>
                    <a:lnTo>
                      <a:pt x="11" y="1"/>
                    </a:lnTo>
                    <a:lnTo>
                      <a:pt x="0" y="6"/>
                    </a:lnTo>
                    <a:lnTo>
                      <a:pt x="0" y="8"/>
                    </a:lnTo>
                    <a:lnTo>
                      <a:pt x="0" y="8"/>
                    </a:lnTo>
                    <a:lnTo>
                      <a:pt x="0" y="9"/>
                    </a:lnTo>
                    <a:lnTo>
                      <a:pt x="2" y="9"/>
                    </a:lnTo>
                    <a:lnTo>
                      <a:pt x="10" y="6"/>
                    </a:lnTo>
                    <a:lnTo>
                      <a:pt x="18" y="5"/>
                    </a:lnTo>
                    <a:lnTo>
                      <a:pt x="27" y="3"/>
                    </a:lnTo>
                    <a:lnTo>
                      <a:pt x="37" y="3"/>
                    </a:lnTo>
                    <a:lnTo>
                      <a:pt x="35" y="5"/>
                    </a:lnTo>
                    <a:lnTo>
                      <a:pt x="35" y="6"/>
                    </a:lnTo>
                    <a:lnTo>
                      <a:pt x="35" y="8"/>
                    </a:lnTo>
                    <a:lnTo>
                      <a:pt x="34" y="9"/>
                    </a:lnTo>
                    <a:lnTo>
                      <a:pt x="30" y="9"/>
                    </a:lnTo>
                    <a:lnTo>
                      <a:pt x="27" y="11"/>
                    </a:lnTo>
                    <a:lnTo>
                      <a:pt x="26" y="14"/>
                    </a:lnTo>
                    <a:lnTo>
                      <a:pt x="24" y="16"/>
                    </a:lnTo>
                    <a:lnTo>
                      <a:pt x="24" y="17"/>
                    </a:lnTo>
                    <a:lnTo>
                      <a:pt x="24" y="20"/>
                    </a:lnTo>
                    <a:lnTo>
                      <a:pt x="24" y="24"/>
                    </a:lnTo>
                    <a:lnTo>
                      <a:pt x="26" y="27"/>
                    </a:lnTo>
                    <a:lnTo>
                      <a:pt x="27" y="27"/>
                    </a:lnTo>
                    <a:lnTo>
                      <a:pt x="27" y="27"/>
                    </a:lnTo>
                    <a:lnTo>
                      <a:pt x="27" y="27"/>
                    </a:lnTo>
                    <a:lnTo>
                      <a:pt x="29" y="27"/>
                    </a:lnTo>
                    <a:lnTo>
                      <a:pt x="29" y="28"/>
                    </a:lnTo>
                    <a:lnTo>
                      <a:pt x="30" y="28"/>
                    </a:lnTo>
                    <a:lnTo>
                      <a:pt x="30" y="28"/>
                    </a:lnTo>
                    <a:lnTo>
                      <a:pt x="32" y="28"/>
                    </a:lnTo>
                    <a:lnTo>
                      <a:pt x="35" y="28"/>
                    </a:lnTo>
                    <a:lnTo>
                      <a:pt x="38" y="25"/>
                    </a:lnTo>
                    <a:lnTo>
                      <a:pt x="40" y="24"/>
                    </a:lnTo>
                    <a:lnTo>
                      <a:pt x="40" y="22"/>
                    </a:lnTo>
                    <a:lnTo>
                      <a:pt x="42" y="19"/>
                    </a:lnTo>
                    <a:lnTo>
                      <a:pt x="42" y="16"/>
                    </a:lnTo>
                    <a:lnTo>
                      <a:pt x="40" y="12"/>
                    </a:lnTo>
                    <a:lnTo>
                      <a:pt x="37" y="11"/>
                    </a:lnTo>
                    <a:lnTo>
                      <a:pt x="38" y="9"/>
                    </a:lnTo>
                    <a:lnTo>
                      <a:pt x="38" y="6"/>
                    </a:lnTo>
                    <a:lnTo>
                      <a:pt x="38" y="5"/>
                    </a:lnTo>
                    <a:lnTo>
                      <a:pt x="40" y="3"/>
                    </a:lnTo>
                    <a:close/>
                  </a:path>
                </a:pathLst>
              </a:custGeom>
              <a:solidFill>
                <a:srgbClr val="FFFFFF"/>
              </a:solidFill>
              <a:ln w="9525">
                <a:noFill/>
                <a:round/>
              </a:ln>
              <a:effectLst/>
            </p:spPr>
            <p:txBody>
              <a:bodyP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58559" name="Freeform 159"/>
              <p:cNvSpPr/>
              <p:nvPr/>
            </p:nvSpPr>
            <p:spPr bwMode="auto">
              <a:xfrm>
                <a:off x="4875" y="2341"/>
                <a:ext cx="3" cy="7"/>
              </a:xfrm>
              <a:custGeom>
                <a:avLst/>
                <a:gdLst/>
                <a:ahLst/>
                <a:cxnLst>
                  <a:cxn ang="0">
                    <a:pos x="0" y="0"/>
                  </a:cxn>
                  <a:cxn ang="0">
                    <a:pos x="1" y="0"/>
                  </a:cxn>
                  <a:cxn ang="0">
                    <a:pos x="1" y="0"/>
                  </a:cxn>
                  <a:cxn ang="0">
                    <a:pos x="1" y="0"/>
                  </a:cxn>
                  <a:cxn ang="0">
                    <a:pos x="3" y="0"/>
                  </a:cxn>
                  <a:cxn ang="0">
                    <a:pos x="3" y="1"/>
                  </a:cxn>
                  <a:cxn ang="0">
                    <a:pos x="4" y="1"/>
                  </a:cxn>
                  <a:cxn ang="0">
                    <a:pos x="4" y="1"/>
                  </a:cxn>
                  <a:cxn ang="0">
                    <a:pos x="6" y="1"/>
                  </a:cxn>
                  <a:cxn ang="0">
                    <a:pos x="6" y="3"/>
                  </a:cxn>
                  <a:cxn ang="0">
                    <a:pos x="6" y="3"/>
                  </a:cxn>
                  <a:cxn ang="0">
                    <a:pos x="4" y="4"/>
                  </a:cxn>
                  <a:cxn ang="0">
                    <a:pos x="3" y="6"/>
                  </a:cxn>
                  <a:cxn ang="0">
                    <a:pos x="1" y="6"/>
                  </a:cxn>
                  <a:cxn ang="0">
                    <a:pos x="0" y="6"/>
                  </a:cxn>
                  <a:cxn ang="0">
                    <a:pos x="0" y="4"/>
                  </a:cxn>
                  <a:cxn ang="0">
                    <a:pos x="0" y="4"/>
                  </a:cxn>
                  <a:cxn ang="0">
                    <a:pos x="0" y="3"/>
                  </a:cxn>
                  <a:cxn ang="0">
                    <a:pos x="0" y="1"/>
                  </a:cxn>
                  <a:cxn ang="0">
                    <a:pos x="0" y="0"/>
                  </a:cxn>
                </a:cxnLst>
                <a:rect l="0" t="0" r="r" b="b"/>
                <a:pathLst>
                  <a:path w="6" h="6">
                    <a:moveTo>
                      <a:pt x="0" y="0"/>
                    </a:moveTo>
                    <a:lnTo>
                      <a:pt x="1" y="0"/>
                    </a:lnTo>
                    <a:lnTo>
                      <a:pt x="1" y="0"/>
                    </a:lnTo>
                    <a:lnTo>
                      <a:pt x="1" y="0"/>
                    </a:lnTo>
                    <a:lnTo>
                      <a:pt x="3" y="0"/>
                    </a:lnTo>
                    <a:lnTo>
                      <a:pt x="3" y="1"/>
                    </a:lnTo>
                    <a:lnTo>
                      <a:pt x="4" y="1"/>
                    </a:lnTo>
                    <a:lnTo>
                      <a:pt x="4" y="1"/>
                    </a:lnTo>
                    <a:lnTo>
                      <a:pt x="6" y="1"/>
                    </a:lnTo>
                    <a:lnTo>
                      <a:pt x="6" y="3"/>
                    </a:lnTo>
                    <a:lnTo>
                      <a:pt x="6" y="3"/>
                    </a:lnTo>
                    <a:lnTo>
                      <a:pt x="4" y="4"/>
                    </a:lnTo>
                    <a:lnTo>
                      <a:pt x="3" y="6"/>
                    </a:lnTo>
                    <a:lnTo>
                      <a:pt x="1" y="6"/>
                    </a:lnTo>
                    <a:lnTo>
                      <a:pt x="0" y="6"/>
                    </a:lnTo>
                    <a:lnTo>
                      <a:pt x="0" y="4"/>
                    </a:lnTo>
                    <a:lnTo>
                      <a:pt x="0" y="4"/>
                    </a:lnTo>
                    <a:lnTo>
                      <a:pt x="0" y="3"/>
                    </a:lnTo>
                    <a:lnTo>
                      <a:pt x="0" y="1"/>
                    </a:lnTo>
                    <a:lnTo>
                      <a:pt x="0" y="0"/>
                    </a:lnTo>
                    <a:close/>
                  </a:path>
                </a:pathLst>
              </a:custGeom>
              <a:solidFill>
                <a:srgbClr val="7A1111"/>
              </a:solidFill>
              <a:ln w="9525">
                <a:noFill/>
                <a:round/>
              </a:ln>
              <a:effectLst/>
            </p:spPr>
            <p:txBody>
              <a:bodyP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358560" name="Freeform 160"/>
              <p:cNvSpPr/>
              <p:nvPr/>
            </p:nvSpPr>
            <p:spPr bwMode="auto">
              <a:xfrm>
                <a:off x="4996" y="2819"/>
                <a:ext cx="19" cy="14"/>
              </a:xfrm>
              <a:custGeom>
                <a:avLst/>
                <a:gdLst/>
                <a:ahLst/>
                <a:cxnLst>
                  <a:cxn ang="0">
                    <a:pos x="0" y="0"/>
                  </a:cxn>
                  <a:cxn ang="0">
                    <a:pos x="0" y="0"/>
                  </a:cxn>
                  <a:cxn ang="0">
                    <a:pos x="0" y="9"/>
                  </a:cxn>
                  <a:cxn ang="0">
                    <a:pos x="0" y="14"/>
                  </a:cxn>
                  <a:cxn ang="0">
                    <a:pos x="0" y="15"/>
                  </a:cxn>
                  <a:cxn ang="0">
                    <a:pos x="8" y="15"/>
                  </a:cxn>
                  <a:cxn ang="0">
                    <a:pos x="8" y="15"/>
                  </a:cxn>
                  <a:cxn ang="0">
                    <a:pos x="16" y="15"/>
                  </a:cxn>
                  <a:cxn ang="0">
                    <a:pos x="16" y="14"/>
                  </a:cxn>
                  <a:cxn ang="0">
                    <a:pos x="16" y="9"/>
                  </a:cxn>
                  <a:cxn ang="0">
                    <a:pos x="16" y="0"/>
                  </a:cxn>
                  <a:cxn ang="0">
                    <a:pos x="16" y="0"/>
                  </a:cxn>
                  <a:cxn ang="0">
                    <a:pos x="0" y="0"/>
                  </a:cxn>
                </a:cxnLst>
                <a:rect l="0" t="0" r="r" b="b"/>
                <a:pathLst>
                  <a:path w="16" h="15">
                    <a:moveTo>
                      <a:pt x="0" y="0"/>
                    </a:moveTo>
                    <a:lnTo>
                      <a:pt x="0" y="0"/>
                    </a:lnTo>
                    <a:lnTo>
                      <a:pt x="0" y="9"/>
                    </a:lnTo>
                    <a:lnTo>
                      <a:pt x="0" y="14"/>
                    </a:lnTo>
                    <a:lnTo>
                      <a:pt x="0" y="15"/>
                    </a:lnTo>
                    <a:lnTo>
                      <a:pt x="8" y="15"/>
                    </a:lnTo>
                    <a:lnTo>
                      <a:pt x="8" y="15"/>
                    </a:lnTo>
                    <a:lnTo>
                      <a:pt x="16" y="15"/>
                    </a:lnTo>
                    <a:lnTo>
                      <a:pt x="16" y="14"/>
                    </a:lnTo>
                    <a:lnTo>
                      <a:pt x="16" y="9"/>
                    </a:lnTo>
                    <a:lnTo>
                      <a:pt x="16" y="0"/>
                    </a:lnTo>
                    <a:lnTo>
                      <a:pt x="16" y="0"/>
                    </a:lnTo>
                    <a:lnTo>
                      <a:pt x="0" y="0"/>
                    </a:lnTo>
                    <a:close/>
                  </a:path>
                </a:pathLst>
              </a:custGeom>
              <a:solidFill>
                <a:srgbClr val="FFFFFF"/>
              </a:solidFill>
              <a:ln w="9525">
                <a:noFill/>
                <a:round/>
              </a:ln>
              <a:effectLst/>
            </p:spPr>
            <p:txBody>
              <a:bodyP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58561" name="Freeform 161"/>
              <p:cNvSpPr/>
              <p:nvPr/>
            </p:nvSpPr>
            <p:spPr bwMode="auto">
              <a:xfrm>
                <a:off x="4803" y="2726"/>
                <a:ext cx="212" cy="93"/>
              </a:xfrm>
              <a:custGeom>
                <a:avLst/>
                <a:gdLst/>
                <a:ahLst/>
                <a:cxnLst>
                  <a:cxn ang="0">
                    <a:pos x="16" y="94"/>
                  </a:cxn>
                  <a:cxn ang="0">
                    <a:pos x="16" y="94"/>
                  </a:cxn>
                  <a:cxn ang="0">
                    <a:pos x="23" y="59"/>
                  </a:cxn>
                  <a:cxn ang="0">
                    <a:pos x="43" y="35"/>
                  </a:cxn>
                  <a:cxn ang="0">
                    <a:pos x="72" y="21"/>
                  </a:cxn>
                  <a:cxn ang="0">
                    <a:pos x="107" y="16"/>
                  </a:cxn>
                  <a:cxn ang="0">
                    <a:pos x="140" y="21"/>
                  </a:cxn>
                  <a:cxn ang="0">
                    <a:pos x="168" y="37"/>
                  </a:cxn>
                  <a:cxn ang="0">
                    <a:pos x="189" y="60"/>
                  </a:cxn>
                  <a:cxn ang="0">
                    <a:pos x="195" y="94"/>
                  </a:cxn>
                  <a:cxn ang="0">
                    <a:pos x="211" y="94"/>
                  </a:cxn>
                  <a:cxn ang="0">
                    <a:pos x="202" y="54"/>
                  </a:cxn>
                  <a:cxn ang="0">
                    <a:pos x="178" y="24"/>
                  </a:cxn>
                  <a:cxn ang="0">
                    <a:pos x="143" y="5"/>
                  </a:cxn>
                  <a:cxn ang="0">
                    <a:pos x="107" y="0"/>
                  </a:cxn>
                  <a:cxn ang="0">
                    <a:pos x="69" y="5"/>
                  </a:cxn>
                  <a:cxn ang="0">
                    <a:pos x="34" y="23"/>
                  </a:cxn>
                  <a:cxn ang="0">
                    <a:pos x="10" y="53"/>
                  </a:cxn>
                  <a:cxn ang="0">
                    <a:pos x="0" y="94"/>
                  </a:cxn>
                  <a:cxn ang="0">
                    <a:pos x="0" y="94"/>
                  </a:cxn>
                  <a:cxn ang="0">
                    <a:pos x="16" y="94"/>
                  </a:cxn>
                </a:cxnLst>
                <a:rect l="0" t="0" r="r" b="b"/>
                <a:pathLst>
                  <a:path w="211" h="94">
                    <a:moveTo>
                      <a:pt x="16" y="94"/>
                    </a:moveTo>
                    <a:lnTo>
                      <a:pt x="16" y="94"/>
                    </a:lnTo>
                    <a:lnTo>
                      <a:pt x="23" y="59"/>
                    </a:lnTo>
                    <a:lnTo>
                      <a:pt x="43" y="35"/>
                    </a:lnTo>
                    <a:lnTo>
                      <a:pt x="72" y="21"/>
                    </a:lnTo>
                    <a:lnTo>
                      <a:pt x="107" y="16"/>
                    </a:lnTo>
                    <a:lnTo>
                      <a:pt x="140" y="21"/>
                    </a:lnTo>
                    <a:lnTo>
                      <a:pt x="168" y="37"/>
                    </a:lnTo>
                    <a:lnTo>
                      <a:pt x="189" y="60"/>
                    </a:lnTo>
                    <a:lnTo>
                      <a:pt x="195" y="94"/>
                    </a:lnTo>
                    <a:lnTo>
                      <a:pt x="211" y="94"/>
                    </a:lnTo>
                    <a:lnTo>
                      <a:pt x="202" y="54"/>
                    </a:lnTo>
                    <a:lnTo>
                      <a:pt x="178" y="24"/>
                    </a:lnTo>
                    <a:lnTo>
                      <a:pt x="143" y="5"/>
                    </a:lnTo>
                    <a:lnTo>
                      <a:pt x="107" y="0"/>
                    </a:lnTo>
                    <a:lnTo>
                      <a:pt x="69" y="5"/>
                    </a:lnTo>
                    <a:lnTo>
                      <a:pt x="34" y="23"/>
                    </a:lnTo>
                    <a:lnTo>
                      <a:pt x="10" y="53"/>
                    </a:lnTo>
                    <a:lnTo>
                      <a:pt x="0" y="94"/>
                    </a:lnTo>
                    <a:lnTo>
                      <a:pt x="0" y="94"/>
                    </a:lnTo>
                    <a:lnTo>
                      <a:pt x="16" y="94"/>
                    </a:lnTo>
                    <a:close/>
                  </a:path>
                </a:pathLst>
              </a:custGeom>
              <a:solidFill>
                <a:srgbClr val="FFFFFF"/>
              </a:solidFill>
              <a:ln w="9525">
                <a:noFill/>
                <a:round/>
              </a:ln>
              <a:effectLst/>
            </p:spPr>
            <p:txBody>
              <a:bodyP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58562" name="Freeform 162"/>
              <p:cNvSpPr/>
              <p:nvPr/>
            </p:nvSpPr>
            <p:spPr bwMode="auto">
              <a:xfrm>
                <a:off x="4803" y="2819"/>
                <a:ext cx="16" cy="21"/>
              </a:xfrm>
              <a:custGeom>
                <a:avLst/>
                <a:gdLst/>
                <a:ahLst/>
                <a:cxnLst>
                  <a:cxn ang="0">
                    <a:pos x="8" y="8"/>
                  </a:cxn>
                  <a:cxn ang="0">
                    <a:pos x="8" y="15"/>
                  </a:cxn>
                  <a:cxn ang="0">
                    <a:pos x="16" y="15"/>
                  </a:cxn>
                  <a:cxn ang="0">
                    <a:pos x="16" y="14"/>
                  </a:cxn>
                  <a:cxn ang="0">
                    <a:pos x="16" y="9"/>
                  </a:cxn>
                  <a:cxn ang="0">
                    <a:pos x="16" y="0"/>
                  </a:cxn>
                  <a:cxn ang="0">
                    <a:pos x="0" y="0"/>
                  </a:cxn>
                  <a:cxn ang="0">
                    <a:pos x="0" y="9"/>
                  </a:cxn>
                  <a:cxn ang="0">
                    <a:pos x="0" y="14"/>
                  </a:cxn>
                  <a:cxn ang="0">
                    <a:pos x="0" y="15"/>
                  </a:cxn>
                  <a:cxn ang="0">
                    <a:pos x="8" y="15"/>
                  </a:cxn>
                  <a:cxn ang="0">
                    <a:pos x="8" y="23"/>
                  </a:cxn>
                  <a:cxn ang="0">
                    <a:pos x="0" y="15"/>
                  </a:cxn>
                  <a:cxn ang="0">
                    <a:pos x="0" y="23"/>
                  </a:cxn>
                  <a:cxn ang="0">
                    <a:pos x="8" y="23"/>
                  </a:cxn>
                  <a:cxn ang="0">
                    <a:pos x="8" y="8"/>
                  </a:cxn>
                </a:cxnLst>
                <a:rect l="0" t="0" r="r" b="b"/>
                <a:pathLst>
                  <a:path w="16" h="23">
                    <a:moveTo>
                      <a:pt x="8" y="8"/>
                    </a:moveTo>
                    <a:lnTo>
                      <a:pt x="8" y="15"/>
                    </a:lnTo>
                    <a:lnTo>
                      <a:pt x="16" y="15"/>
                    </a:lnTo>
                    <a:lnTo>
                      <a:pt x="16" y="14"/>
                    </a:lnTo>
                    <a:lnTo>
                      <a:pt x="16" y="9"/>
                    </a:lnTo>
                    <a:lnTo>
                      <a:pt x="16" y="0"/>
                    </a:lnTo>
                    <a:lnTo>
                      <a:pt x="0" y="0"/>
                    </a:lnTo>
                    <a:lnTo>
                      <a:pt x="0" y="9"/>
                    </a:lnTo>
                    <a:lnTo>
                      <a:pt x="0" y="14"/>
                    </a:lnTo>
                    <a:lnTo>
                      <a:pt x="0" y="15"/>
                    </a:lnTo>
                    <a:lnTo>
                      <a:pt x="8" y="15"/>
                    </a:lnTo>
                    <a:lnTo>
                      <a:pt x="8" y="23"/>
                    </a:lnTo>
                    <a:lnTo>
                      <a:pt x="0" y="15"/>
                    </a:lnTo>
                    <a:lnTo>
                      <a:pt x="0" y="23"/>
                    </a:lnTo>
                    <a:lnTo>
                      <a:pt x="8" y="23"/>
                    </a:lnTo>
                    <a:lnTo>
                      <a:pt x="8" y="8"/>
                    </a:lnTo>
                    <a:close/>
                  </a:path>
                </a:pathLst>
              </a:custGeom>
              <a:solidFill>
                <a:srgbClr val="FFFFFF"/>
              </a:solidFill>
              <a:ln w="9525">
                <a:noFill/>
                <a:round/>
              </a:ln>
              <a:effectLst/>
            </p:spPr>
            <p:txBody>
              <a:bodyP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58563" name="Freeform 163"/>
              <p:cNvSpPr/>
              <p:nvPr/>
            </p:nvSpPr>
            <p:spPr bwMode="auto">
              <a:xfrm>
                <a:off x="4812" y="2826"/>
                <a:ext cx="203" cy="14"/>
              </a:xfrm>
              <a:custGeom>
                <a:avLst/>
                <a:gdLst/>
                <a:ahLst/>
                <a:cxnLst>
                  <a:cxn ang="0">
                    <a:pos x="187" y="7"/>
                  </a:cxn>
                  <a:cxn ang="0">
                    <a:pos x="195" y="0"/>
                  </a:cxn>
                  <a:cxn ang="0">
                    <a:pos x="0" y="0"/>
                  </a:cxn>
                  <a:cxn ang="0">
                    <a:pos x="0" y="15"/>
                  </a:cxn>
                  <a:cxn ang="0">
                    <a:pos x="195" y="15"/>
                  </a:cxn>
                  <a:cxn ang="0">
                    <a:pos x="203" y="7"/>
                  </a:cxn>
                  <a:cxn ang="0">
                    <a:pos x="195" y="15"/>
                  </a:cxn>
                  <a:cxn ang="0">
                    <a:pos x="203" y="15"/>
                  </a:cxn>
                  <a:cxn ang="0">
                    <a:pos x="203" y="7"/>
                  </a:cxn>
                  <a:cxn ang="0">
                    <a:pos x="187" y="7"/>
                  </a:cxn>
                </a:cxnLst>
                <a:rect l="0" t="0" r="r" b="b"/>
                <a:pathLst>
                  <a:path w="203" h="15">
                    <a:moveTo>
                      <a:pt x="187" y="7"/>
                    </a:moveTo>
                    <a:lnTo>
                      <a:pt x="195" y="0"/>
                    </a:lnTo>
                    <a:lnTo>
                      <a:pt x="0" y="0"/>
                    </a:lnTo>
                    <a:lnTo>
                      <a:pt x="0" y="15"/>
                    </a:lnTo>
                    <a:lnTo>
                      <a:pt x="195" y="15"/>
                    </a:lnTo>
                    <a:lnTo>
                      <a:pt x="203" y="7"/>
                    </a:lnTo>
                    <a:lnTo>
                      <a:pt x="195" y="15"/>
                    </a:lnTo>
                    <a:lnTo>
                      <a:pt x="203" y="15"/>
                    </a:lnTo>
                    <a:lnTo>
                      <a:pt x="203" y="7"/>
                    </a:lnTo>
                    <a:lnTo>
                      <a:pt x="187" y="7"/>
                    </a:lnTo>
                    <a:close/>
                  </a:path>
                </a:pathLst>
              </a:custGeom>
              <a:solidFill>
                <a:srgbClr val="FFFFFF"/>
              </a:solidFill>
              <a:ln w="9525">
                <a:noFill/>
                <a:round/>
              </a:ln>
              <a:effectLst/>
            </p:spPr>
            <p:txBody>
              <a:bodyP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58564" name="Freeform 164"/>
              <p:cNvSpPr/>
              <p:nvPr/>
            </p:nvSpPr>
            <p:spPr bwMode="auto">
              <a:xfrm>
                <a:off x="4901" y="2734"/>
                <a:ext cx="13" cy="100"/>
              </a:xfrm>
              <a:custGeom>
                <a:avLst/>
                <a:gdLst/>
                <a:ahLst/>
                <a:cxnLst>
                  <a:cxn ang="0">
                    <a:pos x="8" y="101"/>
                  </a:cxn>
                  <a:cxn ang="0">
                    <a:pos x="16" y="101"/>
                  </a:cxn>
                  <a:cxn ang="0">
                    <a:pos x="16" y="0"/>
                  </a:cxn>
                  <a:cxn ang="0">
                    <a:pos x="0" y="0"/>
                  </a:cxn>
                  <a:cxn ang="0">
                    <a:pos x="0" y="101"/>
                  </a:cxn>
                  <a:cxn ang="0">
                    <a:pos x="8" y="101"/>
                  </a:cxn>
                </a:cxnLst>
                <a:rect l="0" t="0" r="r" b="b"/>
                <a:pathLst>
                  <a:path w="16" h="101">
                    <a:moveTo>
                      <a:pt x="8" y="101"/>
                    </a:moveTo>
                    <a:lnTo>
                      <a:pt x="16" y="101"/>
                    </a:lnTo>
                    <a:lnTo>
                      <a:pt x="16" y="0"/>
                    </a:lnTo>
                    <a:lnTo>
                      <a:pt x="0" y="0"/>
                    </a:lnTo>
                    <a:lnTo>
                      <a:pt x="0" y="101"/>
                    </a:lnTo>
                    <a:lnTo>
                      <a:pt x="8" y="101"/>
                    </a:lnTo>
                    <a:close/>
                  </a:path>
                </a:pathLst>
              </a:custGeom>
              <a:solidFill>
                <a:srgbClr val="FFFFFF"/>
              </a:solidFill>
              <a:ln w="9525">
                <a:noFill/>
                <a:round/>
              </a:ln>
              <a:effectLst/>
            </p:spPr>
            <p:txBody>
              <a:bodyP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58565" name="Freeform 165"/>
              <p:cNvSpPr/>
              <p:nvPr/>
            </p:nvSpPr>
            <p:spPr bwMode="auto">
              <a:xfrm>
                <a:off x="4904" y="2755"/>
                <a:ext cx="86" cy="86"/>
              </a:xfrm>
              <a:custGeom>
                <a:avLst/>
                <a:gdLst/>
                <a:ahLst/>
                <a:cxnLst>
                  <a:cxn ang="0">
                    <a:pos x="5" y="79"/>
                  </a:cxn>
                  <a:cxn ang="0">
                    <a:pos x="10" y="84"/>
                  </a:cxn>
                  <a:cxn ang="0">
                    <a:pos x="87" y="10"/>
                  </a:cxn>
                  <a:cxn ang="0">
                    <a:pos x="78" y="0"/>
                  </a:cxn>
                  <a:cxn ang="0">
                    <a:pos x="0" y="75"/>
                  </a:cxn>
                  <a:cxn ang="0">
                    <a:pos x="5" y="79"/>
                  </a:cxn>
                </a:cxnLst>
                <a:rect l="0" t="0" r="r" b="b"/>
                <a:pathLst>
                  <a:path w="87" h="84">
                    <a:moveTo>
                      <a:pt x="5" y="79"/>
                    </a:moveTo>
                    <a:lnTo>
                      <a:pt x="10" y="84"/>
                    </a:lnTo>
                    <a:lnTo>
                      <a:pt x="87" y="10"/>
                    </a:lnTo>
                    <a:lnTo>
                      <a:pt x="78" y="0"/>
                    </a:lnTo>
                    <a:lnTo>
                      <a:pt x="0" y="75"/>
                    </a:lnTo>
                    <a:lnTo>
                      <a:pt x="5" y="79"/>
                    </a:lnTo>
                    <a:close/>
                  </a:path>
                </a:pathLst>
              </a:custGeom>
              <a:solidFill>
                <a:srgbClr val="FFFFFF"/>
              </a:solidFill>
              <a:ln w="9525">
                <a:noFill/>
                <a:round/>
              </a:ln>
              <a:effectLst/>
            </p:spPr>
            <p:txBody>
              <a:bodyP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58566" name="Freeform 166"/>
              <p:cNvSpPr/>
              <p:nvPr/>
            </p:nvSpPr>
            <p:spPr bwMode="auto">
              <a:xfrm>
                <a:off x="4828" y="2755"/>
                <a:ext cx="86" cy="86"/>
              </a:xfrm>
              <a:custGeom>
                <a:avLst/>
                <a:gdLst/>
                <a:ahLst/>
                <a:cxnLst>
                  <a:cxn ang="0">
                    <a:pos x="78" y="80"/>
                  </a:cxn>
                  <a:cxn ang="0">
                    <a:pos x="83" y="76"/>
                  </a:cxn>
                  <a:cxn ang="0">
                    <a:pos x="10" y="0"/>
                  </a:cxn>
                  <a:cxn ang="0">
                    <a:pos x="0" y="9"/>
                  </a:cxn>
                  <a:cxn ang="0">
                    <a:pos x="73" y="85"/>
                  </a:cxn>
                  <a:cxn ang="0">
                    <a:pos x="78" y="80"/>
                  </a:cxn>
                </a:cxnLst>
                <a:rect l="0" t="0" r="r" b="b"/>
                <a:pathLst>
                  <a:path w="83" h="85">
                    <a:moveTo>
                      <a:pt x="78" y="80"/>
                    </a:moveTo>
                    <a:lnTo>
                      <a:pt x="83" y="76"/>
                    </a:lnTo>
                    <a:lnTo>
                      <a:pt x="10" y="0"/>
                    </a:lnTo>
                    <a:lnTo>
                      <a:pt x="0" y="9"/>
                    </a:lnTo>
                    <a:lnTo>
                      <a:pt x="73" y="85"/>
                    </a:lnTo>
                    <a:lnTo>
                      <a:pt x="78" y="80"/>
                    </a:lnTo>
                    <a:close/>
                  </a:path>
                </a:pathLst>
              </a:custGeom>
              <a:solidFill>
                <a:srgbClr val="FFFFFF"/>
              </a:solidFill>
              <a:ln w="9525">
                <a:noFill/>
                <a:round/>
              </a:ln>
              <a:effectLst/>
            </p:spPr>
            <p:txBody>
              <a:bodyP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grpSp>
        <p:sp>
          <p:nvSpPr>
            <p:cNvPr id="36984" name="Text Box 167"/>
            <p:cNvSpPr txBox="1"/>
            <p:nvPr/>
          </p:nvSpPr>
          <p:spPr>
            <a:xfrm>
              <a:off x="4729" y="650"/>
              <a:ext cx="479" cy="848"/>
            </a:xfrm>
            <a:prstGeom prst="rect">
              <a:avLst/>
            </a:prstGeom>
            <a:noFill/>
            <a:ln w="12700">
              <a:noFill/>
            </a:ln>
          </p:spPr>
          <p:txBody>
            <a:bodyPr wrap="none">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ct val="0"/>
                </a:spcBef>
                <a:spcAft>
                  <a:spcPts val="590"/>
                </a:spcAft>
                <a:buSzPct val="80000"/>
                <a:buNone/>
              </a:pPr>
              <a:endParaRPr lang="zh-CN" altLang="en-US" sz="2800" dirty="0">
                <a:ea typeface="宋体" pitchFamily="2" charset="-122"/>
              </a:endParaRPr>
            </a:p>
          </p:txBody>
        </p:sp>
      </p:grpSp>
      <p:grpSp>
        <p:nvGrpSpPr>
          <p:cNvPr id="36873" name="Group 168"/>
          <p:cNvGrpSpPr/>
          <p:nvPr/>
        </p:nvGrpSpPr>
        <p:grpSpPr>
          <a:xfrm>
            <a:off x="9069388" y="4094163"/>
            <a:ext cx="536575" cy="847725"/>
            <a:chOff x="4368" y="0"/>
            <a:chExt cx="1392" cy="1498"/>
          </a:xfrm>
        </p:grpSpPr>
        <p:grpSp>
          <p:nvGrpSpPr>
            <p:cNvPr id="36949" name="Group 169"/>
            <p:cNvGrpSpPr/>
            <p:nvPr/>
          </p:nvGrpSpPr>
          <p:grpSpPr>
            <a:xfrm>
              <a:off x="4368" y="0"/>
              <a:ext cx="1392" cy="1056"/>
              <a:chOff x="4368" y="2016"/>
              <a:chExt cx="1072" cy="1344"/>
            </a:xfrm>
          </p:grpSpPr>
          <p:sp>
            <p:nvSpPr>
              <p:cNvPr id="358570" name="Freeform 170"/>
              <p:cNvSpPr/>
              <p:nvPr/>
            </p:nvSpPr>
            <p:spPr bwMode="auto">
              <a:xfrm>
                <a:off x="4457" y="2462"/>
                <a:ext cx="898" cy="825"/>
              </a:xfrm>
              <a:custGeom>
                <a:avLst/>
                <a:gdLst/>
                <a:ahLst/>
                <a:cxnLst>
                  <a:cxn ang="0">
                    <a:pos x="445" y="0"/>
                  </a:cxn>
                  <a:cxn ang="0">
                    <a:pos x="897" y="293"/>
                  </a:cxn>
                  <a:cxn ang="0">
                    <a:pos x="897" y="829"/>
                  </a:cxn>
                  <a:cxn ang="0">
                    <a:pos x="601" y="829"/>
                  </a:cxn>
                  <a:cxn ang="0">
                    <a:pos x="296" y="829"/>
                  </a:cxn>
                  <a:cxn ang="0">
                    <a:pos x="0" y="829"/>
                  </a:cxn>
                  <a:cxn ang="0">
                    <a:pos x="0" y="293"/>
                  </a:cxn>
                  <a:cxn ang="0">
                    <a:pos x="445" y="0"/>
                  </a:cxn>
                </a:cxnLst>
                <a:rect l="0" t="0" r="r" b="b"/>
                <a:pathLst>
                  <a:path w="897" h="829">
                    <a:moveTo>
                      <a:pt x="445" y="0"/>
                    </a:moveTo>
                    <a:lnTo>
                      <a:pt x="897" y="293"/>
                    </a:lnTo>
                    <a:lnTo>
                      <a:pt x="897" y="829"/>
                    </a:lnTo>
                    <a:lnTo>
                      <a:pt x="601" y="829"/>
                    </a:lnTo>
                    <a:lnTo>
                      <a:pt x="296" y="829"/>
                    </a:lnTo>
                    <a:lnTo>
                      <a:pt x="0" y="829"/>
                    </a:lnTo>
                    <a:lnTo>
                      <a:pt x="0" y="293"/>
                    </a:lnTo>
                    <a:lnTo>
                      <a:pt x="445" y="0"/>
                    </a:lnTo>
                    <a:close/>
                  </a:path>
                </a:pathLst>
              </a:custGeom>
              <a:solidFill>
                <a:srgbClr val="0000FF"/>
              </a:solidFill>
              <a:ln w="9525">
                <a:noFill/>
                <a:round/>
              </a:ln>
              <a:effectLst/>
            </p:spPr>
            <p:txBody>
              <a:bodyP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358571" name="Freeform 171"/>
              <p:cNvSpPr/>
              <p:nvPr/>
            </p:nvSpPr>
            <p:spPr bwMode="auto">
              <a:xfrm>
                <a:off x="4368" y="2462"/>
                <a:ext cx="415" cy="289"/>
              </a:xfrm>
              <a:custGeom>
                <a:avLst/>
                <a:gdLst/>
                <a:ahLst/>
                <a:cxnLst>
                  <a:cxn ang="0">
                    <a:pos x="0" y="288"/>
                  </a:cxn>
                  <a:cxn ang="0">
                    <a:pos x="416" y="32"/>
                  </a:cxn>
                  <a:cxn ang="0">
                    <a:pos x="416" y="27"/>
                  </a:cxn>
                  <a:cxn ang="0">
                    <a:pos x="416" y="19"/>
                  </a:cxn>
                  <a:cxn ang="0">
                    <a:pos x="416" y="9"/>
                  </a:cxn>
                  <a:cxn ang="0">
                    <a:pos x="416" y="0"/>
                  </a:cxn>
                  <a:cxn ang="0">
                    <a:pos x="0" y="254"/>
                  </a:cxn>
                  <a:cxn ang="0">
                    <a:pos x="0" y="288"/>
                  </a:cxn>
                </a:cxnLst>
                <a:rect l="0" t="0" r="r" b="b"/>
                <a:pathLst>
                  <a:path w="416" h="288">
                    <a:moveTo>
                      <a:pt x="0" y="288"/>
                    </a:moveTo>
                    <a:lnTo>
                      <a:pt x="416" y="32"/>
                    </a:lnTo>
                    <a:lnTo>
                      <a:pt x="416" y="27"/>
                    </a:lnTo>
                    <a:lnTo>
                      <a:pt x="416" y="19"/>
                    </a:lnTo>
                    <a:lnTo>
                      <a:pt x="416" y="9"/>
                    </a:lnTo>
                    <a:lnTo>
                      <a:pt x="416" y="0"/>
                    </a:lnTo>
                    <a:lnTo>
                      <a:pt x="0" y="254"/>
                    </a:lnTo>
                    <a:lnTo>
                      <a:pt x="0" y="288"/>
                    </a:lnTo>
                    <a:close/>
                  </a:path>
                </a:pathLst>
              </a:custGeom>
              <a:solidFill>
                <a:srgbClr val="000000"/>
              </a:solidFill>
              <a:ln w="9525">
                <a:noFill/>
                <a:round/>
              </a:ln>
              <a:effectLst/>
            </p:spPr>
            <p:txBody>
              <a:bodyP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358572" name="Rectangle 172"/>
              <p:cNvSpPr>
                <a:spLocks noChangeArrowheads="1"/>
              </p:cNvSpPr>
              <p:nvPr/>
            </p:nvSpPr>
            <p:spPr bwMode="auto">
              <a:xfrm>
                <a:off x="4457" y="3330"/>
                <a:ext cx="898" cy="29"/>
              </a:xfrm>
              <a:prstGeom prst="rect">
                <a:avLst/>
              </a:prstGeom>
              <a:solidFill>
                <a:srgbClr val="000000"/>
              </a:solidFill>
              <a:ln w="9525">
                <a:noFill/>
                <a:miter lim="800000"/>
              </a:ln>
              <a:effectLst/>
            </p:spPr>
            <p:txBody>
              <a:bodyP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358573" name="Freeform 173"/>
              <p:cNvSpPr/>
              <p:nvPr/>
            </p:nvSpPr>
            <p:spPr bwMode="auto">
              <a:xfrm>
                <a:off x="4787" y="2170"/>
                <a:ext cx="241" cy="328"/>
              </a:xfrm>
              <a:custGeom>
                <a:avLst/>
                <a:gdLst/>
                <a:ahLst/>
                <a:cxnLst>
                  <a:cxn ang="0">
                    <a:pos x="242" y="327"/>
                  </a:cxn>
                  <a:cxn ang="0">
                    <a:pos x="242" y="0"/>
                  </a:cxn>
                  <a:cxn ang="0">
                    <a:pos x="0" y="0"/>
                  </a:cxn>
                  <a:cxn ang="0">
                    <a:pos x="0" y="321"/>
                  </a:cxn>
                  <a:cxn ang="0">
                    <a:pos x="116" y="240"/>
                  </a:cxn>
                  <a:cxn ang="0">
                    <a:pos x="242" y="327"/>
                  </a:cxn>
                </a:cxnLst>
                <a:rect l="0" t="0" r="r" b="b"/>
                <a:pathLst>
                  <a:path w="242" h="327">
                    <a:moveTo>
                      <a:pt x="242" y="327"/>
                    </a:moveTo>
                    <a:lnTo>
                      <a:pt x="242" y="0"/>
                    </a:lnTo>
                    <a:lnTo>
                      <a:pt x="0" y="0"/>
                    </a:lnTo>
                    <a:lnTo>
                      <a:pt x="0" y="321"/>
                    </a:lnTo>
                    <a:lnTo>
                      <a:pt x="116" y="240"/>
                    </a:lnTo>
                    <a:lnTo>
                      <a:pt x="242" y="327"/>
                    </a:lnTo>
                    <a:close/>
                  </a:path>
                </a:pathLst>
              </a:custGeom>
              <a:solidFill>
                <a:srgbClr val="000000"/>
              </a:solidFill>
              <a:ln w="9525">
                <a:noFill/>
                <a:round/>
              </a:ln>
              <a:effectLst/>
            </p:spPr>
            <p:txBody>
              <a:bodyP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358574" name="Freeform 174"/>
              <p:cNvSpPr/>
              <p:nvPr/>
            </p:nvSpPr>
            <p:spPr bwMode="auto">
              <a:xfrm>
                <a:off x="4723" y="2016"/>
                <a:ext cx="358" cy="125"/>
              </a:xfrm>
              <a:custGeom>
                <a:avLst/>
                <a:gdLst/>
                <a:ahLst/>
                <a:cxnLst>
                  <a:cxn ang="0">
                    <a:pos x="181" y="0"/>
                  </a:cxn>
                  <a:cxn ang="0">
                    <a:pos x="0" y="126"/>
                  </a:cxn>
                  <a:cxn ang="0">
                    <a:pos x="361" y="126"/>
                  </a:cxn>
                  <a:cxn ang="0">
                    <a:pos x="181" y="0"/>
                  </a:cxn>
                </a:cxnLst>
                <a:rect l="0" t="0" r="r" b="b"/>
                <a:pathLst>
                  <a:path w="361" h="126">
                    <a:moveTo>
                      <a:pt x="181" y="0"/>
                    </a:moveTo>
                    <a:lnTo>
                      <a:pt x="0" y="126"/>
                    </a:lnTo>
                    <a:lnTo>
                      <a:pt x="361" y="126"/>
                    </a:lnTo>
                    <a:lnTo>
                      <a:pt x="181" y="0"/>
                    </a:lnTo>
                    <a:close/>
                  </a:path>
                </a:pathLst>
              </a:custGeom>
              <a:solidFill>
                <a:srgbClr val="000000"/>
              </a:solidFill>
              <a:ln w="9525">
                <a:noFill/>
                <a:round/>
              </a:ln>
              <a:effectLst/>
            </p:spPr>
            <p:txBody>
              <a:bodyP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358575" name="Freeform 175"/>
              <p:cNvSpPr/>
              <p:nvPr/>
            </p:nvSpPr>
            <p:spPr bwMode="auto">
              <a:xfrm>
                <a:off x="5028" y="2469"/>
                <a:ext cx="412" cy="282"/>
              </a:xfrm>
              <a:custGeom>
                <a:avLst/>
                <a:gdLst/>
                <a:ahLst/>
                <a:cxnLst>
                  <a:cxn ang="0">
                    <a:pos x="413" y="287"/>
                  </a:cxn>
                  <a:cxn ang="0">
                    <a:pos x="0" y="31"/>
                  </a:cxn>
                  <a:cxn ang="0">
                    <a:pos x="0" y="25"/>
                  </a:cxn>
                  <a:cxn ang="0">
                    <a:pos x="0" y="17"/>
                  </a:cxn>
                  <a:cxn ang="0">
                    <a:pos x="0" y="9"/>
                  </a:cxn>
                  <a:cxn ang="0">
                    <a:pos x="0" y="0"/>
                  </a:cxn>
                  <a:cxn ang="0">
                    <a:pos x="413" y="253"/>
                  </a:cxn>
                  <a:cxn ang="0">
                    <a:pos x="413" y="287"/>
                  </a:cxn>
                </a:cxnLst>
                <a:rect l="0" t="0" r="r" b="b"/>
                <a:pathLst>
                  <a:path w="413" h="287">
                    <a:moveTo>
                      <a:pt x="413" y="287"/>
                    </a:moveTo>
                    <a:lnTo>
                      <a:pt x="0" y="31"/>
                    </a:lnTo>
                    <a:lnTo>
                      <a:pt x="0" y="25"/>
                    </a:lnTo>
                    <a:lnTo>
                      <a:pt x="0" y="17"/>
                    </a:lnTo>
                    <a:lnTo>
                      <a:pt x="0" y="9"/>
                    </a:lnTo>
                    <a:lnTo>
                      <a:pt x="0" y="0"/>
                    </a:lnTo>
                    <a:lnTo>
                      <a:pt x="413" y="253"/>
                    </a:lnTo>
                    <a:lnTo>
                      <a:pt x="413" y="287"/>
                    </a:lnTo>
                    <a:close/>
                  </a:path>
                </a:pathLst>
              </a:custGeom>
              <a:solidFill>
                <a:srgbClr val="000000"/>
              </a:solidFill>
              <a:ln w="9525">
                <a:noFill/>
                <a:round/>
              </a:ln>
              <a:effectLst/>
            </p:spPr>
            <p:txBody>
              <a:bodyP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358576" name="Freeform 176"/>
              <p:cNvSpPr/>
              <p:nvPr/>
            </p:nvSpPr>
            <p:spPr bwMode="auto">
              <a:xfrm>
                <a:off x="4841" y="2209"/>
                <a:ext cx="127" cy="164"/>
              </a:xfrm>
              <a:custGeom>
                <a:avLst/>
                <a:gdLst/>
                <a:ahLst/>
                <a:cxnLst>
                  <a:cxn ang="0">
                    <a:pos x="65" y="0"/>
                  </a:cxn>
                  <a:cxn ang="0">
                    <a:pos x="51" y="1"/>
                  </a:cxn>
                  <a:cxn ang="0">
                    <a:pos x="38" y="6"/>
                  </a:cxn>
                  <a:cxn ang="0">
                    <a:pos x="27" y="13"/>
                  </a:cxn>
                  <a:cxn ang="0">
                    <a:pos x="17" y="20"/>
                  </a:cxn>
                  <a:cxn ang="0">
                    <a:pos x="9" y="32"/>
                  </a:cxn>
                  <a:cxn ang="0">
                    <a:pos x="5" y="44"/>
                  </a:cxn>
                  <a:cxn ang="0">
                    <a:pos x="1" y="58"/>
                  </a:cxn>
                  <a:cxn ang="0">
                    <a:pos x="0" y="74"/>
                  </a:cxn>
                  <a:cxn ang="0">
                    <a:pos x="0" y="103"/>
                  </a:cxn>
                  <a:cxn ang="0">
                    <a:pos x="0" y="126"/>
                  </a:cxn>
                  <a:cxn ang="0">
                    <a:pos x="0" y="145"/>
                  </a:cxn>
                  <a:cxn ang="0">
                    <a:pos x="0" y="164"/>
                  </a:cxn>
                  <a:cxn ang="0">
                    <a:pos x="27" y="164"/>
                  </a:cxn>
                  <a:cxn ang="0">
                    <a:pos x="44" y="164"/>
                  </a:cxn>
                  <a:cxn ang="0">
                    <a:pos x="55" y="164"/>
                  </a:cxn>
                  <a:cxn ang="0">
                    <a:pos x="63" y="164"/>
                  </a:cxn>
                  <a:cxn ang="0">
                    <a:pos x="71" y="164"/>
                  </a:cxn>
                  <a:cxn ang="0">
                    <a:pos x="82" y="164"/>
                  </a:cxn>
                  <a:cxn ang="0">
                    <a:pos x="100" y="164"/>
                  </a:cxn>
                  <a:cxn ang="0">
                    <a:pos x="127" y="164"/>
                  </a:cxn>
                  <a:cxn ang="0">
                    <a:pos x="127" y="139"/>
                  </a:cxn>
                  <a:cxn ang="0">
                    <a:pos x="127" y="114"/>
                  </a:cxn>
                  <a:cxn ang="0">
                    <a:pos x="127" y="90"/>
                  </a:cxn>
                  <a:cxn ang="0">
                    <a:pos x="127" y="71"/>
                  </a:cxn>
                  <a:cxn ang="0">
                    <a:pos x="127" y="62"/>
                  </a:cxn>
                  <a:cxn ang="0">
                    <a:pos x="123" y="51"/>
                  </a:cxn>
                  <a:cxn ang="0">
                    <a:pos x="119" y="38"/>
                  </a:cxn>
                  <a:cxn ang="0">
                    <a:pos x="112" y="27"/>
                  </a:cxn>
                  <a:cxn ang="0">
                    <a:pos x="104" y="16"/>
                  </a:cxn>
                  <a:cxn ang="0">
                    <a:pos x="93" y="8"/>
                  </a:cxn>
                  <a:cxn ang="0">
                    <a:pos x="81" y="1"/>
                  </a:cxn>
                  <a:cxn ang="0">
                    <a:pos x="65" y="0"/>
                  </a:cxn>
                </a:cxnLst>
                <a:rect l="0" t="0" r="r" b="b"/>
                <a:pathLst>
                  <a:path w="127" h="164">
                    <a:moveTo>
                      <a:pt x="65" y="0"/>
                    </a:moveTo>
                    <a:lnTo>
                      <a:pt x="51" y="1"/>
                    </a:lnTo>
                    <a:lnTo>
                      <a:pt x="38" y="6"/>
                    </a:lnTo>
                    <a:lnTo>
                      <a:pt x="27" y="13"/>
                    </a:lnTo>
                    <a:lnTo>
                      <a:pt x="17" y="20"/>
                    </a:lnTo>
                    <a:lnTo>
                      <a:pt x="9" y="32"/>
                    </a:lnTo>
                    <a:lnTo>
                      <a:pt x="5" y="44"/>
                    </a:lnTo>
                    <a:lnTo>
                      <a:pt x="1" y="58"/>
                    </a:lnTo>
                    <a:lnTo>
                      <a:pt x="0" y="74"/>
                    </a:lnTo>
                    <a:lnTo>
                      <a:pt x="0" y="103"/>
                    </a:lnTo>
                    <a:lnTo>
                      <a:pt x="0" y="126"/>
                    </a:lnTo>
                    <a:lnTo>
                      <a:pt x="0" y="145"/>
                    </a:lnTo>
                    <a:lnTo>
                      <a:pt x="0" y="164"/>
                    </a:lnTo>
                    <a:lnTo>
                      <a:pt x="27" y="164"/>
                    </a:lnTo>
                    <a:lnTo>
                      <a:pt x="44" y="164"/>
                    </a:lnTo>
                    <a:lnTo>
                      <a:pt x="55" y="164"/>
                    </a:lnTo>
                    <a:lnTo>
                      <a:pt x="63" y="164"/>
                    </a:lnTo>
                    <a:lnTo>
                      <a:pt x="71" y="164"/>
                    </a:lnTo>
                    <a:lnTo>
                      <a:pt x="82" y="164"/>
                    </a:lnTo>
                    <a:lnTo>
                      <a:pt x="100" y="164"/>
                    </a:lnTo>
                    <a:lnTo>
                      <a:pt x="127" y="164"/>
                    </a:lnTo>
                    <a:lnTo>
                      <a:pt x="127" y="139"/>
                    </a:lnTo>
                    <a:lnTo>
                      <a:pt x="127" y="114"/>
                    </a:lnTo>
                    <a:lnTo>
                      <a:pt x="127" y="90"/>
                    </a:lnTo>
                    <a:lnTo>
                      <a:pt x="127" y="71"/>
                    </a:lnTo>
                    <a:lnTo>
                      <a:pt x="127" y="62"/>
                    </a:lnTo>
                    <a:lnTo>
                      <a:pt x="123" y="51"/>
                    </a:lnTo>
                    <a:lnTo>
                      <a:pt x="119" y="38"/>
                    </a:lnTo>
                    <a:lnTo>
                      <a:pt x="112" y="27"/>
                    </a:lnTo>
                    <a:lnTo>
                      <a:pt x="104" y="16"/>
                    </a:lnTo>
                    <a:lnTo>
                      <a:pt x="93" y="8"/>
                    </a:lnTo>
                    <a:lnTo>
                      <a:pt x="81" y="1"/>
                    </a:lnTo>
                    <a:lnTo>
                      <a:pt x="65" y="0"/>
                    </a:lnTo>
                    <a:close/>
                  </a:path>
                </a:pathLst>
              </a:custGeom>
              <a:solidFill>
                <a:srgbClr val="FFFFFF"/>
              </a:solidFill>
              <a:ln w="9525">
                <a:noFill/>
                <a:round/>
              </a:ln>
              <a:effectLst/>
            </p:spPr>
            <p:txBody>
              <a:bodyP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58577" name="Rectangle 177"/>
              <p:cNvSpPr>
                <a:spLocks noChangeArrowheads="1"/>
              </p:cNvSpPr>
              <p:nvPr/>
            </p:nvSpPr>
            <p:spPr bwMode="auto">
              <a:xfrm>
                <a:off x="4803" y="2901"/>
                <a:ext cx="206" cy="386"/>
              </a:xfrm>
              <a:prstGeom prst="rect">
                <a:avLst/>
              </a:prstGeom>
              <a:solidFill>
                <a:srgbClr val="FFFFFF"/>
              </a:solidFill>
              <a:ln w="9525">
                <a:noFill/>
                <a:miter lim="800000"/>
              </a:ln>
              <a:effectLst/>
            </p:spPr>
            <p:txBody>
              <a:bodyP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58578" name="Freeform 178"/>
              <p:cNvSpPr/>
              <p:nvPr/>
            </p:nvSpPr>
            <p:spPr bwMode="auto">
              <a:xfrm>
                <a:off x="4736" y="2819"/>
                <a:ext cx="13" cy="318"/>
              </a:xfrm>
              <a:custGeom>
                <a:avLst/>
                <a:gdLst/>
                <a:ahLst/>
                <a:cxnLst>
                  <a:cxn ang="0">
                    <a:pos x="8" y="16"/>
                  </a:cxn>
                  <a:cxn ang="0">
                    <a:pos x="0" y="8"/>
                  </a:cxn>
                  <a:cxn ang="0">
                    <a:pos x="0" y="320"/>
                  </a:cxn>
                  <a:cxn ang="0">
                    <a:pos x="16" y="320"/>
                  </a:cxn>
                  <a:cxn ang="0">
                    <a:pos x="16" y="8"/>
                  </a:cxn>
                  <a:cxn ang="0">
                    <a:pos x="8" y="0"/>
                  </a:cxn>
                  <a:cxn ang="0">
                    <a:pos x="16" y="8"/>
                  </a:cxn>
                  <a:cxn ang="0">
                    <a:pos x="16" y="0"/>
                  </a:cxn>
                  <a:cxn ang="0">
                    <a:pos x="8" y="0"/>
                  </a:cxn>
                  <a:cxn ang="0">
                    <a:pos x="8" y="16"/>
                  </a:cxn>
                </a:cxnLst>
                <a:rect l="0" t="0" r="r" b="b"/>
                <a:pathLst>
                  <a:path w="16" h="320">
                    <a:moveTo>
                      <a:pt x="8" y="16"/>
                    </a:moveTo>
                    <a:lnTo>
                      <a:pt x="0" y="8"/>
                    </a:lnTo>
                    <a:lnTo>
                      <a:pt x="0" y="320"/>
                    </a:lnTo>
                    <a:lnTo>
                      <a:pt x="16" y="320"/>
                    </a:lnTo>
                    <a:lnTo>
                      <a:pt x="16" y="8"/>
                    </a:lnTo>
                    <a:lnTo>
                      <a:pt x="8" y="0"/>
                    </a:lnTo>
                    <a:lnTo>
                      <a:pt x="16" y="8"/>
                    </a:lnTo>
                    <a:lnTo>
                      <a:pt x="16" y="0"/>
                    </a:lnTo>
                    <a:lnTo>
                      <a:pt x="8" y="0"/>
                    </a:lnTo>
                    <a:lnTo>
                      <a:pt x="8" y="16"/>
                    </a:lnTo>
                    <a:close/>
                  </a:path>
                </a:pathLst>
              </a:custGeom>
              <a:solidFill>
                <a:srgbClr val="FFFFFF"/>
              </a:solidFill>
              <a:ln w="9525">
                <a:noFill/>
                <a:round/>
              </a:ln>
              <a:effectLst/>
            </p:spPr>
            <p:txBody>
              <a:bodyP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58579" name="Freeform 179"/>
              <p:cNvSpPr/>
              <p:nvPr/>
            </p:nvSpPr>
            <p:spPr bwMode="auto">
              <a:xfrm>
                <a:off x="4558" y="2819"/>
                <a:ext cx="184" cy="21"/>
              </a:xfrm>
              <a:custGeom>
                <a:avLst/>
                <a:gdLst/>
                <a:ahLst/>
                <a:cxnLst>
                  <a:cxn ang="0">
                    <a:pos x="16" y="8"/>
                  </a:cxn>
                  <a:cxn ang="0">
                    <a:pos x="8" y="16"/>
                  </a:cxn>
                  <a:cxn ang="0">
                    <a:pos x="187" y="16"/>
                  </a:cxn>
                  <a:cxn ang="0">
                    <a:pos x="187" y="0"/>
                  </a:cxn>
                  <a:cxn ang="0">
                    <a:pos x="8" y="0"/>
                  </a:cxn>
                  <a:cxn ang="0">
                    <a:pos x="0" y="8"/>
                  </a:cxn>
                  <a:cxn ang="0">
                    <a:pos x="8" y="0"/>
                  </a:cxn>
                  <a:cxn ang="0">
                    <a:pos x="0" y="0"/>
                  </a:cxn>
                  <a:cxn ang="0">
                    <a:pos x="0" y="8"/>
                  </a:cxn>
                  <a:cxn ang="0">
                    <a:pos x="16" y="8"/>
                  </a:cxn>
                </a:cxnLst>
                <a:rect l="0" t="0" r="r" b="b"/>
                <a:pathLst>
                  <a:path w="187" h="16">
                    <a:moveTo>
                      <a:pt x="16" y="8"/>
                    </a:moveTo>
                    <a:lnTo>
                      <a:pt x="8" y="16"/>
                    </a:lnTo>
                    <a:lnTo>
                      <a:pt x="187" y="16"/>
                    </a:lnTo>
                    <a:lnTo>
                      <a:pt x="187" y="0"/>
                    </a:lnTo>
                    <a:lnTo>
                      <a:pt x="8" y="0"/>
                    </a:lnTo>
                    <a:lnTo>
                      <a:pt x="0" y="8"/>
                    </a:lnTo>
                    <a:lnTo>
                      <a:pt x="8" y="0"/>
                    </a:lnTo>
                    <a:lnTo>
                      <a:pt x="0" y="0"/>
                    </a:lnTo>
                    <a:lnTo>
                      <a:pt x="0" y="8"/>
                    </a:lnTo>
                    <a:lnTo>
                      <a:pt x="16" y="8"/>
                    </a:lnTo>
                    <a:close/>
                  </a:path>
                </a:pathLst>
              </a:custGeom>
              <a:solidFill>
                <a:srgbClr val="FFFFFF"/>
              </a:solidFill>
              <a:ln w="9525">
                <a:noFill/>
                <a:round/>
              </a:ln>
              <a:effectLst/>
            </p:spPr>
            <p:txBody>
              <a:bodyP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58580" name="Freeform 180"/>
              <p:cNvSpPr/>
              <p:nvPr/>
            </p:nvSpPr>
            <p:spPr bwMode="auto">
              <a:xfrm>
                <a:off x="4558" y="2826"/>
                <a:ext cx="13" cy="318"/>
              </a:xfrm>
              <a:custGeom>
                <a:avLst/>
                <a:gdLst/>
                <a:ahLst/>
                <a:cxnLst>
                  <a:cxn ang="0">
                    <a:pos x="8" y="304"/>
                  </a:cxn>
                  <a:cxn ang="0">
                    <a:pos x="16" y="312"/>
                  </a:cxn>
                  <a:cxn ang="0">
                    <a:pos x="16" y="0"/>
                  </a:cxn>
                  <a:cxn ang="0">
                    <a:pos x="0" y="0"/>
                  </a:cxn>
                  <a:cxn ang="0">
                    <a:pos x="0" y="312"/>
                  </a:cxn>
                  <a:cxn ang="0">
                    <a:pos x="8" y="320"/>
                  </a:cxn>
                  <a:cxn ang="0">
                    <a:pos x="0" y="312"/>
                  </a:cxn>
                  <a:cxn ang="0">
                    <a:pos x="0" y="320"/>
                  </a:cxn>
                  <a:cxn ang="0">
                    <a:pos x="8" y="320"/>
                  </a:cxn>
                  <a:cxn ang="0">
                    <a:pos x="8" y="304"/>
                  </a:cxn>
                </a:cxnLst>
                <a:rect l="0" t="0" r="r" b="b"/>
                <a:pathLst>
                  <a:path w="16" h="320">
                    <a:moveTo>
                      <a:pt x="8" y="304"/>
                    </a:moveTo>
                    <a:lnTo>
                      <a:pt x="16" y="312"/>
                    </a:lnTo>
                    <a:lnTo>
                      <a:pt x="16" y="0"/>
                    </a:lnTo>
                    <a:lnTo>
                      <a:pt x="0" y="0"/>
                    </a:lnTo>
                    <a:lnTo>
                      <a:pt x="0" y="312"/>
                    </a:lnTo>
                    <a:lnTo>
                      <a:pt x="8" y="320"/>
                    </a:lnTo>
                    <a:lnTo>
                      <a:pt x="0" y="312"/>
                    </a:lnTo>
                    <a:lnTo>
                      <a:pt x="0" y="320"/>
                    </a:lnTo>
                    <a:lnTo>
                      <a:pt x="8" y="320"/>
                    </a:lnTo>
                    <a:lnTo>
                      <a:pt x="8" y="304"/>
                    </a:lnTo>
                    <a:close/>
                  </a:path>
                </a:pathLst>
              </a:custGeom>
              <a:solidFill>
                <a:srgbClr val="FFFFFF"/>
              </a:solidFill>
              <a:ln w="9525">
                <a:noFill/>
                <a:round/>
              </a:ln>
              <a:effectLst/>
            </p:spPr>
            <p:txBody>
              <a:bodyP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58581" name="Freeform 181"/>
              <p:cNvSpPr/>
              <p:nvPr/>
            </p:nvSpPr>
            <p:spPr bwMode="auto">
              <a:xfrm>
                <a:off x="4565" y="3134"/>
                <a:ext cx="184" cy="14"/>
              </a:xfrm>
              <a:custGeom>
                <a:avLst/>
                <a:gdLst/>
                <a:ahLst/>
                <a:cxnLst>
                  <a:cxn ang="0">
                    <a:pos x="171" y="8"/>
                  </a:cxn>
                  <a:cxn ang="0">
                    <a:pos x="179" y="0"/>
                  </a:cxn>
                  <a:cxn ang="0">
                    <a:pos x="0" y="0"/>
                  </a:cxn>
                  <a:cxn ang="0">
                    <a:pos x="0" y="16"/>
                  </a:cxn>
                  <a:cxn ang="0">
                    <a:pos x="179" y="16"/>
                  </a:cxn>
                  <a:cxn ang="0">
                    <a:pos x="187" y="8"/>
                  </a:cxn>
                  <a:cxn ang="0">
                    <a:pos x="179" y="16"/>
                  </a:cxn>
                  <a:cxn ang="0">
                    <a:pos x="187" y="16"/>
                  </a:cxn>
                  <a:cxn ang="0">
                    <a:pos x="187" y="8"/>
                  </a:cxn>
                  <a:cxn ang="0">
                    <a:pos x="171" y="8"/>
                  </a:cxn>
                </a:cxnLst>
                <a:rect l="0" t="0" r="r" b="b"/>
                <a:pathLst>
                  <a:path w="187" h="16">
                    <a:moveTo>
                      <a:pt x="171" y="8"/>
                    </a:moveTo>
                    <a:lnTo>
                      <a:pt x="179" y="0"/>
                    </a:lnTo>
                    <a:lnTo>
                      <a:pt x="0" y="0"/>
                    </a:lnTo>
                    <a:lnTo>
                      <a:pt x="0" y="16"/>
                    </a:lnTo>
                    <a:lnTo>
                      <a:pt x="179" y="16"/>
                    </a:lnTo>
                    <a:lnTo>
                      <a:pt x="187" y="8"/>
                    </a:lnTo>
                    <a:lnTo>
                      <a:pt x="179" y="16"/>
                    </a:lnTo>
                    <a:lnTo>
                      <a:pt x="187" y="16"/>
                    </a:lnTo>
                    <a:lnTo>
                      <a:pt x="187" y="8"/>
                    </a:lnTo>
                    <a:lnTo>
                      <a:pt x="171" y="8"/>
                    </a:lnTo>
                    <a:close/>
                  </a:path>
                </a:pathLst>
              </a:custGeom>
              <a:solidFill>
                <a:srgbClr val="FFFFFF"/>
              </a:solidFill>
              <a:ln w="9525">
                <a:noFill/>
                <a:round/>
              </a:ln>
              <a:effectLst/>
            </p:spPr>
            <p:txBody>
              <a:bodyP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58582" name="Freeform 182"/>
              <p:cNvSpPr/>
              <p:nvPr/>
            </p:nvSpPr>
            <p:spPr bwMode="auto">
              <a:xfrm>
                <a:off x="4568" y="2916"/>
                <a:ext cx="174" cy="11"/>
              </a:xfrm>
              <a:custGeom>
                <a:avLst/>
                <a:gdLst/>
                <a:ahLst/>
                <a:cxnLst>
                  <a:cxn ang="0">
                    <a:pos x="176" y="8"/>
                  </a:cxn>
                  <a:cxn ang="0">
                    <a:pos x="176" y="0"/>
                  </a:cxn>
                  <a:cxn ang="0">
                    <a:pos x="0" y="0"/>
                  </a:cxn>
                  <a:cxn ang="0">
                    <a:pos x="0" y="16"/>
                  </a:cxn>
                  <a:cxn ang="0">
                    <a:pos x="176" y="16"/>
                  </a:cxn>
                  <a:cxn ang="0">
                    <a:pos x="176" y="8"/>
                  </a:cxn>
                </a:cxnLst>
                <a:rect l="0" t="0" r="r" b="b"/>
                <a:pathLst>
                  <a:path w="176" h="16">
                    <a:moveTo>
                      <a:pt x="176" y="8"/>
                    </a:moveTo>
                    <a:lnTo>
                      <a:pt x="176" y="0"/>
                    </a:lnTo>
                    <a:lnTo>
                      <a:pt x="0" y="0"/>
                    </a:lnTo>
                    <a:lnTo>
                      <a:pt x="0" y="16"/>
                    </a:lnTo>
                    <a:lnTo>
                      <a:pt x="176" y="16"/>
                    </a:lnTo>
                    <a:lnTo>
                      <a:pt x="176" y="8"/>
                    </a:lnTo>
                    <a:close/>
                  </a:path>
                </a:pathLst>
              </a:custGeom>
              <a:solidFill>
                <a:srgbClr val="FFFFFF"/>
              </a:solidFill>
              <a:ln w="9525">
                <a:noFill/>
                <a:round/>
              </a:ln>
              <a:effectLst/>
            </p:spPr>
            <p:txBody>
              <a:bodyP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58583" name="Freeform 183"/>
              <p:cNvSpPr/>
              <p:nvPr/>
            </p:nvSpPr>
            <p:spPr bwMode="auto">
              <a:xfrm>
                <a:off x="4568" y="3026"/>
                <a:ext cx="174" cy="18"/>
              </a:xfrm>
              <a:custGeom>
                <a:avLst/>
                <a:gdLst/>
                <a:ahLst/>
                <a:cxnLst>
                  <a:cxn ang="0">
                    <a:pos x="176" y="8"/>
                  </a:cxn>
                  <a:cxn ang="0">
                    <a:pos x="176" y="0"/>
                  </a:cxn>
                  <a:cxn ang="0">
                    <a:pos x="0" y="0"/>
                  </a:cxn>
                  <a:cxn ang="0">
                    <a:pos x="0" y="16"/>
                  </a:cxn>
                  <a:cxn ang="0">
                    <a:pos x="176" y="16"/>
                  </a:cxn>
                  <a:cxn ang="0">
                    <a:pos x="176" y="8"/>
                  </a:cxn>
                </a:cxnLst>
                <a:rect l="0" t="0" r="r" b="b"/>
                <a:pathLst>
                  <a:path w="176" h="16">
                    <a:moveTo>
                      <a:pt x="176" y="8"/>
                    </a:moveTo>
                    <a:lnTo>
                      <a:pt x="176" y="0"/>
                    </a:lnTo>
                    <a:lnTo>
                      <a:pt x="0" y="0"/>
                    </a:lnTo>
                    <a:lnTo>
                      <a:pt x="0" y="16"/>
                    </a:lnTo>
                    <a:lnTo>
                      <a:pt x="176" y="16"/>
                    </a:lnTo>
                    <a:lnTo>
                      <a:pt x="176" y="8"/>
                    </a:lnTo>
                    <a:close/>
                  </a:path>
                </a:pathLst>
              </a:custGeom>
              <a:solidFill>
                <a:srgbClr val="FFFFFF"/>
              </a:solidFill>
              <a:ln w="9525">
                <a:noFill/>
                <a:round/>
              </a:ln>
              <a:effectLst/>
            </p:spPr>
            <p:txBody>
              <a:bodyP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58584" name="Freeform 184"/>
              <p:cNvSpPr/>
              <p:nvPr/>
            </p:nvSpPr>
            <p:spPr bwMode="auto">
              <a:xfrm>
                <a:off x="4644" y="2837"/>
                <a:ext cx="16" cy="300"/>
              </a:xfrm>
              <a:custGeom>
                <a:avLst/>
                <a:gdLst/>
                <a:ahLst/>
                <a:cxnLst>
                  <a:cxn ang="0">
                    <a:pos x="7" y="302"/>
                  </a:cxn>
                  <a:cxn ang="0">
                    <a:pos x="15" y="302"/>
                  </a:cxn>
                  <a:cxn ang="0">
                    <a:pos x="15" y="0"/>
                  </a:cxn>
                  <a:cxn ang="0">
                    <a:pos x="0" y="0"/>
                  </a:cxn>
                  <a:cxn ang="0">
                    <a:pos x="0" y="302"/>
                  </a:cxn>
                  <a:cxn ang="0">
                    <a:pos x="7" y="302"/>
                  </a:cxn>
                </a:cxnLst>
                <a:rect l="0" t="0" r="r" b="b"/>
                <a:pathLst>
                  <a:path w="15" h="302">
                    <a:moveTo>
                      <a:pt x="7" y="302"/>
                    </a:moveTo>
                    <a:lnTo>
                      <a:pt x="15" y="302"/>
                    </a:lnTo>
                    <a:lnTo>
                      <a:pt x="15" y="0"/>
                    </a:lnTo>
                    <a:lnTo>
                      <a:pt x="0" y="0"/>
                    </a:lnTo>
                    <a:lnTo>
                      <a:pt x="0" y="302"/>
                    </a:lnTo>
                    <a:lnTo>
                      <a:pt x="7" y="302"/>
                    </a:lnTo>
                    <a:close/>
                  </a:path>
                </a:pathLst>
              </a:custGeom>
              <a:solidFill>
                <a:srgbClr val="FFFFFF"/>
              </a:solidFill>
              <a:ln w="9525">
                <a:noFill/>
                <a:round/>
              </a:ln>
              <a:effectLst/>
            </p:spPr>
            <p:txBody>
              <a:bodyP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58585" name="Freeform 185"/>
              <p:cNvSpPr/>
              <p:nvPr/>
            </p:nvSpPr>
            <p:spPr bwMode="auto">
              <a:xfrm>
                <a:off x="5240" y="2819"/>
                <a:ext cx="16" cy="318"/>
              </a:xfrm>
              <a:custGeom>
                <a:avLst/>
                <a:gdLst/>
                <a:ahLst/>
                <a:cxnLst>
                  <a:cxn ang="0">
                    <a:pos x="8" y="16"/>
                  </a:cxn>
                  <a:cxn ang="0">
                    <a:pos x="0" y="8"/>
                  </a:cxn>
                  <a:cxn ang="0">
                    <a:pos x="0" y="320"/>
                  </a:cxn>
                  <a:cxn ang="0">
                    <a:pos x="16" y="320"/>
                  </a:cxn>
                  <a:cxn ang="0">
                    <a:pos x="16" y="8"/>
                  </a:cxn>
                  <a:cxn ang="0">
                    <a:pos x="8" y="0"/>
                  </a:cxn>
                  <a:cxn ang="0">
                    <a:pos x="16" y="8"/>
                  </a:cxn>
                  <a:cxn ang="0">
                    <a:pos x="16" y="0"/>
                  </a:cxn>
                  <a:cxn ang="0">
                    <a:pos x="8" y="0"/>
                  </a:cxn>
                  <a:cxn ang="0">
                    <a:pos x="8" y="16"/>
                  </a:cxn>
                </a:cxnLst>
                <a:rect l="0" t="0" r="r" b="b"/>
                <a:pathLst>
                  <a:path w="16" h="320">
                    <a:moveTo>
                      <a:pt x="8" y="16"/>
                    </a:moveTo>
                    <a:lnTo>
                      <a:pt x="0" y="8"/>
                    </a:lnTo>
                    <a:lnTo>
                      <a:pt x="0" y="320"/>
                    </a:lnTo>
                    <a:lnTo>
                      <a:pt x="16" y="320"/>
                    </a:lnTo>
                    <a:lnTo>
                      <a:pt x="16" y="8"/>
                    </a:lnTo>
                    <a:lnTo>
                      <a:pt x="8" y="0"/>
                    </a:lnTo>
                    <a:lnTo>
                      <a:pt x="16" y="8"/>
                    </a:lnTo>
                    <a:lnTo>
                      <a:pt x="16" y="0"/>
                    </a:lnTo>
                    <a:lnTo>
                      <a:pt x="8" y="0"/>
                    </a:lnTo>
                    <a:lnTo>
                      <a:pt x="8" y="16"/>
                    </a:lnTo>
                    <a:close/>
                  </a:path>
                </a:pathLst>
              </a:custGeom>
              <a:solidFill>
                <a:srgbClr val="FFFFFF"/>
              </a:solidFill>
              <a:ln w="9525">
                <a:noFill/>
                <a:round/>
              </a:ln>
              <a:effectLst/>
            </p:spPr>
            <p:txBody>
              <a:bodyP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58586" name="Freeform 186"/>
              <p:cNvSpPr/>
              <p:nvPr/>
            </p:nvSpPr>
            <p:spPr bwMode="auto">
              <a:xfrm>
                <a:off x="5059" y="2819"/>
                <a:ext cx="187" cy="21"/>
              </a:xfrm>
              <a:custGeom>
                <a:avLst/>
                <a:gdLst/>
                <a:ahLst/>
                <a:cxnLst>
                  <a:cxn ang="0">
                    <a:pos x="16" y="8"/>
                  </a:cxn>
                  <a:cxn ang="0">
                    <a:pos x="8" y="16"/>
                  </a:cxn>
                  <a:cxn ang="0">
                    <a:pos x="187" y="16"/>
                  </a:cxn>
                  <a:cxn ang="0">
                    <a:pos x="187" y="0"/>
                  </a:cxn>
                  <a:cxn ang="0">
                    <a:pos x="8" y="0"/>
                  </a:cxn>
                  <a:cxn ang="0">
                    <a:pos x="0" y="8"/>
                  </a:cxn>
                  <a:cxn ang="0">
                    <a:pos x="8" y="0"/>
                  </a:cxn>
                  <a:cxn ang="0">
                    <a:pos x="0" y="0"/>
                  </a:cxn>
                  <a:cxn ang="0">
                    <a:pos x="0" y="8"/>
                  </a:cxn>
                  <a:cxn ang="0">
                    <a:pos x="16" y="8"/>
                  </a:cxn>
                </a:cxnLst>
                <a:rect l="0" t="0" r="r" b="b"/>
                <a:pathLst>
                  <a:path w="187" h="16">
                    <a:moveTo>
                      <a:pt x="16" y="8"/>
                    </a:moveTo>
                    <a:lnTo>
                      <a:pt x="8" y="16"/>
                    </a:lnTo>
                    <a:lnTo>
                      <a:pt x="187" y="16"/>
                    </a:lnTo>
                    <a:lnTo>
                      <a:pt x="187" y="0"/>
                    </a:lnTo>
                    <a:lnTo>
                      <a:pt x="8" y="0"/>
                    </a:lnTo>
                    <a:lnTo>
                      <a:pt x="0" y="8"/>
                    </a:lnTo>
                    <a:lnTo>
                      <a:pt x="8" y="0"/>
                    </a:lnTo>
                    <a:lnTo>
                      <a:pt x="0" y="0"/>
                    </a:lnTo>
                    <a:lnTo>
                      <a:pt x="0" y="8"/>
                    </a:lnTo>
                    <a:lnTo>
                      <a:pt x="16" y="8"/>
                    </a:lnTo>
                    <a:close/>
                  </a:path>
                </a:pathLst>
              </a:custGeom>
              <a:solidFill>
                <a:srgbClr val="FFFFFF"/>
              </a:solidFill>
              <a:ln w="9525">
                <a:noFill/>
                <a:round/>
              </a:ln>
              <a:effectLst/>
            </p:spPr>
            <p:txBody>
              <a:bodyP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58587" name="Freeform 187"/>
              <p:cNvSpPr/>
              <p:nvPr/>
            </p:nvSpPr>
            <p:spPr bwMode="auto">
              <a:xfrm>
                <a:off x="5059" y="2826"/>
                <a:ext cx="16" cy="318"/>
              </a:xfrm>
              <a:custGeom>
                <a:avLst/>
                <a:gdLst/>
                <a:ahLst/>
                <a:cxnLst>
                  <a:cxn ang="0">
                    <a:pos x="8" y="304"/>
                  </a:cxn>
                  <a:cxn ang="0">
                    <a:pos x="16" y="312"/>
                  </a:cxn>
                  <a:cxn ang="0">
                    <a:pos x="16" y="0"/>
                  </a:cxn>
                  <a:cxn ang="0">
                    <a:pos x="0" y="0"/>
                  </a:cxn>
                  <a:cxn ang="0">
                    <a:pos x="0" y="312"/>
                  </a:cxn>
                  <a:cxn ang="0">
                    <a:pos x="8" y="320"/>
                  </a:cxn>
                  <a:cxn ang="0">
                    <a:pos x="0" y="312"/>
                  </a:cxn>
                  <a:cxn ang="0">
                    <a:pos x="0" y="320"/>
                  </a:cxn>
                  <a:cxn ang="0">
                    <a:pos x="8" y="320"/>
                  </a:cxn>
                  <a:cxn ang="0">
                    <a:pos x="8" y="304"/>
                  </a:cxn>
                </a:cxnLst>
                <a:rect l="0" t="0" r="r" b="b"/>
                <a:pathLst>
                  <a:path w="16" h="320">
                    <a:moveTo>
                      <a:pt x="8" y="304"/>
                    </a:moveTo>
                    <a:lnTo>
                      <a:pt x="16" y="312"/>
                    </a:lnTo>
                    <a:lnTo>
                      <a:pt x="16" y="0"/>
                    </a:lnTo>
                    <a:lnTo>
                      <a:pt x="0" y="0"/>
                    </a:lnTo>
                    <a:lnTo>
                      <a:pt x="0" y="312"/>
                    </a:lnTo>
                    <a:lnTo>
                      <a:pt x="8" y="320"/>
                    </a:lnTo>
                    <a:lnTo>
                      <a:pt x="0" y="312"/>
                    </a:lnTo>
                    <a:lnTo>
                      <a:pt x="0" y="320"/>
                    </a:lnTo>
                    <a:lnTo>
                      <a:pt x="8" y="320"/>
                    </a:lnTo>
                    <a:lnTo>
                      <a:pt x="8" y="304"/>
                    </a:lnTo>
                    <a:close/>
                  </a:path>
                </a:pathLst>
              </a:custGeom>
              <a:solidFill>
                <a:srgbClr val="FFFFFF"/>
              </a:solidFill>
              <a:ln w="9525">
                <a:noFill/>
                <a:round/>
              </a:ln>
              <a:effectLst/>
            </p:spPr>
            <p:txBody>
              <a:bodyP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58588" name="Freeform 188"/>
              <p:cNvSpPr/>
              <p:nvPr/>
            </p:nvSpPr>
            <p:spPr bwMode="auto">
              <a:xfrm>
                <a:off x="5069" y="3134"/>
                <a:ext cx="187" cy="14"/>
              </a:xfrm>
              <a:custGeom>
                <a:avLst/>
                <a:gdLst/>
                <a:ahLst/>
                <a:cxnLst>
                  <a:cxn ang="0">
                    <a:pos x="171" y="8"/>
                  </a:cxn>
                  <a:cxn ang="0">
                    <a:pos x="179" y="0"/>
                  </a:cxn>
                  <a:cxn ang="0">
                    <a:pos x="0" y="0"/>
                  </a:cxn>
                  <a:cxn ang="0">
                    <a:pos x="0" y="16"/>
                  </a:cxn>
                  <a:cxn ang="0">
                    <a:pos x="179" y="16"/>
                  </a:cxn>
                  <a:cxn ang="0">
                    <a:pos x="187" y="8"/>
                  </a:cxn>
                  <a:cxn ang="0">
                    <a:pos x="179" y="16"/>
                  </a:cxn>
                  <a:cxn ang="0">
                    <a:pos x="187" y="16"/>
                  </a:cxn>
                  <a:cxn ang="0">
                    <a:pos x="187" y="8"/>
                  </a:cxn>
                  <a:cxn ang="0">
                    <a:pos x="171" y="8"/>
                  </a:cxn>
                </a:cxnLst>
                <a:rect l="0" t="0" r="r" b="b"/>
                <a:pathLst>
                  <a:path w="187" h="16">
                    <a:moveTo>
                      <a:pt x="171" y="8"/>
                    </a:moveTo>
                    <a:lnTo>
                      <a:pt x="179" y="0"/>
                    </a:lnTo>
                    <a:lnTo>
                      <a:pt x="0" y="0"/>
                    </a:lnTo>
                    <a:lnTo>
                      <a:pt x="0" y="16"/>
                    </a:lnTo>
                    <a:lnTo>
                      <a:pt x="179" y="16"/>
                    </a:lnTo>
                    <a:lnTo>
                      <a:pt x="187" y="8"/>
                    </a:lnTo>
                    <a:lnTo>
                      <a:pt x="179" y="16"/>
                    </a:lnTo>
                    <a:lnTo>
                      <a:pt x="187" y="16"/>
                    </a:lnTo>
                    <a:lnTo>
                      <a:pt x="187" y="8"/>
                    </a:lnTo>
                    <a:lnTo>
                      <a:pt x="171" y="8"/>
                    </a:lnTo>
                    <a:close/>
                  </a:path>
                </a:pathLst>
              </a:custGeom>
              <a:solidFill>
                <a:srgbClr val="FFFFFF"/>
              </a:solidFill>
              <a:ln w="9525">
                <a:noFill/>
                <a:round/>
              </a:ln>
              <a:effectLst/>
            </p:spPr>
            <p:txBody>
              <a:bodyP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58589" name="Freeform 189"/>
              <p:cNvSpPr/>
              <p:nvPr/>
            </p:nvSpPr>
            <p:spPr bwMode="auto">
              <a:xfrm>
                <a:off x="5069" y="2916"/>
                <a:ext cx="174" cy="11"/>
              </a:xfrm>
              <a:custGeom>
                <a:avLst/>
                <a:gdLst/>
                <a:ahLst/>
                <a:cxnLst>
                  <a:cxn ang="0">
                    <a:pos x="175" y="8"/>
                  </a:cxn>
                  <a:cxn ang="0">
                    <a:pos x="175" y="0"/>
                  </a:cxn>
                  <a:cxn ang="0">
                    <a:pos x="0" y="0"/>
                  </a:cxn>
                  <a:cxn ang="0">
                    <a:pos x="0" y="16"/>
                  </a:cxn>
                  <a:cxn ang="0">
                    <a:pos x="175" y="16"/>
                  </a:cxn>
                  <a:cxn ang="0">
                    <a:pos x="175" y="8"/>
                  </a:cxn>
                </a:cxnLst>
                <a:rect l="0" t="0" r="r" b="b"/>
                <a:pathLst>
                  <a:path w="175" h="16">
                    <a:moveTo>
                      <a:pt x="175" y="8"/>
                    </a:moveTo>
                    <a:lnTo>
                      <a:pt x="175" y="0"/>
                    </a:lnTo>
                    <a:lnTo>
                      <a:pt x="0" y="0"/>
                    </a:lnTo>
                    <a:lnTo>
                      <a:pt x="0" y="16"/>
                    </a:lnTo>
                    <a:lnTo>
                      <a:pt x="175" y="16"/>
                    </a:lnTo>
                    <a:lnTo>
                      <a:pt x="175" y="8"/>
                    </a:lnTo>
                    <a:close/>
                  </a:path>
                </a:pathLst>
              </a:custGeom>
              <a:solidFill>
                <a:srgbClr val="FFFFFF"/>
              </a:solidFill>
              <a:ln w="9525">
                <a:noFill/>
                <a:round/>
              </a:ln>
              <a:effectLst/>
            </p:spPr>
            <p:txBody>
              <a:bodyP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58590" name="Freeform 190"/>
              <p:cNvSpPr/>
              <p:nvPr/>
            </p:nvSpPr>
            <p:spPr bwMode="auto">
              <a:xfrm>
                <a:off x="5069" y="3026"/>
                <a:ext cx="174" cy="18"/>
              </a:xfrm>
              <a:custGeom>
                <a:avLst/>
                <a:gdLst/>
                <a:ahLst/>
                <a:cxnLst>
                  <a:cxn ang="0">
                    <a:pos x="175" y="8"/>
                  </a:cxn>
                  <a:cxn ang="0">
                    <a:pos x="175" y="0"/>
                  </a:cxn>
                  <a:cxn ang="0">
                    <a:pos x="0" y="0"/>
                  </a:cxn>
                  <a:cxn ang="0">
                    <a:pos x="0" y="16"/>
                  </a:cxn>
                  <a:cxn ang="0">
                    <a:pos x="175" y="16"/>
                  </a:cxn>
                  <a:cxn ang="0">
                    <a:pos x="175" y="8"/>
                  </a:cxn>
                </a:cxnLst>
                <a:rect l="0" t="0" r="r" b="b"/>
                <a:pathLst>
                  <a:path w="175" h="16">
                    <a:moveTo>
                      <a:pt x="175" y="8"/>
                    </a:moveTo>
                    <a:lnTo>
                      <a:pt x="175" y="0"/>
                    </a:lnTo>
                    <a:lnTo>
                      <a:pt x="0" y="0"/>
                    </a:lnTo>
                    <a:lnTo>
                      <a:pt x="0" y="16"/>
                    </a:lnTo>
                    <a:lnTo>
                      <a:pt x="175" y="16"/>
                    </a:lnTo>
                    <a:lnTo>
                      <a:pt x="175" y="8"/>
                    </a:lnTo>
                    <a:close/>
                  </a:path>
                </a:pathLst>
              </a:custGeom>
              <a:solidFill>
                <a:srgbClr val="FFFFFF"/>
              </a:solidFill>
              <a:ln w="9525">
                <a:noFill/>
                <a:round/>
              </a:ln>
              <a:effectLst/>
            </p:spPr>
            <p:txBody>
              <a:bodyP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58591" name="Freeform 191"/>
              <p:cNvSpPr/>
              <p:nvPr/>
            </p:nvSpPr>
            <p:spPr bwMode="auto">
              <a:xfrm>
                <a:off x="5148" y="2837"/>
                <a:ext cx="13" cy="300"/>
              </a:xfrm>
              <a:custGeom>
                <a:avLst/>
                <a:gdLst/>
                <a:ahLst/>
                <a:cxnLst>
                  <a:cxn ang="0">
                    <a:pos x="8" y="302"/>
                  </a:cxn>
                  <a:cxn ang="0">
                    <a:pos x="16" y="302"/>
                  </a:cxn>
                  <a:cxn ang="0">
                    <a:pos x="16" y="0"/>
                  </a:cxn>
                  <a:cxn ang="0">
                    <a:pos x="0" y="0"/>
                  </a:cxn>
                  <a:cxn ang="0">
                    <a:pos x="0" y="302"/>
                  </a:cxn>
                  <a:cxn ang="0">
                    <a:pos x="8" y="302"/>
                  </a:cxn>
                </a:cxnLst>
                <a:rect l="0" t="0" r="r" b="b"/>
                <a:pathLst>
                  <a:path w="16" h="302">
                    <a:moveTo>
                      <a:pt x="8" y="302"/>
                    </a:moveTo>
                    <a:lnTo>
                      <a:pt x="16" y="302"/>
                    </a:lnTo>
                    <a:lnTo>
                      <a:pt x="16" y="0"/>
                    </a:lnTo>
                    <a:lnTo>
                      <a:pt x="0" y="0"/>
                    </a:lnTo>
                    <a:lnTo>
                      <a:pt x="0" y="302"/>
                    </a:lnTo>
                    <a:lnTo>
                      <a:pt x="8" y="302"/>
                    </a:lnTo>
                    <a:close/>
                  </a:path>
                </a:pathLst>
              </a:custGeom>
              <a:solidFill>
                <a:srgbClr val="FFFFFF"/>
              </a:solidFill>
              <a:ln w="9525">
                <a:noFill/>
                <a:round/>
              </a:ln>
              <a:effectLst/>
            </p:spPr>
            <p:txBody>
              <a:bodyP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58592" name="Freeform 192"/>
              <p:cNvSpPr/>
              <p:nvPr/>
            </p:nvSpPr>
            <p:spPr bwMode="auto">
              <a:xfrm>
                <a:off x="4850" y="2237"/>
                <a:ext cx="101" cy="111"/>
              </a:xfrm>
              <a:custGeom>
                <a:avLst/>
                <a:gdLst/>
                <a:ahLst/>
                <a:cxnLst>
                  <a:cxn ang="0">
                    <a:pos x="59" y="112"/>
                  </a:cxn>
                  <a:cxn ang="0">
                    <a:pos x="76" y="112"/>
                  </a:cxn>
                  <a:cxn ang="0">
                    <a:pos x="89" y="109"/>
                  </a:cxn>
                  <a:cxn ang="0">
                    <a:pos x="99" y="107"/>
                  </a:cxn>
                  <a:cxn ang="0">
                    <a:pos x="102" y="104"/>
                  </a:cxn>
                  <a:cxn ang="0">
                    <a:pos x="103" y="103"/>
                  </a:cxn>
                  <a:cxn ang="0">
                    <a:pos x="103" y="98"/>
                  </a:cxn>
                  <a:cxn ang="0">
                    <a:pos x="100" y="88"/>
                  </a:cxn>
                  <a:cxn ang="0">
                    <a:pos x="97" y="79"/>
                  </a:cxn>
                  <a:cxn ang="0">
                    <a:pos x="95" y="73"/>
                  </a:cxn>
                  <a:cxn ang="0">
                    <a:pos x="95" y="68"/>
                  </a:cxn>
                  <a:cxn ang="0">
                    <a:pos x="94" y="66"/>
                  </a:cxn>
                  <a:cxn ang="0">
                    <a:pos x="92" y="60"/>
                  </a:cxn>
                  <a:cxn ang="0">
                    <a:pos x="91" y="50"/>
                  </a:cxn>
                  <a:cxn ang="0">
                    <a:pos x="91" y="42"/>
                  </a:cxn>
                  <a:cxn ang="0">
                    <a:pos x="91" y="41"/>
                  </a:cxn>
                  <a:cxn ang="0">
                    <a:pos x="89" y="33"/>
                  </a:cxn>
                  <a:cxn ang="0">
                    <a:pos x="89" y="22"/>
                  </a:cxn>
                  <a:cxn ang="0">
                    <a:pos x="87" y="9"/>
                  </a:cxn>
                  <a:cxn ang="0">
                    <a:pos x="75" y="1"/>
                  </a:cxn>
                  <a:cxn ang="0">
                    <a:pos x="59" y="0"/>
                  </a:cxn>
                  <a:cxn ang="0">
                    <a:pos x="45" y="3"/>
                  </a:cxn>
                  <a:cxn ang="0">
                    <a:pos x="38" y="14"/>
                  </a:cxn>
                  <a:cxn ang="0">
                    <a:pos x="34" y="25"/>
                  </a:cxn>
                  <a:cxn ang="0">
                    <a:pos x="30" y="31"/>
                  </a:cxn>
                  <a:cxn ang="0">
                    <a:pos x="30" y="33"/>
                  </a:cxn>
                  <a:cxn ang="0">
                    <a:pos x="27" y="39"/>
                  </a:cxn>
                  <a:cxn ang="0">
                    <a:pos x="23" y="49"/>
                  </a:cxn>
                  <a:cxn ang="0">
                    <a:pos x="19" y="54"/>
                  </a:cxn>
                  <a:cxn ang="0">
                    <a:pos x="19" y="55"/>
                  </a:cxn>
                  <a:cxn ang="0">
                    <a:pos x="16" y="58"/>
                  </a:cxn>
                  <a:cxn ang="0">
                    <a:pos x="11" y="63"/>
                  </a:cxn>
                  <a:cxn ang="0">
                    <a:pos x="5" y="73"/>
                  </a:cxn>
                  <a:cxn ang="0">
                    <a:pos x="0" y="82"/>
                  </a:cxn>
                  <a:cxn ang="0">
                    <a:pos x="0" y="87"/>
                  </a:cxn>
                  <a:cxn ang="0">
                    <a:pos x="0" y="88"/>
                  </a:cxn>
                  <a:cxn ang="0">
                    <a:pos x="7" y="93"/>
                  </a:cxn>
                  <a:cxn ang="0">
                    <a:pos x="29" y="106"/>
                  </a:cxn>
                </a:cxnLst>
                <a:rect l="0" t="0" r="r" b="b"/>
                <a:pathLst>
                  <a:path w="103" h="112">
                    <a:moveTo>
                      <a:pt x="48" y="110"/>
                    </a:moveTo>
                    <a:lnTo>
                      <a:pt x="59" y="112"/>
                    </a:lnTo>
                    <a:lnTo>
                      <a:pt x="68" y="112"/>
                    </a:lnTo>
                    <a:lnTo>
                      <a:pt x="76" y="112"/>
                    </a:lnTo>
                    <a:lnTo>
                      <a:pt x="84" y="110"/>
                    </a:lnTo>
                    <a:lnTo>
                      <a:pt x="89" y="109"/>
                    </a:lnTo>
                    <a:lnTo>
                      <a:pt x="94" y="107"/>
                    </a:lnTo>
                    <a:lnTo>
                      <a:pt x="99" y="107"/>
                    </a:lnTo>
                    <a:lnTo>
                      <a:pt x="100" y="106"/>
                    </a:lnTo>
                    <a:lnTo>
                      <a:pt x="102" y="104"/>
                    </a:lnTo>
                    <a:lnTo>
                      <a:pt x="102" y="103"/>
                    </a:lnTo>
                    <a:lnTo>
                      <a:pt x="103" y="103"/>
                    </a:lnTo>
                    <a:lnTo>
                      <a:pt x="103" y="101"/>
                    </a:lnTo>
                    <a:lnTo>
                      <a:pt x="103" y="98"/>
                    </a:lnTo>
                    <a:lnTo>
                      <a:pt x="103" y="93"/>
                    </a:lnTo>
                    <a:lnTo>
                      <a:pt x="100" y="88"/>
                    </a:lnTo>
                    <a:lnTo>
                      <a:pt x="99" y="82"/>
                    </a:lnTo>
                    <a:lnTo>
                      <a:pt x="97" y="79"/>
                    </a:lnTo>
                    <a:lnTo>
                      <a:pt x="97" y="76"/>
                    </a:lnTo>
                    <a:lnTo>
                      <a:pt x="95" y="73"/>
                    </a:lnTo>
                    <a:lnTo>
                      <a:pt x="95" y="69"/>
                    </a:lnTo>
                    <a:lnTo>
                      <a:pt x="95" y="68"/>
                    </a:lnTo>
                    <a:lnTo>
                      <a:pt x="95" y="68"/>
                    </a:lnTo>
                    <a:lnTo>
                      <a:pt x="94" y="66"/>
                    </a:lnTo>
                    <a:lnTo>
                      <a:pt x="94" y="66"/>
                    </a:lnTo>
                    <a:lnTo>
                      <a:pt x="92" y="60"/>
                    </a:lnTo>
                    <a:lnTo>
                      <a:pt x="92" y="55"/>
                    </a:lnTo>
                    <a:lnTo>
                      <a:pt x="91" y="50"/>
                    </a:lnTo>
                    <a:lnTo>
                      <a:pt x="91" y="44"/>
                    </a:lnTo>
                    <a:lnTo>
                      <a:pt x="91" y="42"/>
                    </a:lnTo>
                    <a:lnTo>
                      <a:pt x="91" y="42"/>
                    </a:lnTo>
                    <a:lnTo>
                      <a:pt x="91" y="41"/>
                    </a:lnTo>
                    <a:lnTo>
                      <a:pt x="91" y="41"/>
                    </a:lnTo>
                    <a:lnTo>
                      <a:pt x="89" y="33"/>
                    </a:lnTo>
                    <a:lnTo>
                      <a:pt x="89" y="27"/>
                    </a:lnTo>
                    <a:lnTo>
                      <a:pt x="89" y="22"/>
                    </a:lnTo>
                    <a:lnTo>
                      <a:pt x="89" y="17"/>
                    </a:lnTo>
                    <a:lnTo>
                      <a:pt x="87" y="9"/>
                    </a:lnTo>
                    <a:lnTo>
                      <a:pt x="83" y="5"/>
                    </a:lnTo>
                    <a:lnTo>
                      <a:pt x="75" y="1"/>
                    </a:lnTo>
                    <a:lnTo>
                      <a:pt x="67" y="0"/>
                    </a:lnTo>
                    <a:lnTo>
                      <a:pt x="59" y="0"/>
                    </a:lnTo>
                    <a:lnTo>
                      <a:pt x="51" y="0"/>
                    </a:lnTo>
                    <a:lnTo>
                      <a:pt x="45" y="3"/>
                    </a:lnTo>
                    <a:lnTo>
                      <a:pt x="40" y="9"/>
                    </a:lnTo>
                    <a:lnTo>
                      <a:pt x="38" y="14"/>
                    </a:lnTo>
                    <a:lnTo>
                      <a:pt x="37" y="19"/>
                    </a:lnTo>
                    <a:lnTo>
                      <a:pt x="34" y="25"/>
                    </a:lnTo>
                    <a:lnTo>
                      <a:pt x="30" y="31"/>
                    </a:lnTo>
                    <a:lnTo>
                      <a:pt x="30" y="31"/>
                    </a:lnTo>
                    <a:lnTo>
                      <a:pt x="30" y="33"/>
                    </a:lnTo>
                    <a:lnTo>
                      <a:pt x="30" y="33"/>
                    </a:lnTo>
                    <a:lnTo>
                      <a:pt x="30" y="35"/>
                    </a:lnTo>
                    <a:lnTo>
                      <a:pt x="27" y="39"/>
                    </a:lnTo>
                    <a:lnTo>
                      <a:pt x="26" y="44"/>
                    </a:lnTo>
                    <a:lnTo>
                      <a:pt x="23" y="49"/>
                    </a:lnTo>
                    <a:lnTo>
                      <a:pt x="19" y="54"/>
                    </a:lnTo>
                    <a:lnTo>
                      <a:pt x="19" y="54"/>
                    </a:lnTo>
                    <a:lnTo>
                      <a:pt x="19" y="54"/>
                    </a:lnTo>
                    <a:lnTo>
                      <a:pt x="19" y="55"/>
                    </a:lnTo>
                    <a:lnTo>
                      <a:pt x="18" y="55"/>
                    </a:lnTo>
                    <a:lnTo>
                      <a:pt x="16" y="58"/>
                    </a:lnTo>
                    <a:lnTo>
                      <a:pt x="15" y="61"/>
                    </a:lnTo>
                    <a:lnTo>
                      <a:pt x="11" y="63"/>
                    </a:lnTo>
                    <a:lnTo>
                      <a:pt x="10" y="66"/>
                    </a:lnTo>
                    <a:lnTo>
                      <a:pt x="5" y="73"/>
                    </a:lnTo>
                    <a:lnTo>
                      <a:pt x="2" y="77"/>
                    </a:lnTo>
                    <a:lnTo>
                      <a:pt x="0" y="82"/>
                    </a:lnTo>
                    <a:lnTo>
                      <a:pt x="0" y="85"/>
                    </a:lnTo>
                    <a:lnTo>
                      <a:pt x="0" y="87"/>
                    </a:lnTo>
                    <a:lnTo>
                      <a:pt x="0" y="87"/>
                    </a:lnTo>
                    <a:lnTo>
                      <a:pt x="0" y="88"/>
                    </a:lnTo>
                    <a:lnTo>
                      <a:pt x="2" y="88"/>
                    </a:lnTo>
                    <a:lnTo>
                      <a:pt x="7" y="93"/>
                    </a:lnTo>
                    <a:lnTo>
                      <a:pt x="15" y="99"/>
                    </a:lnTo>
                    <a:lnTo>
                      <a:pt x="29" y="106"/>
                    </a:lnTo>
                    <a:lnTo>
                      <a:pt x="48" y="110"/>
                    </a:lnTo>
                    <a:close/>
                  </a:path>
                </a:pathLst>
              </a:custGeom>
              <a:solidFill>
                <a:srgbClr val="000000"/>
              </a:solidFill>
              <a:ln w="9525">
                <a:noFill/>
                <a:round/>
              </a:ln>
              <a:effectLst/>
            </p:spPr>
            <p:txBody>
              <a:bodyP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358593" name="Freeform 193"/>
              <p:cNvSpPr/>
              <p:nvPr/>
            </p:nvSpPr>
            <p:spPr bwMode="auto">
              <a:xfrm>
                <a:off x="4850" y="2316"/>
                <a:ext cx="101" cy="29"/>
              </a:xfrm>
              <a:custGeom>
                <a:avLst/>
                <a:gdLst/>
                <a:ahLst/>
                <a:cxnLst>
                  <a:cxn ang="0">
                    <a:pos x="40" y="3"/>
                  </a:cxn>
                  <a:cxn ang="0">
                    <a:pos x="49" y="5"/>
                  </a:cxn>
                  <a:cxn ang="0">
                    <a:pos x="59" y="6"/>
                  </a:cxn>
                  <a:cxn ang="0">
                    <a:pos x="67" y="8"/>
                  </a:cxn>
                  <a:cxn ang="0">
                    <a:pos x="75" y="11"/>
                  </a:cxn>
                  <a:cxn ang="0">
                    <a:pos x="83" y="14"/>
                  </a:cxn>
                  <a:cxn ang="0">
                    <a:pos x="89" y="17"/>
                  </a:cxn>
                  <a:cxn ang="0">
                    <a:pos x="95" y="22"/>
                  </a:cxn>
                  <a:cxn ang="0">
                    <a:pos x="100" y="27"/>
                  </a:cxn>
                  <a:cxn ang="0">
                    <a:pos x="102" y="25"/>
                  </a:cxn>
                  <a:cxn ang="0">
                    <a:pos x="102" y="24"/>
                  </a:cxn>
                  <a:cxn ang="0">
                    <a:pos x="103" y="24"/>
                  </a:cxn>
                  <a:cxn ang="0">
                    <a:pos x="103" y="22"/>
                  </a:cxn>
                  <a:cxn ang="0">
                    <a:pos x="94" y="14"/>
                  </a:cxn>
                  <a:cxn ang="0">
                    <a:pos x="81" y="9"/>
                  </a:cxn>
                  <a:cxn ang="0">
                    <a:pos x="68" y="5"/>
                  </a:cxn>
                  <a:cxn ang="0">
                    <a:pos x="53" y="1"/>
                  </a:cxn>
                  <a:cxn ang="0">
                    <a:pos x="38" y="0"/>
                  </a:cxn>
                  <a:cxn ang="0">
                    <a:pos x="24" y="0"/>
                  </a:cxn>
                  <a:cxn ang="0">
                    <a:pos x="11" y="1"/>
                  </a:cxn>
                  <a:cxn ang="0">
                    <a:pos x="0" y="6"/>
                  </a:cxn>
                  <a:cxn ang="0">
                    <a:pos x="0" y="8"/>
                  </a:cxn>
                  <a:cxn ang="0">
                    <a:pos x="0" y="8"/>
                  </a:cxn>
                  <a:cxn ang="0">
                    <a:pos x="0" y="9"/>
                  </a:cxn>
                  <a:cxn ang="0">
                    <a:pos x="2" y="9"/>
                  </a:cxn>
                  <a:cxn ang="0">
                    <a:pos x="10" y="6"/>
                  </a:cxn>
                  <a:cxn ang="0">
                    <a:pos x="18" y="5"/>
                  </a:cxn>
                  <a:cxn ang="0">
                    <a:pos x="27" y="3"/>
                  </a:cxn>
                  <a:cxn ang="0">
                    <a:pos x="37" y="3"/>
                  </a:cxn>
                  <a:cxn ang="0">
                    <a:pos x="35" y="5"/>
                  </a:cxn>
                  <a:cxn ang="0">
                    <a:pos x="35" y="6"/>
                  </a:cxn>
                  <a:cxn ang="0">
                    <a:pos x="35" y="8"/>
                  </a:cxn>
                  <a:cxn ang="0">
                    <a:pos x="34" y="9"/>
                  </a:cxn>
                  <a:cxn ang="0">
                    <a:pos x="30" y="9"/>
                  </a:cxn>
                  <a:cxn ang="0">
                    <a:pos x="27" y="11"/>
                  </a:cxn>
                  <a:cxn ang="0">
                    <a:pos x="26" y="14"/>
                  </a:cxn>
                  <a:cxn ang="0">
                    <a:pos x="24" y="16"/>
                  </a:cxn>
                  <a:cxn ang="0">
                    <a:pos x="24" y="17"/>
                  </a:cxn>
                  <a:cxn ang="0">
                    <a:pos x="24" y="20"/>
                  </a:cxn>
                  <a:cxn ang="0">
                    <a:pos x="24" y="24"/>
                  </a:cxn>
                  <a:cxn ang="0">
                    <a:pos x="26" y="27"/>
                  </a:cxn>
                  <a:cxn ang="0">
                    <a:pos x="27" y="27"/>
                  </a:cxn>
                  <a:cxn ang="0">
                    <a:pos x="27" y="27"/>
                  </a:cxn>
                  <a:cxn ang="0">
                    <a:pos x="27" y="27"/>
                  </a:cxn>
                  <a:cxn ang="0">
                    <a:pos x="29" y="27"/>
                  </a:cxn>
                  <a:cxn ang="0">
                    <a:pos x="29" y="28"/>
                  </a:cxn>
                  <a:cxn ang="0">
                    <a:pos x="30" y="28"/>
                  </a:cxn>
                  <a:cxn ang="0">
                    <a:pos x="30" y="28"/>
                  </a:cxn>
                  <a:cxn ang="0">
                    <a:pos x="32" y="28"/>
                  </a:cxn>
                  <a:cxn ang="0">
                    <a:pos x="35" y="28"/>
                  </a:cxn>
                  <a:cxn ang="0">
                    <a:pos x="38" y="25"/>
                  </a:cxn>
                  <a:cxn ang="0">
                    <a:pos x="40" y="24"/>
                  </a:cxn>
                  <a:cxn ang="0">
                    <a:pos x="40" y="22"/>
                  </a:cxn>
                  <a:cxn ang="0">
                    <a:pos x="42" y="19"/>
                  </a:cxn>
                  <a:cxn ang="0">
                    <a:pos x="42" y="16"/>
                  </a:cxn>
                  <a:cxn ang="0">
                    <a:pos x="40" y="12"/>
                  </a:cxn>
                  <a:cxn ang="0">
                    <a:pos x="37" y="11"/>
                  </a:cxn>
                  <a:cxn ang="0">
                    <a:pos x="38" y="9"/>
                  </a:cxn>
                  <a:cxn ang="0">
                    <a:pos x="38" y="6"/>
                  </a:cxn>
                  <a:cxn ang="0">
                    <a:pos x="38" y="5"/>
                  </a:cxn>
                  <a:cxn ang="0">
                    <a:pos x="40" y="3"/>
                  </a:cxn>
                </a:cxnLst>
                <a:rect l="0" t="0" r="r" b="b"/>
                <a:pathLst>
                  <a:path w="103" h="28">
                    <a:moveTo>
                      <a:pt x="40" y="3"/>
                    </a:moveTo>
                    <a:lnTo>
                      <a:pt x="49" y="5"/>
                    </a:lnTo>
                    <a:lnTo>
                      <a:pt x="59" y="6"/>
                    </a:lnTo>
                    <a:lnTo>
                      <a:pt x="67" y="8"/>
                    </a:lnTo>
                    <a:lnTo>
                      <a:pt x="75" y="11"/>
                    </a:lnTo>
                    <a:lnTo>
                      <a:pt x="83" y="14"/>
                    </a:lnTo>
                    <a:lnTo>
                      <a:pt x="89" y="17"/>
                    </a:lnTo>
                    <a:lnTo>
                      <a:pt x="95" y="22"/>
                    </a:lnTo>
                    <a:lnTo>
                      <a:pt x="100" y="27"/>
                    </a:lnTo>
                    <a:lnTo>
                      <a:pt x="102" y="25"/>
                    </a:lnTo>
                    <a:lnTo>
                      <a:pt x="102" y="24"/>
                    </a:lnTo>
                    <a:lnTo>
                      <a:pt x="103" y="24"/>
                    </a:lnTo>
                    <a:lnTo>
                      <a:pt x="103" y="22"/>
                    </a:lnTo>
                    <a:lnTo>
                      <a:pt x="94" y="14"/>
                    </a:lnTo>
                    <a:lnTo>
                      <a:pt x="81" y="9"/>
                    </a:lnTo>
                    <a:lnTo>
                      <a:pt x="68" y="5"/>
                    </a:lnTo>
                    <a:lnTo>
                      <a:pt x="53" y="1"/>
                    </a:lnTo>
                    <a:lnTo>
                      <a:pt x="38" y="0"/>
                    </a:lnTo>
                    <a:lnTo>
                      <a:pt x="24" y="0"/>
                    </a:lnTo>
                    <a:lnTo>
                      <a:pt x="11" y="1"/>
                    </a:lnTo>
                    <a:lnTo>
                      <a:pt x="0" y="6"/>
                    </a:lnTo>
                    <a:lnTo>
                      <a:pt x="0" y="8"/>
                    </a:lnTo>
                    <a:lnTo>
                      <a:pt x="0" y="8"/>
                    </a:lnTo>
                    <a:lnTo>
                      <a:pt x="0" y="9"/>
                    </a:lnTo>
                    <a:lnTo>
                      <a:pt x="2" y="9"/>
                    </a:lnTo>
                    <a:lnTo>
                      <a:pt x="10" y="6"/>
                    </a:lnTo>
                    <a:lnTo>
                      <a:pt x="18" y="5"/>
                    </a:lnTo>
                    <a:lnTo>
                      <a:pt x="27" y="3"/>
                    </a:lnTo>
                    <a:lnTo>
                      <a:pt x="37" y="3"/>
                    </a:lnTo>
                    <a:lnTo>
                      <a:pt x="35" y="5"/>
                    </a:lnTo>
                    <a:lnTo>
                      <a:pt x="35" y="6"/>
                    </a:lnTo>
                    <a:lnTo>
                      <a:pt x="35" y="8"/>
                    </a:lnTo>
                    <a:lnTo>
                      <a:pt x="34" y="9"/>
                    </a:lnTo>
                    <a:lnTo>
                      <a:pt x="30" y="9"/>
                    </a:lnTo>
                    <a:lnTo>
                      <a:pt x="27" y="11"/>
                    </a:lnTo>
                    <a:lnTo>
                      <a:pt x="26" y="14"/>
                    </a:lnTo>
                    <a:lnTo>
                      <a:pt x="24" y="16"/>
                    </a:lnTo>
                    <a:lnTo>
                      <a:pt x="24" y="17"/>
                    </a:lnTo>
                    <a:lnTo>
                      <a:pt x="24" y="20"/>
                    </a:lnTo>
                    <a:lnTo>
                      <a:pt x="24" y="24"/>
                    </a:lnTo>
                    <a:lnTo>
                      <a:pt x="26" y="27"/>
                    </a:lnTo>
                    <a:lnTo>
                      <a:pt x="27" y="27"/>
                    </a:lnTo>
                    <a:lnTo>
                      <a:pt x="27" y="27"/>
                    </a:lnTo>
                    <a:lnTo>
                      <a:pt x="27" y="27"/>
                    </a:lnTo>
                    <a:lnTo>
                      <a:pt x="29" y="27"/>
                    </a:lnTo>
                    <a:lnTo>
                      <a:pt x="29" y="28"/>
                    </a:lnTo>
                    <a:lnTo>
                      <a:pt x="30" y="28"/>
                    </a:lnTo>
                    <a:lnTo>
                      <a:pt x="30" y="28"/>
                    </a:lnTo>
                    <a:lnTo>
                      <a:pt x="32" y="28"/>
                    </a:lnTo>
                    <a:lnTo>
                      <a:pt x="35" y="28"/>
                    </a:lnTo>
                    <a:lnTo>
                      <a:pt x="38" y="25"/>
                    </a:lnTo>
                    <a:lnTo>
                      <a:pt x="40" y="24"/>
                    </a:lnTo>
                    <a:lnTo>
                      <a:pt x="40" y="22"/>
                    </a:lnTo>
                    <a:lnTo>
                      <a:pt x="42" y="19"/>
                    </a:lnTo>
                    <a:lnTo>
                      <a:pt x="42" y="16"/>
                    </a:lnTo>
                    <a:lnTo>
                      <a:pt x="40" y="12"/>
                    </a:lnTo>
                    <a:lnTo>
                      <a:pt x="37" y="11"/>
                    </a:lnTo>
                    <a:lnTo>
                      <a:pt x="38" y="9"/>
                    </a:lnTo>
                    <a:lnTo>
                      <a:pt x="38" y="6"/>
                    </a:lnTo>
                    <a:lnTo>
                      <a:pt x="38" y="5"/>
                    </a:lnTo>
                    <a:lnTo>
                      <a:pt x="40" y="3"/>
                    </a:lnTo>
                    <a:close/>
                  </a:path>
                </a:pathLst>
              </a:custGeom>
              <a:solidFill>
                <a:srgbClr val="FFFFFF"/>
              </a:solidFill>
              <a:ln w="9525">
                <a:noFill/>
                <a:round/>
              </a:ln>
              <a:effectLst/>
            </p:spPr>
            <p:txBody>
              <a:bodyP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58594" name="Freeform 194"/>
              <p:cNvSpPr/>
              <p:nvPr/>
            </p:nvSpPr>
            <p:spPr bwMode="auto">
              <a:xfrm>
                <a:off x="4875" y="2341"/>
                <a:ext cx="3" cy="7"/>
              </a:xfrm>
              <a:custGeom>
                <a:avLst/>
                <a:gdLst/>
                <a:ahLst/>
                <a:cxnLst>
                  <a:cxn ang="0">
                    <a:pos x="0" y="0"/>
                  </a:cxn>
                  <a:cxn ang="0">
                    <a:pos x="1" y="0"/>
                  </a:cxn>
                  <a:cxn ang="0">
                    <a:pos x="1" y="0"/>
                  </a:cxn>
                  <a:cxn ang="0">
                    <a:pos x="1" y="0"/>
                  </a:cxn>
                  <a:cxn ang="0">
                    <a:pos x="3" y="0"/>
                  </a:cxn>
                  <a:cxn ang="0">
                    <a:pos x="3" y="1"/>
                  </a:cxn>
                  <a:cxn ang="0">
                    <a:pos x="4" y="1"/>
                  </a:cxn>
                  <a:cxn ang="0">
                    <a:pos x="4" y="1"/>
                  </a:cxn>
                  <a:cxn ang="0">
                    <a:pos x="6" y="1"/>
                  </a:cxn>
                  <a:cxn ang="0">
                    <a:pos x="6" y="3"/>
                  </a:cxn>
                  <a:cxn ang="0">
                    <a:pos x="6" y="3"/>
                  </a:cxn>
                  <a:cxn ang="0">
                    <a:pos x="4" y="4"/>
                  </a:cxn>
                  <a:cxn ang="0">
                    <a:pos x="3" y="6"/>
                  </a:cxn>
                  <a:cxn ang="0">
                    <a:pos x="1" y="6"/>
                  </a:cxn>
                  <a:cxn ang="0">
                    <a:pos x="0" y="6"/>
                  </a:cxn>
                  <a:cxn ang="0">
                    <a:pos x="0" y="4"/>
                  </a:cxn>
                  <a:cxn ang="0">
                    <a:pos x="0" y="4"/>
                  </a:cxn>
                  <a:cxn ang="0">
                    <a:pos x="0" y="3"/>
                  </a:cxn>
                  <a:cxn ang="0">
                    <a:pos x="0" y="1"/>
                  </a:cxn>
                  <a:cxn ang="0">
                    <a:pos x="0" y="0"/>
                  </a:cxn>
                </a:cxnLst>
                <a:rect l="0" t="0" r="r" b="b"/>
                <a:pathLst>
                  <a:path w="6" h="6">
                    <a:moveTo>
                      <a:pt x="0" y="0"/>
                    </a:moveTo>
                    <a:lnTo>
                      <a:pt x="1" y="0"/>
                    </a:lnTo>
                    <a:lnTo>
                      <a:pt x="1" y="0"/>
                    </a:lnTo>
                    <a:lnTo>
                      <a:pt x="1" y="0"/>
                    </a:lnTo>
                    <a:lnTo>
                      <a:pt x="3" y="0"/>
                    </a:lnTo>
                    <a:lnTo>
                      <a:pt x="3" y="1"/>
                    </a:lnTo>
                    <a:lnTo>
                      <a:pt x="4" y="1"/>
                    </a:lnTo>
                    <a:lnTo>
                      <a:pt x="4" y="1"/>
                    </a:lnTo>
                    <a:lnTo>
                      <a:pt x="6" y="1"/>
                    </a:lnTo>
                    <a:lnTo>
                      <a:pt x="6" y="3"/>
                    </a:lnTo>
                    <a:lnTo>
                      <a:pt x="6" y="3"/>
                    </a:lnTo>
                    <a:lnTo>
                      <a:pt x="4" y="4"/>
                    </a:lnTo>
                    <a:lnTo>
                      <a:pt x="3" y="6"/>
                    </a:lnTo>
                    <a:lnTo>
                      <a:pt x="1" y="6"/>
                    </a:lnTo>
                    <a:lnTo>
                      <a:pt x="0" y="6"/>
                    </a:lnTo>
                    <a:lnTo>
                      <a:pt x="0" y="4"/>
                    </a:lnTo>
                    <a:lnTo>
                      <a:pt x="0" y="4"/>
                    </a:lnTo>
                    <a:lnTo>
                      <a:pt x="0" y="3"/>
                    </a:lnTo>
                    <a:lnTo>
                      <a:pt x="0" y="1"/>
                    </a:lnTo>
                    <a:lnTo>
                      <a:pt x="0" y="0"/>
                    </a:lnTo>
                    <a:close/>
                  </a:path>
                </a:pathLst>
              </a:custGeom>
              <a:solidFill>
                <a:srgbClr val="7A1111"/>
              </a:solidFill>
              <a:ln w="9525">
                <a:noFill/>
                <a:round/>
              </a:ln>
              <a:effectLst/>
            </p:spPr>
            <p:txBody>
              <a:bodyP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358595" name="Freeform 195"/>
              <p:cNvSpPr/>
              <p:nvPr/>
            </p:nvSpPr>
            <p:spPr bwMode="auto">
              <a:xfrm>
                <a:off x="4996" y="2819"/>
                <a:ext cx="19" cy="14"/>
              </a:xfrm>
              <a:custGeom>
                <a:avLst/>
                <a:gdLst/>
                <a:ahLst/>
                <a:cxnLst>
                  <a:cxn ang="0">
                    <a:pos x="0" y="0"/>
                  </a:cxn>
                  <a:cxn ang="0">
                    <a:pos x="0" y="0"/>
                  </a:cxn>
                  <a:cxn ang="0">
                    <a:pos x="0" y="9"/>
                  </a:cxn>
                  <a:cxn ang="0">
                    <a:pos x="0" y="14"/>
                  </a:cxn>
                  <a:cxn ang="0">
                    <a:pos x="0" y="15"/>
                  </a:cxn>
                  <a:cxn ang="0">
                    <a:pos x="8" y="15"/>
                  </a:cxn>
                  <a:cxn ang="0">
                    <a:pos x="8" y="15"/>
                  </a:cxn>
                  <a:cxn ang="0">
                    <a:pos x="16" y="15"/>
                  </a:cxn>
                  <a:cxn ang="0">
                    <a:pos x="16" y="14"/>
                  </a:cxn>
                  <a:cxn ang="0">
                    <a:pos x="16" y="9"/>
                  </a:cxn>
                  <a:cxn ang="0">
                    <a:pos x="16" y="0"/>
                  </a:cxn>
                  <a:cxn ang="0">
                    <a:pos x="16" y="0"/>
                  </a:cxn>
                  <a:cxn ang="0">
                    <a:pos x="0" y="0"/>
                  </a:cxn>
                </a:cxnLst>
                <a:rect l="0" t="0" r="r" b="b"/>
                <a:pathLst>
                  <a:path w="16" h="15">
                    <a:moveTo>
                      <a:pt x="0" y="0"/>
                    </a:moveTo>
                    <a:lnTo>
                      <a:pt x="0" y="0"/>
                    </a:lnTo>
                    <a:lnTo>
                      <a:pt x="0" y="9"/>
                    </a:lnTo>
                    <a:lnTo>
                      <a:pt x="0" y="14"/>
                    </a:lnTo>
                    <a:lnTo>
                      <a:pt x="0" y="15"/>
                    </a:lnTo>
                    <a:lnTo>
                      <a:pt x="8" y="15"/>
                    </a:lnTo>
                    <a:lnTo>
                      <a:pt x="8" y="15"/>
                    </a:lnTo>
                    <a:lnTo>
                      <a:pt x="16" y="15"/>
                    </a:lnTo>
                    <a:lnTo>
                      <a:pt x="16" y="14"/>
                    </a:lnTo>
                    <a:lnTo>
                      <a:pt x="16" y="9"/>
                    </a:lnTo>
                    <a:lnTo>
                      <a:pt x="16" y="0"/>
                    </a:lnTo>
                    <a:lnTo>
                      <a:pt x="16" y="0"/>
                    </a:lnTo>
                    <a:lnTo>
                      <a:pt x="0" y="0"/>
                    </a:lnTo>
                    <a:close/>
                  </a:path>
                </a:pathLst>
              </a:custGeom>
              <a:solidFill>
                <a:srgbClr val="FFFFFF"/>
              </a:solidFill>
              <a:ln w="9525">
                <a:noFill/>
                <a:round/>
              </a:ln>
              <a:effectLst/>
            </p:spPr>
            <p:txBody>
              <a:bodyP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58596" name="Freeform 196"/>
              <p:cNvSpPr/>
              <p:nvPr/>
            </p:nvSpPr>
            <p:spPr bwMode="auto">
              <a:xfrm>
                <a:off x="4803" y="2726"/>
                <a:ext cx="212" cy="93"/>
              </a:xfrm>
              <a:custGeom>
                <a:avLst/>
                <a:gdLst/>
                <a:ahLst/>
                <a:cxnLst>
                  <a:cxn ang="0">
                    <a:pos x="16" y="94"/>
                  </a:cxn>
                  <a:cxn ang="0">
                    <a:pos x="16" y="94"/>
                  </a:cxn>
                  <a:cxn ang="0">
                    <a:pos x="23" y="59"/>
                  </a:cxn>
                  <a:cxn ang="0">
                    <a:pos x="43" y="35"/>
                  </a:cxn>
                  <a:cxn ang="0">
                    <a:pos x="72" y="21"/>
                  </a:cxn>
                  <a:cxn ang="0">
                    <a:pos x="107" y="16"/>
                  </a:cxn>
                  <a:cxn ang="0">
                    <a:pos x="140" y="21"/>
                  </a:cxn>
                  <a:cxn ang="0">
                    <a:pos x="168" y="37"/>
                  </a:cxn>
                  <a:cxn ang="0">
                    <a:pos x="189" y="60"/>
                  </a:cxn>
                  <a:cxn ang="0">
                    <a:pos x="195" y="94"/>
                  </a:cxn>
                  <a:cxn ang="0">
                    <a:pos x="211" y="94"/>
                  </a:cxn>
                  <a:cxn ang="0">
                    <a:pos x="202" y="54"/>
                  </a:cxn>
                  <a:cxn ang="0">
                    <a:pos x="178" y="24"/>
                  </a:cxn>
                  <a:cxn ang="0">
                    <a:pos x="143" y="5"/>
                  </a:cxn>
                  <a:cxn ang="0">
                    <a:pos x="107" y="0"/>
                  </a:cxn>
                  <a:cxn ang="0">
                    <a:pos x="69" y="5"/>
                  </a:cxn>
                  <a:cxn ang="0">
                    <a:pos x="34" y="23"/>
                  </a:cxn>
                  <a:cxn ang="0">
                    <a:pos x="10" y="53"/>
                  </a:cxn>
                  <a:cxn ang="0">
                    <a:pos x="0" y="94"/>
                  </a:cxn>
                  <a:cxn ang="0">
                    <a:pos x="0" y="94"/>
                  </a:cxn>
                  <a:cxn ang="0">
                    <a:pos x="16" y="94"/>
                  </a:cxn>
                </a:cxnLst>
                <a:rect l="0" t="0" r="r" b="b"/>
                <a:pathLst>
                  <a:path w="211" h="94">
                    <a:moveTo>
                      <a:pt x="16" y="94"/>
                    </a:moveTo>
                    <a:lnTo>
                      <a:pt x="16" y="94"/>
                    </a:lnTo>
                    <a:lnTo>
                      <a:pt x="23" y="59"/>
                    </a:lnTo>
                    <a:lnTo>
                      <a:pt x="43" y="35"/>
                    </a:lnTo>
                    <a:lnTo>
                      <a:pt x="72" y="21"/>
                    </a:lnTo>
                    <a:lnTo>
                      <a:pt x="107" y="16"/>
                    </a:lnTo>
                    <a:lnTo>
                      <a:pt x="140" y="21"/>
                    </a:lnTo>
                    <a:lnTo>
                      <a:pt x="168" y="37"/>
                    </a:lnTo>
                    <a:lnTo>
                      <a:pt x="189" y="60"/>
                    </a:lnTo>
                    <a:lnTo>
                      <a:pt x="195" y="94"/>
                    </a:lnTo>
                    <a:lnTo>
                      <a:pt x="211" y="94"/>
                    </a:lnTo>
                    <a:lnTo>
                      <a:pt x="202" y="54"/>
                    </a:lnTo>
                    <a:lnTo>
                      <a:pt x="178" y="24"/>
                    </a:lnTo>
                    <a:lnTo>
                      <a:pt x="143" y="5"/>
                    </a:lnTo>
                    <a:lnTo>
                      <a:pt x="107" y="0"/>
                    </a:lnTo>
                    <a:lnTo>
                      <a:pt x="69" y="5"/>
                    </a:lnTo>
                    <a:lnTo>
                      <a:pt x="34" y="23"/>
                    </a:lnTo>
                    <a:lnTo>
                      <a:pt x="10" y="53"/>
                    </a:lnTo>
                    <a:lnTo>
                      <a:pt x="0" y="94"/>
                    </a:lnTo>
                    <a:lnTo>
                      <a:pt x="0" y="94"/>
                    </a:lnTo>
                    <a:lnTo>
                      <a:pt x="16" y="94"/>
                    </a:lnTo>
                    <a:close/>
                  </a:path>
                </a:pathLst>
              </a:custGeom>
              <a:solidFill>
                <a:srgbClr val="FFFFFF"/>
              </a:solidFill>
              <a:ln w="9525">
                <a:noFill/>
                <a:round/>
              </a:ln>
              <a:effectLst/>
            </p:spPr>
            <p:txBody>
              <a:bodyP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58597" name="Freeform 197"/>
              <p:cNvSpPr/>
              <p:nvPr/>
            </p:nvSpPr>
            <p:spPr bwMode="auto">
              <a:xfrm>
                <a:off x="4803" y="2819"/>
                <a:ext cx="16" cy="21"/>
              </a:xfrm>
              <a:custGeom>
                <a:avLst/>
                <a:gdLst/>
                <a:ahLst/>
                <a:cxnLst>
                  <a:cxn ang="0">
                    <a:pos x="8" y="8"/>
                  </a:cxn>
                  <a:cxn ang="0">
                    <a:pos x="8" y="15"/>
                  </a:cxn>
                  <a:cxn ang="0">
                    <a:pos x="16" y="15"/>
                  </a:cxn>
                  <a:cxn ang="0">
                    <a:pos x="16" y="14"/>
                  </a:cxn>
                  <a:cxn ang="0">
                    <a:pos x="16" y="9"/>
                  </a:cxn>
                  <a:cxn ang="0">
                    <a:pos x="16" y="0"/>
                  </a:cxn>
                  <a:cxn ang="0">
                    <a:pos x="0" y="0"/>
                  </a:cxn>
                  <a:cxn ang="0">
                    <a:pos x="0" y="9"/>
                  </a:cxn>
                  <a:cxn ang="0">
                    <a:pos x="0" y="14"/>
                  </a:cxn>
                  <a:cxn ang="0">
                    <a:pos x="0" y="15"/>
                  </a:cxn>
                  <a:cxn ang="0">
                    <a:pos x="8" y="15"/>
                  </a:cxn>
                  <a:cxn ang="0">
                    <a:pos x="8" y="23"/>
                  </a:cxn>
                  <a:cxn ang="0">
                    <a:pos x="0" y="15"/>
                  </a:cxn>
                  <a:cxn ang="0">
                    <a:pos x="0" y="23"/>
                  </a:cxn>
                  <a:cxn ang="0">
                    <a:pos x="8" y="23"/>
                  </a:cxn>
                  <a:cxn ang="0">
                    <a:pos x="8" y="8"/>
                  </a:cxn>
                </a:cxnLst>
                <a:rect l="0" t="0" r="r" b="b"/>
                <a:pathLst>
                  <a:path w="16" h="23">
                    <a:moveTo>
                      <a:pt x="8" y="8"/>
                    </a:moveTo>
                    <a:lnTo>
                      <a:pt x="8" y="15"/>
                    </a:lnTo>
                    <a:lnTo>
                      <a:pt x="16" y="15"/>
                    </a:lnTo>
                    <a:lnTo>
                      <a:pt x="16" y="14"/>
                    </a:lnTo>
                    <a:lnTo>
                      <a:pt x="16" y="9"/>
                    </a:lnTo>
                    <a:lnTo>
                      <a:pt x="16" y="0"/>
                    </a:lnTo>
                    <a:lnTo>
                      <a:pt x="0" y="0"/>
                    </a:lnTo>
                    <a:lnTo>
                      <a:pt x="0" y="9"/>
                    </a:lnTo>
                    <a:lnTo>
                      <a:pt x="0" y="14"/>
                    </a:lnTo>
                    <a:lnTo>
                      <a:pt x="0" y="15"/>
                    </a:lnTo>
                    <a:lnTo>
                      <a:pt x="8" y="15"/>
                    </a:lnTo>
                    <a:lnTo>
                      <a:pt x="8" y="23"/>
                    </a:lnTo>
                    <a:lnTo>
                      <a:pt x="0" y="15"/>
                    </a:lnTo>
                    <a:lnTo>
                      <a:pt x="0" y="23"/>
                    </a:lnTo>
                    <a:lnTo>
                      <a:pt x="8" y="23"/>
                    </a:lnTo>
                    <a:lnTo>
                      <a:pt x="8" y="8"/>
                    </a:lnTo>
                    <a:close/>
                  </a:path>
                </a:pathLst>
              </a:custGeom>
              <a:solidFill>
                <a:srgbClr val="FFFFFF"/>
              </a:solidFill>
              <a:ln w="9525">
                <a:noFill/>
                <a:round/>
              </a:ln>
              <a:effectLst/>
            </p:spPr>
            <p:txBody>
              <a:bodyP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58598" name="Freeform 198"/>
              <p:cNvSpPr/>
              <p:nvPr/>
            </p:nvSpPr>
            <p:spPr bwMode="auto">
              <a:xfrm>
                <a:off x="4812" y="2826"/>
                <a:ext cx="203" cy="14"/>
              </a:xfrm>
              <a:custGeom>
                <a:avLst/>
                <a:gdLst/>
                <a:ahLst/>
                <a:cxnLst>
                  <a:cxn ang="0">
                    <a:pos x="187" y="7"/>
                  </a:cxn>
                  <a:cxn ang="0">
                    <a:pos x="195" y="0"/>
                  </a:cxn>
                  <a:cxn ang="0">
                    <a:pos x="0" y="0"/>
                  </a:cxn>
                  <a:cxn ang="0">
                    <a:pos x="0" y="15"/>
                  </a:cxn>
                  <a:cxn ang="0">
                    <a:pos x="195" y="15"/>
                  </a:cxn>
                  <a:cxn ang="0">
                    <a:pos x="203" y="7"/>
                  </a:cxn>
                  <a:cxn ang="0">
                    <a:pos x="195" y="15"/>
                  </a:cxn>
                  <a:cxn ang="0">
                    <a:pos x="203" y="15"/>
                  </a:cxn>
                  <a:cxn ang="0">
                    <a:pos x="203" y="7"/>
                  </a:cxn>
                  <a:cxn ang="0">
                    <a:pos x="187" y="7"/>
                  </a:cxn>
                </a:cxnLst>
                <a:rect l="0" t="0" r="r" b="b"/>
                <a:pathLst>
                  <a:path w="203" h="15">
                    <a:moveTo>
                      <a:pt x="187" y="7"/>
                    </a:moveTo>
                    <a:lnTo>
                      <a:pt x="195" y="0"/>
                    </a:lnTo>
                    <a:lnTo>
                      <a:pt x="0" y="0"/>
                    </a:lnTo>
                    <a:lnTo>
                      <a:pt x="0" y="15"/>
                    </a:lnTo>
                    <a:lnTo>
                      <a:pt x="195" y="15"/>
                    </a:lnTo>
                    <a:lnTo>
                      <a:pt x="203" y="7"/>
                    </a:lnTo>
                    <a:lnTo>
                      <a:pt x="195" y="15"/>
                    </a:lnTo>
                    <a:lnTo>
                      <a:pt x="203" y="15"/>
                    </a:lnTo>
                    <a:lnTo>
                      <a:pt x="203" y="7"/>
                    </a:lnTo>
                    <a:lnTo>
                      <a:pt x="187" y="7"/>
                    </a:lnTo>
                    <a:close/>
                  </a:path>
                </a:pathLst>
              </a:custGeom>
              <a:solidFill>
                <a:srgbClr val="FFFFFF"/>
              </a:solidFill>
              <a:ln w="9525">
                <a:noFill/>
                <a:round/>
              </a:ln>
              <a:effectLst/>
            </p:spPr>
            <p:txBody>
              <a:bodyP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58599" name="Freeform 199"/>
              <p:cNvSpPr/>
              <p:nvPr/>
            </p:nvSpPr>
            <p:spPr bwMode="auto">
              <a:xfrm>
                <a:off x="4901" y="2734"/>
                <a:ext cx="13" cy="100"/>
              </a:xfrm>
              <a:custGeom>
                <a:avLst/>
                <a:gdLst/>
                <a:ahLst/>
                <a:cxnLst>
                  <a:cxn ang="0">
                    <a:pos x="8" y="101"/>
                  </a:cxn>
                  <a:cxn ang="0">
                    <a:pos x="16" y="101"/>
                  </a:cxn>
                  <a:cxn ang="0">
                    <a:pos x="16" y="0"/>
                  </a:cxn>
                  <a:cxn ang="0">
                    <a:pos x="0" y="0"/>
                  </a:cxn>
                  <a:cxn ang="0">
                    <a:pos x="0" y="101"/>
                  </a:cxn>
                  <a:cxn ang="0">
                    <a:pos x="8" y="101"/>
                  </a:cxn>
                </a:cxnLst>
                <a:rect l="0" t="0" r="r" b="b"/>
                <a:pathLst>
                  <a:path w="16" h="101">
                    <a:moveTo>
                      <a:pt x="8" y="101"/>
                    </a:moveTo>
                    <a:lnTo>
                      <a:pt x="16" y="101"/>
                    </a:lnTo>
                    <a:lnTo>
                      <a:pt x="16" y="0"/>
                    </a:lnTo>
                    <a:lnTo>
                      <a:pt x="0" y="0"/>
                    </a:lnTo>
                    <a:lnTo>
                      <a:pt x="0" y="101"/>
                    </a:lnTo>
                    <a:lnTo>
                      <a:pt x="8" y="101"/>
                    </a:lnTo>
                    <a:close/>
                  </a:path>
                </a:pathLst>
              </a:custGeom>
              <a:solidFill>
                <a:srgbClr val="FFFFFF"/>
              </a:solidFill>
              <a:ln w="9525">
                <a:noFill/>
                <a:round/>
              </a:ln>
              <a:effectLst/>
            </p:spPr>
            <p:txBody>
              <a:bodyP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58600" name="Freeform 200"/>
              <p:cNvSpPr/>
              <p:nvPr/>
            </p:nvSpPr>
            <p:spPr bwMode="auto">
              <a:xfrm>
                <a:off x="4904" y="2755"/>
                <a:ext cx="86" cy="86"/>
              </a:xfrm>
              <a:custGeom>
                <a:avLst/>
                <a:gdLst/>
                <a:ahLst/>
                <a:cxnLst>
                  <a:cxn ang="0">
                    <a:pos x="5" y="79"/>
                  </a:cxn>
                  <a:cxn ang="0">
                    <a:pos x="10" y="84"/>
                  </a:cxn>
                  <a:cxn ang="0">
                    <a:pos x="87" y="10"/>
                  </a:cxn>
                  <a:cxn ang="0">
                    <a:pos x="78" y="0"/>
                  </a:cxn>
                  <a:cxn ang="0">
                    <a:pos x="0" y="75"/>
                  </a:cxn>
                  <a:cxn ang="0">
                    <a:pos x="5" y="79"/>
                  </a:cxn>
                </a:cxnLst>
                <a:rect l="0" t="0" r="r" b="b"/>
                <a:pathLst>
                  <a:path w="87" h="84">
                    <a:moveTo>
                      <a:pt x="5" y="79"/>
                    </a:moveTo>
                    <a:lnTo>
                      <a:pt x="10" y="84"/>
                    </a:lnTo>
                    <a:lnTo>
                      <a:pt x="87" y="10"/>
                    </a:lnTo>
                    <a:lnTo>
                      <a:pt x="78" y="0"/>
                    </a:lnTo>
                    <a:lnTo>
                      <a:pt x="0" y="75"/>
                    </a:lnTo>
                    <a:lnTo>
                      <a:pt x="5" y="79"/>
                    </a:lnTo>
                    <a:close/>
                  </a:path>
                </a:pathLst>
              </a:custGeom>
              <a:solidFill>
                <a:srgbClr val="FFFFFF"/>
              </a:solidFill>
              <a:ln w="9525">
                <a:noFill/>
                <a:round/>
              </a:ln>
              <a:effectLst/>
            </p:spPr>
            <p:txBody>
              <a:bodyP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58601" name="Freeform 201"/>
              <p:cNvSpPr/>
              <p:nvPr/>
            </p:nvSpPr>
            <p:spPr bwMode="auto">
              <a:xfrm>
                <a:off x="4828" y="2755"/>
                <a:ext cx="86" cy="86"/>
              </a:xfrm>
              <a:custGeom>
                <a:avLst/>
                <a:gdLst/>
                <a:ahLst/>
                <a:cxnLst>
                  <a:cxn ang="0">
                    <a:pos x="78" y="80"/>
                  </a:cxn>
                  <a:cxn ang="0">
                    <a:pos x="83" y="76"/>
                  </a:cxn>
                  <a:cxn ang="0">
                    <a:pos x="10" y="0"/>
                  </a:cxn>
                  <a:cxn ang="0">
                    <a:pos x="0" y="9"/>
                  </a:cxn>
                  <a:cxn ang="0">
                    <a:pos x="73" y="85"/>
                  </a:cxn>
                  <a:cxn ang="0">
                    <a:pos x="78" y="80"/>
                  </a:cxn>
                </a:cxnLst>
                <a:rect l="0" t="0" r="r" b="b"/>
                <a:pathLst>
                  <a:path w="83" h="85">
                    <a:moveTo>
                      <a:pt x="78" y="80"/>
                    </a:moveTo>
                    <a:lnTo>
                      <a:pt x="83" y="76"/>
                    </a:lnTo>
                    <a:lnTo>
                      <a:pt x="10" y="0"/>
                    </a:lnTo>
                    <a:lnTo>
                      <a:pt x="0" y="9"/>
                    </a:lnTo>
                    <a:lnTo>
                      <a:pt x="73" y="85"/>
                    </a:lnTo>
                    <a:lnTo>
                      <a:pt x="78" y="80"/>
                    </a:lnTo>
                    <a:close/>
                  </a:path>
                </a:pathLst>
              </a:custGeom>
              <a:solidFill>
                <a:srgbClr val="FFFFFF"/>
              </a:solidFill>
              <a:ln w="9525">
                <a:noFill/>
                <a:round/>
              </a:ln>
              <a:effectLst/>
            </p:spPr>
            <p:txBody>
              <a:bodyP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grpSp>
        <p:sp>
          <p:nvSpPr>
            <p:cNvPr id="36950" name="Text Box 202"/>
            <p:cNvSpPr txBox="1"/>
            <p:nvPr/>
          </p:nvSpPr>
          <p:spPr>
            <a:xfrm>
              <a:off x="4729" y="650"/>
              <a:ext cx="479" cy="848"/>
            </a:xfrm>
            <a:prstGeom prst="rect">
              <a:avLst/>
            </a:prstGeom>
            <a:noFill/>
            <a:ln w="12700">
              <a:noFill/>
            </a:ln>
          </p:spPr>
          <p:txBody>
            <a:bodyPr wrap="none">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ct val="0"/>
                </a:spcBef>
                <a:spcAft>
                  <a:spcPts val="590"/>
                </a:spcAft>
                <a:buSzPct val="80000"/>
                <a:buNone/>
              </a:pPr>
              <a:endParaRPr lang="zh-CN" altLang="en-US" sz="2800" dirty="0">
                <a:ea typeface="宋体" pitchFamily="2" charset="-122"/>
              </a:endParaRPr>
            </a:p>
          </p:txBody>
        </p:sp>
      </p:grpSp>
      <p:grpSp>
        <p:nvGrpSpPr>
          <p:cNvPr id="36874" name="Group 203"/>
          <p:cNvGrpSpPr/>
          <p:nvPr/>
        </p:nvGrpSpPr>
        <p:grpSpPr>
          <a:xfrm>
            <a:off x="9069388" y="4684713"/>
            <a:ext cx="536575" cy="847725"/>
            <a:chOff x="4368" y="0"/>
            <a:chExt cx="1392" cy="1498"/>
          </a:xfrm>
        </p:grpSpPr>
        <p:grpSp>
          <p:nvGrpSpPr>
            <p:cNvPr id="36915" name="Group 204"/>
            <p:cNvGrpSpPr/>
            <p:nvPr/>
          </p:nvGrpSpPr>
          <p:grpSpPr>
            <a:xfrm>
              <a:off x="4368" y="0"/>
              <a:ext cx="1392" cy="1056"/>
              <a:chOff x="4368" y="2016"/>
              <a:chExt cx="1072" cy="1344"/>
            </a:xfrm>
          </p:grpSpPr>
          <p:sp>
            <p:nvSpPr>
              <p:cNvPr id="358605" name="Freeform 205"/>
              <p:cNvSpPr/>
              <p:nvPr/>
            </p:nvSpPr>
            <p:spPr bwMode="auto">
              <a:xfrm>
                <a:off x="4457" y="2462"/>
                <a:ext cx="898" cy="825"/>
              </a:xfrm>
              <a:custGeom>
                <a:avLst/>
                <a:gdLst/>
                <a:ahLst/>
                <a:cxnLst>
                  <a:cxn ang="0">
                    <a:pos x="445" y="0"/>
                  </a:cxn>
                  <a:cxn ang="0">
                    <a:pos x="897" y="293"/>
                  </a:cxn>
                  <a:cxn ang="0">
                    <a:pos x="897" y="829"/>
                  </a:cxn>
                  <a:cxn ang="0">
                    <a:pos x="601" y="829"/>
                  </a:cxn>
                  <a:cxn ang="0">
                    <a:pos x="296" y="829"/>
                  </a:cxn>
                  <a:cxn ang="0">
                    <a:pos x="0" y="829"/>
                  </a:cxn>
                  <a:cxn ang="0">
                    <a:pos x="0" y="293"/>
                  </a:cxn>
                  <a:cxn ang="0">
                    <a:pos x="445" y="0"/>
                  </a:cxn>
                </a:cxnLst>
                <a:rect l="0" t="0" r="r" b="b"/>
                <a:pathLst>
                  <a:path w="897" h="829">
                    <a:moveTo>
                      <a:pt x="445" y="0"/>
                    </a:moveTo>
                    <a:lnTo>
                      <a:pt x="897" y="293"/>
                    </a:lnTo>
                    <a:lnTo>
                      <a:pt x="897" y="829"/>
                    </a:lnTo>
                    <a:lnTo>
                      <a:pt x="601" y="829"/>
                    </a:lnTo>
                    <a:lnTo>
                      <a:pt x="296" y="829"/>
                    </a:lnTo>
                    <a:lnTo>
                      <a:pt x="0" y="829"/>
                    </a:lnTo>
                    <a:lnTo>
                      <a:pt x="0" y="293"/>
                    </a:lnTo>
                    <a:lnTo>
                      <a:pt x="445" y="0"/>
                    </a:lnTo>
                    <a:close/>
                  </a:path>
                </a:pathLst>
              </a:custGeom>
              <a:solidFill>
                <a:srgbClr val="0000FF"/>
              </a:solidFill>
              <a:ln w="9525">
                <a:noFill/>
                <a:round/>
              </a:ln>
              <a:effectLst/>
            </p:spPr>
            <p:txBody>
              <a:bodyP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358606" name="Freeform 206"/>
              <p:cNvSpPr/>
              <p:nvPr/>
            </p:nvSpPr>
            <p:spPr bwMode="auto">
              <a:xfrm>
                <a:off x="4368" y="2462"/>
                <a:ext cx="415" cy="289"/>
              </a:xfrm>
              <a:custGeom>
                <a:avLst/>
                <a:gdLst/>
                <a:ahLst/>
                <a:cxnLst>
                  <a:cxn ang="0">
                    <a:pos x="0" y="288"/>
                  </a:cxn>
                  <a:cxn ang="0">
                    <a:pos x="416" y="32"/>
                  </a:cxn>
                  <a:cxn ang="0">
                    <a:pos x="416" y="27"/>
                  </a:cxn>
                  <a:cxn ang="0">
                    <a:pos x="416" y="19"/>
                  </a:cxn>
                  <a:cxn ang="0">
                    <a:pos x="416" y="9"/>
                  </a:cxn>
                  <a:cxn ang="0">
                    <a:pos x="416" y="0"/>
                  </a:cxn>
                  <a:cxn ang="0">
                    <a:pos x="0" y="254"/>
                  </a:cxn>
                  <a:cxn ang="0">
                    <a:pos x="0" y="288"/>
                  </a:cxn>
                </a:cxnLst>
                <a:rect l="0" t="0" r="r" b="b"/>
                <a:pathLst>
                  <a:path w="416" h="288">
                    <a:moveTo>
                      <a:pt x="0" y="288"/>
                    </a:moveTo>
                    <a:lnTo>
                      <a:pt x="416" y="32"/>
                    </a:lnTo>
                    <a:lnTo>
                      <a:pt x="416" y="27"/>
                    </a:lnTo>
                    <a:lnTo>
                      <a:pt x="416" y="19"/>
                    </a:lnTo>
                    <a:lnTo>
                      <a:pt x="416" y="9"/>
                    </a:lnTo>
                    <a:lnTo>
                      <a:pt x="416" y="0"/>
                    </a:lnTo>
                    <a:lnTo>
                      <a:pt x="0" y="254"/>
                    </a:lnTo>
                    <a:lnTo>
                      <a:pt x="0" y="288"/>
                    </a:lnTo>
                    <a:close/>
                  </a:path>
                </a:pathLst>
              </a:custGeom>
              <a:solidFill>
                <a:srgbClr val="000000"/>
              </a:solidFill>
              <a:ln w="9525">
                <a:noFill/>
                <a:round/>
              </a:ln>
              <a:effectLst/>
            </p:spPr>
            <p:txBody>
              <a:bodyP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358607" name="Rectangle 207"/>
              <p:cNvSpPr>
                <a:spLocks noChangeArrowheads="1"/>
              </p:cNvSpPr>
              <p:nvPr/>
            </p:nvSpPr>
            <p:spPr bwMode="auto">
              <a:xfrm>
                <a:off x="4457" y="3330"/>
                <a:ext cx="898" cy="29"/>
              </a:xfrm>
              <a:prstGeom prst="rect">
                <a:avLst/>
              </a:prstGeom>
              <a:solidFill>
                <a:srgbClr val="000000"/>
              </a:solidFill>
              <a:ln w="9525">
                <a:noFill/>
                <a:miter lim="800000"/>
              </a:ln>
              <a:effectLst/>
            </p:spPr>
            <p:txBody>
              <a:bodyP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358608" name="Freeform 208"/>
              <p:cNvSpPr/>
              <p:nvPr/>
            </p:nvSpPr>
            <p:spPr bwMode="auto">
              <a:xfrm>
                <a:off x="4787" y="2170"/>
                <a:ext cx="241" cy="328"/>
              </a:xfrm>
              <a:custGeom>
                <a:avLst/>
                <a:gdLst/>
                <a:ahLst/>
                <a:cxnLst>
                  <a:cxn ang="0">
                    <a:pos x="242" y="327"/>
                  </a:cxn>
                  <a:cxn ang="0">
                    <a:pos x="242" y="0"/>
                  </a:cxn>
                  <a:cxn ang="0">
                    <a:pos x="0" y="0"/>
                  </a:cxn>
                  <a:cxn ang="0">
                    <a:pos x="0" y="321"/>
                  </a:cxn>
                  <a:cxn ang="0">
                    <a:pos x="116" y="240"/>
                  </a:cxn>
                  <a:cxn ang="0">
                    <a:pos x="242" y="327"/>
                  </a:cxn>
                </a:cxnLst>
                <a:rect l="0" t="0" r="r" b="b"/>
                <a:pathLst>
                  <a:path w="242" h="327">
                    <a:moveTo>
                      <a:pt x="242" y="327"/>
                    </a:moveTo>
                    <a:lnTo>
                      <a:pt x="242" y="0"/>
                    </a:lnTo>
                    <a:lnTo>
                      <a:pt x="0" y="0"/>
                    </a:lnTo>
                    <a:lnTo>
                      <a:pt x="0" y="321"/>
                    </a:lnTo>
                    <a:lnTo>
                      <a:pt x="116" y="240"/>
                    </a:lnTo>
                    <a:lnTo>
                      <a:pt x="242" y="327"/>
                    </a:lnTo>
                    <a:close/>
                  </a:path>
                </a:pathLst>
              </a:custGeom>
              <a:solidFill>
                <a:srgbClr val="000000"/>
              </a:solidFill>
              <a:ln w="9525">
                <a:noFill/>
                <a:round/>
              </a:ln>
              <a:effectLst/>
            </p:spPr>
            <p:txBody>
              <a:bodyP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358609" name="Freeform 209"/>
              <p:cNvSpPr/>
              <p:nvPr/>
            </p:nvSpPr>
            <p:spPr bwMode="auto">
              <a:xfrm>
                <a:off x="4723" y="2016"/>
                <a:ext cx="358" cy="125"/>
              </a:xfrm>
              <a:custGeom>
                <a:avLst/>
                <a:gdLst/>
                <a:ahLst/>
                <a:cxnLst>
                  <a:cxn ang="0">
                    <a:pos x="181" y="0"/>
                  </a:cxn>
                  <a:cxn ang="0">
                    <a:pos x="0" y="126"/>
                  </a:cxn>
                  <a:cxn ang="0">
                    <a:pos x="361" y="126"/>
                  </a:cxn>
                  <a:cxn ang="0">
                    <a:pos x="181" y="0"/>
                  </a:cxn>
                </a:cxnLst>
                <a:rect l="0" t="0" r="r" b="b"/>
                <a:pathLst>
                  <a:path w="361" h="126">
                    <a:moveTo>
                      <a:pt x="181" y="0"/>
                    </a:moveTo>
                    <a:lnTo>
                      <a:pt x="0" y="126"/>
                    </a:lnTo>
                    <a:lnTo>
                      <a:pt x="361" y="126"/>
                    </a:lnTo>
                    <a:lnTo>
                      <a:pt x="181" y="0"/>
                    </a:lnTo>
                    <a:close/>
                  </a:path>
                </a:pathLst>
              </a:custGeom>
              <a:solidFill>
                <a:srgbClr val="000000"/>
              </a:solidFill>
              <a:ln w="9525">
                <a:noFill/>
                <a:round/>
              </a:ln>
              <a:effectLst/>
            </p:spPr>
            <p:txBody>
              <a:bodyP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358610" name="Freeform 210"/>
              <p:cNvSpPr/>
              <p:nvPr/>
            </p:nvSpPr>
            <p:spPr bwMode="auto">
              <a:xfrm>
                <a:off x="5028" y="2469"/>
                <a:ext cx="412" cy="282"/>
              </a:xfrm>
              <a:custGeom>
                <a:avLst/>
                <a:gdLst/>
                <a:ahLst/>
                <a:cxnLst>
                  <a:cxn ang="0">
                    <a:pos x="413" y="287"/>
                  </a:cxn>
                  <a:cxn ang="0">
                    <a:pos x="0" y="31"/>
                  </a:cxn>
                  <a:cxn ang="0">
                    <a:pos x="0" y="25"/>
                  </a:cxn>
                  <a:cxn ang="0">
                    <a:pos x="0" y="17"/>
                  </a:cxn>
                  <a:cxn ang="0">
                    <a:pos x="0" y="9"/>
                  </a:cxn>
                  <a:cxn ang="0">
                    <a:pos x="0" y="0"/>
                  </a:cxn>
                  <a:cxn ang="0">
                    <a:pos x="413" y="253"/>
                  </a:cxn>
                  <a:cxn ang="0">
                    <a:pos x="413" y="287"/>
                  </a:cxn>
                </a:cxnLst>
                <a:rect l="0" t="0" r="r" b="b"/>
                <a:pathLst>
                  <a:path w="413" h="287">
                    <a:moveTo>
                      <a:pt x="413" y="287"/>
                    </a:moveTo>
                    <a:lnTo>
                      <a:pt x="0" y="31"/>
                    </a:lnTo>
                    <a:lnTo>
                      <a:pt x="0" y="25"/>
                    </a:lnTo>
                    <a:lnTo>
                      <a:pt x="0" y="17"/>
                    </a:lnTo>
                    <a:lnTo>
                      <a:pt x="0" y="9"/>
                    </a:lnTo>
                    <a:lnTo>
                      <a:pt x="0" y="0"/>
                    </a:lnTo>
                    <a:lnTo>
                      <a:pt x="413" y="253"/>
                    </a:lnTo>
                    <a:lnTo>
                      <a:pt x="413" y="287"/>
                    </a:lnTo>
                    <a:close/>
                  </a:path>
                </a:pathLst>
              </a:custGeom>
              <a:solidFill>
                <a:srgbClr val="000000"/>
              </a:solidFill>
              <a:ln w="9525">
                <a:noFill/>
                <a:round/>
              </a:ln>
              <a:effectLst/>
            </p:spPr>
            <p:txBody>
              <a:bodyP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358611" name="Freeform 211"/>
              <p:cNvSpPr/>
              <p:nvPr/>
            </p:nvSpPr>
            <p:spPr bwMode="auto">
              <a:xfrm>
                <a:off x="4841" y="2209"/>
                <a:ext cx="127" cy="164"/>
              </a:xfrm>
              <a:custGeom>
                <a:avLst/>
                <a:gdLst/>
                <a:ahLst/>
                <a:cxnLst>
                  <a:cxn ang="0">
                    <a:pos x="65" y="0"/>
                  </a:cxn>
                  <a:cxn ang="0">
                    <a:pos x="51" y="1"/>
                  </a:cxn>
                  <a:cxn ang="0">
                    <a:pos x="38" y="6"/>
                  </a:cxn>
                  <a:cxn ang="0">
                    <a:pos x="27" y="13"/>
                  </a:cxn>
                  <a:cxn ang="0">
                    <a:pos x="17" y="20"/>
                  </a:cxn>
                  <a:cxn ang="0">
                    <a:pos x="9" y="32"/>
                  </a:cxn>
                  <a:cxn ang="0">
                    <a:pos x="5" y="44"/>
                  </a:cxn>
                  <a:cxn ang="0">
                    <a:pos x="1" y="58"/>
                  </a:cxn>
                  <a:cxn ang="0">
                    <a:pos x="0" y="74"/>
                  </a:cxn>
                  <a:cxn ang="0">
                    <a:pos x="0" y="103"/>
                  </a:cxn>
                  <a:cxn ang="0">
                    <a:pos x="0" y="126"/>
                  </a:cxn>
                  <a:cxn ang="0">
                    <a:pos x="0" y="145"/>
                  </a:cxn>
                  <a:cxn ang="0">
                    <a:pos x="0" y="164"/>
                  </a:cxn>
                  <a:cxn ang="0">
                    <a:pos x="27" y="164"/>
                  </a:cxn>
                  <a:cxn ang="0">
                    <a:pos x="44" y="164"/>
                  </a:cxn>
                  <a:cxn ang="0">
                    <a:pos x="55" y="164"/>
                  </a:cxn>
                  <a:cxn ang="0">
                    <a:pos x="63" y="164"/>
                  </a:cxn>
                  <a:cxn ang="0">
                    <a:pos x="71" y="164"/>
                  </a:cxn>
                  <a:cxn ang="0">
                    <a:pos x="82" y="164"/>
                  </a:cxn>
                  <a:cxn ang="0">
                    <a:pos x="100" y="164"/>
                  </a:cxn>
                  <a:cxn ang="0">
                    <a:pos x="127" y="164"/>
                  </a:cxn>
                  <a:cxn ang="0">
                    <a:pos x="127" y="139"/>
                  </a:cxn>
                  <a:cxn ang="0">
                    <a:pos x="127" y="114"/>
                  </a:cxn>
                  <a:cxn ang="0">
                    <a:pos x="127" y="90"/>
                  </a:cxn>
                  <a:cxn ang="0">
                    <a:pos x="127" y="71"/>
                  </a:cxn>
                  <a:cxn ang="0">
                    <a:pos x="127" y="62"/>
                  </a:cxn>
                  <a:cxn ang="0">
                    <a:pos x="123" y="51"/>
                  </a:cxn>
                  <a:cxn ang="0">
                    <a:pos x="119" y="38"/>
                  </a:cxn>
                  <a:cxn ang="0">
                    <a:pos x="112" y="27"/>
                  </a:cxn>
                  <a:cxn ang="0">
                    <a:pos x="104" y="16"/>
                  </a:cxn>
                  <a:cxn ang="0">
                    <a:pos x="93" y="8"/>
                  </a:cxn>
                  <a:cxn ang="0">
                    <a:pos x="81" y="1"/>
                  </a:cxn>
                  <a:cxn ang="0">
                    <a:pos x="65" y="0"/>
                  </a:cxn>
                </a:cxnLst>
                <a:rect l="0" t="0" r="r" b="b"/>
                <a:pathLst>
                  <a:path w="127" h="164">
                    <a:moveTo>
                      <a:pt x="65" y="0"/>
                    </a:moveTo>
                    <a:lnTo>
                      <a:pt x="51" y="1"/>
                    </a:lnTo>
                    <a:lnTo>
                      <a:pt x="38" y="6"/>
                    </a:lnTo>
                    <a:lnTo>
                      <a:pt x="27" y="13"/>
                    </a:lnTo>
                    <a:lnTo>
                      <a:pt x="17" y="20"/>
                    </a:lnTo>
                    <a:lnTo>
                      <a:pt x="9" y="32"/>
                    </a:lnTo>
                    <a:lnTo>
                      <a:pt x="5" y="44"/>
                    </a:lnTo>
                    <a:lnTo>
                      <a:pt x="1" y="58"/>
                    </a:lnTo>
                    <a:lnTo>
                      <a:pt x="0" y="74"/>
                    </a:lnTo>
                    <a:lnTo>
                      <a:pt x="0" y="103"/>
                    </a:lnTo>
                    <a:lnTo>
                      <a:pt x="0" y="126"/>
                    </a:lnTo>
                    <a:lnTo>
                      <a:pt x="0" y="145"/>
                    </a:lnTo>
                    <a:lnTo>
                      <a:pt x="0" y="164"/>
                    </a:lnTo>
                    <a:lnTo>
                      <a:pt x="27" y="164"/>
                    </a:lnTo>
                    <a:lnTo>
                      <a:pt x="44" y="164"/>
                    </a:lnTo>
                    <a:lnTo>
                      <a:pt x="55" y="164"/>
                    </a:lnTo>
                    <a:lnTo>
                      <a:pt x="63" y="164"/>
                    </a:lnTo>
                    <a:lnTo>
                      <a:pt x="71" y="164"/>
                    </a:lnTo>
                    <a:lnTo>
                      <a:pt x="82" y="164"/>
                    </a:lnTo>
                    <a:lnTo>
                      <a:pt x="100" y="164"/>
                    </a:lnTo>
                    <a:lnTo>
                      <a:pt x="127" y="164"/>
                    </a:lnTo>
                    <a:lnTo>
                      <a:pt x="127" y="139"/>
                    </a:lnTo>
                    <a:lnTo>
                      <a:pt x="127" y="114"/>
                    </a:lnTo>
                    <a:lnTo>
                      <a:pt x="127" y="90"/>
                    </a:lnTo>
                    <a:lnTo>
                      <a:pt x="127" y="71"/>
                    </a:lnTo>
                    <a:lnTo>
                      <a:pt x="127" y="62"/>
                    </a:lnTo>
                    <a:lnTo>
                      <a:pt x="123" y="51"/>
                    </a:lnTo>
                    <a:lnTo>
                      <a:pt x="119" y="38"/>
                    </a:lnTo>
                    <a:lnTo>
                      <a:pt x="112" y="27"/>
                    </a:lnTo>
                    <a:lnTo>
                      <a:pt x="104" y="16"/>
                    </a:lnTo>
                    <a:lnTo>
                      <a:pt x="93" y="8"/>
                    </a:lnTo>
                    <a:lnTo>
                      <a:pt x="81" y="1"/>
                    </a:lnTo>
                    <a:lnTo>
                      <a:pt x="65" y="0"/>
                    </a:lnTo>
                    <a:close/>
                  </a:path>
                </a:pathLst>
              </a:custGeom>
              <a:solidFill>
                <a:srgbClr val="FFFFFF"/>
              </a:solidFill>
              <a:ln w="9525">
                <a:noFill/>
                <a:round/>
              </a:ln>
              <a:effectLst/>
            </p:spPr>
            <p:txBody>
              <a:bodyP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58612" name="Rectangle 212"/>
              <p:cNvSpPr>
                <a:spLocks noChangeArrowheads="1"/>
              </p:cNvSpPr>
              <p:nvPr/>
            </p:nvSpPr>
            <p:spPr bwMode="auto">
              <a:xfrm>
                <a:off x="4803" y="2901"/>
                <a:ext cx="206" cy="386"/>
              </a:xfrm>
              <a:prstGeom prst="rect">
                <a:avLst/>
              </a:prstGeom>
              <a:solidFill>
                <a:srgbClr val="FFFFFF"/>
              </a:solidFill>
              <a:ln w="9525">
                <a:noFill/>
                <a:miter lim="800000"/>
              </a:ln>
              <a:effectLst/>
            </p:spPr>
            <p:txBody>
              <a:bodyP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58613" name="Freeform 213"/>
              <p:cNvSpPr/>
              <p:nvPr/>
            </p:nvSpPr>
            <p:spPr bwMode="auto">
              <a:xfrm>
                <a:off x="4736" y="2819"/>
                <a:ext cx="13" cy="318"/>
              </a:xfrm>
              <a:custGeom>
                <a:avLst/>
                <a:gdLst/>
                <a:ahLst/>
                <a:cxnLst>
                  <a:cxn ang="0">
                    <a:pos x="8" y="16"/>
                  </a:cxn>
                  <a:cxn ang="0">
                    <a:pos x="0" y="8"/>
                  </a:cxn>
                  <a:cxn ang="0">
                    <a:pos x="0" y="320"/>
                  </a:cxn>
                  <a:cxn ang="0">
                    <a:pos x="16" y="320"/>
                  </a:cxn>
                  <a:cxn ang="0">
                    <a:pos x="16" y="8"/>
                  </a:cxn>
                  <a:cxn ang="0">
                    <a:pos x="8" y="0"/>
                  </a:cxn>
                  <a:cxn ang="0">
                    <a:pos x="16" y="8"/>
                  </a:cxn>
                  <a:cxn ang="0">
                    <a:pos x="16" y="0"/>
                  </a:cxn>
                  <a:cxn ang="0">
                    <a:pos x="8" y="0"/>
                  </a:cxn>
                  <a:cxn ang="0">
                    <a:pos x="8" y="16"/>
                  </a:cxn>
                </a:cxnLst>
                <a:rect l="0" t="0" r="r" b="b"/>
                <a:pathLst>
                  <a:path w="16" h="320">
                    <a:moveTo>
                      <a:pt x="8" y="16"/>
                    </a:moveTo>
                    <a:lnTo>
                      <a:pt x="0" y="8"/>
                    </a:lnTo>
                    <a:lnTo>
                      <a:pt x="0" y="320"/>
                    </a:lnTo>
                    <a:lnTo>
                      <a:pt x="16" y="320"/>
                    </a:lnTo>
                    <a:lnTo>
                      <a:pt x="16" y="8"/>
                    </a:lnTo>
                    <a:lnTo>
                      <a:pt x="8" y="0"/>
                    </a:lnTo>
                    <a:lnTo>
                      <a:pt x="16" y="8"/>
                    </a:lnTo>
                    <a:lnTo>
                      <a:pt x="16" y="0"/>
                    </a:lnTo>
                    <a:lnTo>
                      <a:pt x="8" y="0"/>
                    </a:lnTo>
                    <a:lnTo>
                      <a:pt x="8" y="16"/>
                    </a:lnTo>
                    <a:close/>
                  </a:path>
                </a:pathLst>
              </a:custGeom>
              <a:solidFill>
                <a:srgbClr val="FFFFFF"/>
              </a:solidFill>
              <a:ln w="9525">
                <a:noFill/>
                <a:round/>
              </a:ln>
              <a:effectLst/>
            </p:spPr>
            <p:txBody>
              <a:bodyP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58614" name="Freeform 214"/>
              <p:cNvSpPr/>
              <p:nvPr/>
            </p:nvSpPr>
            <p:spPr bwMode="auto">
              <a:xfrm>
                <a:off x="4558" y="2819"/>
                <a:ext cx="184" cy="21"/>
              </a:xfrm>
              <a:custGeom>
                <a:avLst/>
                <a:gdLst/>
                <a:ahLst/>
                <a:cxnLst>
                  <a:cxn ang="0">
                    <a:pos x="16" y="8"/>
                  </a:cxn>
                  <a:cxn ang="0">
                    <a:pos x="8" y="16"/>
                  </a:cxn>
                  <a:cxn ang="0">
                    <a:pos x="187" y="16"/>
                  </a:cxn>
                  <a:cxn ang="0">
                    <a:pos x="187" y="0"/>
                  </a:cxn>
                  <a:cxn ang="0">
                    <a:pos x="8" y="0"/>
                  </a:cxn>
                  <a:cxn ang="0">
                    <a:pos x="0" y="8"/>
                  </a:cxn>
                  <a:cxn ang="0">
                    <a:pos x="8" y="0"/>
                  </a:cxn>
                  <a:cxn ang="0">
                    <a:pos x="0" y="0"/>
                  </a:cxn>
                  <a:cxn ang="0">
                    <a:pos x="0" y="8"/>
                  </a:cxn>
                  <a:cxn ang="0">
                    <a:pos x="16" y="8"/>
                  </a:cxn>
                </a:cxnLst>
                <a:rect l="0" t="0" r="r" b="b"/>
                <a:pathLst>
                  <a:path w="187" h="16">
                    <a:moveTo>
                      <a:pt x="16" y="8"/>
                    </a:moveTo>
                    <a:lnTo>
                      <a:pt x="8" y="16"/>
                    </a:lnTo>
                    <a:lnTo>
                      <a:pt x="187" y="16"/>
                    </a:lnTo>
                    <a:lnTo>
                      <a:pt x="187" y="0"/>
                    </a:lnTo>
                    <a:lnTo>
                      <a:pt x="8" y="0"/>
                    </a:lnTo>
                    <a:lnTo>
                      <a:pt x="0" y="8"/>
                    </a:lnTo>
                    <a:lnTo>
                      <a:pt x="8" y="0"/>
                    </a:lnTo>
                    <a:lnTo>
                      <a:pt x="0" y="0"/>
                    </a:lnTo>
                    <a:lnTo>
                      <a:pt x="0" y="8"/>
                    </a:lnTo>
                    <a:lnTo>
                      <a:pt x="16" y="8"/>
                    </a:lnTo>
                    <a:close/>
                  </a:path>
                </a:pathLst>
              </a:custGeom>
              <a:solidFill>
                <a:srgbClr val="FFFFFF"/>
              </a:solidFill>
              <a:ln w="9525">
                <a:noFill/>
                <a:round/>
              </a:ln>
              <a:effectLst/>
            </p:spPr>
            <p:txBody>
              <a:bodyP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58615" name="Freeform 215"/>
              <p:cNvSpPr/>
              <p:nvPr/>
            </p:nvSpPr>
            <p:spPr bwMode="auto">
              <a:xfrm>
                <a:off x="4558" y="2826"/>
                <a:ext cx="13" cy="318"/>
              </a:xfrm>
              <a:custGeom>
                <a:avLst/>
                <a:gdLst/>
                <a:ahLst/>
                <a:cxnLst>
                  <a:cxn ang="0">
                    <a:pos x="8" y="304"/>
                  </a:cxn>
                  <a:cxn ang="0">
                    <a:pos x="16" y="312"/>
                  </a:cxn>
                  <a:cxn ang="0">
                    <a:pos x="16" y="0"/>
                  </a:cxn>
                  <a:cxn ang="0">
                    <a:pos x="0" y="0"/>
                  </a:cxn>
                  <a:cxn ang="0">
                    <a:pos x="0" y="312"/>
                  </a:cxn>
                  <a:cxn ang="0">
                    <a:pos x="8" y="320"/>
                  </a:cxn>
                  <a:cxn ang="0">
                    <a:pos x="0" y="312"/>
                  </a:cxn>
                  <a:cxn ang="0">
                    <a:pos x="0" y="320"/>
                  </a:cxn>
                  <a:cxn ang="0">
                    <a:pos x="8" y="320"/>
                  </a:cxn>
                  <a:cxn ang="0">
                    <a:pos x="8" y="304"/>
                  </a:cxn>
                </a:cxnLst>
                <a:rect l="0" t="0" r="r" b="b"/>
                <a:pathLst>
                  <a:path w="16" h="320">
                    <a:moveTo>
                      <a:pt x="8" y="304"/>
                    </a:moveTo>
                    <a:lnTo>
                      <a:pt x="16" y="312"/>
                    </a:lnTo>
                    <a:lnTo>
                      <a:pt x="16" y="0"/>
                    </a:lnTo>
                    <a:lnTo>
                      <a:pt x="0" y="0"/>
                    </a:lnTo>
                    <a:lnTo>
                      <a:pt x="0" y="312"/>
                    </a:lnTo>
                    <a:lnTo>
                      <a:pt x="8" y="320"/>
                    </a:lnTo>
                    <a:lnTo>
                      <a:pt x="0" y="312"/>
                    </a:lnTo>
                    <a:lnTo>
                      <a:pt x="0" y="320"/>
                    </a:lnTo>
                    <a:lnTo>
                      <a:pt x="8" y="320"/>
                    </a:lnTo>
                    <a:lnTo>
                      <a:pt x="8" y="304"/>
                    </a:lnTo>
                    <a:close/>
                  </a:path>
                </a:pathLst>
              </a:custGeom>
              <a:solidFill>
                <a:srgbClr val="FFFFFF"/>
              </a:solidFill>
              <a:ln w="9525">
                <a:noFill/>
                <a:round/>
              </a:ln>
              <a:effectLst/>
            </p:spPr>
            <p:txBody>
              <a:bodyP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58616" name="Freeform 216"/>
              <p:cNvSpPr/>
              <p:nvPr/>
            </p:nvSpPr>
            <p:spPr bwMode="auto">
              <a:xfrm>
                <a:off x="4565" y="3134"/>
                <a:ext cx="184" cy="14"/>
              </a:xfrm>
              <a:custGeom>
                <a:avLst/>
                <a:gdLst/>
                <a:ahLst/>
                <a:cxnLst>
                  <a:cxn ang="0">
                    <a:pos x="171" y="8"/>
                  </a:cxn>
                  <a:cxn ang="0">
                    <a:pos x="179" y="0"/>
                  </a:cxn>
                  <a:cxn ang="0">
                    <a:pos x="0" y="0"/>
                  </a:cxn>
                  <a:cxn ang="0">
                    <a:pos x="0" y="16"/>
                  </a:cxn>
                  <a:cxn ang="0">
                    <a:pos x="179" y="16"/>
                  </a:cxn>
                  <a:cxn ang="0">
                    <a:pos x="187" y="8"/>
                  </a:cxn>
                  <a:cxn ang="0">
                    <a:pos x="179" y="16"/>
                  </a:cxn>
                  <a:cxn ang="0">
                    <a:pos x="187" y="16"/>
                  </a:cxn>
                  <a:cxn ang="0">
                    <a:pos x="187" y="8"/>
                  </a:cxn>
                  <a:cxn ang="0">
                    <a:pos x="171" y="8"/>
                  </a:cxn>
                </a:cxnLst>
                <a:rect l="0" t="0" r="r" b="b"/>
                <a:pathLst>
                  <a:path w="187" h="16">
                    <a:moveTo>
                      <a:pt x="171" y="8"/>
                    </a:moveTo>
                    <a:lnTo>
                      <a:pt x="179" y="0"/>
                    </a:lnTo>
                    <a:lnTo>
                      <a:pt x="0" y="0"/>
                    </a:lnTo>
                    <a:lnTo>
                      <a:pt x="0" y="16"/>
                    </a:lnTo>
                    <a:lnTo>
                      <a:pt x="179" y="16"/>
                    </a:lnTo>
                    <a:lnTo>
                      <a:pt x="187" y="8"/>
                    </a:lnTo>
                    <a:lnTo>
                      <a:pt x="179" y="16"/>
                    </a:lnTo>
                    <a:lnTo>
                      <a:pt x="187" y="16"/>
                    </a:lnTo>
                    <a:lnTo>
                      <a:pt x="187" y="8"/>
                    </a:lnTo>
                    <a:lnTo>
                      <a:pt x="171" y="8"/>
                    </a:lnTo>
                    <a:close/>
                  </a:path>
                </a:pathLst>
              </a:custGeom>
              <a:solidFill>
                <a:srgbClr val="FFFFFF"/>
              </a:solidFill>
              <a:ln w="9525">
                <a:noFill/>
                <a:round/>
              </a:ln>
              <a:effectLst/>
            </p:spPr>
            <p:txBody>
              <a:bodyP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58617" name="Freeform 217"/>
              <p:cNvSpPr/>
              <p:nvPr/>
            </p:nvSpPr>
            <p:spPr bwMode="auto">
              <a:xfrm>
                <a:off x="4568" y="2916"/>
                <a:ext cx="174" cy="11"/>
              </a:xfrm>
              <a:custGeom>
                <a:avLst/>
                <a:gdLst/>
                <a:ahLst/>
                <a:cxnLst>
                  <a:cxn ang="0">
                    <a:pos x="176" y="8"/>
                  </a:cxn>
                  <a:cxn ang="0">
                    <a:pos x="176" y="0"/>
                  </a:cxn>
                  <a:cxn ang="0">
                    <a:pos x="0" y="0"/>
                  </a:cxn>
                  <a:cxn ang="0">
                    <a:pos x="0" y="16"/>
                  </a:cxn>
                  <a:cxn ang="0">
                    <a:pos x="176" y="16"/>
                  </a:cxn>
                  <a:cxn ang="0">
                    <a:pos x="176" y="8"/>
                  </a:cxn>
                </a:cxnLst>
                <a:rect l="0" t="0" r="r" b="b"/>
                <a:pathLst>
                  <a:path w="176" h="16">
                    <a:moveTo>
                      <a:pt x="176" y="8"/>
                    </a:moveTo>
                    <a:lnTo>
                      <a:pt x="176" y="0"/>
                    </a:lnTo>
                    <a:lnTo>
                      <a:pt x="0" y="0"/>
                    </a:lnTo>
                    <a:lnTo>
                      <a:pt x="0" y="16"/>
                    </a:lnTo>
                    <a:lnTo>
                      <a:pt x="176" y="16"/>
                    </a:lnTo>
                    <a:lnTo>
                      <a:pt x="176" y="8"/>
                    </a:lnTo>
                    <a:close/>
                  </a:path>
                </a:pathLst>
              </a:custGeom>
              <a:solidFill>
                <a:srgbClr val="FFFFFF"/>
              </a:solidFill>
              <a:ln w="9525">
                <a:noFill/>
                <a:round/>
              </a:ln>
              <a:effectLst/>
            </p:spPr>
            <p:txBody>
              <a:bodyP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58618" name="Freeform 218"/>
              <p:cNvSpPr/>
              <p:nvPr/>
            </p:nvSpPr>
            <p:spPr bwMode="auto">
              <a:xfrm>
                <a:off x="4568" y="3026"/>
                <a:ext cx="174" cy="18"/>
              </a:xfrm>
              <a:custGeom>
                <a:avLst/>
                <a:gdLst/>
                <a:ahLst/>
                <a:cxnLst>
                  <a:cxn ang="0">
                    <a:pos x="176" y="8"/>
                  </a:cxn>
                  <a:cxn ang="0">
                    <a:pos x="176" y="0"/>
                  </a:cxn>
                  <a:cxn ang="0">
                    <a:pos x="0" y="0"/>
                  </a:cxn>
                  <a:cxn ang="0">
                    <a:pos x="0" y="16"/>
                  </a:cxn>
                  <a:cxn ang="0">
                    <a:pos x="176" y="16"/>
                  </a:cxn>
                  <a:cxn ang="0">
                    <a:pos x="176" y="8"/>
                  </a:cxn>
                </a:cxnLst>
                <a:rect l="0" t="0" r="r" b="b"/>
                <a:pathLst>
                  <a:path w="176" h="16">
                    <a:moveTo>
                      <a:pt x="176" y="8"/>
                    </a:moveTo>
                    <a:lnTo>
                      <a:pt x="176" y="0"/>
                    </a:lnTo>
                    <a:lnTo>
                      <a:pt x="0" y="0"/>
                    </a:lnTo>
                    <a:lnTo>
                      <a:pt x="0" y="16"/>
                    </a:lnTo>
                    <a:lnTo>
                      <a:pt x="176" y="16"/>
                    </a:lnTo>
                    <a:lnTo>
                      <a:pt x="176" y="8"/>
                    </a:lnTo>
                    <a:close/>
                  </a:path>
                </a:pathLst>
              </a:custGeom>
              <a:solidFill>
                <a:srgbClr val="FFFFFF"/>
              </a:solidFill>
              <a:ln w="9525">
                <a:noFill/>
                <a:round/>
              </a:ln>
              <a:effectLst/>
            </p:spPr>
            <p:txBody>
              <a:bodyP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58619" name="Freeform 219"/>
              <p:cNvSpPr/>
              <p:nvPr/>
            </p:nvSpPr>
            <p:spPr bwMode="auto">
              <a:xfrm>
                <a:off x="4644" y="2837"/>
                <a:ext cx="16" cy="300"/>
              </a:xfrm>
              <a:custGeom>
                <a:avLst/>
                <a:gdLst/>
                <a:ahLst/>
                <a:cxnLst>
                  <a:cxn ang="0">
                    <a:pos x="7" y="302"/>
                  </a:cxn>
                  <a:cxn ang="0">
                    <a:pos x="15" y="302"/>
                  </a:cxn>
                  <a:cxn ang="0">
                    <a:pos x="15" y="0"/>
                  </a:cxn>
                  <a:cxn ang="0">
                    <a:pos x="0" y="0"/>
                  </a:cxn>
                  <a:cxn ang="0">
                    <a:pos x="0" y="302"/>
                  </a:cxn>
                  <a:cxn ang="0">
                    <a:pos x="7" y="302"/>
                  </a:cxn>
                </a:cxnLst>
                <a:rect l="0" t="0" r="r" b="b"/>
                <a:pathLst>
                  <a:path w="15" h="302">
                    <a:moveTo>
                      <a:pt x="7" y="302"/>
                    </a:moveTo>
                    <a:lnTo>
                      <a:pt x="15" y="302"/>
                    </a:lnTo>
                    <a:lnTo>
                      <a:pt x="15" y="0"/>
                    </a:lnTo>
                    <a:lnTo>
                      <a:pt x="0" y="0"/>
                    </a:lnTo>
                    <a:lnTo>
                      <a:pt x="0" y="302"/>
                    </a:lnTo>
                    <a:lnTo>
                      <a:pt x="7" y="302"/>
                    </a:lnTo>
                    <a:close/>
                  </a:path>
                </a:pathLst>
              </a:custGeom>
              <a:solidFill>
                <a:srgbClr val="FFFFFF"/>
              </a:solidFill>
              <a:ln w="9525">
                <a:noFill/>
                <a:round/>
              </a:ln>
              <a:effectLst/>
            </p:spPr>
            <p:txBody>
              <a:bodyP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58620" name="Freeform 220"/>
              <p:cNvSpPr/>
              <p:nvPr/>
            </p:nvSpPr>
            <p:spPr bwMode="auto">
              <a:xfrm>
                <a:off x="5240" y="2819"/>
                <a:ext cx="16" cy="318"/>
              </a:xfrm>
              <a:custGeom>
                <a:avLst/>
                <a:gdLst/>
                <a:ahLst/>
                <a:cxnLst>
                  <a:cxn ang="0">
                    <a:pos x="8" y="16"/>
                  </a:cxn>
                  <a:cxn ang="0">
                    <a:pos x="0" y="8"/>
                  </a:cxn>
                  <a:cxn ang="0">
                    <a:pos x="0" y="320"/>
                  </a:cxn>
                  <a:cxn ang="0">
                    <a:pos x="16" y="320"/>
                  </a:cxn>
                  <a:cxn ang="0">
                    <a:pos x="16" y="8"/>
                  </a:cxn>
                  <a:cxn ang="0">
                    <a:pos x="8" y="0"/>
                  </a:cxn>
                  <a:cxn ang="0">
                    <a:pos x="16" y="8"/>
                  </a:cxn>
                  <a:cxn ang="0">
                    <a:pos x="16" y="0"/>
                  </a:cxn>
                  <a:cxn ang="0">
                    <a:pos x="8" y="0"/>
                  </a:cxn>
                  <a:cxn ang="0">
                    <a:pos x="8" y="16"/>
                  </a:cxn>
                </a:cxnLst>
                <a:rect l="0" t="0" r="r" b="b"/>
                <a:pathLst>
                  <a:path w="16" h="320">
                    <a:moveTo>
                      <a:pt x="8" y="16"/>
                    </a:moveTo>
                    <a:lnTo>
                      <a:pt x="0" y="8"/>
                    </a:lnTo>
                    <a:lnTo>
                      <a:pt x="0" y="320"/>
                    </a:lnTo>
                    <a:lnTo>
                      <a:pt x="16" y="320"/>
                    </a:lnTo>
                    <a:lnTo>
                      <a:pt x="16" y="8"/>
                    </a:lnTo>
                    <a:lnTo>
                      <a:pt x="8" y="0"/>
                    </a:lnTo>
                    <a:lnTo>
                      <a:pt x="16" y="8"/>
                    </a:lnTo>
                    <a:lnTo>
                      <a:pt x="16" y="0"/>
                    </a:lnTo>
                    <a:lnTo>
                      <a:pt x="8" y="0"/>
                    </a:lnTo>
                    <a:lnTo>
                      <a:pt x="8" y="16"/>
                    </a:lnTo>
                    <a:close/>
                  </a:path>
                </a:pathLst>
              </a:custGeom>
              <a:solidFill>
                <a:srgbClr val="FFFFFF"/>
              </a:solidFill>
              <a:ln w="9525">
                <a:noFill/>
                <a:round/>
              </a:ln>
              <a:effectLst/>
            </p:spPr>
            <p:txBody>
              <a:bodyP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58621" name="Freeform 221"/>
              <p:cNvSpPr/>
              <p:nvPr/>
            </p:nvSpPr>
            <p:spPr bwMode="auto">
              <a:xfrm>
                <a:off x="5059" y="2819"/>
                <a:ext cx="187" cy="21"/>
              </a:xfrm>
              <a:custGeom>
                <a:avLst/>
                <a:gdLst/>
                <a:ahLst/>
                <a:cxnLst>
                  <a:cxn ang="0">
                    <a:pos x="16" y="8"/>
                  </a:cxn>
                  <a:cxn ang="0">
                    <a:pos x="8" y="16"/>
                  </a:cxn>
                  <a:cxn ang="0">
                    <a:pos x="187" y="16"/>
                  </a:cxn>
                  <a:cxn ang="0">
                    <a:pos x="187" y="0"/>
                  </a:cxn>
                  <a:cxn ang="0">
                    <a:pos x="8" y="0"/>
                  </a:cxn>
                  <a:cxn ang="0">
                    <a:pos x="0" y="8"/>
                  </a:cxn>
                  <a:cxn ang="0">
                    <a:pos x="8" y="0"/>
                  </a:cxn>
                  <a:cxn ang="0">
                    <a:pos x="0" y="0"/>
                  </a:cxn>
                  <a:cxn ang="0">
                    <a:pos x="0" y="8"/>
                  </a:cxn>
                  <a:cxn ang="0">
                    <a:pos x="16" y="8"/>
                  </a:cxn>
                </a:cxnLst>
                <a:rect l="0" t="0" r="r" b="b"/>
                <a:pathLst>
                  <a:path w="187" h="16">
                    <a:moveTo>
                      <a:pt x="16" y="8"/>
                    </a:moveTo>
                    <a:lnTo>
                      <a:pt x="8" y="16"/>
                    </a:lnTo>
                    <a:lnTo>
                      <a:pt x="187" y="16"/>
                    </a:lnTo>
                    <a:lnTo>
                      <a:pt x="187" y="0"/>
                    </a:lnTo>
                    <a:lnTo>
                      <a:pt x="8" y="0"/>
                    </a:lnTo>
                    <a:lnTo>
                      <a:pt x="0" y="8"/>
                    </a:lnTo>
                    <a:lnTo>
                      <a:pt x="8" y="0"/>
                    </a:lnTo>
                    <a:lnTo>
                      <a:pt x="0" y="0"/>
                    </a:lnTo>
                    <a:lnTo>
                      <a:pt x="0" y="8"/>
                    </a:lnTo>
                    <a:lnTo>
                      <a:pt x="16" y="8"/>
                    </a:lnTo>
                    <a:close/>
                  </a:path>
                </a:pathLst>
              </a:custGeom>
              <a:solidFill>
                <a:srgbClr val="FFFFFF"/>
              </a:solidFill>
              <a:ln w="9525">
                <a:noFill/>
                <a:round/>
              </a:ln>
              <a:effectLst/>
            </p:spPr>
            <p:txBody>
              <a:bodyP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58622" name="Freeform 222"/>
              <p:cNvSpPr/>
              <p:nvPr/>
            </p:nvSpPr>
            <p:spPr bwMode="auto">
              <a:xfrm>
                <a:off x="5059" y="2826"/>
                <a:ext cx="16" cy="318"/>
              </a:xfrm>
              <a:custGeom>
                <a:avLst/>
                <a:gdLst/>
                <a:ahLst/>
                <a:cxnLst>
                  <a:cxn ang="0">
                    <a:pos x="8" y="304"/>
                  </a:cxn>
                  <a:cxn ang="0">
                    <a:pos x="16" y="312"/>
                  </a:cxn>
                  <a:cxn ang="0">
                    <a:pos x="16" y="0"/>
                  </a:cxn>
                  <a:cxn ang="0">
                    <a:pos x="0" y="0"/>
                  </a:cxn>
                  <a:cxn ang="0">
                    <a:pos x="0" y="312"/>
                  </a:cxn>
                  <a:cxn ang="0">
                    <a:pos x="8" y="320"/>
                  </a:cxn>
                  <a:cxn ang="0">
                    <a:pos x="0" y="312"/>
                  </a:cxn>
                  <a:cxn ang="0">
                    <a:pos x="0" y="320"/>
                  </a:cxn>
                  <a:cxn ang="0">
                    <a:pos x="8" y="320"/>
                  </a:cxn>
                  <a:cxn ang="0">
                    <a:pos x="8" y="304"/>
                  </a:cxn>
                </a:cxnLst>
                <a:rect l="0" t="0" r="r" b="b"/>
                <a:pathLst>
                  <a:path w="16" h="320">
                    <a:moveTo>
                      <a:pt x="8" y="304"/>
                    </a:moveTo>
                    <a:lnTo>
                      <a:pt x="16" y="312"/>
                    </a:lnTo>
                    <a:lnTo>
                      <a:pt x="16" y="0"/>
                    </a:lnTo>
                    <a:lnTo>
                      <a:pt x="0" y="0"/>
                    </a:lnTo>
                    <a:lnTo>
                      <a:pt x="0" y="312"/>
                    </a:lnTo>
                    <a:lnTo>
                      <a:pt x="8" y="320"/>
                    </a:lnTo>
                    <a:lnTo>
                      <a:pt x="0" y="312"/>
                    </a:lnTo>
                    <a:lnTo>
                      <a:pt x="0" y="320"/>
                    </a:lnTo>
                    <a:lnTo>
                      <a:pt x="8" y="320"/>
                    </a:lnTo>
                    <a:lnTo>
                      <a:pt x="8" y="304"/>
                    </a:lnTo>
                    <a:close/>
                  </a:path>
                </a:pathLst>
              </a:custGeom>
              <a:solidFill>
                <a:srgbClr val="FFFFFF"/>
              </a:solidFill>
              <a:ln w="9525">
                <a:noFill/>
                <a:round/>
              </a:ln>
              <a:effectLst/>
            </p:spPr>
            <p:txBody>
              <a:bodyP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58623" name="Freeform 223"/>
              <p:cNvSpPr/>
              <p:nvPr/>
            </p:nvSpPr>
            <p:spPr bwMode="auto">
              <a:xfrm>
                <a:off x="5069" y="3134"/>
                <a:ext cx="187" cy="14"/>
              </a:xfrm>
              <a:custGeom>
                <a:avLst/>
                <a:gdLst/>
                <a:ahLst/>
                <a:cxnLst>
                  <a:cxn ang="0">
                    <a:pos x="171" y="8"/>
                  </a:cxn>
                  <a:cxn ang="0">
                    <a:pos x="179" y="0"/>
                  </a:cxn>
                  <a:cxn ang="0">
                    <a:pos x="0" y="0"/>
                  </a:cxn>
                  <a:cxn ang="0">
                    <a:pos x="0" y="16"/>
                  </a:cxn>
                  <a:cxn ang="0">
                    <a:pos x="179" y="16"/>
                  </a:cxn>
                  <a:cxn ang="0">
                    <a:pos x="187" y="8"/>
                  </a:cxn>
                  <a:cxn ang="0">
                    <a:pos x="179" y="16"/>
                  </a:cxn>
                  <a:cxn ang="0">
                    <a:pos x="187" y="16"/>
                  </a:cxn>
                  <a:cxn ang="0">
                    <a:pos x="187" y="8"/>
                  </a:cxn>
                  <a:cxn ang="0">
                    <a:pos x="171" y="8"/>
                  </a:cxn>
                </a:cxnLst>
                <a:rect l="0" t="0" r="r" b="b"/>
                <a:pathLst>
                  <a:path w="187" h="16">
                    <a:moveTo>
                      <a:pt x="171" y="8"/>
                    </a:moveTo>
                    <a:lnTo>
                      <a:pt x="179" y="0"/>
                    </a:lnTo>
                    <a:lnTo>
                      <a:pt x="0" y="0"/>
                    </a:lnTo>
                    <a:lnTo>
                      <a:pt x="0" y="16"/>
                    </a:lnTo>
                    <a:lnTo>
                      <a:pt x="179" y="16"/>
                    </a:lnTo>
                    <a:lnTo>
                      <a:pt x="187" y="8"/>
                    </a:lnTo>
                    <a:lnTo>
                      <a:pt x="179" y="16"/>
                    </a:lnTo>
                    <a:lnTo>
                      <a:pt x="187" y="16"/>
                    </a:lnTo>
                    <a:lnTo>
                      <a:pt x="187" y="8"/>
                    </a:lnTo>
                    <a:lnTo>
                      <a:pt x="171" y="8"/>
                    </a:lnTo>
                    <a:close/>
                  </a:path>
                </a:pathLst>
              </a:custGeom>
              <a:solidFill>
                <a:srgbClr val="FFFFFF"/>
              </a:solidFill>
              <a:ln w="9525">
                <a:noFill/>
                <a:round/>
              </a:ln>
              <a:effectLst/>
            </p:spPr>
            <p:txBody>
              <a:bodyP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58624" name="Freeform 224"/>
              <p:cNvSpPr/>
              <p:nvPr/>
            </p:nvSpPr>
            <p:spPr bwMode="auto">
              <a:xfrm>
                <a:off x="5069" y="2916"/>
                <a:ext cx="174" cy="11"/>
              </a:xfrm>
              <a:custGeom>
                <a:avLst/>
                <a:gdLst/>
                <a:ahLst/>
                <a:cxnLst>
                  <a:cxn ang="0">
                    <a:pos x="175" y="8"/>
                  </a:cxn>
                  <a:cxn ang="0">
                    <a:pos x="175" y="0"/>
                  </a:cxn>
                  <a:cxn ang="0">
                    <a:pos x="0" y="0"/>
                  </a:cxn>
                  <a:cxn ang="0">
                    <a:pos x="0" y="16"/>
                  </a:cxn>
                  <a:cxn ang="0">
                    <a:pos x="175" y="16"/>
                  </a:cxn>
                  <a:cxn ang="0">
                    <a:pos x="175" y="8"/>
                  </a:cxn>
                </a:cxnLst>
                <a:rect l="0" t="0" r="r" b="b"/>
                <a:pathLst>
                  <a:path w="175" h="16">
                    <a:moveTo>
                      <a:pt x="175" y="8"/>
                    </a:moveTo>
                    <a:lnTo>
                      <a:pt x="175" y="0"/>
                    </a:lnTo>
                    <a:lnTo>
                      <a:pt x="0" y="0"/>
                    </a:lnTo>
                    <a:lnTo>
                      <a:pt x="0" y="16"/>
                    </a:lnTo>
                    <a:lnTo>
                      <a:pt x="175" y="16"/>
                    </a:lnTo>
                    <a:lnTo>
                      <a:pt x="175" y="8"/>
                    </a:lnTo>
                    <a:close/>
                  </a:path>
                </a:pathLst>
              </a:custGeom>
              <a:solidFill>
                <a:srgbClr val="FFFFFF"/>
              </a:solidFill>
              <a:ln w="9525">
                <a:noFill/>
                <a:round/>
              </a:ln>
              <a:effectLst/>
            </p:spPr>
            <p:txBody>
              <a:bodyP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58625" name="Freeform 225"/>
              <p:cNvSpPr/>
              <p:nvPr/>
            </p:nvSpPr>
            <p:spPr bwMode="auto">
              <a:xfrm>
                <a:off x="5069" y="3026"/>
                <a:ext cx="174" cy="18"/>
              </a:xfrm>
              <a:custGeom>
                <a:avLst/>
                <a:gdLst/>
                <a:ahLst/>
                <a:cxnLst>
                  <a:cxn ang="0">
                    <a:pos x="175" y="8"/>
                  </a:cxn>
                  <a:cxn ang="0">
                    <a:pos x="175" y="0"/>
                  </a:cxn>
                  <a:cxn ang="0">
                    <a:pos x="0" y="0"/>
                  </a:cxn>
                  <a:cxn ang="0">
                    <a:pos x="0" y="16"/>
                  </a:cxn>
                  <a:cxn ang="0">
                    <a:pos x="175" y="16"/>
                  </a:cxn>
                  <a:cxn ang="0">
                    <a:pos x="175" y="8"/>
                  </a:cxn>
                </a:cxnLst>
                <a:rect l="0" t="0" r="r" b="b"/>
                <a:pathLst>
                  <a:path w="175" h="16">
                    <a:moveTo>
                      <a:pt x="175" y="8"/>
                    </a:moveTo>
                    <a:lnTo>
                      <a:pt x="175" y="0"/>
                    </a:lnTo>
                    <a:lnTo>
                      <a:pt x="0" y="0"/>
                    </a:lnTo>
                    <a:lnTo>
                      <a:pt x="0" y="16"/>
                    </a:lnTo>
                    <a:lnTo>
                      <a:pt x="175" y="16"/>
                    </a:lnTo>
                    <a:lnTo>
                      <a:pt x="175" y="8"/>
                    </a:lnTo>
                    <a:close/>
                  </a:path>
                </a:pathLst>
              </a:custGeom>
              <a:solidFill>
                <a:srgbClr val="FFFFFF"/>
              </a:solidFill>
              <a:ln w="9525">
                <a:noFill/>
                <a:round/>
              </a:ln>
              <a:effectLst/>
            </p:spPr>
            <p:txBody>
              <a:bodyP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58626" name="Freeform 226"/>
              <p:cNvSpPr/>
              <p:nvPr/>
            </p:nvSpPr>
            <p:spPr bwMode="auto">
              <a:xfrm>
                <a:off x="5148" y="2837"/>
                <a:ext cx="13" cy="300"/>
              </a:xfrm>
              <a:custGeom>
                <a:avLst/>
                <a:gdLst/>
                <a:ahLst/>
                <a:cxnLst>
                  <a:cxn ang="0">
                    <a:pos x="8" y="302"/>
                  </a:cxn>
                  <a:cxn ang="0">
                    <a:pos x="16" y="302"/>
                  </a:cxn>
                  <a:cxn ang="0">
                    <a:pos x="16" y="0"/>
                  </a:cxn>
                  <a:cxn ang="0">
                    <a:pos x="0" y="0"/>
                  </a:cxn>
                  <a:cxn ang="0">
                    <a:pos x="0" y="302"/>
                  </a:cxn>
                  <a:cxn ang="0">
                    <a:pos x="8" y="302"/>
                  </a:cxn>
                </a:cxnLst>
                <a:rect l="0" t="0" r="r" b="b"/>
                <a:pathLst>
                  <a:path w="16" h="302">
                    <a:moveTo>
                      <a:pt x="8" y="302"/>
                    </a:moveTo>
                    <a:lnTo>
                      <a:pt x="16" y="302"/>
                    </a:lnTo>
                    <a:lnTo>
                      <a:pt x="16" y="0"/>
                    </a:lnTo>
                    <a:lnTo>
                      <a:pt x="0" y="0"/>
                    </a:lnTo>
                    <a:lnTo>
                      <a:pt x="0" y="302"/>
                    </a:lnTo>
                    <a:lnTo>
                      <a:pt x="8" y="302"/>
                    </a:lnTo>
                    <a:close/>
                  </a:path>
                </a:pathLst>
              </a:custGeom>
              <a:solidFill>
                <a:srgbClr val="FFFFFF"/>
              </a:solidFill>
              <a:ln w="9525">
                <a:noFill/>
                <a:round/>
              </a:ln>
              <a:effectLst/>
            </p:spPr>
            <p:txBody>
              <a:bodyP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58627" name="Freeform 227"/>
              <p:cNvSpPr/>
              <p:nvPr/>
            </p:nvSpPr>
            <p:spPr bwMode="auto">
              <a:xfrm>
                <a:off x="4850" y="2237"/>
                <a:ext cx="101" cy="111"/>
              </a:xfrm>
              <a:custGeom>
                <a:avLst/>
                <a:gdLst/>
                <a:ahLst/>
                <a:cxnLst>
                  <a:cxn ang="0">
                    <a:pos x="59" y="112"/>
                  </a:cxn>
                  <a:cxn ang="0">
                    <a:pos x="76" y="112"/>
                  </a:cxn>
                  <a:cxn ang="0">
                    <a:pos x="89" y="109"/>
                  </a:cxn>
                  <a:cxn ang="0">
                    <a:pos x="99" y="107"/>
                  </a:cxn>
                  <a:cxn ang="0">
                    <a:pos x="102" y="104"/>
                  </a:cxn>
                  <a:cxn ang="0">
                    <a:pos x="103" y="103"/>
                  </a:cxn>
                  <a:cxn ang="0">
                    <a:pos x="103" y="98"/>
                  </a:cxn>
                  <a:cxn ang="0">
                    <a:pos x="100" y="88"/>
                  </a:cxn>
                  <a:cxn ang="0">
                    <a:pos x="97" y="79"/>
                  </a:cxn>
                  <a:cxn ang="0">
                    <a:pos x="95" y="73"/>
                  </a:cxn>
                  <a:cxn ang="0">
                    <a:pos x="95" y="68"/>
                  </a:cxn>
                  <a:cxn ang="0">
                    <a:pos x="94" y="66"/>
                  </a:cxn>
                  <a:cxn ang="0">
                    <a:pos x="92" y="60"/>
                  </a:cxn>
                  <a:cxn ang="0">
                    <a:pos x="91" y="50"/>
                  </a:cxn>
                  <a:cxn ang="0">
                    <a:pos x="91" y="42"/>
                  </a:cxn>
                  <a:cxn ang="0">
                    <a:pos x="91" y="41"/>
                  </a:cxn>
                  <a:cxn ang="0">
                    <a:pos x="89" y="33"/>
                  </a:cxn>
                  <a:cxn ang="0">
                    <a:pos x="89" y="22"/>
                  </a:cxn>
                  <a:cxn ang="0">
                    <a:pos x="87" y="9"/>
                  </a:cxn>
                  <a:cxn ang="0">
                    <a:pos x="75" y="1"/>
                  </a:cxn>
                  <a:cxn ang="0">
                    <a:pos x="59" y="0"/>
                  </a:cxn>
                  <a:cxn ang="0">
                    <a:pos x="45" y="3"/>
                  </a:cxn>
                  <a:cxn ang="0">
                    <a:pos x="38" y="14"/>
                  </a:cxn>
                  <a:cxn ang="0">
                    <a:pos x="34" y="25"/>
                  </a:cxn>
                  <a:cxn ang="0">
                    <a:pos x="30" y="31"/>
                  </a:cxn>
                  <a:cxn ang="0">
                    <a:pos x="30" y="33"/>
                  </a:cxn>
                  <a:cxn ang="0">
                    <a:pos x="27" y="39"/>
                  </a:cxn>
                  <a:cxn ang="0">
                    <a:pos x="23" y="49"/>
                  </a:cxn>
                  <a:cxn ang="0">
                    <a:pos x="19" y="54"/>
                  </a:cxn>
                  <a:cxn ang="0">
                    <a:pos x="19" y="55"/>
                  </a:cxn>
                  <a:cxn ang="0">
                    <a:pos x="16" y="58"/>
                  </a:cxn>
                  <a:cxn ang="0">
                    <a:pos x="11" y="63"/>
                  </a:cxn>
                  <a:cxn ang="0">
                    <a:pos x="5" y="73"/>
                  </a:cxn>
                  <a:cxn ang="0">
                    <a:pos x="0" y="82"/>
                  </a:cxn>
                  <a:cxn ang="0">
                    <a:pos x="0" y="87"/>
                  </a:cxn>
                  <a:cxn ang="0">
                    <a:pos x="0" y="88"/>
                  </a:cxn>
                  <a:cxn ang="0">
                    <a:pos x="7" y="93"/>
                  </a:cxn>
                  <a:cxn ang="0">
                    <a:pos x="29" y="106"/>
                  </a:cxn>
                </a:cxnLst>
                <a:rect l="0" t="0" r="r" b="b"/>
                <a:pathLst>
                  <a:path w="103" h="112">
                    <a:moveTo>
                      <a:pt x="48" y="110"/>
                    </a:moveTo>
                    <a:lnTo>
                      <a:pt x="59" y="112"/>
                    </a:lnTo>
                    <a:lnTo>
                      <a:pt x="68" y="112"/>
                    </a:lnTo>
                    <a:lnTo>
                      <a:pt x="76" y="112"/>
                    </a:lnTo>
                    <a:lnTo>
                      <a:pt x="84" y="110"/>
                    </a:lnTo>
                    <a:lnTo>
                      <a:pt x="89" y="109"/>
                    </a:lnTo>
                    <a:lnTo>
                      <a:pt x="94" y="107"/>
                    </a:lnTo>
                    <a:lnTo>
                      <a:pt x="99" y="107"/>
                    </a:lnTo>
                    <a:lnTo>
                      <a:pt x="100" y="106"/>
                    </a:lnTo>
                    <a:lnTo>
                      <a:pt x="102" y="104"/>
                    </a:lnTo>
                    <a:lnTo>
                      <a:pt x="102" y="103"/>
                    </a:lnTo>
                    <a:lnTo>
                      <a:pt x="103" y="103"/>
                    </a:lnTo>
                    <a:lnTo>
                      <a:pt x="103" y="101"/>
                    </a:lnTo>
                    <a:lnTo>
                      <a:pt x="103" y="98"/>
                    </a:lnTo>
                    <a:lnTo>
                      <a:pt x="103" y="93"/>
                    </a:lnTo>
                    <a:lnTo>
                      <a:pt x="100" y="88"/>
                    </a:lnTo>
                    <a:lnTo>
                      <a:pt x="99" y="82"/>
                    </a:lnTo>
                    <a:lnTo>
                      <a:pt x="97" y="79"/>
                    </a:lnTo>
                    <a:lnTo>
                      <a:pt x="97" y="76"/>
                    </a:lnTo>
                    <a:lnTo>
                      <a:pt x="95" y="73"/>
                    </a:lnTo>
                    <a:lnTo>
                      <a:pt x="95" y="69"/>
                    </a:lnTo>
                    <a:lnTo>
                      <a:pt x="95" y="68"/>
                    </a:lnTo>
                    <a:lnTo>
                      <a:pt x="95" y="68"/>
                    </a:lnTo>
                    <a:lnTo>
                      <a:pt x="94" y="66"/>
                    </a:lnTo>
                    <a:lnTo>
                      <a:pt x="94" y="66"/>
                    </a:lnTo>
                    <a:lnTo>
                      <a:pt x="92" y="60"/>
                    </a:lnTo>
                    <a:lnTo>
                      <a:pt x="92" y="55"/>
                    </a:lnTo>
                    <a:lnTo>
                      <a:pt x="91" y="50"/>
                    </a:lnTo>
                    <a:lnTo>
                      <a:pt x="91" y="44"/>
                    </a:lnTo>
                    <a:lnTo>
                      <a:pt x="91" y="42"/>
                    </a:lnTo>
                    <a:lnTo>
                      <a:pt x="91" y="42"/>
                    </a:lnTo>
                    <a:lnTo>
                      <a:pt x="91" y="41"/>
                    </a:lnTo>
                    <a:lnTo>
                      <a:pt x="91" y="41"/>
                    </a:lnTo>
                    <a:lnTo>
                      <a:pt x="89" y="33"/>
                    </a:lnTo>
                    <a:lnTo>
                      <a:pt x="89" y="27"/>
                    </a:lnTo>
                    <a:lnTo>
                      <a:pt x="89" y="22"/>
                    </a:lnTo>
                    <a:lnTo>
                      <a:pt x="89" y="17"/>
                    </a:lnTo>
                    <a:lnTo>
                      <a:pt x="87" y="9"/>
                    </a:lnTo>
                    <a:lnTo>
                      <a:pt x="83" y="5"/>
                    </a:lnTo>
                    <a:lnTo>
                      <a:pt x="75" y="1"/>
                    </a:lnTo>
                    <a:lnTo>
                      <a:pt x="67" y="0"/>
                    </a:lnTo>
                    <a:lnTo>
                      <a:pt x="59" y="0"/>
                    </a:lnTo>
                    <a:lnTo>
                      <a:pt x="51" y="0"/>
                    </a:lnTo>
                    <a:lnTo>
                      <a:pt x="45" y="3"/>
                    </a:lnTo>
                    <a:lnTo>
                      <a:pt x="40" y="9"/>
                    </a:lnTo>
                    <a:lnTo>
                      <a:pt x="38" y="14"/>
                    </a:lnTo>
                    <a:lnTo>
                      <a:pt x="37" y="19"/>
                    </a:lnTo>
                    <a:lnTo>
                      <a:pt x="34" y="25"/>
                    </a:lnTo>
                    <a:lnTo>
                      <a:pt x="30" y="31"/>
                    </a:lnTo>
                    <a:lnTo>
                      <a:pt x="30" y="31"/>
                    </a:lnTo>
                    <a:lnTo>
                      <a:pt x="30" y="33"/>
                    </a:lnTo>
                    <a:lnTo>
                      <a:pt x="30" y="33"/>
                    </a:lnTo>
                    <a:lnTo>
                      <a:pt x="30" y="35"/>
                    </a:lnTo>
                    <a:lnTo>
                      <a:pt x="27" y="39"/>
                    </a:lnTo>
                    <a:lnTo>
                      <a:pt x="26" y="44"/>
                    </a:lnTo>
                    <a:lnTo>
                      <a:pt x="23" y="49"/>
                    </a:lnTo>
                    <a:lnTo>
                      <a:pt x="19" y="54"/>
                    </a:lnTo>
                    <a:lnTo>
                      <a:pt x="19" y="54"/>
                    </a:lnTo>
                    <a:lnTo>
                      <a:pt x="19" y="54"/>
                    </a:lnTo>
                    <a:lnTo>
                      <a:pt x="19" y="55"/>
                    </a:lnTo>
                    <a:lnTo>
                      <a:pt x="18" y="55"/>
                    </a:lnTo>
                    <a:lnTo>
                      <a:pt x="16" y="58"/>
                    </a:lnTo>
                    <a:lnTo>
                      <a:pt x="15" y="61"/>
                    </a:lnTo>
                    <a:lnTo>
                      <a:pt x="11" y="63"/>
                    </a:lnTo>
                    <a:lnTo>
                      <a:pt x="10" y="66"/>
                    </a:lnTo>
                    <a:lnTo>
                      <a:pt x="5" y="73"/>
                    </a:lnTo>
                    <a:lnTo>
                      <a:pt x="2" y="77"/>
                    </a:lnTo>
                    <a:lnTo>
                      <a:pt x="0" y="82"/>
                    </a:lnTo>
                    <a:lnTo>
                      <a:pt x="0" y="85"/>
                    </a:lnTo>
                    <a:lnTo>
                      <a:pt x="0" y="87"/>
                    </a:lnTo>
                    <a:lnTo>
                      <a:pt x="0" y="87"/>
                    </a:lnTo>
                    <a:lnTo>
                      <a:pt x="0" y="88"/>
                    </a:lnTo>
                    <a:lnTo>
                      <a:pt x="2" y="88"/>
                    </a:lnTo>
                    <a:lnTo>
                      <a:pt x="7" y="93"/>
                    </a:lnTo>
                    <a:lnTo>
                      <a:pt x="15" y="99"/>
                    </a:lnTo>
                    <a:lnTo>
                      <a:pt x="29" y="106"/>
                    </a:lnTo>
                    <a:lnTo>
                      <a:pt x="48" y="110"/>
                    </a:lnTo>
                    <a:close/>
                  </a:path>
                </a:pathLst>
              </a:custGeom>
              <a:solidFill>
                <a:srgbClr val="000000"/>
              </a:solidFill>
              <a:ln w="9525">
                <a:noFill/>
                <a:round/>
              </a:ln>
              <a:effectLst/>
            </p:spPr>
            <p:txBody>
              <a:bodyP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358628" name="Freeform 228"/>
              <p:cNvSpPr/>
              <p:nvPr/>
            </p:nvSpPr>
            <p:spPr bwMode="auto">
              <a:xfrm>
                <a:off x="4850" y="2316"/>
                <a:ext cx="101" cy="29"/>
              </a:xfrm>
              <a:custGeom>
                <a:avLst/>
                <a:gdLst/>
                <a:ahLst/>
                <a:cxnLst>
                  <a:cxn ang="0">
                    <a:pos x="40" y="3"/>
                  </a:cxn>
                  <a:cxn ang="0">
                    <a:pos x="49" y="5"/>
                  </a:cxn>
                  <a:cxn ang="0">
                    <a:pos x="59" y="6"/>
                  </a:cxn>
                  <a:cxn ang="0">
                    <a:pos x="67" y="8"/>
                  </a:cxn>
                  <a:cxn ang="0">
                    <a:pos x="75" y="11"/>
                  </a:cxn>
                  <a:cxn ang="0">
                    <a:pos x="83" y="14"/>
                  </a:cxn>
                  <a:cxn ang="0">
                    <a:pos x="89" y="17"/>
                  </a:cxn>
                  <a:cxn ang="0">
                    <a:pos x="95" y="22"/>
                  </a:cxn>
                  <a:cxn ang="0">
                    <a:pos x="100" y="27"/>
                  </a:cxn>
                  <a:cxn ang="0">
                    <a:pos x="102" y="25"/>
                  </a:cxn>
                  <a:cxn ang="0">
                    <a:pos x="102" y="24"/>
                  </a:cxn>
                  <a:cxn ang="0">
                    <a:pos x="103" y="24"/>
                  </a:cxn>
                  <a:cxn ang="0">
                    <a:pos x="103" y="22"/>
                  </a:cxn>
                  <a:cxn ang="0">
                    <a:pos x="94" y="14"/>
                  </a:cxn>
                  <a:cxn ang="0">
                    <a:pos x="81" y="9"/>
                  </a:cxn>
                  <a:cxn ang="0">
                    <a:pos x="68" y="5"/>
                  </a:cxn>
                  <a:cxn ang="0">
                    <a:pos x="53" y="1"/>
                  </a:cxn>
                  <a:cxn ang="0">
                    <a:pos x="38" y="0"/>
                  </a:cxn>
                  <a:cxn ang="0">
                    <a:pos x="24" y="0"/>
                  </a:cxn>
                  <a:cxn ang="0">
                    <a:pos x="11" y="1"/>
                  </a:cxn>
                  <a:cxn ang="0">
                    <a:pos x="0" y="6"/>
                  </a:cxn>
                  <a:cxn ang="0">
                    <a:pos x="0" y="8"/>
                  </a:cxn>
                  <a:cxn ang="0">
                    <a:pos x="0" y="8"/>
                  </a:cxn>
                  <a:cxn ang="0">
                    <a:pos x="0" y="9"/>
                  </a:cxn>
                  <a:cxn ang="0">
                    <a:pos x="2" y="9"/>
                  </a:cxn>
                  <a:cxn ang="0">
                    <a:pos x="10" y="6"/>
                  </a:cxn>
                  <a:cxn ang="0">
                    <a:pos x="18" y="5"/>
                  </a:cxn>
                  <a:cxn ang="0">
                    <a:pos x="27" y="3"/>
                  </a:cxn>
                  <a:cxn ang="0">
                    <a:pos x="37" y="3"/>
                  </a:cxn>
                  <a:cxn ang="0">
                    <a:pos x="35" y="5"/>
                  </a:cxn>
                  <a:cxn ang="0">
                    <a:pos x="35" y="6"/>
                  </a:cxn>
                  <a:cxn ang="0">
                    <a:pos x="35" y="8"/>
                  </a:cxn>
                  <a:cxn ang="0">
                    <a:pos x="34" y="9"/>
                  </a:cxn>
                  <a:cxn ang="0">
                    <a:pos x="30" y="9"/>
                  </a:cxn>
                  <a:cxn ang="0">
                    <a:pos x="27" y="11"/>
                  </a:cxn>
                  <a:cxn ang="0">
                    <a:pos x="26" y="14"/>
                  </a:cxn>
                  <a:cxn ang="0">
                    <a:pos x="24" y="16"/>
                  </a:cxn>
                  <a:cxn ang="0">
                    <a:pos x="24" y="17"/>
                  </a:cxn>
                  <a:cxn ang="0">
                    <a:pos x="24" y="20"/>
                  </a:cxn>
                  <a:cxn ang="0">
                    <a:pos x="24" y="24"/>
                  </a:cxn>
                  <a:cxn ang="0">
                    <a:pos x="26" y="27"/>
                  </a:cxn>
                  <a:cxn ang="0">
                    <a:pos x="27" y="27"/>
                  </a:cxn>
                  <a:cxn ang="0">
                    <a:pos x="27" y="27"/>
                  </a:cxn>
                  <a:cxn ang="0">
                    <a:pos x="27" y="27"/>
                  </a:cxn>
                  <a:cxn ang="0">
                    <a:pos x="29" y="27"/>
                  </a:cxn>
                  <a:cxn ang="0">
                    <a:pos x="29" y="28"/>
                  </a:cxn>
                  <a:cxn ang="0">
                    <a:pos x="30" y="28"/>
                  </a:cxn>
                  <a:cxn ang="0">
                    <a:pos x="30" y="28"/>
                  </a:cxn>
                  <a:cxn ang="0">
                    <a:pos x="32" y="28"/>
                  </a:cxn>
                  <a:cxn ang="0">
                    <a:pos x="35" y="28"/>
                  </a:cxn>
                  <a:cxn ang="0">
                    <a:pos x="38" y="25"/>
                  </a:cxn>
                  <a:cxn ang="0">
                    <a:pos x="40" y="24"/>
                  </a:cxn>
                  <a:cxn ang="0">
                    <a:pos x="40" y="22"/>
                  </a:cxn>
                  <a:cxn ang="0">
                    <a:pos x="42" y="19"/>
                  </a:cxn>
                  <a:cxn ang="0">
                    <a:pos x="42" y="16"/>
                  </a:cxn>
                  <a:cxn ang="0">
                    <a:pos x="40" y="12"/>
                  </a:cxn>
                  <a:cxn ang="0">
                    <a:pos x="37" y="11"/>
                  </a:cxn>
                  <a:cxn ang="0">
                    <a:pos x="38" y="9"/>
                  </a:cxn>
                  <a:cxn ang="0">
                    <a:pos x="38" y="6"/>
                  </a:cxn>
                  <a:cxn ang="0">
                    <a:pos x="38" y="5"/>
                  </a:cxn>
                  <a:cxn ang="0">
                    <a:pos x="40" y="3"/>
                  </a:cxn>
                </a:cxnLst>
                <a:rect l="0" t="0" r="r" b="b"/>
                <a:pathLst>
                  <a:path w="103" h="28">
                    <a:moveTo>
                      <a:pt x="40" y="3"/>
                    </a:moveTo>
                    <a:lnTo>
                      <a:pt x="49" y="5"/>
                    </a:lnTo>
                    <a:lnTo>
                      <a:pt x="59" y="6"/>
                    </a:lnTo>
                    <a:lnTo>
                      <a:pt x="67" y="8"/>
                    </a:lnTo>
                    <a:lnTo>
                      <a:pt x="75" y="11"/>
                    </a:lnTo>
                    <a:lnTo>
                      <a:pt x="83" y="14"/>
                    </a:lnTo>
                    <a:lnTo>
                      <a:pt x="89" y="17"/>
                    </a:lnTo>
                    <a:lnTo>
                      <a:pt x="95" y="22"/>
                    </a:lnTo>
                    <a:lnTo>
                      <a:pt x="100" y="27"/>
                    </a:lnTo>
                    <a:lnTo>
                      <a:pt x="102" y="25"/>
                    </a:lnTo>
                    <a:lnTo>
                      <a:pt x="102" y="24"/>
                    </a:lnTo>
                    <a:lnTo>
                      <a:pt x="103" y="24"/>
                    </a:lnTo>
                    <a:lnTo>
                      <a:pt x="103" y="22"/>
                    </a:lnTo>
                    <a:lnTo>
                      <a:pt x="94" y="14"/>
                    </a:lnTo>
                    <a:lnTo>
                      <a:pt x="81" y="9"/>
                    </a:lnTo>
                    <a:lnTo>
                      <a:pt x="68" y="5"/>
                    </a:lnTo>
                    <a:lnTo>
                      <a:pt x="53" y="1"/>
                    </a:lnTo>
                    <a:lnTo>
                      <a:pt x="38" y="0"/>
                    </a:lnTo>
                    <a:lnTo>
                      <a:pt x="24" y="0"/>
                    </a:lnTo>
                    <a:lnTo>
                      <a:pt x="11" y="1"/>
                    </a:lnTo>
                    <a:lnTo>
                      <a:pt x="0" y="6"/>
                    </a:lnTo>
                    <a:lnTo>
                      <a:pt x="0" y="8"/>
                    </a:lnTo>
                    <a:lnTo>
                      <a:pt x="0" y="8"/>
                    </a:lnTo>
                    <a:lnTo>
                      <a:pt x="0" y="9"/>
                    </a:lnTo>
                    <a:lnTo>
                      <a:pt x="2" y="9"/>
                    </a:lnTo>
                    <a:lnTo>
                      <a:pt x="10" y="6"/>
                    </a:lnTo>
                    <a:lnTo>
                      <a:pt x="18" y="5"/>
                    </a:lnTo>
                    <a:lnTo>
                      <a:pt x="27" y="3"/>
                    </a:lnTo>
                    <a:lnTo>
                      <a:pt x="37" y="3"/>
                    </a:lnTo>
                    <a:lnTo>
                      <a:pt x="35" y="5"/>
                    </a:lnTo>
                    <a:lnTo>
                      <a:pt x="35" y="6"/>
                    </a:lnTo>
                    <a:lnTo>
                      <a:pt x="35" y="8"/>
                    </a:lnTo>
                    <a:lnTo>
                      <a:pt x="34" y="9"/>
                    </a:lnTo>
                    <a:lnTo>
                      <a:pt x="30" y="9"/>
                    </a:lnTo>
                    <a:lnTo>
                      <a:pt x="27" y="11"/>
                    </a:lnTo>
                    <a:lnTo>
                      <a:pt x="26" y="14"/>
                    </a:lnTo>
                    <a:lnTo>
                      <a:pt x="24" y="16"/>
                    </a:lnTo>
                    <a:lnTo>
                      <a:pt x="24" y="17"/>
                    </a:lnTo>
                    <a:lnTo>
                      <a:pt x="24" y="20"/>
                    </a:lnTo>
                    <a:lnTo>
                      <a:pt x="24" y="24"/>
                    </a:lnTo>
                    <a:lnTo>
                      <a:pt x="26" y="27"/>
                    </a:lnTo>
                    <a:lnTo>
                      <a:pt x="27" y="27"/>
                    </a:lnTo>
                    <a:lnTo>
                      <a:pt x="27" y="27"/>
                    </a:lnTo>
                    <a:lnTo>
                      <a:pt x="27" y="27"/>
                    </a:lnTo>
                    <a:lnTo>
                      <a:pt x="29" y="27"/>
                    </a:lnTo>
                    <a:lnTo>
                      <a:pt x="29" y="28"/>
                    </a:lnTo>
                    <a:lnTo>
                      <a:pt x="30" y="28"/>
                    </a:lnTo>
                    <a:lnTo>
                      <a:pt x="30" y="28"/>
                    </a:lnTo>
                    <a:lnTo>
                      <a:pt x="32" y="28"/>
                    </a:lnTo>
                    <a:lnTo>
                      <a:pt x="35" y="28"/>
                    </a:lnTo>
                    <a:lnTo>
                      <a:pt x="38" y="25"/>
                    </a:lnTo>
                    <a:lnTo>
                      <a:pt x="40" y="24"/>
                    </a:lnTo>
                    <a:lnTo>
                      <a:pt x="40" y="22"/>
                    </a:lnTo>
                    <a:lnTo>
                      <a:pt x="42" y="19"/>
                    </a:lnTo>
                    <a:lnTo>
                      <a:pt x="42" y="16"/>
                    </a:lnTo>
                    <a:lnTo>
                      <a:pt x="40" y="12"/>
                    </a:lnTo>
                    <a:lnTo>
                      <a:pt x="37" y="11"/>
                    </a:lnTo>
                    <a:lnTo>
                      <a:pt x="38" y="9"/>
                    </a:lnTo>
                    <a:lnTo>
                      <a:pt x="38" y="6"/>
                    </a:lnTo>
                    <a:lnTo>
                      <a:pt x="38" y="5"/>
                    </a:lnTo>
                    <a:lnTo>
                      <a:pt x="40" y="3"/>
                    </a:lnTo>
                    <a:close/>
                  </a:path>
                </a:pathLst>
              </a:custGeom>
              <a:solidFill>
                <a:srgbClr val="FFFFFF"/>
              </a:solidFill>
              <a:ln w="9525">
                <a:noFill/>
                <a:round/>
              </a:ln>
              <a:effectLst/>
            </p:spPr>
            <p:txBody>
              <a:bodyP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58629" name="Freeform 229"/>
              <p:cNvSpPr/>
              <p:nvPr/>
            </p:nvSpPr>
            <p:spPr bwMode="auto">
              <a:xfrm>
                <a:off x="4875" y="2341"/>
                <a:ext cx="3" cy="7"/>
              </a:xfrm>
              <a:custGeom>
                <a:avLst/>
                <a:gdLst/>
                <a:ahLst/>
                <a:cxnLst>
                  <a:cxn ang="0">
                    <a:pos x="0" y="0"/>
                  </a:cxn>
                  <a:cxn ang="0">
                    <a:pos x="1" y="0"/>
                  </a:cxn>
                  <a:cxn ang="0">
                    <a:pos x="1" y="0"/>
                  </a:cxn>
                  <a:cxn ang="0">
                    <a:pos x="1" y="0"/>
                  </a:cxn>
                  <a:cxn ang="0">
                    <a:pos x="3" y="0"/>
                  </a:cxn>
                  <a:cxn ang="0">
                    <a:pos x="3" y="1"/>
                  </a:cxn>
                  <a:cxn ang="0">
                    <a:pos x="4" y="1"/>
                  </a:cxn>
                  <a:cxn ang="0">
                    <a:pos x="4" y="1"/>
                  </a:cxn>
                  <a:cxn ang="0">
                    <a:pos x="6" y="1"/>
                  </a:cxn>
                  <a:cxn ang="0">
                    <a:pos x="6" y="3"/>
                  </a:cxn>
                  <a:cxn ang="0">
                    <a:pos x="6" y="3"/>
                  </a:cxn>
                  <a:cxn ang="0">
                    <a:pos x="4" y="4"/>
                  </a:cxn>
                  <a:cxn ang="0">
                    <a:pos x="3" y="6"/>
                  </a:cxn>
                  <a:cxn ang="0">
                    <a:pos x="1" y="6"/>
                  </a:cxn>
                  <a:cxn ang="0">
                    <a:pos x="0" y="6"/>
                  </a:cxn>
                  <a:cxn ang="0">
                    <a:pos x="0" y="4"/>
                  </a:cxn>
                  <a:cxn ang="0">
                    <a:pos x="0" y="4"/>
                  </a:cxn>
                  <a:cxn ang="0">
                    <a:pos x="0" y="3"/>
                  </a:cxn>
                  <a:cxn ang="0">
                    <a:pos x="0" y="1"/>
                  </a:cxn>
                  <a:cxn ang="0">
                    <a:pos x="0" y="0"/>
                  </a:cxn>
                </a:cxnLst>
                <a:rect l="0" t="0" r="r" b="b"/>
                <a:pathLst>
                  <a:path w="6" h="6">
                    <a:moveTo>
                      <a:pt x="0" y="0"/>
                    </a:moveTo>
                    <a:lnTo>
                      <a:pt x="1" y="0"/>
                    </a:lnTo>
                    <a:lnTo>
                      <a:pt x="1" y="0"/>
                    </a:lnTo>
                    <a:lnTo>
                      <a:pt x="1" y="0"/>
                    </a:lnTo>
                    <a:lnTo>
                      <a:pt x="3" y="0"/>
                    </a:lnTo>
                    <a:lnTo>
                      <a:pt x="3" y="1"/>
                    </a:lnTo>
                    <a:lnTo>
                      <a:pt x="4" y="1"/>
                    </a:lnTo>
                    <a:lnTo>
                      <a:pt x="4" y="1"/>
                    </a:lnTo>
                    <a:lnTo>
                      <a:pt x="6" y="1"/>
                    </a:lnTo>
                    <a:lnTo>
                      <a:pt x="6" y="3"/>
                    </a:lnTo>
                    <a:lnTo>
                      <a:pt x="6" y="3"/>
                    </a:lnTo>
                    <a:lnTo>
                      <a:pt x="4" y="4"/>
                    </a:lnTo>
                    <a:lnTo>
                      <a:pt x="3" y="6"/>
                    </a:lnTo>
                    <a:lnTo>
                      <a:pt x="1" y="6"/>
                    </a:lnTo>
                    <a:lnTo>
                      <a:pt x="0" y="6"/>
                    </a:lnTo>
                    <a:lnTo>
                      <a:pt x="0" y="4"/>
                    </a:lnTo>
                    <a:lnTo>
                      <a:pt x="0" y="4"/>
                    </a:lnTo>
                    <a:lnTo>
                      <a:pt x="0" y="3"/>
                    </a:lnTo>
                    <a:lnTo>
                      <a:pt x="0" y="1"/>
                    </a:lnTo>
                    <a:lnTo>
                      <a:pt x="0" y="0"/>
                    </a:lnTo>
                    <a:close/>
                  </a:path>
                </a:pathLst>
              </a:custGeom>
              <a:solidFill>
                <a:srgbClr val="7A1111"/>
              </a:solidFill>
              <a:ln w="9525">
                <a:noFill/>
                <a:round/>
              </a:ln>
              <a:effectLst/>
            </p:spPr>
            <p:txBody>
              <a:bodyP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358630" name="Freeform 230"/>
              <p:cNvSpPr/>
              <p:nvPr/>
            </p:nvSpPr>
            <p:spPr bwMode="auto">
              <a:xfrm>
                <a:off x="4996" y="2819"/>
                <a:ext cx="19" cy="14"/>
              </a:xfrm>
              <a:custGeom>
                <a:avLst/>
                <a:gdLst/>
                <a:ahLst/>
                <a:cxnLst>
                  <a:cxn ang="0">
                    <a:pos x="0" y="0"/>
                  </a:cxn>
                  <a:cxn ang="0">
                    <a:pos x="0" y="0"/>
                  </a:cxn>
                  <a:cxn ang="0">
                    <a:pos x="0" y="9"/>
                  </a:cxn>
                  <a:cxn ang="0">
                    <a:pos x="0" y="14"/>
                  </a:cxn>
                  <a:cxn ang="0">
                    <a:pos x="0" y="15"/>
                  </a:cxn>
                  <a:cxn ang="0">
                    <a:pos x="8" y="15"/>
                  </a:cxn>
                  <a:cxn ang="0">
                    <a:pos x="8" y="15"/>
                  </a:cxn>
                  <a:cxn ang="0">
                    <a:pos x="16" y="15"/>
                  </a:cxn>
                  <a:cxn ang="0">
                    <a:pos x="16" y="14"/>
                  </a:cxn>
                  <a:cxn ang="0">
                    <a:pos x="16" y="9"/>
                  </a:cxn>
                  <a:cxn ang="0">
                    <a:pos x="16" y="0"/>
                  </a:cxn>
                  <a:cxn ang="0">
                    <a:pos x="16" y="0"/>
                  </a:cxn>
                  <a:cxn ang="0">
                    <a:pos x="0" y="0"/>
                  </a:cxn>
                </a:cxnLst>
                <a:rect l="0" t="0" r="r" b="b"/>
                <a:pathLst>
                  <a:path w="16" h="15">
                    <a:moveTo>
                      <a:pt x="0" y="0"/>
                    </a:moveTo>
                    <a:lnTo>
                      <a:pt x="0" y="0"/>
                    </a:lnTo>
                    <a:lnTo>
                      <a:pt x="0" y="9"/>
                    </a:lnTo>
                    <a:lnTo>
                      <a:pt x="0" y="14"/>
                    </a:lnTo>
                    <a:lnTo>
                      <a:pt x="0" y="15"/>
                    </a:lnTo>
                    <a:lnTo>
                      <a:pt x="8" y="15"/>
                    </a:lnTo>
                    <a:lnTo>
                      <a:pt x="8" y="15"/>
                    </a:lnTo>
                    <a:lnTo>
                      <a:pt x="16" y="15"/>
                    </a:lnTo>
                    <a:lnTo>
                      <a:pt x="16" y="14"/>
                    </a:lnTo>
                    <a:lnTo>
                      <a:pt x="16" y="9"/>
                    </a:lnTo>
                    <a:lnTo>
                      <a:pt x="16" y="0"/>
                    </a:lnTo>
                    <a:lnTo>
                      <a:pt x="16" y="0"/>
                    </a:lnTo>
                    <a:lnTo>
                      <a:pt x="0" y="0"/>
                    </a:lnTo>
                    <a:close/>
                  </a:path>
                </a:pathLst>
              </a:custGeom>
              <a:solidFill>
                <a:srgbClr val="FFFFFF"/>
              </a:solidFill>
              <a:ln w="9525">
                <a:noFill/>
                <a:round/>
              </a:ln>
              <a:effectLst/>
            </p:spPr>
            <p:txBody>
              <a:bodyP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58631" name="Freeform 231"/>
              <p:cNvSpPr/>
              <p:nvPr/>
            </p:nvSpPr>
            <p:spPr bwMode="auto">
              <a:xfrm>
                <a:off x="4803" y="2726"/>
                <a:ext cx="212" cy="93"/>
              </a:xfrm>
              <a:custGeom>
                <a:avLst/>
                <a:gdLst/>
                <a:ahLst/>
                <a:cxnLst>
                  <a:cxn ang="0">
                    <a:pos x="16" y="94"/>
                  </a:cxn>
                  <a:cxn ang="0">
                    <a:pos x="16" y="94"/>
                  </a:cxn>
                  <a:cxn ang="0">
                    <a:pos x="23" y="59"/>
                  </a:cxn>
                  <a:cxn ang="0">
                    <a:pos x="43" y="35"/>
                  </a:cxn>
                  <a:cxn ang="0">
                    <a:pos x="72" y="21"/>
                  </a:cxn>
                  <a:cxn ang="0">
                    <a:pos x="107" y="16"/>
                  </a:cxn>
                  <a:cxn ang="0">
                    <a:pos x="140" y="21"/>
                  </a:cxn>
                  <a:cxn ang="0">
                    <a:pos x="168" y="37"/>
                  </a:cxn>
                  <a:cxn ang="0">
                    <a:pos x="189" y="60"/>
                  </a:cxn>
                  <a:cxn ang="0">
                    <a:pos x="195" y="94"/>
                  </a:cxn>
                  <a:cxn ang="0">
                    <a:pos x="211" y="94"/>
                  </a:cxn>
                  <a:cxn ang="0">
                    <a:pos x="202" y="54"/>
                  </a:cxn>
                  <a:cxn ang="0">
                    <a:pos x="178" y="24"/>
                  </a:cxn>
                  <a:cxn ang="0">
                    <a:pos x="143" y="5"/>
                  </a:cxn>
                  <a:cxn ang="0">
                    <a:pos x="107" y="0"/>
                  </a:cxn>
                  <a:cxn ang="0">
                    <a:pos x="69" y="5"/>
                  </a:cxn>
                  <a:cxn ang="0">
                    <a:pos x="34" y="23"/>
                  </a:cxn>
                  <a:cxn ang="0">
                    <a:pos x="10" y="53"/>
                  </a:cxn>
                  <a:cxn ang="0">
                    <a:pos x="0" y="94"/>
                  </a:cxn>
                  <a:cxn ang="0">
                    <a:pos x="0" y="94"/>
                  </a:cxn>
                  <a:cxn ang="0">
                    <a:pos x="16" y="94"/>
                  </a:cxn>
                </a:cxnLst>
                <a:rect l="0" t="0" r="r" b="b"/>
                <a:pathLst>
                  <a:path w="211" h="94">
                    <a:moveTo>
                      <a:pt x="16" y="94"/>
                    </a:moveTo>
                    <a:lnTo>
                      <a:pt x="16" y="94"/>
                    </a:lnTo>
                    <a:lnTo>
                      <a:pt x="23" y="59"/>
                    </a:lnTo>
                    <a:lnTo>
                      <a:pt x="43" y="35"/>
                    </a:lnTo>
                    <a:lnTo>
                      <a:pt x="72" y="21"/>
                    </a:lnTo>
                    <a:lnTo>
                      <a:pt x="107" y="16"/>
                    </a:lnTo>
                    <a:lnTo>
                      <a:pt x="140" y="21"/>
                    </a:lnTo>
                    <a:lnTo>
                      <a:pt x="168" y="37"/>
                    </a:lnTo>
                    <a:lnTo>
                      <a:pt x="189" y="60"/>
                    </a:lnTo>
                    <a:lnTo>
                      <a:pt x="195" y="94"/>
                    </a:lnTo>
                    <a:lnTo>
                      <a:pt x="211" y="94"/>
                    </a:lnTo>
                    <a:lnTo>
                      <a:pt x="202" y="54"/>
                    </a:lnTo>
                    <a:lnTo>
                      <a:pt x="178" y="24"/>
                    </a:lnTo>
                    <a:lnTo>
                      <a:pt x="143" y="5"/>
                    </a:lnTo>
                    <a:lnTo>
                      <a:pt x="107" y="0"/>
                    </a:lnTo>
                    <a:lnTo>
                      <a:pt x="69" y="5"/>
                    </a:lnTo>
                    <a:lnTo>
                      <a:pt x="34" y="23"/>
                    </a:lnTo>
                    <a:lnTo>
                      <a:pt x="10" y="53"/>
                    </a:lnTo>
                    <a:lnTo>
                      <a:pt x="0" y="94"/>
                    </a:lnTo>
                    <a:lnTo>
                      <a:pt x="0" y="94"/>
                    </a:lnTo>
                    <a:lnTo>
                      <a:pt x="16" y="94"/>
                    </a:lnTo>
                    <a:close/>
                  </a:path>
                </a:pathLst>
              </a:custGeom>
              <a:solidFill>
                <a:srgbClr val="FFFFFF"/>
              </a:solidFill>
              <a:ln w="9525">
                <a:noFill/>
                <a:round/>
              </a:ln>
              <a:effectLst/>
            </p:spPr>
            <p:txBody>
              <a:bodyP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58632" name="Freeform 232"/>
              <p:cNvSpPr/>
              <p:nvPr/>
            </p:nvSpPr>
            <p:spPr bwMode="auto">
              <a:xfrm>
                <a:off x="4803" y="2819"/>
                <a:ext cx="16" cy="21"/>
              </a:xfrm>
              <a:custGeom>
                <a:avLst/>
                <a:gdLst/>
                <a:ahLst/>
                <a:cxnLst>
                  <a:cxn ang="0">
                    <a:pos x="8" y="8"/>
                  </a:cxn>
                  <a:cxn ang="0">
                    <a:pos x="8" y="15"/>
                  </a:cxn>
                  <a:cxn ang="0">
                    <a:pos x="16" y="15"/>
                  </a:cxn>
                  <a:cxn ang="0">
                    <a:pos x="16" y="14"/>
                  </a:cxn>
                  <a:cxn ang="0">
                    <a:pos x="16" y="9"/>
                  </a:cxn>
                  <a:cxn ang="0">
                    <a:pos x="16" y="0"/>
                  </a:cxn>
                  <a:cxn ang="0">
                    <a:pos x="0" y="0"/>
                  </a:cxn>
                  <a:cxn ang="0">
                    <a:pos x="0" y="9"/>
                  </a:cxn>
                  <a:cxn ang="0">
                    <a:pos x="0" y="14"/>
                  </a:cxn>
                  <a:cxn ang="0">
                    <a:pos x="0" y="15"/>
                  </a:cxn>
                  <a:cxn ang="0">
                    <a:pos x="8" y="15"/>
                  </a:cxn>
                  <a:cxn ang="0">
                    <a:pos x="8" y="23"/>
                  </a:cxn>
                  <a:cxn ang="0">
                    <a:pos x="0" y="15"/>
                  </a:cxn>
                  <a:cxn ang="0">
                    <a:pos x="0" y="23"/>
                  </a:cxn>
                  <a:cxn ang="0">
                    <a:pos x="8" y="23"/>
                  </a:cxn>
                  <a:cxn ang="0">
                    <a:pos x="8" y="8"/>
                  </a:cxn>
                </a:cxnLst>
                <a:rect l="0" t="0" r="r" b="b"/>
                <a:pathLst>
                  <a:path w="16" h="23">
                    <a:moveTo>
                      <a:pt x="8" y="8"/>
                    </a:moveTo>
                    <a:lnTo>
                      <a:pt x="8" y="15"/>
                    </a:lnTo>
                    <a:lnTo>
                      <a:pt x="16" y="15"/>
                    </a:lnTo>
                    <a:lnTo>
                      <a:pt x="16" y="14"/>
                    </a:lnTo>
                    <a:lnTo>
                      <a:pt x="16" y="9"/>
                    </a:lnTo>
                    <a:lnTo>
                      <a:pt x="16" y="0"/>
                    </a:lnTo>
                    <a:lnTo>
                      <a:pt x="0" y="0"/>
                    </a:lnTo>
                    <a:lnTo>
                      <a:pt x="0" y="9"/>
                    </a:lnTo>
                    <a:lnTo>
                      <a:pt x="0" y="14"/>
                    </a:lnTo>
                    <a:lnTo>
                      <a:pt x="0" y="15"/>
                    </a:lnTo>
                    <a:lnTo>
                      <a:pt x="8" y="15"/>
                    </a:lnTo>
                    <a:lnTo>
                      <a:pt x="8" y="23"/>
                    </a:lnTo>
                    <a:lnTo>
                      <a:pt x="0" y="15"/>
                    </a:lnTo>
                    <a:lnTo>
                      <a:pt x="0" y="23"/>
                    </a:lnTo>
                    <a:lnTo>
                      <a:pt x="8" y="23"/>
                    </a:lnTo>
                    <a:lnTo>
                      <a:pt x="8" y="8"/>
                    </a:lnTo>
                    <a:close/>
                  </a:path>
                </a:pathLst>
              </a:custGeom>
              <a:solidFill>
                <a:srgbClr val="FFFFFF"/>
              </a:solidFill>
              <a:ln w="9525">
                <a:noFill/>
                <a:round/>
              </a:ln>
              <a:effectLst/>
            </p:spPr>
            <p:txBody>
              <a:bodyP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58633" name="Freeform 233"/>
              <p:cNvSpPr/>
              <p:nvPr/>
            </p:nvSpPr>
            <p:spPr bwMode="auto">
              <a:xfrm>
                <a:off x="4812" y="2826"/>
                <a:ext cx="203" cy="14"/>
              </a:xfrm>
              <a:custGeom>
                <a:avLst/>
                <a:gdLst/>
                <a:ahLst/>
                <a:cxnLst>
                  <a:cxn ang="0">
                    <a:pos x="187" y="7"/>
                  </a:cxn>
                  <a:cxn ang="0">
                    <a:pos x="195" y="0"/>
                  </a:cxn>
                  <a:cxn ang="0">
                    <a:pos x="0" y="0"/>
                  </a:cxn>
                  <a:cxn ang="0">
                    <a:pos x="0" y="15"/>
                  </a:cxn>
                  <a:cxn ang="0">
                    <a:pos x="195" y="15"/>
                  </a:cxn>
                  <a:cxn ang="0">
                    <a:pos x="203" y="7"/>
                  </a:cxn>
                  <a:cxn ang="0">
                    <a:pos x="195" y="15"/>
                  </a:cxn>
                  <a:cxn ang="0">
                    <a:pos x="203" y="15"/>
                  </a:cxn>
                  <a:cxn ang="0">
                    <a:pos x="203" y="7"/>
                  </a:cxn>
                  <a:cxn ang="0">
                    <a:pos x="187" y="7"/>
                  </a:cxn>
                </a:cxnLst>
                <a:rect l="0" t="0" r="r" b="b"/>
                <a:pathLst>
                  <a:path w="203" h="15">
                    <a:moveTo>
                      <a:pt x="187" y="7"/>
                    </a:moveTo>
                    <a:lnTo>
                      <a:pt x="195" y="0"/>
                    </a:lnTo>
                    <a:lnTo>
                      <a:pt x="0" y="0"/>
                    </a:lnTo>
                    <a:lnTo>
                      <a:pt x="0" y="15"/>
                    </a:lnTo>
                    <a:lnTo>
                      <a:pt x="195" y="15"/>
                    </a:lnTo>
                    <a:lnTo>
                      <a:pt x="203" y="7"/>
                    </a:lnTo>
                    <a:lnTo>
                      <a:pt x="195" y="15"/>
                    </a:lnTo>
                    <a:lnTo>
                      <a:pt x="203" y="15"/>
                    </a:lnTo>
                    <a:lnTo>
                      <a:pt x="203" y="7"/>
                    </a:lnTo>
                    <a:lnTo>
                      <a:pt x="187" y="7"/>
                    </a:lnTo>
                    <a:close/>
                  </a:path>
                </a:pathLst>
              </a:custGeom>
              <a:solidFill>
                <a:srgbClr val="FFFFFF"/>
              </a:solidFill>
              <a:ln w="9525">
                <a:noFill/>
                <a:round/>
              </a:ln>
              <a:effectLst/>
            </p:spPr>
            <p:txBody>
              <a:bodyP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58634" name="Freeform 234"/>
              <p:cNvSpPr/>
              <p:nvPr/>
            </p:nvSpPr>
            <p:spPr bwMode="auto">
              <a:xfrm>
                <a:off x="4901" y="2734"/>
                <a:ext cx="13" cy="100"/>
              </a:xfrm>
              <a:custGeom>
                <a:avLst/>
                <a:gdLst/>
                <a:ahLst/>
                <a:cxnLst>
                  <a:cxn ang="0">
                    <a:pos x="8" y="101"/>
                  </a:cxn>
                  <a:cxn ang="0">
                    <a:pos x="16" y="101"/>
                  </a:cxn>
                  <a:cxn ang="0">
                    <a:pos x="16" y="0"/>
                  </a:cxn>
                  <a:cxn ang="0">
                    <a:pos x="0" y="0"/>
                  </a:cxn>
                  <a:cxn ang="0">
                    <a:pos x="0" y="101"/>
                  </a:cxn>
                  <a:cxn ang="0">
                    <a:pos x="8" y="101"/>
                  </a:cxn>
                </a:cxnLst>
                <a:rect l="0" t="0" r="r" b="b"/>
                <a:pathLst>
                  <a:path w="16" h="101">
                    <a:moveTo>
                      <a:pt x="8" y="101"/>
                    </a:moveTo>
                    <a:lnTo>
                      <a:pt x="16" y="101"/>
                    </a:lnTo>
                    <a:lnTo>
                      <a:pt x="16" y="0"/>
                    </a:lnTo>
                    <a:lnTo>
                      <a:pt x="0" y="0"/>
                    </a:lnTo>
                    <a:lnTo>
                      <a:pt x="0" y="101"/>
                    </a:lnTo>
                    <a:lnTo>
                      <a:pt x="8" y="101"/>
                    </a:lnTo>
                    <a:close/>
                  </a:path>
                </a:pathLst>
              </a:custGeom>
              <a:solidFill>
                <a:srgbClr val="FFFFFF"/>
              </a:solidFill>
              <a:ln w="9525">
                <a:noFill/>
                <a:round/>
              </a:ln>
              <a:effectLst/>
            </p:spPr>
            <p:txBody>
              <a:bodyP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58635" name="Freeform 235"/>
              <p:cNvSpPr/>
              <p:nvPr/>
            </p:nvSpPr>
            <p:spPr bwMode="auto">
              <a:xfrm>
                <a:off x="4904" y="2755"/>
                <a:ext cx="86" cy="86"/>
              </a:xfrm>
              <a:custGeom>
                <a:avLst/>
                <a:gdLst/>
                <a:ahLst/>
                <a:cxnLst>
                  <a:cxn ang="0">
                    <a:pos x="5" y="79"/>
                  </a:cxn>
                  <a:cxn ang="0">
                    <a:pos x="10" y="84"/>
                  </a:cxn>
                  <a:cxn ang="0">
                    <a:pos x="87" y="10"/>
                  </a:cxn>
                  <a:cxn ang="0">
                    <a:pos x="78" y="0"/>
                  </a:cxn>
                  <a:cxn ang="0">
                    <a:pos x="0" y="75"/>
                  </a:cxn>
                  <a:cxn ang="0">
                    <a:pos x="5" y="79"/>
                  </a:cxn>
                </a:cxnLst>
                <a:rect l="0" t="0" r="r" b="b"/>
                <a:pathLst>
                  <a:path w="87" h="84">
                    <a:moveTo>
                      <a:pt x="5" y="79"/>
                    </a:moveTo>
                    <a:lnTo>
                      <a:pt x="10" y="84"/>
                    </a:lnTo>
                    <a:lnTo>
                      <a:pt x="87" y="10"/>
                    </a:lnTo>
                    <a:lnTo>
                      <a:pt x="78" y="0"/>
                    </a:lnTo>
                    <a:lnTo>
                      <a:pt x="0" y="75"/>
                    </a:lnTo>
                    <a:lnTo>
                      <a:pt x="5" y="79"/>
                    </a:lnTo>
                    <a:close/>
                  </a:path>
                </a:pathLst>
              </a:custGeom>
              <a:solidFill>
                <a:srgbClr val="FFFFFF"/>
              </a:solidFill>
              <a:ln w="9525">
                <a:noFill/>
                <a:round/>
              </a:ln>
              <a:effectLst/>
            </p:spPr>
            <p:txBody>
              <a:bodyP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58636" name="Freeform 236"/>
              <p:cNvSpPr/>
              <p:nvPr/>
            </p:nvSpPr>
            <p:spPr bwMode="auto">
              <a:xfrm>
                <a:off x="4828" y="2755"/>
                <a:ext cx="86" cy="86"/>
              </a:xfrm>
              <a:custGeom>
                <a:avLst/>
                <a:gdLst/>
                <a:ahLst/>
                <a:cxnLst>
                  <a:cxn ang="0">
                    <a:pos x="78" y="80"/>
                  </a:cxn>
                  <a:cxn ang="0">
                    <a:pos x="83" y="76"/>
                  </a:cxn>
                  <a:cxn ang="0">
                    <a:pos x="10" y="0"/>
                  </a:cxn>
                  <a:cxn ang="0">
                    <a:pos x="0" y="9"/>
                  </a:cxn>
                  <a:cxn ang="0">
                    <a:pos x="73" y="85"/>
                  </a:cxn>
                  <a:cxn ang="0">
                    <a:pos x="78" y="80"/>
                  </a:cxn>
                </a:cxnLst>
                <a:rect l="0" t="0" r="r" b="b"/>
                <a:pathLst>
                  <a:path w="83" h="85">
                    <a:moveTo>
                      <a:pt x="78" y="80"/>
                    </a:moveTo>
                    <a:lnTo>
                      <a:pt x="83" y="76"/>
                    </a:lnTo>
                    <a:lnTo>
                      <a:pt x="10" y="0"/>
                    </a:lnTo>
                    <a:lnTo>
                      <a:pt x="0" y="9"/>
                    </a:lnTo>
                    <a:lnTo>
                      <a:pt x="73" y="85"/>
                    </a:lnTo>
                    <a:lnTo>
                      <a:pt x="78" y="80"/>
                    </a:lnTo>
                    <a:close/>
                  </a:path>
                </a:pathLst>
              </a:custGeom>
              <a:solidFill>
                <a:srgbClr val="FFFFFF"/>
              </a:solidFill>
              <a:ln w="9525">
                <a:noFill/>
                <a:round/>
              </a:ln>
              <a:effectLst/>
            </p:spPr>
            <p:txBody>
              <a:bodyP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grpSp>
        <p:sp>
          <p:nvSpPr>
            <p:cNvPr id="36916" name="Text Box 237"/>
            <p:cNvSpPr txBox="1"/>
            <p:nvPr/>
          </p:nvSpPr>
          <p:spPr>
            <a:xfrm>
              <a:off x="4729" y="650"/>
              <a:ext cx="479" cy="848"/>
            </a:xfrm>
            <a:prstGeom prst="rect">
              <a:avLst/>
            </a:prstGeom>
            <a:noFill/>
            <a:ln w="12700">
              <a:noFill/>
            </a:ln>
          </p:spPr>
          <p:txBody>
            <a:bodyPr wrap="none">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ct val="0"/>
                </a:spcBef>
                <a:spcAft>
                  <a:spcPts val="590"/>
                </a:spcAft>
                <a:buSzPct val="80000"/>
                <a:buNone/>
              </a:pPr>
              <a:endParaRPr lang="zh-CN" altLang="en-US" sz="2800" dirty="0">
                <a:ea typeface="宋体" pitchFamily="2" charset="-122"/>
              </a:endParaRPr>
            </a:p>
          </p:txBody>
        </p:sp>
      </p:grpSp>
      <p:grpSp>
        <p:nvGrpSpPr>
          <p:cNvPr id="36875" name="Group 238"/>
          <p:cNvGrpSpPr/>
          <p:nvPr/>
        </p:nvGrpSpPr>
        <p:grpSpPr>
          <a:xfrm>
            <a:off x="9069388" y="5289550"/>
            <a:ext cx="536575" cy="847725"/>
            <a:chOff x="4368" y="0"/>
            <a:chExt cx="1392" cy="1498"/>
          </a:xfrm>
        </p:grpSpPr>
        <p:grpSp>
          <p:nvGrpSpPr>
            <p:cNvPr id="36881" name="Group 239"/>
            <p:cNvGrpSpPr/>
            <p:nvPr/>
          </p:nvGrpSpPr>
          <p:grpSpPr>
            <a:xfrm>
              <a:off x="4368" y="0"/>
              <a:ext cx="1392" cy="1056"/>
              <a:chOff x="4368" y="2016"/>
              <a:chExt cx="1072" cy="1344"/>
            </a:xfrm>
          </p:grpSpPr>
          <p:sp>
            <p:nvSpPr>
              <p:cNvPr id="358640" name="Freeform 240"/>
              <p:cNvSpPr/>
              <p:nvPr/>
            </p:nvSpPr>
            <p:spPr bwMode="auto">
              <a:xfrm>
                <a:off x="4457" y="2462"/>
                <a:ext cx="898" cy="825"/>
              </a:xfrm>
              <a:custGeom>
                <a:avLst/>
                <a:gdLst/>
                <a:ahLst/>
                <a:cxnLst>
                  <a:cxn ang="0">
                    <a:pos x="445" y="0"/>
                  </a:cxn>
                  <a:cxn ang="0">
                    <a:pos x="897" y="293"/>
                  </a:cxn>
                  <a:cxn ang="0">
                    <a:pos x="897" y="829"/>
                  </a:cxn>
                  <a:cxn ang="0">
                    <a:pos x="601" y="829"/>
                  </a:cxn>
                  <a:cxn ang="0">
                    <a:pos x="296" y="829"/>
                  </a:cxn>
                  <a:cxn ang="0">
                    <a:pos x="0" y="829"/>
                  </a:cxn>
                  <a:cxn ang="0">
                    <a:pos x="0" y="293"/>
                  </a:cxn>
                  <a:cxn ang="0">
                    <a:pos x="445" y="0"/>
                  </a:cxn>
                </a:cxnLst>
                <a:rect l="0" t="0" r="r" b="b"/>
                <a:pathLst>
                  <a:path w="897" h="829">
                    <a:moveTo>
                      <a:pt x="445" y="0"/>
                    </a:moveTo>
                    <a:lnTo>
                      <a:pt x="897" y="293"/>
                    </a:lnTo>
                    <a:lnTo>
                      <a:pt x="897" y="829"/>
                    </a:lnTo>
                    <a:lnTo>
                      <a:pt x="601" y="829"/>
                    </a:lnTo>
                    <a:lnTo>
                      <a:pt x="296" y="829"/>
                    </a:lnTo>
                    <a:lnTo>
                      <a:pt x="0" y="829"/>
                    </a:lnTo>
                    <a:lnTo>
                      <a:pt x="0" y="293"/>
                    </a:lnTo>
                    <a:lnTo>
                      <a:pt x="445" y="0"/>
                    </a:lnTo>
                    <a:close/>
                  </a:path>
                </a:pathLst>
              </a:custGeom>
              <a:solidFill>
                <a:srgbClr val="0000FF"/>
              </a:solidFill>
              <a:ln w="9525">
                <a:noFill/>
                <a:round/>
              </a:ln>
              <a:effectLst/>
            </p:spPr>
            <p:txBody>
              <a:bodyP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358641" name="Freeform 241"/>
              <p:cNvSpPr/>
              <p:nvPr/>
            </p:nvSpPr>
            <p:spPr bwMode="auto">
              <a:xfrm>
                <a:off x="4368" y="2462"/>
                <a:ext cx="415" cy="289"/>
              </a:xfrm>
              <a:custGeom>
                <a:avLst/>
                <a:gdLst/>
                <a:ahLst/>
                <a:cxnLst>
                  <a:cxn ang="0">
                    <a:pos x="0" y="288"/>
                  </a:cxn>
                  <a:cxn ang="0">
                    <a:pos x="416" y="32"/>
                  </a:cxn>
                  <a:cxn ang="0">
                    <a:pos x="416" y="27"/>
                  </a:cxn>
                  <a:cxn ang="0">
                    <a:pos x="416" y="19"/>
                  </a:cxn>
                  <a:cxn ang="0">
                    <a:pos x="416" y="9"/>
                  </a:cxn>
                  <a:cxn ang="0">
                    <a:pos x="416" y="0"/>
                  </a:cxn>
                  <a:cxn ang="0">
                    <a:pos x="0" y="254"/>
                  </a:cxn>
                  <a:cxn ang="0">
                    <a:pos x="0" y="288"/>
                  </a:cxn>
                </a:cxnLst>
                <a:rect l="0" t="0" r="r" b="b"/>
                <a:pathLst>
                  <a:path w="416" h="288">
                    <a:moveTo>
                      <a:pt x="0" y="288"/>
                    </a:moveTo>
                    <a:lnTo>
                      <a:pt x="416" y="32"/>
                    </a:lnTo>
                    <a:lnTo>
                      <a:pt x="416" y="27"/>
                    </a:lnTo>
                    <a:lnTo>
                      <a:pt x="416" y="19"/>
                    </a:lnTo>
                    <a:lnTo>
                      <a:pt x="416" y="9"/>
                    </a:lnTo>
                    <a:lnTo>
                      <a:pt x="416" y="0"/>
                    </a:lnTo>
                    <a:lnTo>
                      <a:pt x="0" y="254"/>
                    </a:lnTo>
                    <a:lnTo>
                      <a:pt x="0" y="288"/>
                    </a:lnTo>
                    <a:close/>
                  </a:path>
                </a:pathLst>
              </a:custGeom>
              <a:solidFill>
                <a:srgbClr val="000000"/>
              </a:solidFill>
              <a:ln w="9525">
                <a:noFill/>
                <a:round/>
              </a:ln>
              <a:effectLst/>
            </p:spPr>
            <p:txBody>
              <a:bodyP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358642" name="Rectangle 242"/>
              <p:cNvSpPr>
                <a:spLocks noChangeArrowheads="1"/>
              </p:cNvSpPr>
              <p:nvPr/>
            </p:nvSpPr>
            <p:spPr bwMode="auto">
              <a:xfrm>
                <a:off x="4457" y="3330"/>
                <a:ext cx="898" cy="29"/>
              </a:xfrm>
              <a:prstGeom prst="rect">
                <a:avLst/>
              </a:prstGeom>
              <a:solidFill>
                <a:srgbClr val="000000"/>
              </a:solidFill>
              <a:ln w="9525">
                <a:noFill/>
                <a:miter lim="800000"/>
              </a:ln>
              <a:effectLst/>
            </p:spPr>
            <p:txBody>
              <a:bodyP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358643" name="Freeform 243"/>
              <p:cNvSpPr/>
              <p:nvPr/>
            </p:nvSpPr>
            <p:spPr bwMode="auto">
              <a:xfrm>
                <a:off x="4787" y="2170"/>
                <a:ext cx="241" cy="328"/>
              </a:xfrm>
              <a:custGeom>
                <a:avLst/>
                <a:gdLst/>
                <a:ahLst/>
                <a:cxnLst>
                  <a:cxn ang="0">
                    <a:pos x="242" y="327"/>
                  </a:cxn>
                  <a:cxn ang="0">
                    <a:pos x="242" y="0"/>
                  </a:cxn>
                  <a:cxn ang="0">
                    <a:pos x="0" y="0"/>
                  </a:cxn>
                  <a:cxn ang="0">
                    <a:pos x="0" y="321"/>
                  </a:cxn>
                  <a:cxn ang="0">
                    <a:pos x="116" y="240"/>
                  </a:cxn>
                  <a:cxn ang="0">
                    <a:pos x="242" y="327"/>
                  </a:cxn>
                </a:cxnLst>
                <a:rect l="0" t="0" r="r" b="b"/>
                <a:pathLst>
                  <a:path w="242" h="327">
                    <a:moveTo>
                      <a:pt x="242" y="327"/>
                    </a:moveTo>
                    <a:lnTo>
                      <a:pt x="242" y="0"/>
                    </a:lnTo>
                    <a:lnTo>
                      <a:pt x="0" y="0"/>
                    </a:lnTo>
                    <a:lnTo>
                      <a:pt x="0" y="321"/>
                    </a:lnTo>
                    <a:lnTo>
                      <a:pt x="116" y="240"/>
                    </a:lnTo>
                    <a:lnTo>
                      <a:pt x="242" y="327"/>
                    </a:lnTo>
                    <a:close/>
                  </a:path>
                </a:pathLst>
              </a:custGeom>
              <a:solidFill>
                <a:srgbClr val="000000"/>
              </a:solidFill>
              <a:ln w="9525">
                <a:noFill/>
                <a:round/>
              </a:ln>
              <a:effectLst/>
            </p:spPr>
            <p:txBody>
              <a:bodyP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358644" name="Freeform 244"/>
              <p:cNvSpPr/>
              <p:nvPr/>
            </p:nvSpPr>
            <p:spPr bwMode="auto">
              <a:xfrm>
                <a:off x="4723" y="2016"/>
                <a:ext cx="358" cy="125"/>
              </a:xfrm>
              <a:custGeom>
                <a:avLst/>
                <a:gdLst/>
                <a:ahLst/>
                <a:cxnLst>
                  <a:cxn ang="0">
                    <a:pos x="181" y="0"/>
                  </a:cxn>
                  <a:cxn ang="0">
                    <a:pos x="0" y="126"/>
                  </a:cxn>
                  <a:cxn ang="0">
                    <a:pos x="361" y="126"/>
                  </a:cxn>
                  <a:cxn ang="0">
                    <a:pos x="181" y="0"/>
                  </a:cxn>
                </a:cxnLst>
                <a:rect l="0" t="0" r="r" b="b"/>
                <a:pathLst>
                  <a:path w="361" h="126">
                    <a:moveTo>
                      <a:pt x="181" y="0"/>
                    </a:moveTo>
                    <a:lnTo>
                      <a:pt x="0" y="126"/>
                    </a:lnTo>
                    <a:lnTo>
                      <a:pt x="361" y="126"/>
                    </a:lnTo>
                    <a:lnTo>
                      <a:pt x="181" y="0"/>
                    </a:lnTo>
                    <a:close/>
                  </a:path>
                </a:pathLst>
              </a:custGeom>
              <a:solidFill>
                <a:srgbClr val="000000"/>
              </a:solidFill>
              <a:ln w="9525">
                <a:noFill/>
                <a:round/>
              </a:ln>
              <a:effectLst/>
            </p:spPr>
            <p:txBody>
              <a:bodyP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358645" name="Freeform 245"/>
              <p:cNvSpPr/>
              <p:nvPr/>
            </p:nvSpPr>
            <p:spPr bwMode="auto">
              <a:xfrm>
                <a:off x="5028" y="2469"/>
                <a:ext cx="412" cy="282"/>
              </a:xfrm>
              <a:custGeom>
                <a:avLst/>
                <a:gdLst/>
                <a:ahLst/>
                <a:cxnLst>
                  <a:cxn ang="0">
                    <a:pos x="413" y="287"/>
                  </a:cxn>
                  <a:cxn ang="0">
                    <a:pos x="0" y="31"/>
                  </a:cxn>
                  <a:cxn ang="0">
                    <a:pos x="0" y="25"/>
                  </a:cxn>
                  <a:cxn ang="0">
                    <a:pos x="0" y="17"/>
                  </a:cxn>
                  <a:cxn ang="0">
                    <a:pos x="0" y="9"/>
                  </a:cxn>
                  <a:cxn ang="0">
                    <a:pos x="0" y="0"/>
                  </a:cxn>
                  <a:cxn ang="0">
                    <a:pos x="413" y="253"/>
                  </a:cxn>
                  <a:cxn ang="0">
                    <a:pos x="413" y="287"/>
                  </a:cxn>
                </a:cxnLst>
                <a:rect l="0" t="0" r="r" b="b"/>
                <a:pathLst>
                  <a:path w="413" h="287">
                    <a:moveTo>
                      <a:pt x="413" y="287"/>
                    </a:moveTo>
                    <a:lnTo>
                      <a:pt x="0" y="31"/>
                    </a:lnTo>
                    <a:lnTo>
                      <a:pt x="0" y="25"/>
                    </a:lnTo>
                    <a:lnTo>
                      <a:pt x="0" y="17"/>
                    </a:lnTo>
                    <a:lnTo>
                      <a:pt x="0" y="9"/>
                    </a:lnTo>
                    <a:lnTo>
                      <a:pt x="0" y="0"/>
                    </a:lnTo>
                    <a:lnTo>
                      <a:pt x="413" y="253"/>
                    </a:lnTo>
                    <a:lnTo>
                      <a:pt x="413" y="287"/>
                    </a:lnTo>
                    <a:close/>
                  </a:path>
                </a:pathLst>
              </a:custGeom>
              <a:solidFill>
                <a:srgbClr val="000000"/>
              </a:solidFill>
              <a:ln w="9525">
                <a:noFill/>
                <a:round/>
              </a:ln>
              <a:effectLst/>
            </p:spPr>
            <p:txBody>
              <a:bodyP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358646" name="Freeform 246"/>
              <p:cNvSpPr/>
              <p:nvPr/>
            </p:nvSpPr>
            <p:spPr bwMode="auto">
              <a:xfrm>
                <a:off x="4841" y="2209"/>
                <a:ext cx="127" cy="164"/>
              </a:xfrm>
              <a:custGeom>
                <a:avLst/>
                <a:gdLst/>
                <a:ahLst/>
                <a:cxnLst>
                  <a:cxn ang="0">
                    <a:pos x="65" y="0"/>
                  </a:cxn>
                  <a:cxn ang="0">
                    <a:pos x="51" y="1"/>
                  </a:cxn>
                  <a:cxn ang="0">
                    <a:pos x="38" y="6"/>
                  </a:cxn>
                  <a:cxn ang="0">
                    <a:pos x="27" y="13"/>
                  </a:cxn>
                  <a:cxn ang="0">
                    <a:pos x="17" y="20"/>
                  </a:cxn>
                  <a:cxn ang="0">
                    <a:pos x="9" y="32"/>
                  </a:cxn>
                  <a:cxn ang="0">
                    <a:pos x="5" y="44"/>
                  </a:cxn>
                  <a:cxn ang="0">
                    <a:pos x="1" y="58"/>
                  </a:cxn>
                  <a:cxn ang="0">
                    <a:pos x="0" y="74"/>
                  </a:cxn>
                  <a:cxn ang="0">
                    <a:pos x="0" y="103"/>
                  </a:cxn>
                  <a:cxn ang="0">
                    <a:pos x="0" y="126"/>
                  </a:cxn>
                  <a:cxn ang="0">
                    <a:pos x="0" y="145"/>
                  </a:cxn>
                  <a:cxn ang="0">
                    <a:pos x="0" y="164"/>
                  </a:cxn>
                  <a:cxn ang="0">
                    <a:pos x="27" y="164"/>
                  </a:cxn>
                  <a:cxn ang="0">
                    <a:pos x="44" y="164"/>
                  </a:cxn>
                  <a:cxn ang="0">
                    <a:pos x="55" y="164"/>
                  </a:cxn>
                  <a:cxn ang="0">
                    <a:pos x="63" y="164"/>
                  </a:cxn>
                  <a:cxn ang="0">
                    <a:pos x="71" y="164"/>
                  </a:cxn>
                  <a:cxn ang="0">
                    <a:pos x="82" y="164"/>
                  </a:cxn>
                  <a:cxn ang="0">
                    <a:pos x="100" y="164"/>
                  </a:cxn>
                  <a:cxn ang="0">
                    <a:pos x="127" y="164"/>
                  </a:cxn>
                  <a:cxn ang="0">
                    <a:pos x="127" y="139"/>
                  </a:cxn>
                  <a:cxn ang="0">
                    <a:pos x="127" y="114"/>
                  </a:cxn>
                  <a:cxn ang="0">
                    <a:pos x="127" y="90"/>
                  </a:cxn>
                  <a:cxn ang="0">
                    <a:pos x="127" y="71"/>
                  </a:cxn>
                  <a:cxn ang="0">
                    <a:pos x="127" y="62"/>
                  </a:cxn>
                  <a:cxn ang="0">
                    <a:pos x="123" y="51"/>
                  </a:cxn>
                  <a:cxn ang="0">
                    <a:pos x="119" y="38"/>
                  </a:cxn>
                  <a:cxn ang="0">
                    <a:pos x="112" y="27"/>
                  </a:cxn>
                  <a:cxn ang="0">
                    <a:pos x="104" y="16"/>
                  </a:cxn>
                  <a:cxn ang="0">
                    <a:pos x="93" y="8"/>
                  </a:cxn>
                  <a:cxn ang="0">
                    <a:pos x="81" y="1"/>
                  </a:cxn>
                  <a:cxn ang="0">
                    <a:pos x="65" y="0"/>
                  </a:cxn>
                </a:cxnLst>
                <a:rect l="0" t="0" r="r" b="b"/>
                <a:pathLst>
                  <a:path w="127" h="164">
                    <a:moveTo>
                      <a:pt x="65" y="0"/>
                    </a:moveTo>
                    <a:lnTo>
                      <a:pt x="51" y="1"/>
                    </a:lnTo>
                    <a:lnTo>
                      <a:pt x="38" y="6"/>
                    </a:lnTo>
                    <a:lnTo>
                      <a:pt x="27" y="13"/>
                    </a:lnTo>
                    <a:lnTo>
                      <a:pt x="17" y="20"/>
                    </a:lnTo>
                    <a:lnTo>
                      <a:pt x="9" y="32"/>
                    </a:lnTo>
                    <a:lnTo>
                      <a:pt x="5" y="44"/>
                    </a:lnTo>
                    <a:lnTo>
                      <a:pt x="1" y="58"/>
                    </a:lnTo>
                    <a:lnTo>
                      <a:pt x="0" y="74"/>
                    </a:lnTo>
                    <a:lnTo>
                      <a:pt x="0" y="103"/>
                    </a:lnTo>
                    <a:lnTo>
                      <a:pt x="0" y="126"/>
                    </a:lnTo>
                    <a:lnTo>
                      <a:pt x="0" y="145"/>
                    </a:lnTo>
                    <a:lnTo>
                      <a:pt x="0" y="164"/>
                    </a:lnTo>
                    <a:lnTo>
                      <a:pt x="27" y="164"/>
                    </a:lnTo>
                    <a:lnTo>
                      <a:pt x="44" y="164"/>
                    </a:lnTo>
                    <a:lnTo>
                      <a:pt x="55" y="164"/>
                    </a:lnTo>
                    <a:lnTo>
                      <a:pt x="63" y="164"/>
                    </a:lnTo>
                    <a:lnTo>
                      <a:pt x="71" y="164"/>
                    </a:lnTo>
                    <a:lnTo>
                      <a:pt x="82" y="164"/>
                    </a:lnTo>
                    <a:lnTo>
                      <a:pt x="100" y="164"/>
                    </a:lnTo>
                    <a:lnTo>
                      <a:pt x="127" y="164"/>
                    </a:lnTo>
                    <a:lnTo>
                      <a:pt x="127" y="139"/>
                    </a:lnTo>
                    <a:lnTo>
                      <a:pt x="127" y="114"/>
                    </a:lnTo>
                    <a:lnTo>
                      <a:pt x="127" y="90"/>
                    </a:lnTo>
                    <a:lnTo>
                      <a:pt x="127" y="71"/>
                    </a:lnTo>
                    <a:lnTo>
                      <a:pt x="127" y="62"/>
                    </a:lnTo>
                    <a:lnTo>
                      <a:pt x="123" y="51"/>
                    </a:lnTo>
                    <a:lnTo>
                      <a:pt x="119" y="38"/>
                    </a:lnTo>
                    <a:lnTo>
                      <a:pt x="112" y="27"/>
                    </a:lnTo>
                    <a:lnTo>
                      <a:pt x="104" y="16"/>
                    </a:lnTo>
                    <a:lnTo>
                      <a:pt x="93" y="8"/>
                    </a:lnTo>
                    <a:lnTo>
                      <a:pt x="81" y="1"/>
                    </a:lnTo>
                    <a:lnTo>
                      <a:pt x="65" y="0"/>
                    </a:lnTo>
                    <a:close/>
                  </a:path>
                </a:pathLst>
              </a:custGeom>
              <a:solidFill>
                <a:srgbClr val="FFFFFF"/>
              </a:solidFill>
              <a:ln w="9525">
                <a:noFill/>
                <a:round/>
              </a:ln>
              <a:effectLst/>
            </p:spPr>
            <p:txBody>
              <a:bodyP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58647" name="Rectangle 247"/>
              <p:cNvSpPr>
                <a:spLocks noChangeArrowheads="1"/>
              </p:cNvSpPr>
              <p:nvPr/>
            </p:nvSpPr>
            <p:spPr bwMode="auto">
              <a:xfrm>
                <a:off x="4803" y="2901"/>
                <a:ext cx="206" cy="386"/>
              </a:xfrm>
              <a:prstGeom prst="rect">
                <a:avLst/>
              </a:prstGeom>
              <a:solidFill>
                <a:srgbClr val="FFFFFF"/>
              </a:solidFill>
              <a:ln w="9525">
                <a:noFill/>
                <a:miter lim="800000"/>
              </a:ln>
              <a:effectLst/>
            </p:spPr>
            <p:txBody>
              <a:bodyP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58648" name="Freeform 248"/>
              <p:cNvSpPr/>
              <p:nvPr/>
            </p:nvSpPr>
            <p:spPr bwMode="auto">
              <a:xfrm>
                <a:off x="4736" y="2819"/>
                <a:ext cx="13" cy="318"/>
              </a:xfrm>
              <a:custGeom>
                <a:avLst/>
                <a:gdLst/>
                <a:ahLst/>
                <a:cxnLst>
                  <a:cxn ang="0">
                    <a:pos x="8" y="16"/>
                  </a:cxn>
                  <a:cxn ang="0">
                    <a:pos x="0" y="8"/>
                  </a:cxn>
                  <a:cxn ang="0">
                    <a:pos x="0" y="320"/>
                  </a:cxn>
                  <a:cxn ang="0">
                    <a:pos x="16" y="320"/>
                  </a:cxn>
                  <a:cxn ang="0">
                    <a:pos x="16" y="8"/>
                  </a:cxn>
                  <a:cxn ang="0">
                    <a:pos x="8" y="0"/>
                  </a:cxn>
                  <a:cxn ang="0">
                    <a:pos x="16" y="8"/>
                  </a:cxn>
                  <a:cxn ang="0">
                    <a:pos x="16" y="0"/>
                  </a:cxn>
                  <a:cxn ang="0">
                    <a:pos x="8" y="0"/>
                  </a:cxn>
                  <a:cxn ang="0">
                    <a:pos x="8" y="16"/>
                  </a:cxn>
                </a:cxnLst>
                <a:rect l="0" t="0" r="r" b="b"/>
                <a:pathLst>
                  <a:path w="16" h="320">
                    <a:moveTo>
                      <a:pt x="8" y="16"/>
                    </a:moveTo>
                    <a:lnTo>
                      <a:pt x="0" y="8"/>
                    </a:lnTo>
                    <a:lnTo>
                      <a:pt x="0" y="320"/>
                    </a:lnTo>
                    <a:lnTo>
                      <a:pt x="16" y="320"/>
                    </a:lnTo>
                    <a:lnTo>
                      <a:pt x="16" y="8"/>
                    </a:lnTo>
                    <a:lnTo>
                      <a:pt x="8" y="0"/>
                    </a:lnTo>
                    <a:lnTo>
                      <a:pt x="16" y="8"/>
                    </a:lnTo>
                    <a:lnTo>
                      <a:pt x="16" y="0"/>
                    </a:lnTo>
                    <a:lnTo>
                      <a:pt x="8" y="0"/>
                    </a:lnTo>
                    <a:lnTo>
                      <a:pt x="8" y="16"/>
                    </a:lnTo>
                    <a:close/>
                  </a:path>
                </a:pathLst>
              </a:custGeom>
              <a:solidFill>
                <a:srgbClr val="FFFFFF"/>
              </a:solidFill>
              <a:ln w="9525">
                <a:noFill/>
                <a:round/>
              </a:ln>
              <a:effectLst/>
            </p:spPr>
            <p:txBody>
              <a:bodyP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58649" name="Freeform 249"/>
              <p:cNvSpPr/>
              <p:nvPr/>
            </p:nvSpPr>
            <p:spPr bwMode="auto">
              <a:xfrm>
                <a:off x="4558" y="2819"/>
                <a:ext cx="184" cy="21"/>
              </a:xfrm>
              <a:custGeom>
                <a:avLst/>
                <a:gdLst/>
                <a:ahLst/>
                <a:cxnLst>
                  <a:cxn ang="0">
                    <a:pos x="16" y="8"/>
                  </a:cxn>
                  <a:cxn ang="0">
                    <a:pos x="8" y="16"/>
                  </a:cxn>
                  <a:cxn ang="0">
                    <a:pos x="187" y="16"/>
                  </a:cxn>
                  <a:cxn ang="0">
                    <a:pos x="187" y="0"/>
                  </a:cxn>
                  <a:cxn ang="0">
                    <a:pos x="8" y="0"/>
                  </a:cxn>
                  <a:cxn ang="0">
                    <a:pos x="0" y="8"/>
                  </a:cxn>
                  <a:cxn ang="0">
                    <a:pos x="8" y="0"/>
                  </a:cxn>
                  <a:cxn ang="0">
                    <a:pos x="0" y="0"/>
                  </a:cxn>
                  <a:cxn ang="0">
                    <a:pos x="0" y="8"/>
                  </a:cxn>
                  <a:cxn ang="0">
                    <a:pos x="16" y="8"/>
                  </a:cxn>
                </a:cxnLst>
                <a:rect l="0" t="0" r="r" b="b"/>
                <a:pathLst>
                  <a:path w="187" h="16">
                    <a:moveTo>
                      <a:pt x="16" y="8"/>
                    </a:moveTo>
                    <a:lnTo>
                      <a:pt x="8" y="16"/>
                    </a:lnTo>
                    <a:lnTo>
                      <a:pt x="187" y="16"/>
                    </a:lnTo>
                    <a:lnTo>
                      <a:pt x="187" y="0"/>
                    </a:lnTo>
                    <a:lnTo>
                      <a:pt x="8" y="0"/>
                    </a:lnTo>
                    <a:lnTo>
                      <a:pt x="0" y="8"/>
                    </a:lnTo>
                    <a:lnTo>
                      <a:pt x="8" y="0"/>
                    </a:lnTo>
                    <a:lnTo>
                      <a:pt x="0" y="0"/>
                    </a:lnTo>
                    <a:lnTo>
                      <a:pt x="0" y="8"/>
                    </a:lnTo>
                    <a:lnTo>
                      <a:pt x="16" y="8"/>
                    </a:lnTo>
                    <a:close/>
                  </a:path>
                </a:pathLst>
              </a:custGeom>
              <a:solidFill>
                <a:srgbClr val="FFFFFF"/>
              </a:solidFill>
              <a:ln w="9525">
                <a:noFill/>
                <a:round/>
              </a:ln>
              <a:effectLst/>
            </p:spPr>
            <p:txBody>
              <a:bodyP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58650" name="Freeform 250"/>
              <p:cNvSpPr/>
              <p:nvPr/>
            </p:nvSpPr>
            <p:spPr bwMode="auto">
              <a:xfrm>
                <a:off x="4558" y="2826"/>
                <a:ext cx="13" cy="318"/>
              </a:xfrm>
              <a:custGeom>
                <a:avLst/>
                <a:gdLst/>
                <a:ahLst/>
                <a:cxnLst>
                  <a:cxn ang="0">
                    <a:pos x="8" y="304"/>
                  </a:cxn>
                  <a:cxn ang="0">
                    <a:pos x="16" y="312"/>
                  </a:cxn>
                  <a:cxn ang="0">
                    <a:pos x="16" y="0"/>
                  </a:cxn>
                  <a:cxn ang="0">
                    <a:pos x="0" y="0"/>
                  </a:cxn>
                  <a:cxn ang="0">
                    <a:pos x="0" y="312"/>
                  </a:cxn>
                  <a:cxn ang="0">
                    <a:pos x="8" y="320"/>
                  </a:cxn>
                  <a:cxn ang="0">
                    <a:pos x="0" y="312"/>
                  </a:cxn>
                  <a:cxn ang="0">
                    <a:pos x="0" y="320"/>
                  </a:cxn>
                  <a:cxn ang="0">
                    <a:pos x="8" y="320"/>
                  </a:cxn>
                  <a:cxn ang="0">
                    <a:pos x="8" y="304"/>
                  </a:cxn>
                </a:cxnLst>
                <a:rect l="0" t="0" r="r" b="b"/>
                <a:pathLst>
                  <a:path w="16" h="320">
                    <a:moveTo>
                      <a:pt x="8" y="304"/>
                    </a:moveTo>
                    <a:lnTo>
                      <a:pt x="16" y="312"/>
                    </a:lnTo>
                    <a:lnTo>
                      <a:pt x="16" y="0"/>
                    </a:lnTo>
                    <a:lnTo>
                      <a:pt x="0" y="0"/>
                    </a:lnTo>
                    <a:lnTo>
                      <a:pt x="0" y="312"/>
                    </a:lnTo>
                    <a:lnTo>
                      <a:pt x="8" y="320"/>
                    </a:lnTo>
                    <a:lnTo>
                      <a:pt x="0" y="312"/>
                    </a:lnTo>
                    <a:lnTo>
                      <a:pt x="0" y="320"/>
                    </a:lnTo>
                    <a:lnTo>
                      <a:pt x="8" y="320"/>
                    </a:lnTo>
                    <a:lnTo>
                      <a:pt x="8" y="304"/>
                    </a:lnTo>
                    <a:close/>
                  </a:path>
                </a:pathLst>
              </a:custGeom>
              <a:solidFill>
                <a:srgbClr val="FFFFFF"/>
              </a:solidFill>
              <a:ln w="9525">
                <a:noFill/>
                <a:round/>
              </a:ln>
              <a:effectLst/>
            </p:spPr>
            <p:txBody>
              <a:bodyP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58651" name="Freeform 251"/>
              <p:cNvSpPr/>
              <p:nvPr/>
            </p:nvSpPr>
            <p:spPr bwMode="auto">
              <a:xfrm>
                <a:off x="4565" y="3134"/>
                <a:ext cx="184" cy="14"/>
              </a:xfrm>
              <a:custGeom>
                <a:avLst/>
                <a:gdLst/>
                <a:ahLst/>
                <a:cxnLst>
                  <a:cxn ang="0">
                    <a:pos x="171" y="8"/>
                  </a:cxn>
                  <a:cxn ang="0">
                    <a:pos x="179" y="0"/>
                  </a:cxn>
                  <a:cxn ang="0">
                    <a:pos x="0" y="0"/>
                  </a:cxn>
                  <a:cxn ang="0">
                    <a:pos x="0" y="16"/>
                  </a:cxn>
                  <a:cxn ang="0">
                    <a:pos x="179" y="16"/>
                  </a:cxn>
                  <a:cxn ang="0">
                    <a:pos x="187" y="8"/>
                  </a:cxn>
                  <a:cxn ang="0">
                    <a:pos x="179" y="16"/>
                  </a:cxn>
                  <a:cxn ang="0">
                    <a:pos x="187" y="16"/>
                  </a:cxn>
                  <a:cxn ang="0">
                    <a:pos x="187" y="8"/>
                  </a:cxn>
                  <a:cxn ang="0">
                    <a:pos x="171" y="8"/>
                  </a:cxn>
                </a:cxnLst>
                <a:rect l="0" t="0" r="r" b="b"/>
                <a:pathLst>
                  <a:path w="187" h="16">
                    <a:moveTo>
                      <a:pt x="171" y="8"/>
                    </a:moveTo>
                    <a:lnTo>
                      <a:pt x="179" y="0"/>
                    </a:lnTo>
                    <a:lnTo>
                      <a:pt x="0" y="0"/>
                    </a:lnTo>
                    <a:lnTo>
                      <a:pt x="0" y="16"/>
                    </a:lnTo>
                    <a:lnTo>
                      <a:pt x="179" y="16"/>
                    </a:lnTo>
                    <a:lnTo>
                      <a:pt x="187" y="8"/>
                    </a:lnTo>
                    <a:lnTo>
                      <a:pt x="179" y="16"/>
                    </a:lnTo>
                    <a:lnTo>
                      <a:pt x="187" y="16"/>
                    </a:lnTo>
                    <a:lnTo>
                      <a:pt x="187" y="8"/>
                    </a:lnTo>
                    <a:lnTo>
                      <a:pt x="171" y="8"/>
                    </a:lnTo>
                    <a:close/>
                  </a:path>
                </a:pathLst>
              </a:custGeom>
              <a:solidFill>
                <a:srgbClr val="FFFFFF"/>
              </a:solidFill>
              <a:ln w="9525">
                <a:noFill/>
                <a:round/>
              </a:ln>
              <a:effectLst/>
            </p:spPr>
            <p:txBody>
              <a:bodyP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58652" name="Freeform 252"/>
              <p:cNvSpPr/>
              <p:nvPr/>
            </p:nvSpPr>
            <p:spPr bwMode="auto">
              <a:xfrm>
                <a:off x="4568" y="2916"/>
                <a:ext cx="174" cy="11"/>
              </a:xfrm>
              <a:custGeom>
                <a:avLst/>
                <a:gdLst/>
                <a:ahLst/>
                <a:cxnLst>
                  <a:cxn ang="0">
                    <a:pos x="176" y="8"/>
                  </a:cxn>
                  <a:cxn ang="0">
                    <a:pos x="176" y="0"/>
                  </a:cxn>
                  <a:cxn ang="0">
                    <a:pos x="0" y="0"/>
                  </a:cxn>
                  <a:cxn ang="0">
                    <a:pos x="0" y="16"/>
                  </a:cxn>
                  <a:cxn ang="0">
                    <a:pos x="176" y="16"/>
                  </a:cxn>
                  <a:cxn ang="0">
                    <a:pos x="176" y="8"/>
                  </a:cxn>
                </a:cxnLst>
                <a:rect l="0" t="0" r="r" b="b"/>
                <a:pathLst>
                  <a:path w="176" h="16">
                    <a:moveTo>
                      <a:pt x="176" y="8"/>
                    </a:moveTo>
                    <a:lnTo>
                      <a:pt x="176" y="0"/>
                    </a:lnTo>
                    <a:lnTo>
                      <a:pt x="0" y="0"/>
                    </a:lnTo>
                    <a:lnTo>
                      <a:pt x="0" y="16"/>
                    </a:lnTo>
                    <a:lnTo>
                      <a:pt x="176" y="16"/>
                    </a:lnTo>
                    <a:lnTo>
                      <a:pt x="176" y="8"/>
                    </a:lnTo>
                    <a:close/>
                  </a:path>
                </a:pathLst>
              </a:custGeom>
              <a:solidFill>
                <a:srgbClr val="FFFFFF"/>
              </a:solidFill>
              <a:ln w="9525">
                <a:noFill/>
                <a:round/>
              </a:ln>
              <a:effectLst/>
            </p:spPr>
            <p:txBody>
              <a:bodyP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58653" name="Freeform 253"/>
              <p:cNvSpPr/>
              <p:nvPr/>
            </p:nvSpPr>
            <p:spPr bwMode="auto">
              <a:xfrm>
                <a:off x="4568" y="3026"/>
                <a:ext cx="174" cy="18"/>
              </a:xfrm>
              <a:custGeom>
                <a:avLst/>
                <a:gdLst/>
                <a:ahLst/>
                <a:cxnLst>
                  <a:cxn ang="0">
                    <a:pos x="176" y="8"/>
                  </a:cxn>
                  <a:cxn ang="0">
                    <a:pos x="176" y="0"/>
                  </a:cxn>
                  <a:cxn ang="0">
                    <a:pos x="0" y="0"/>
                  </a:cxn>
                  <a:cxn ang="0">
                    <a:pos x="0" y="16"/>
                  </a:cxn>
                  <a:cxn ang="0">
                    <a:pos x="176" y="16"/>
                  </a:cxn>
                  <a:cxn ang="0">
                    <a:pos x="176" y="8"/>
                  </a:cxn>
                </a:cxnLst>
                <a:rect l="0" t="0" r="r" b="b"/>
                <a:pathLst>
                  <a:path w="176" h="16">
                    <a:moveTo>
                      <a:pt x="176" y="8"/>
                    </a:moveTo>
                    <a:lnTo>
                      <a:pt x="176" y="0"/>
                    </a:lnTo>
                    <a:lnTo>
                      <a:pt x="0" y="0"/>
                    </a:lnTo>
                    <a:lnTo>
                      <a:pt x="0" y="16"/>
                    </a:lnTo>
                    <a:lnTo>
                      <a:pt x="176" y="16"/>
                    </a:lnTo>
                    <a:lnTo>
                      <a:pt x="176" y="8"/>
                    </a:lnTo>
                    <a:close/>
                  </a:path>
                </a:pathLst>
              </a:custGeom>
              <a:solidFill>
                <a:srgbClr val="FFFFFF"/>
              </a:solidFill>
              <a:ln w="9525">
                <a:noFill/>
                <a:round/>
              </a:ln>
              <a:effectLst/>
            </p:spPr>
            <p:txBody>
              <a:bodyP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58654" name="Freeform 254"/>
              <p:cNvSpPr/>
              <p:nvPr/>
            </p:nvSpPr>
            <p:spPr bwMode="auto">
              <a:xfrm>
                <a:off x="4644" y="2837"/>
                <a:ext cx="16" cy="300"/>
              </a:xfrm>
              <a:custGeom>
                <a:avLst/>
                <a:gdLst/>
                <a:ahLst/>
                <a:cxnLst>
                  <a:cxn ang="0">
                    <a:pos x="7" y="302"/>
                  </a:cxn>
                  <a:cxn ang="0">
                    <a:pos x="15" y="302"/>
                  </a:cxn>
                  <a:cxn ang="0">
                    <a:pos x="15" y="0"/>
                  </a:cxn>
                  <a:cxn ang="0">
                    <a:pos x="0" y="0"/>
                  </a:cxn>
                  <a:cxn ang="0">
                    <a:pos x="0" y="302"/>
                  </a:cxn>
                  <a:cxn ang="0">
                    <a:pos x="7" y="302"/>
                  </a:cxn>
                </a:cxnLst>
                <a:rect l="0" t="0" r="r" b="b"/>
                <a:pathLst>
                  <a:path w="15" h="302">
                    <a:moveTo>
                      <a:pt x="7" y="302"/>
                    </a:moveTo>
                    <a:lnTo>
                      <a:pt x="15" y="302"/>
                    </a:lnTo>
                    <a:lnTo>
                      <a:pt x="15" y="0"/>
                    </a:lnTo>
                    <a:lnTo>
                      <a:pt x="0" y="0"/>
                    </a:lnTo>
                    <a:lnTo>
                      <a:pt x="0" y="302"/>
                    </a:lnTo>
                    <a:lnTo>
                      <a:pt x="7" y="302"/>
                    </a:lnTo>
                    <a:close/>
                  </a:path>
                </a:pathLst>
              </a:custGeom>
              <a:solidFill>
                <a:srgbClr val="FFFFFF"/>
              </a:solidFill>
              <a:ln w="9525">
                <a:noFill/>
                <a:round/>
              </a:ln>
              <a:effectLst/>
            </p:spPr>
            <p:txBody>
              <a:bodyP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58655" name="Freeform 255"/>
              <p:cNvSpPr/>
              <p:nvPr/>
            </p:nvSpPr>
            <p:spPr bwMode="auto">
              <a:xfrm>
                <a:off x="5240" y="2819"/>
                <a:ext cx="16" cy="318"/>
              </a:xfrm>
              <a:custGeom>
                <a:avLst/>
                <a:gdLst/>
                <a:ahLst/>
                <a:cxnLst>
                  <a:cxn ang="0">
                    <a:pos x="8" y="16"/>
                  </a:cxn>
                  <a:cxn ang="0">
                    <a:pos x="0" y="8"/>
                  </a:cxn>
                  <a:cxn ang="0">
                    <a:pos x="0" y="320"/>
                  </a:cxn>
                  <a:cxn ang="0">
                    <a:pos x="16" y="320"/>
                  </a:cxn>
                  <a:cxn ang="0">
                    <a:pos x="16" y="8"/>
                  </a:cxn>
                  <a:cxn ang="0">
                    <a:pos x="8" y="0"/>
                  </a:cxn>
                  <a:cxn ang="0">
                    <a:pos x="16" y="8"/>
                  </a:cxn>
                  <a:cxn ang="0">
                    <a:pos x="16" y="0"/>
                  </a:cxn>
                  <a:cxn ang="0">
                    <a:pos x="8" y="0"/>
                  </a:cxn>
                  <a:cxn ang="0">
                    <a:pos x="8" y="16"/>
                  </a:cxn>
                </a:cxnLst>
                <a:rect l="0" t="0" r="r" b="b"/>
                <a:pathLst>
                  <a:path w="16" h="320">
                    <a:moveTo>
                      <a:pt x="8" y="16"/>
                    </a:moveTo>
                    <a:lnTo>
                      <a:pt x="0" y="8"/>
                    </a:lnTo>
                    <a:lnTo>
                      <a:pt x="0" y="320"/>
                    </a:lnTo>
                    <a:lnTo>
                      <a:pt x="16" y="320"/>
                    </a:lnTo>
                    <a:lnTo>
                      <a:pt x="16" y="8"/>
                    </a:lnTo>
                    <a:lnTo>
                      <a:pt x="8" y="0"/>
                    </a:lnTo>
                    <a:lnTo>
                      <a:pt x="16" y="8"/>
                    </a:lnTo>
                    <a:lnTo>
                      <a:pt x="16" y="0"/>
                    </a:lnTo>
                    <a:lnTo>
                      <a:pt x="8" y="0"/>
                    </a:lnTo>
                    <a:lnTo>
                      <a:pt x="8" y="16"/>
                    </a:lnTo>
                    <a:close/>
                  </a:path>
                </a:pathLst>
              </a:custGeom>
              <a:solidFill>
                <a:srgbClr val="FFFFFF"/>
              </a:solidFill>
              <a:ln w="9525">
                <a:noFill/>
                <a:round/>
              </a:ln>
              <a:effectLst/>
            </p:spPr>
            <p:txBody>
              <a:bodyP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58656" name="Freeform 256"/>
              <p:cNvSpPr/>
              <p:nvPr/>
            </p:nvSpPr>
            <p:spPr bwMode="auto">
              <a:xfrm>
                <a:off x="5059" y="2819"/>
                <a:ext cx="187" cy="21"/>
              </a:xfrm>
              <a:custGeom>
                <a:avLst/>
                <a:gdLst/>
                <a:ahLst/>
                <a:cxnLst>
                  <a:cxn ang="0">
                    <a:pos x="16" y="8"/>
                  </a:cxn>
                  <a:cxn ang="0">
                    <a:pos x="8" y="16"/>
                  </a:cxn>
                  <a:cxn ang="0">
                    <a:pos x="187" y="16"/>
                  </a:cxn>
                  <a:cxn ang="0">
                    <a:pos x="187" y="0"/>
                  </a:cxn>
                  <a:cxn ang="0">
                    <a:pos x="8" y="0"/>
                  </a:cxn>
                  <a:cxn ang="0">
                    <a:pos x="0" y="8"/>
                  </a:cxn>
                  <a:cxn ang="0">
                    <a:pos x="8" y="0"/>
                  </a:cxn>
                  <a:cxn ang="0">
                    <a:pos x="0" y="0"/>
                  </a:cxn>
                  <a:cxn ang="0">
                    <a:pos x="0" y="8"/>
                  </a:cxn>
                  <a:cxn ang="0">
                    <a:pos x="16" y="8"/>
                  </a:cxn>
                </a:cxnLst>
                <a:rect l="0" t="0" r="r" b="b"/>
                <a:pathLst>
                  <a:path w="187" h="16">
                    <a:moveTo>
                      <a:pt x="16" y="8"/>
                    </a:moveTo>
                    <a:lnTo>
                      <a:pt x="8" y="16"/>
                    </a:lnTo>
                    <a:lnTo>
                      <a:pt x="187" y="16"/>
                    </a:lnTo>
                    <a:lnTo>
                      <a:pt x="187" y="0"/>
                    </a:lnTo>
                    <a:lnTo>
                      <a:pt x="8" y="0"/>
                    </a:lnTo>
                    <a:lnTo>
                      <a:pt x="0" y="8"/>
                    </a:lnTo>
                    <a:lnTo>
                      <a:pt x="8" y="0"/>
                    </a:lnTo>
                    <a:lnTo>
                      <a:pt x="0" y="0"/>
                    </a:lnTo>
                    <a:lnTo>
                      <a:pt x="0" y="8"/>
                    </a:lnTo>
                    <a:lnTo>
                      <a:pt x="16" y="8"/>
                    </a:lnTo>
                    <a:close/>
                  </a:path>
                </a:pathLst>
              </a:custGeom>
              <a:solidFill>
                <a:srgbClr val="FFFFFF"/>
              </a:solidFill>
              <a:ln w="9525">
                <a:noFill/>
                <a:round/>
              </a:ln>
              <a:effectLst/>
            </p:spPr>
            <p:txBody>
              <a:bodyP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58657" name="Freeform 257"/>
              <p:cNvSpPr/>
              <p:nvPr/>
            </p:nvSpPr>
            <p:spPr bwMode="auto">
              <a:xfrm>
                <a:off x="5059" y="2826"/>
                <a:ext cx="16" cy="318"/>
              </a:xfrm>
              <a:custGeom>
                <a:avLst/>
                <a:gdLst/>
                <a:ahLst/>
                <a:cxnLst>
                  <a:cxn ang="0">
                    <a:pos x="8" y="304"/>
                  </a:cxn>
                  <a:cxn ang="0">
                    <a:pos x="16" y="312"/>
                  </a:cxn>
                  <a:cxn ang="0">
                    <a:pos x="16" y="0"/>
                  </a:cxn>
                  <a:cxn ang="0">
                    <a:pos x="0" y="0"/>
                  </a:cxn>
                  <a:cxn ang="0">
                    <a:pos x="0" y="312"/>
                  </a:cxn>
                  <a:cxn ang="0">
                    <a:pos x="8" y="320"/>
                  </a:cxn>
                  <a:cxn ang="0">
                    <a:pos x="0" y="312"/>
                  </a:cxn>
                  <a:cxn ang="0">
                    <a:pos x="0" y="320"/>
                  </a:cxn>
                  <a:cxn ang="0">
                    <a:pos x="8" y="320"/>
                  </a:cxn>
                  <a:cxn ang="0">
                    <a:pos x="8" y="304"/>
                  </a:cxn>
                </a:cxnLst>
                <a:rect l="0" t="0" r="r" b="b"/>
                <a:pathLst>
                  <a:path w="16" h="320">
                    <a:moveTo>
                      <a:pt x="8" y="304"/>
                    </a:moveTo>
                    <a:lnTo>
                      <a:pt x="16" y="312"/>
                    </a:lnTo>
                    <a:lnTo>
                      <a:pt x="16" y="0"/>
                    </a:lnTo>
                    <a:lnTo>
                      <a:pt x="0" y="0"/>
                    </a:lnTo>
                    <a:lnTo>
                      <a:pt x="0" y="312"/>
                    </a:lnTo>
                    <a:lnTo>
                      <a:pt x="8" y="320"/>
                    </a:lnTo>
                    <a:lnTo>
                      <a:pt x="0" y="312"/>
                    </a:lnTo>
                    <a:lnTo>
                      <a:pt x="0" y="320"/>
                    </a:lnTo>
                    <a:lnTo>
                      <a:pt x="8" y="320"/>
                    </a:lnTo>
                    <a:lnTo>
                      <a:pt x="8" y="304"/>
                    </a:lnTo>
                    <a:close/>
                  </a:path>
                </a:pathLst>
              </a:custGeom>
              <a:solidFill>
                <a:srgbClr val="FFFFFF"/>
              </a:solidFill>
              <a:ln w="9525">
                <a:noFill/>
                <a:round/>
              </a:ln>
              <a:effectLst/>
            </p:spPr>
            <p:txBody>
              <a:bodyP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58658" name="Freeform 258"/>
              <p:cNvSpPr/>
              <p:nvPr/>
            </p:nvSpPr>
            <p:spPr bwMode="auto">
              <a:xfrm>
                <a:off x="5069" y="3134"/>
                <a:ext cx="187" cy="14"/>
              </a:xfrm>
              <a:custGeom>
                <a:avLst/>
                <a:gdLst/>
                <a:ahLst/>
                <a:cxnLst>
                  <a:cxn ang="0">
                    <a:pos x="171" y="8"/>
                  </a:cxn>
                  <a:cxn ang="0">
                    <a:pos x="179" y="0"/>
                  </a:cxn>
                  <a:cxn ang="0">
                    <a:pos x="0" y="0"/>
                  </a:cxn>
                  <a:cxn ang="0">
                    <a:pos x="0" y="16"/>
                  </a:cxn>
                  <a:cxn ang="0">
                    <a:pos x="179" y="16"/>
                  </a:cxn>
                  <a:cxn ang="0">
                    <a:pos x="187" y="8"/>
                  </a:cxn>
                  <a:cxn ang="0">
                    <a:pos x="179" y="16"/>
                  </a:cxn>
                  <a:cxn ang="0">
                    <a:pos x="187" y="16"/>
                  </a:cxn>
                  <a:cxn ang="0">
                    <a:pos x="187" y="8"/>
                  </a:cxn>
                  <a:cxn ang="0">
                    <a:pos x="171" y="8"/>
                  </a:cxn>
                </a:cxnLst>
                <a:rect l="0" t="0" r="r" b="b"/>
                <a:pathLst>
                  <a:path w="187" h="16">
                    <a:moveTo>
                      <a:pt x="171" y="8"/>
                    </a:moveTo>
                    <a:lnTo>
                      <a:pt x="179" y="0"/>
                    </a:lnTo>
                    <a:lnTo>
                      <a:pt x="0" y="0"/>
                    </a:lnTo>
                    <a:lnTo>
                      <a:pt x="0" y="16"/>
                    </a:lnTo>
                    <a:lnTo>
                      <a:pt x="179" y="16"/>
                    </a:lnTo>
                    <a:lnTo>
                      <a:pt x="187" y="8"/>
                    </a:lnTo>
                    <a:lnTo>
                      <a:pt x="179" y="16"/>
                    </a:lnTo>
                    <a:lnTo>
                      <a:pt x="187" y="16"/>
                    </a:lnTo>
                    <a:lnTo>
                      <a:pt x="187" y="8"/>
                    </a:lnTo>
                    <a:lnTo>
                      <a:pt x="171" y="8"/>
                    </a:lnTo>
                    <a:close/>
                  </a:path>
                </a:pathLst>
              </a:custGeom>
              <a:solidFill>
                <a:srgbClr val="FFFFFF"/>
              </a:solidFill>
              <a:ln w="9525">
                <a:noFill/>
                <a:round/>
              </a:ln>
              <a:effectLst/>
            </p:spPr>
            <p:txBody>
              <a:bodyP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58659" name="Freeform 259"/>
              <p:cNvSpPr/>
              <p:nvPr/>
            </p:nvSpPr>
            <p:spPr bwMode="auto">
              <a:xfrm>
                <a:off x="5069" y="2916"/>
                <a:ext cx="174" cy="11"/>
              </a:xfrm>
              <a:custGeom>
                <a:avLst/>
                <a:gdLst/>
                <a:ahLst/>
                <a:cxnLst>
                  <a:cxn ang="0">
                    <a:pos x="175" y="8"/>
                  </a:cxn>
                  <a:cxn ang="0">
                    <a:pos x="175" y="0"/>
                  </a:cxn>
                  <a:cxn ang="0">
                    <a:pos x="0" y="0"/>
                  </a:cxn>
                  <a:cxn ang="0">
                    <a:pos x="0" y="16"/>
                  </a:cxn>
                  <a:cxn ang="0">
                    <a:pos x="175" y="16"/>
                  </a:cxn>
                  <a:cxn ang="0">
                    <a:pos x="175" y="8"/>
                  </a:cxn>
                </a:cxnLst>
                <a:rect l="0" t="0" r="r" b="b"/>
                <a:pathLst>
                  <a:path w="175" h="16">
                    <a:moveTo>
                      <a:pt x="175" y="8"/>
                    </a:moveTo>
                    <a:lnTo>
                      <a:pt x="175" y="0"/>
                    </a:lnTo>
                    <a:lnTo>
                      <a:pt x="0" y="0"/>
                    </a:lnTo>
                    <a:lnTo>
                      <a:pt x="0" y="16"/>
                    </a:lnTo>
                    <a:lnTo>
                      <a:pt x="175" y="16"/>
                    </a:lnTo>
                    <a:lnTo>
                      <a:pt x="175" y="8"/>
                    </a:lnTo>
                    <a:close/>
                  </a:path>
                </a:pathLst>
              </a:custGeom>
              <a:solidFill>
                <a:srgbClr val="FFFFFF"/>
              </a:solidFill>
              <a:ln w="9525">
                <a:noFill/>
                <a:round/>
              </a:ln>
              <a:effectLst/>
            </p:spPr>
            <p:txBody>
              <a:bodyP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58660" name="Freeform 260"/>
              <p:cNvSpPr/>
              <p:nvPr/>
            </p:nvSpPr>
            <p:spPr bwMode="auto">
              <a:xfrm>
                <a:off x="5069" y="3026"/>
                <a:ext cx="174" cy="18"/>
              </a:xfrm>
              <a:custGeom>
                <a:avLst/>
                <a:gdLst/>
                <a:ahLst/>
                <a:cxnLst>
                  <a:cxn ang="0">
                    <a:pos x="175" y="8"/>
                  </a:cxn>
                  <a:cxn ang="0">
                    <a:pos x="175" y="0"/>
                  </a:cxn>
                  <a:cxn ang="0">
                    <a:pos x="0" y="0"/>
                  </a:cxn>
                  <a:cxn ang="0">
                    <a:pos x="0" y="16"/>
                  </a:cxn>
                  <a:cxn ang="0">
                    <a:pos x="175" y="16"/>
                  </a:cxn>
                  <a:cxn ang="0">
                    <a:pos x="175" y="8"/>
                  </a:cxn>
                </a:cxnLst>
                <a:rect l="0" t="0" r="r" b="b"/>
                <a:pathLst>
                  <a:path w="175" h="16">
                    <a:moveTo>
                      <a:pt x="175" y="8"/>
                    </a:moveTo>
                    <a:lnTo>
                      <a:pt x="175" y="0"/>
                    </a:lnTo>
                    <a:lnTo>
                      <a:pt x="0" y="0"/>
                    </a:lnTo>
                    <a:lnTo>
                      <a:pt x="0" y="16"/>
                    </a:lnTo>
                    <a:lnTo>
                      <a:pt x="175" y="16"/>
                    </a:lnTo>
                    <a:lnTo>
                      <a:pt x="175" y="8"/>
                    </a:lnTo>
                    <a:close/>
                  </a:path>
                </a:pathLst>
              </a:custGeom>
              <a:solidFill>
                <a:srgbClr val="FFFFFF"/>
              </a:solidFill>
              <a:ln w="9525">
                <a:noFill/>
                <a:round/>
              </a:ln>
              <a:effectLst/>
            </p:spPr>
            <p:txBody>
              <a:bodyP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58661" name="Freeform 261"/>
              <p:cNvSpPr/>
              <p:nvPr/>
            </p:nvSpPr>
            <p:spPr bwMode="auto">
              <a:xfrm>
                <a:off x="5148" y="2837"/>
                <a:ext cx="13" cy="300"/>
              </a:xfrm>
              <a:custGeom>
                <a:avLst/>
                <a:gdLst/>
                <a:ahLst/>
                <a:cxnLst>
                  <a:cxn ang="0">
                    <a:pos x="8" y="302"/>
                  </a:cxn>
                  <a:cxn ang="0">
                    <a:pos x="16" y="302"/>
                  </a:cxn>
                  <a:cxn ang="0">
                    <a:pos x="16" y="0"/>
                  </a:cxn>
                  <a:cxn ang="0">
                    <a:pos x="0" y="0"/>
                  </a:cxn>
                  <a:cxn ang="0">
                    <a:pos x="0" y="302"/>
                  </a:cxn>
                  <a:cxn ang="0">
                    <a:pos x="8" y="302"/>
                  </a:cxn>
                </a:cxnLst>
                <a:rect l="0" t="0" r="r" b="b"/>
                <a:pathLst>
                  <a:path w="16" h="302">
                    <a:moveTo>
                      <a:pt x="8" y="302"/>
                    </a:moveTo>
                    <a:lnTo>
                      <a:pt x="16" y="302"/>
                    </a:lnTo>
                    <a:lnTo>
                      <a:pt x="16" y="0"/>
                    </a:lnTo>
                    <a:lnTo>
                      <a:pt x="0" y="0"/>
                    </a:lnTo>
                    <a:lnTo>
                      <a:pt x="0" y="302"/>
                    </a:lnTo>
                    <a:lnTo>
                      <a:pt x="8" y="302"/>
                    </a:lnTo>
                    <a:close/>
                  </a:path>
                </a:pathLst>
              </a:custGeom>
              <a:solidFill>
                <a:srgbClr val="FFFFFF"/>
              </a:solidFill>
              <a:ln w="9525">
                <a:noFill/>
                <a:round/>
              </a:ln>
              <a:effectLst/>
            </p:spPr>
            <p:txBody>
              <a:bodyP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58662" name="Freeform 262"/>
              <p:cNvSpPr/>
              <p:nvPr/>
            </p:nvSpPr>
            <p:spPr bwMode="auto">
              <a:xfrm>
                <a:off x="4850" y="2237"/>
                <a:ext cx="101" cy="111"/>
              </a:xfrm>
              <a:custGeom>
                <a:avLst/>
                <a:gdLst/>
                <a:ahLst/>
                <a:cxnLst>
                  <a:cxn ang="0">
                    <a:pos x="59" y="112"/>
                  </a:cxn>
                  <a:cxn ang="0">
                    <a:pos x="76" y="112"/>
                  </a:cxn>
                  <a:cxn ang="0">
                    <a:pos x="89" y="109"/>
                  </a:cxn>
                  <a:cxn ang="0">
                    <a:pos x="99" y="107"/>
                  </a:cxn>
                  <a:cxn ang="0">
                    <a:pos x="102" y="104"/>
                  </a:cxn>
                  <a:cxn ang="0">
                    <a:pos x="103" y="103"/>
                  </a:cxn>
                  <a:cxn ang="0">
                    <a:pos x="103" y="98"/>
                  </a:cxn>
                  <a:cxn ang="0">
                    <a:pos x="100" y="88"/>
                  </a:cxn>
                  <a:cxn ang="0">
                    <a:pos x="97" y="79"/>
                  </a:cxn>
                  <a:cxn ang="0">
                    <a:pos x="95" y="73"/>
                  </a:cxn>
                  <a:cxn ang="0">
                    <a:pos x="95" y="68"/>
                  </a:cxn>
                  <a:cxn ang="0">
                    <a:pos x="94" y="66"/>
                  </a:cxn>
                  <a:cxn ang="0">
                    <a:pos x="92" y="60"/>
                  </a:cxn>
                  <a:cxn ang="0">
                    <a:pos x="91" y="50"/>
                  </a:cxn>
                  <a:cxn ang="0">
                    <a:pos x="91" y="42"/>
                  </a:cxn>
                  <a:cxn ang="0">
                    <a:pos x="91" y="41"/>
                  </a:cxn>
                  <a:cxn ang="0">
                    <a:pos x="89" y="33"/>
                  </a:cxn>
                  <a:cxn ang="0">
                    <a:pos x="89" y="22"/>
                  </a:cxn>
                  <a:cxn ang="0">
                    <a:pos x="87" y="9"/>
                  </a:cxn>
                  <a:cxn ang="0">
                    <a:pos x="75" y="1"/>
                  </a:cxn>
                  <a:cxn ang="0">
                    <a:pos x="59" y="0"/>
                  </a:cxn>
                  <a:cxn ang="0">
                    <a:pos x="45" y="3"/>
                  </a:cxn>
                  <a:cxn ang="0">
                    <a:pos x="38" y="14"/>
                  </a:cxn>
                  <a:cxn ang="0">
                    <a:pos x="34" y="25"/>
                  </a:cxn>
                  <a:cxn ang="0">
                    <a:pos x="30" y="31"/>
                  </a:cxn>
                  <a:cxn ang="0">
                    <a:pos x="30" y="33"/>
                  </a:cxn>
                  <a:cxn ang="0">
                    <a:pos x="27" y="39"/>
                  </a:cxn>
                  <a:cxn ang="0">
                    <a:pos x="23" y="49"/>
                  </a:cxn>
                  <a:cxn ang="0">
                    <a:pos x="19" y="54"/>
                  </a:cxn>
                  <a:cxn ang="0">
                    <a:pos x="19" y="55"/>
                  </a:cxn>
                  <a:cxn ang="0">
                    <a:pos x="16" y="58"/>
                  </a:cxn>
                  <a:cxn ang="0">
                    <a:pos x="11" y="63"/>
                  </a:cxn>
                  <a:cxn ang="0">
                    <a:pos x="5" y="73"/>
                  </a:cxn>
                  <a:cxn ang="0">
                    <a:pos x="0" y="82"/>
                  </a:cxn>
                  <a:cxn ang="0">
                    <a:pos x="0" y="87"/>
                  </a:cxn>
                  <a:cxn ang="0">
                    <a:pos x="0" y="88"/>
                  </a:cxn>
                  <a:cxn ang="0">
                    <a:pos x="7" y="93"/>
                  </a:cxn>
                  <a:cxn ang="0">
                    <a:pos x="29" y="106"/>
                  </a:cxn>
                </a:cxnLst>
                <a:rect l="0" t="0" r="r" b="b"/>
                <a:pathLst>
                  <a:path w="103" h="112">
                    <a:moveTo>
                      <a:pt x="48" y="110"/>
                    </a:moveTo>
                    <a:lnTo>
                      <a:pt x="59" y="112"/>
                    </a:lnTo>
                    <a:lnTo>
                      <a:pt x="68" y="112"/>
                    </a:lnTo>
                    <a:lnTo>
                      <a:pt x="76" y="112"/>
                    </a:lnTo>
                    <a:lnTo>
                      <a:pt x="84" y="110"/>
                    </a:lnTo>
                    <a:lnTo>
                      <a:pt x="89" y="109"/>
                    </a:lnTo>
                    <a:lnTo>
                      <a:pt x="94" y="107"/>
                    </a:lnTo>
                    <a:lnTo>
                      <a:pt x="99" y="107"/>
                    </a:lnTo>
                    <a:lnTo>
                      <a:pt x="100" y="106"/>
                    </a:lnTo>
                    <a:lnTo>
                      <a:pt x="102" y="104"/>
                    </a:lnTo>
                    <a:lnTo>
                      <a:pt x="102" y="103"/>
                    </a:lnTo>
                    <a:lnTo>
                      <a:pt x="103" y="103"/>
                    </a:lnTo>
                    <a:lnTo>
                      <a:pt x="103" y="101"/>
                    </a:lnTo>
                    <a:lnTo>
                      <a:pt x="103" y="98"/>
                    </a:lnTo>
                    <a:lnTo>
                      <a:pt x="103" y="93"/>
                    </a:lnTo>
                    <a:lnTo>
                      <a:pt x="100" y="88"/>
                    </a:lnTo>
                    <a:lnTo>
                      <a:pt x="99" y="82"/>
                    </a:lnTo>
                    <a:lnTo>
                      <a:pt x="97" y="79"/>
                    </a:lnTo>
                    <a:lnTo>
                      <a:pt x="97" y="76"/>
                    </a:lnTo>
                    <a:lnTo>
                      <a:pt x="95" y="73"/>
                    </a:lnTo>
                    <a:lnTo>
                      <a:pt x="95" y="69"/>
                    </a:lnTo>
                    <a:lnTo>
                      <a:pt x="95" y="68"/>
                    </a:lnTo>
                    <a:lnTo>
                      <a:pt x="95" y="68"/>
                    </a:lnTo>
                    <a:lnTo>
                      <a:pt x="94" y="66"/>
                    </a:lnTo>
                    <a:lnTo>
                      <a:pt x="94" y="66"/>
                    </a:lnTo>
                    <a:lnTo>
                      <a:pt x="92" y="60"/>
                    </a:lnTo>
                    <a:lnTo>
                      <a:pt x="92" y="55"/>
                    </a:lnTo>
                    <a:lnTo>
                      <a:pt x="91" y="50"/>
                    </a:lnTo>
                    <a:lnTo>
                      <a:pt x="91" y="44"/>
                    </a:lnTo>
                    <a:lnTo>
                      <a:pt x="91" y="42"/>
                    </a:lnTo>
                    <a:lnTo>
                      <a:pt x="91" y="42"/>
                    </a:lnTo>
                    <a:lnTo>
                      <a:pt x="91" y="41"/>
                    </a:lnTo>
                    <a:lnTo>
                      <a:pt x="91" y="41"/>
                    </a:lnTo>
                    <a:lnTo>
                      <a:pt x="89" y="33"/>
                    </a:lnTo>
                    <a:lnTo>
                      <a:pt x="89" y="27"/>
                    </a:lnTo>
                    <a:lnTo>
                      <a:pt x="89" y="22"/>
                    </a:lnTo>
                    <a:lnTo>
                      <a:pt x="89" y="17"/>
                    </a:lnTo>
                    <a:lnTo>
                      <a:pt x="87" y="9"/>
                    </a:lnTo>
                    <a:lnTo>
                      <a:pt x="83" y="5"/>
                    </a:lnTo>
                    <a:lnTo>
                      <a:pt x="75" y="1"/>
                    </a:lnTo>
                    <a:lnTo>
                      <a:pt x="67" y="0"/>
                    </a:lnTo>
                    <a:lnTo>
                      <a:pt x="59" y="0"/>
                    </a:lnTo>
                    <a:lnTo>
                      <a:pt x="51" y="0"/>
                    </a:lnTo>
                    <a:lnTo>
                      <a:pt x="45" y="3"/>
                    </a:lnTo>
                    <a:lnTo>
                      <a:pt x="40" y="9"/>
                    </a:lnTo>
                    <a:lnTo>
                      <a:pt x="38" y="14"/>
                    </a:lnTo>
                    <a:lnTo>
                      <a:pt x="37" y="19"/>
                    </a:lnTo>
                    <a:lnTo>
                      <a:pt x="34" y="25"/>
                    </a:lnTo>
                    <a:lnTo>
                      <a:pt x="30" y="31"/>
                    </a:lnTo>
                    <a:lnTo>
                      <a:pt x="30" y="31"/>
                    </a:lnTo>
                    <a:lnTo>
                      <a:pt x="30" y="33"/>
                    </a:lnTo>
                    <a:lnTo>
                      <a:pt x="30" y="33"/>
                    </a:lnTo>
                    <a:lnTo>
                      <a:pt x="30" y="35"/>
                    </a:lnTo>
                    <a:lnTo>
                      <a:pt x="27" y="39"/>
                    </a:lnTo>
                    <a:lnTo>
                      <a:pt x="26" y="44"/>
                    </a:lnTo>
                    <a:lnTo>
                      <a:pt x="23" y="49"/>
                    </a:lnTo>
                    <a:lnTo>
                      <a:pt x="19" y="54"/>
                    </a:lnTo>
                    <a:lnTo>
                      <a:pt x="19" y="54"/>
                    </a:lnTo>
                    <a:lnTo>
                      <a:pt x="19" y="54"/>
                    </a:lnTo>
                    <a:lnTo>
                      <a:pt x="19" y="55"/>
                    </a:lnTo>
                    <a:lnTo>
                      <a:pt x="18" y="55"/>
                    </a:lnTo>
                    <a:lnTo>
                      <a:pt x="16" y="58"/>
                    </a:lnTo>
                    <a:lnTo>
                      <a:pt x="15" y="61"/>
                    </a:lnTo>
                    <a:lnTo>
                      <a:pt x="11" y="63"/>
                    </a:lnTo>
                    <a:lnTo>
                      <a:pt x="10" y="66"/>
                    </a:lnTo>
                    <a:lnTo>
                      <a:pt x="5" y="73"/>
                    </a:lnTo>
                    <a:lnTo>
                      <a:pt x="2" y="77"/>
                    </a:lnTo>
                    <a:lnTo>
                      <a:pt x="0" y="82"/>
                    </a:lnTo>
                    <a:lnTo>
                      <a:pt x="0" y="85"/>
                    </a:lnTo>
                    <a:lnTo>
                      <a:pt x="0" y="87"/>
                    </a:lnTo>
                    <a:lnTo>
                      <a:pt x="0" y="87"/>
                    </a:lnTo>
                    <a:lnTo>
                      <a:pt x="0" y="88"/>
                    </a:lnTo>
                    <a:lnTo>
                      <a:pt x="2" y="88"/>
                    </a:lnTo>
                    <a:lnTo>
                      <a:pt x="7" y="93"/>
                    </a:lnTo>
                    <a:lnTo>
                      <a:pt x="15" y="99"/>
                    </a:lnTo>
                    <a:lnTo>
                      <a:pt x="29" y="106"/>
                    </a:lnTo>
                    <a:lnTo>
                      <a:pt x="48" y="110"/>
                    </a:lnTo>
                    <a:close/>
                  </a:path>
                </a:pathLst>
              </a:custGeom>
              <a:solidFill>
                <a:srgbClr val="000000"/>
              </a:solidFill>
              <a:ln w="9525">
                <a:noFill/>
                <a:round/>
              </a:ln>
              <a:effectLst/>
            </p:spPr>
            <p:txBody>
              <a:bodyP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358663" name="Freeform 263"/>
              <p:cNvSpPr/>
              <p:nvPr/>
            </p:nvSpPr>
            <p:spPr bwMode="auto">
              <a:xfrm>
                <a:off x="4850" y="2316"/>
                <a:ext cx="101" cy="29"/>
              </a:xfrm>
              <a:custGeom>
                <a:avLst/>
                <a:gdLst/>
                <a:ahLst/>
                <a:cxnLst>
                  <a:cxn ang="0">
                    <a:pos x="40" y="3"/>
                  </a:cxn>
                  <a:cxn ang="0">
                    <a:pos x="49" y="5"/>
                  </a:cxn>
                  <a:cxn ang="0">
                    <a:pos x="59" y="6"/>
                  </a:cxn>
                  <a:cxn ang="0">
                    <a:pos x="67" y="8"/>
                  </a:cxn>
                  <a:cxn ang="0">
                    <a:pos x="75" y="11"/>
                  </a:cxn>
                  <a:cxn ang="0">
                    <a:pos x="83" y="14"/>
                  </a:cxn>
                  <a:cxn ang="0">
                    <a:pos x="89" y="17"/>
                  </a:cxn>
                  <a:cxn ang="0">
                    <a:pos x="95" y="22"/>
                  </a:cxn>
                  <a:cxn ang="0">
                    <a:pos x="100" y="27"/>
                  </a:cxn>
                  <a:cxn ang="0">
                    <a:pos x="102" y="25"/>
                  </a:cxn>
                  <a:cxn ang="0">
                    <a:pos x="102" y="24"/>
                  </a:cxn>
                  <a:cxn ang="0">
                    <a:pos x="103" y="24"/>
                  </a:cxn>
                  <a:cxn ang="0">
                    <a:pos x="103" y="22"/>
                  </a:cxn>
                  <a:cxn ang="0">
                    <a:pos x="94" y="14"/>
                  </a:cxn>
                  <a:cxn ang="0">
                    <a:pos x="81" y="9"/>
                  </a:cxn>
                  <a:cxn ang="0">
                    <a:pos x="68" y="5"/>
                  </a:cxn>
                  <a:cxn ang="0">
                    <a:pos x="53" y="1"/>
                  </a:cxn>
                  <a:cxn ang="0">
                    <a:pos x="38" y="0"/>
                  </a:cxn>
                  <a:cxn ang="0">
                    <a:pos x="24" y="0"/>
                  </a:cxn>
                  <a:cxn ang="0">
                    <a:pos x="11" y="1"/>
                  </a:cxn>
                  <a:cxn ang="0">
                    <a:pos x="0" y="6"/>
                  </a:cxn>
                  <a:cxn ang="0">
                    <a:pos x="0" y="8"/>
                  </a:cxn>
                  <a:cxn ang="0">
                    <a:pos x="0" y="8"/>
                  </a:cxn>
                  <a:cxn ang="0">
                    <a:pos x="0" y="9"/>
                  </a:cxn>
                  <a:cxn ang="0">
                    <a:pos x="2" y="9"/>
                  </a:cxn>
                  <a:cxn ang="0">
                    <a:pos x="10" y="6"/>
                  </a:cxn>
                  <a:cxn ang="0">
                    <a:pos x="18" y="5"/>
                  </a:cxn>
                  <a:cxn ang="0">
                    <a:pos x="27" y="3"/>
                  </a:cxn>
                  <a:cxn ang="0">
                    <a:pos x="37" y="3"/>
                  </a:cxn>
                  <a:cxn ang="0">
                    <a:pos x="35" y="5"/>
                  </a:cxn>
                  <a:cxn ang="0">
                    <a:pos x="35" y="6"/>
                  </a:cxn>
                  <a:cxn ang="0">
                    <a:pos x="35" y="8"/>
                  </a:cxn>
                  <a:cxn ang="0">
                    <a:pos x="34" y="9"/>
                  </a:cxn>
                  <a:cxn ang="0">
                    <a:pos x="30" y="9"/>
                  </a:cxn>
                  <a:cxn ang="0">
                    <a:pos x="27" y="11"/>
                  </a:cxn>
                  <a:cxn ang="0">
                    <a:pos x="26" y="14"/>
                  </a:cxn>
                  <a:cxn ang="0">
                    <a:pos x="24" y="16"/>
                  </a:cxn>
                  <a:cxn ang="0">
                    <a:pos x="24" y="17"/>
                  </a:cxn>
                  <a:cxn ang="0">
                    <a:pos x="24" y="20"/>
                  </a:cxn>
                  <a:cxn ang="0">
                    <a:pos x="24" y="24"/>
                  </a:cxn>
                  <a:cxn ang="0">
                    <a:pos x="26" y="27"/>
                  </a:cxn>
                  <a:cxn ang="0">
                    <a:pos x="27" y="27"/>
                  </a:cxn>
                  <a:cxn ang="0">
                    <a:pos x="27" y="27"/>
                  </a:cxn>
                  <a:cxn ang="0">
                    <a:pos x="27" y="27"/>
                  </a:cxn>
                  <a:cxn ang="0">
                    <a:pos x="29" y="27"/>
                  </a:cxn>
                  <a:cxn ang="0">
                    <a:pos x="29" y="28"/>
                  </a:cxn>
                  <a:cxn ang="0">
                    <a:pos x="30" y="28"/>
                  </a:cxn>
                  <a:cxn ang="0">
                    <a:pos x="30" y="28"/>
                  </a:cxn>
                  <a:cxn ang="0">
                    <a:pos x="32" y="28"/>
                  </a:cxn>
                  <a:cxn ang="0">
                    <a:pos x="35" y="28"/>
                  </a:cxn>
                  <a:cxn ang="0">
                    <a:pos x="38" y="25"/>
                  </a:cxn>
                  <a:cxn ang="0">
                    <a:pos x="40" y="24"/>
                  </a:cxn>
                  <a:cxn ang="0">
                    <a:pos x="40" y="22"/>
                  </a:cxn>
                  <a:cxn ang="0">
                    <a:pos x="42" y="19"/>
                  </a:cxn>
                  <a:cxn ang="0">
                    <a:pos x="42" y="16"/>
                  </a:cxn>
                  <a:cxn ang="0">
                    <a:pos x="40" y="12"/>
                  </a:cxn>
                  <a:cxn ang="0">
                    <a:pos x="37" y="11"/>
                  </a:cxn>
                  <a:cxn ang="0">
                    <a:pos x="38" y="9"/>
                  </a:cxn>
                  <a:cxn ang="0">
                    <a:pos x="38" y="6"/>
                  </a:cxn>
                  <a:cxn ang="0">
                    <a:pos x="38" y="5"/>
                  </a:cxn>
                  <a:cxn ang="0">
                    <a:pos x="40" y="3"/>
                  </a:cxn>
                </a:cxnLst>
                <a:rect l="0" t="0" r="r" b="b"/>
                <a:pathLst>
                  <a:path w="103" h="28">
                    <a:moveTo>
                      <a:pt x="40" y="3"/>
                    </a:moveTo>
                    <a:lnTo>
                      <a:pt x="49" y="5"/>
                    </a:lnTo>
                    <a:lnTo>
                      <a:pt x="59" y="6"/>
                    </a:lnTo>
                    <a:lnTo>
                      <a:pt x="67" y="8"/>
                    </a:lnTo>
                    <a:lnTo>
                      <a:pt x="75" y="11"/>
                    </a:lnTo>
                    <a:lnTo>
                      <a:pt x="83" y="14"/>
                    </a:lnTo>
                    <a:lnTo>
                      <a:pt x="89" y="17"/>
                    </a:lnTo>
                    <a:lnTo>
                      <a:pt x="95" y="22"/>
                    </a:lnTo>
                    <a:lnTo>
                      <a:pt x="100" y="27"/>
                    </a:lnTo>
                    <a:lnTo>
                      <a:pt x="102" y="25"/>
                    </a:lnTo>
                    <a:lnTo>
                      <a:pt x="102" y="24"/>
                    </a:lnTo>
                    <a:lnTo>
                      <a:pt x="103" y="24"/>
                    </a:lnTo>
                    <a:lnTo>
                      <a:pt x="103" y="22"/>
                    </a:lnTo>
                    <a:lnTo>
                      <a:pt x="94" y="14"/>
                    </a:lnTo>
                    <a:lnTo>
                      <a:pt x="81" y="9"/>
                    </a:lnTo>
                    <a:lnTo>
                      <a:pt x="68" y="5"/>
                    </a:lnTo>
                    <a:lnTo>
                      <a:pt x="53" y="1"/>
                    </a:lnTo>
                    <a:lnTo>
                      <a:pt x="38" y="0"/>
                    </a:lnTo>
                    <a:lnTo>
                      <a:pt x="24" y="0"/>
                    </a:lnTo>
                    <a:lnTo>
                      <a:pt x="11" y="1"/>
                    </a:lnTo>
                    <a:lnTo>
                      <a:pt x="0" y="6"/>
                    </a:lnTo>
                    <a:lnTo>
                      <a:pt x="0" y="8"/>
                    </a:lnTo>
                    <a:lnTo>
                      <a:pt x="0" y="8"/>
                    </a:lnTo>
                    <a:lnTo>
                      <a:pt x="0" y="9"/>
                    </a:lnTo>
                    <a:lnTo>
                      <a:pt x="2" y="9"/>
                    </a:lnTo>
                    <a:lnTo>
                      <a:pt x="10" y="6"/>
                    </a:lnTo>
                    <a:lnTo>
                      <a:pt x="18" y="5"/>
                    </a:lnTo>
                    <a:lnTo>
                      <a:pt x="27" y="3"/>
                    </a:lnTo>
                    <a:lnTo>
                      <a:pt x="37" y="3"/>
                    </a:lnTo>
                    <a:lnTo>
                      <a:pt x="35" y="5"/>
                    </a:lnTo>
                    <a:lnTo>
                      <a:pt x="35" y="6"/>
                    </a:lnTo>
                    <a:lnTo>
                      <a:pt x="35" y="8"/>
                    </a:lnTo>
                    <a:lnTo>
                      <a:pt x="34" y="9"/>
                    </a:lnTo>
                    <a:lnTo>
                      <a:pt x="30" y="9"/>
                    </a:lnTo>
                    <a:lnTo>
                      <a:pt x="27" y="11"/>
                    </a:lnTo>
                    <a:lnTo>
                      <a:pt x="26" y="14"/>
                    </a:lnTo>
                    <a:lnTo>
                      <a:pt x="24" y="16"/>
                    </a:lnTo>
                    <a:lnTo>
                      <a:pt x="24" y="17"/>
                    </a:lnTo>
                    <a:lnTo>
                      <a:pt x="24" y="20"/>
                    </a:lnTo>
                    <a:lnTo>
                      <a:pt x="24" y="24"/>
                    </a:lnTo>
                    <a:lnTo>
                      <a:pt x="26" y="27"/>
                    </a:lnTo>
                    <a:lnTo>
                      <a:pt x="27" y="27"/>
                    </a:lnTo>
                    <a:lnTo>
                      <a:pt x="27" y="27"/>
                    </a:lnTo>
                    <a:lnTo>
                      <a:pt x="27" y="27"/>
                    </a:lnTo>
                    <a:lnTo>
                      <a:pt x="29" y="27"/>
                    </a:lnTo>
                    <a:lnTo>
                      <a:pt x="29" y="28"/>
                    </a:lnTo>
                    <a:lnTo>
                      <a:pt x="30" y="28"/>
                    </a:lnTo>
                    <a:lnTo>
                      <a:pt x="30" y="28"/>
                    </a:lnTo>
                    <a:lnTo>
                      <a:pt x="32" y="28"/>
                    </a:lnTo>
                    <a:lnTo>
                      <a:pt x="35" y="28"/>
                    </a:lnTo>
                    <a:lnTo>
                      <a:pt x="38" y="25"/>
                    </a:lnTo>
                    <a:lnTo>
                      <a:pt x="40" y="24"/>
                    </a:lnTo>
                    <a:lnTo>
                      <a:pt x="40" y="22"/>
                    </a:lnTo>
                    <a:lnTo>
                      <a:pt x="42" y="19"/>
                    </a:lnTo>
                    <a:lnTo>
                      <a:pt x="42" y="16"/>
                    </a:lnTo>
                    <a:lnTo>
                      <a:pt x="40" y="12"/>
                    </a:lnTo>
                    <a:lnTo>
                      <a:pt x="37" y="11"/>
                    </a:lnTo>
                    <a:lnTo>
                      <a:pt x="38" y="9"/>
                    </a:lnTo>
                    <a:lnTo>
                      <a:pt x="38" y="6"/>
                    </a:lnTo>
                    <a:lnTo>
                      <a:pt x="38" y="5"/>
                    </a:lnTo>
                    <a:lnTo>
                      <a:pt x="40" y="3"/>
                    </a:lnTo>
                    <a:close/>
                  </a:path>
                </a:pathLst>
              </a:custGeom>
              <a:solidFill>
                <a:srgbClr val="FFFFFF"/>
              </a:solidFill>
              <a:ln w="9525">
                <a:noFill/>
                <a:round/>
              </a:ln>
              <a:effectLst/>
            </p:spPr>
            <p:txBody>
              <a:bodyP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58664" name="Freeform 264"/>
              <p:cNvSpPr/>
              <p:nvPr/>
            </p:nvSpPr>
            <p:spPr bwMode="auto">
              <a:xfrm>
                <a:off x="4875" y="2341"/>
                <a:ext cx="3" cy="7"/>
              </a:xfrm>
              <a:custGeom>
                <a:avLst/>
                <a:gdLst/>
                <a:ahLst/>
                <a:cxnLst>
                  <a:cxn ang="0">
                    <a:pos x="0" y="0"/>
                  </a:cxn>
                  <a:cxn ang="0">
                    <a:pos x="1" y="0"/>
                  </a:cxn>
                  <a:cxn ang="0">
                    <a:pos x="1" y="0"/>
                  </a:cxn>
                  <a:cxn ang="0">
                    <a:pos x="1" y="0"/>
                  </a:cxn>
                  <a:cxn ang="0">
                    <a:pos x="3" y="0"/>
                  </a:cxn>
                  <a:cxn ang="0">
                    <a:pos x="3" y="1"/>
                  </a:cxn>
                  <a:cxn ang="0">
                    <a:pos x="4" y="1"/>
                  </a:cxn>
                  <a:cxn ang="0">
                    <a:pos x="4" y="1"/>
                  </a:cxn>
                  <a:cxn ang="0">
                    <a:pos x="6" y="1"/>
                  </a:cxn>
                  <a:cxn ang="0">
                    <a:pos x="6" y="3"/>
                  </a:cxn>
                  <a:cxn ang="0">
                    <a:pos x="6" y="3"/>
                  </a:cxn>
                  <a:cxn ang="0">
                    <a:pos x="4" y="4"/>
                  </a:cxn>
                  <a:cxn ang="0">
                    <a:pos x="3" y="6"/>
                  </a:cxn>
                  <a:cxn ang="0">
                    <a:pos x="1" y="6"/>
                  </a:cxn>
                  <a:cxn ang="0">
                    <a:pos x="0" y="6"/>
                  </a:cxn>
                  <a:cxn ang="0">
                    <a:pos x="0" y="4"/>
                  </a:cxn>
                  <a:cxn ang="0">
                    <a:pos x="0" y="4"/>
                  </a:cxn>
                  <a:cxn ang="0">
                    <a:pos x="0" y="3"/>
                  </a:cxn>
                  <a:cxn ang="0">
                    <a:pos x="0" y="1"/>
                  </a:cxn>
                  <a:cxn ang="0">
                    <a:pos x="0" y="0"/>
                  </a:cxn>
                </a:cxnLst>
                <a:rect l="0" t="0" r="r" b="b"/>
                <a:pathLst>
                  <a:path w="6" h="6">
                    <a:moveTo>
                      <a:pt x="0" y="0"/>
                    </a:moveTo>
                    <a:lnTo>
                      <a:pt x="1" y="0"/>
                    </a:lnTo>
                    <a:lnTo>
                      <a:pt x="1" y="0"/>
                    </a:lnTo>
                    <a:lnTo>
                      <a:pt x="1" y="0"/>
                    </a:lnTo>
                    <a:lnTo>
                      <a:pt x="3" y="0"/>
                    </a:lnTo>
                    <a:lnTo>
                      <a:pt x="3" y="1"/>
                    </a:lnTo>
                    <a:lnTo>
                      <a:pt x="4" y="1"/>
                    </a:lnTo>
                    <a:lnTo>
                      <a:pt x="4" y="1"/>
                    </a:lnTo>
                    <a:lnTo>
                      <a:pt x="6" y="1"/>
                    </a:lnTo>
                    <a:lnTo>
                      <a:pt x="6" y="3"/>
                    </a:lnTo>
                    <a:lnTo>
                      <a:pt x="6" y="3"/>
                    </a:lnTo>
                    <a:lnTo>
                      <a:pt x="4" y="4"/>
                    </a:lnTo>
                    <a:lnTo>
                      <a:pt x="3" y="6"/>
                    </a:lnTo>
                    <a:lnTo>
                      <a:pt x="1" y="6"/>
                    </a:lnTo>
                    <a:lnTo>
                      <a:pt x="0" y="6"/>
                    </a:lnTo>
                    <a:lnTo>
                      <a:pt x="0" y="4"/>
                    </a:lnTo>
                    <a:lnTo>
                      <a:pt x="0" y="4"/>
                    </a:lnTo>
                    <a:lnTo>
                      <a:pt x="0" y="3"/>
                    </a:lnTo>
                    <a:lnTo>
                      <a:pt x="0" y="1"/>
                    </a:lnTo>
                    <a:lnTo>
                      <a:pt x="0" y="0"/>
                    </a:lnTo>
                    <a:close/>
                  </a:path>
                </a:pathLst>
              </a:custGeom>
              <a:solidFill>
                <a:srgbClr val="7A1111"/>
              </a:solidFill>
              <a:ln w="9525">
                <a:noFill/>
                <a:round/>
              </a:ln>
              <a:effectLst/>
            </p:spPr>
            <p:txBody>
              <a:bodyP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358665" name="Freeform 265"/>
              <p:cNvSpPr/>
              <p:nvPr/>
            </p:nvSpPr>
            <p:spPr bwMode="auto">
              <a:xfrm>
                <a:off x="4996" y="2819"/>
                <a:ext cx="19" cy="14"/>
              </a:xfrm>
              <a:custGeom>
                <a:avLst/>
                <a:gdLst/>
                <a:ahLst/>
                <a:cxnLst>
                  <a:cxn ang="0">
                    <a:pos x="0" y="0"/>
                  </a:cxn>
                  <a:cxn ang="0">
                    <a:pos x="0" y="0"/>
                  </a:cxn>
                  <a:cxn ang="0">
                    <a:pos x="0" y="9"/>
                  </a:cxn>
                  <a:cxn ang="0">
                    <a:pos x="0" y="14"/>
                  </a:cxn>
                  <a:cxn ang="0">
                    <a:pos x="0" y="15"/>
                  </a:cxn>
                  <a:cxn ang="0">
                    <a:pos x="8" y="15"/>
                  </a:cxn>
                  <a:cxn ang="0">
                    <a:pos x="8" y="15"/>
                  </a:cxn>
                  <a:cxn ang="0">
                    <a:pos x="16" y="15"/>
                  </a:cxn>
                  <a:cxn ang="0">
                    <a:pos x="16" y="14"/>
                  </a:cxn>
                  <a:cxn ang="0">
                    <a:pos x="16" y="9"/>
                  </a:cxn>
                  <a:cxn ang="0">
                    <a:pos x="16" y="0"/>
                  </a:cxn>
                  <a:cxn ang="0">
                    <a:pos x="16" y="0"/>
                  </a:cxn>
                  <a:cxn ang="0">
                    <a:pos x="0" y="0"/>
                  </a:cxn>
                </a:cxnLst>
                <a:rect l="0" t="0" r="r" b="b"/>
                <a:pathLst>
                  <a:path w="16" h="15">
                    <a:moveTo>
                      <a:pt x="0" y="0"/>
                    </a:moveTo>
                    <a:lnTo>
                      <a:pt x="0" y="0"/>
                    </a:lnTo>
                    <a:lnTo>
                      <a:pt x="0" y="9"/>
                    </a:lnTo>
                    <a:lnTo>
                      <a:pt x="0" y="14"/>
                    </a:lnTo>
                    <a:lnTo>
                      <a:pt x="0" y="15"/>
                    </a:lnTo>
                    <a:lnTo>
                      <a:pt x="8" y="15"/>
                    </a:lnTo>
                    <a:lnTo>
                      <a:pt x="8" y="15"/>
                    </a:lnTo>
                    <a:lnTo>
                      <a:pt x="16" y="15"/>
                    </a:lnTo>
                    <a:lnTo>
                      <a:pt x="16" y="14"/>
                    </a:lnTo>
                    <a:lnTo>
                      <a:pt x="16" y="9"/>
                    </a:lnTo>
                    <a:lnTo>
                      <a:pt x="16" y="0"/>
                    </a:lnTo>
                    <a:lnTo>
                      <a:pt x="16" y="0"/>
                    </a:lnTo>
                    <a:lnTo>
                      <a:pt x="0" y="0"/>
                    </a:lnTo>
                    <a:close/>
                  </a:path>
                </a:pathLst>
              </a:custGeom>
              <a:solidFill>
                <a:srgbClr val="FFFFFF"/>
              </a:solidFill>
              <a:ln w="9525">
                <a:noFill/>
                <a:round/>
              </a:ln>
              <a:effectLst/>
            </p:spPr>
            <p:txBody>
              <a:bodyP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58666" name="Freeform 266"/>
              <p:cNvSpPr/>
              <p:nvPr/>
            </p:nvSpPr>
            <p:spPr bwMode="auto">
              <a:xfrm>
                <a:off x="4803" y="2726"/>
                <a:ext cx="212" cy="93"/>
              </a:xfrm>
              <a:custGeom>
                <a:avLst/>
                <a:gdLst/>
                <a:ahLst/>
                <a:cxnLst>
                  <a:cxn ang="0">
                    <a:pos x="16" y="94"/>
                  </a:cxn>
                  <a:cxn ang="0">
                    <a:pos x="16" y="94"/>
                  </a:cxn>
                  <a:cxn ang="0">
                    <a:pos x="23" y="59"/>
                  </a:cxn>
                  <a:cxn ang="0">
                    <a:pos x="43" y="35"/>
                  </a:cxn>
                  <a:cxn ang="0">
                    <a:pos x="72" y="21"/>
                  </a:cxn>
                  <a:cxn ang="0">
                    <a:pos x="107" y="16"/>
                  </a:cxn>
                  <a:cxn ang="0">
                    <a:pos x="140" y="21"/>
                  </a:cxn>
                  <a:cxn ang="0">
                    <a:pos x="168" y="37"/>
                  </a:cxn>
                  <a:cxn ang="0">
                    <a:pos x="189" y="60"/>
                  </a:cxn>
                  <a:cxn ang="0">
                    <a:pos x="195" y="94"/>
                  </a:cxn>
                  <a:cxn ang="0">
                    <a:pos x="211" y="94"/>
                  </a:cxn>
                  <a:cxn ang="0">
                    <a:pos x="202" y="54"/>
                  </a:cxn>
                  <a:cxn ang="0">
                    <a:pos x="178" y="24"/>
                  </a:cxn>
                  <a:cxn ang="0">
                    <a:pos x="143" y="5"/>
                  </a:cxn>
                  <a:cxn ang="0">
                    <a:pos x="107" y="0"/>
                  </a:cxn>
                  <a:cxn ang="0">
                    <a:pos x="69" y="5"/>
                  </a:cxn>
                  <a:cxn ang="0">
                    <a:pos x="34" y="23"/>
                  </a:cxn>
                  <a:cxn ang="0">
                    <a:pos x="10" y="53"/>
                  </a:cxn>
                  <a:cxn ang="0">
                    <a:pos x="0" y="94"/>
                  </a:cxn>
                  <a:cxn ang="0">
                    <a:pos x="0" y="94"/>
                  </a:cxn>
                  <a:cxn ang="0">
                    <a:pos x="16" y="94"/>
                  </a:cxn>
                </a:cxnLst>
                <a:rect l="0" t="0" r="r" b="b"/>
                <a:pathLst>
                  <a:path w="211" h="94">
                    <a:moveTo>
                      <a:pt x="16" y="94"/>
                    </a:moveTo>
                    <a:lnTo>
                      <a:pt x="16" y="94"/>
                    </a:lnTo>
                    <a:lnTo>
                      <a:pt x="23" y="59"/>
                    </a:lnTo>
                    <a:lnTo>
                      <a:pt x="43" y="35"/>
                    </a:lnTo>
                    <a:lnTo>
                      <a:pt x="72" y="21"/>
                    </a:lnTo>
                    <a:lnTo>
                      <a:pt x="107" y="16"/>
                    </a:lnTo>
                    <a:lnTo>
                      <a:pt x="140" y="21"/>
                    </a:lnTo>
                    <a:lnTo>
                      <a:pt x="168" y="37"/>
                    </a:lnTo>
                    <a:lnTo>
                      <a:pt x="189" y="60"/>
                    </a:lnTo>
                    <a:lnTo>
                      <a:pt x="195" y="94"/>
                    </a:lnTo>
                    <a:lnTo>
                      <a:pt x="211" y="94"/>
                    </a:lnTo>
                    <a:lnTo>
                      <a:pt x="202" y="54"/>
                    </a:lnTo>
                    <a:lnTo>
                      <a:pt x="178" y="24"/>
                    </a:lnTo>
                    <a:lnTo>
                      <a:pt x="143" y="5"/>
                    </a:lnTo>
                    <a:lnTo>
                      <a:pt x="107" y="0"/>
                    </a:lnTo>
                    <a:lnTo>
                      <a:pt x="69" y="5"/>
                    </a:lnTo>
                    <a:lnTo>
                      <a:pt x="34" y="23"/>
                    </a:lnTo>
                    <a:lnTo>
                      <a:pt x="10" y="53"/>
                    </a:lnTo>
                    <a:lnTo>
                      <a:pt x="0" y="94"/>
                    </a:lnTo>
                    <a:lnTo>
                      <a:pt x="0" y="94"/>
                    </a:lnTo>
                    <a:lnTo>
                      <a:pt x="16" y="94"/>
                    </a:lnTo>
                    <a:close/>
                  </a:path>
                </a:pathLst>
              </a:custGeom>
              <a:solidFill>
                <a:srgbClr val="FFFFFF"/>
              </a:solidFill>
              <a:ln w="9525">
                <a:noFill/>
                <a:round/>
              </a:ln>
              <a:effectLst/>
            </p:spPr>
            <p:txBody>
              <a:bodyP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58667" name="Freeform 267"/>
              <p:cNvSpPr/>
              <p:nvPr/>
            </p:nvSpPr>
            <p:spPr bwMode="auto">
              <a:xfrm>
                <a:off x="4803" y="2819"/>
                <a:ext cx="16" cy="21"/>
              </a:xfrm>
              <a:custGeom>
                <a:avLst/>
                <a:gdLst/>
                <a:ahLst/>
                <a:cxnLst>
                  <a:cxn ang="0">
                    <a:pos x="8" y="8"/>
                  </a:cxn>
                  <a:cxn ang="0">
                    <a:pos x="8" y="15"/>
                  </a:cxn>
                  <a:cxn ang="0">
                    <a:pos x="16" y="15"/>
                  </a:cxn>
                  <a:cxn ang="0">
                    <a:pos x="16" y="14"/>
                  </a:cxn>
                  <a:cxn ang="0">
                    <a:pos x="16" y="9"/>
                  </a:cxn>
                  <a:cxn ang="0">
                    <a:pos x="16" y="0"/>
                  </a:cxn>
                  <a:cxn ang="0">
                    <a:pos x="0" y="0"/>
                  </a:cxn>
                  <a:cxn ang="0">
                    <a:pos x="0" y="9"/>
                  </a:cxn>
                  <a:cxn ang="0">
                    <a:pos x="0" y="14"/>
                  </a:cxn>
                  <a:cxn ang="0">
                    <a:pos x="0" y="15"/>
                  </a:cxn>
                  <a:cxn ang="0">
                    <a:pos x="8" y="15"/>
                  </a:cxn>
                  <a:cxn ang="0">
                    <a:pos x="8" y="23"/>
                  </a:cxn>
                  <a:cxn ang="0">
                    <a:pos x="0" y="15"/>
                  </a:cxn>
                  <a:cxn ang="0">
                    <a:pos x="0" y="23"/>
                  </a:cxn>
                  <a:cxn ang="0">
                    <a:pos x="8" y="23"/>
                  </a:cxn>
                  <a:cxn ang="0">
                    <a:pos x="8" y="8"/>
                  </a:cxn>
                </a:cxnLst>
                <a:rect l="0" t="0" r="r" b="b"/>
                <a:pathLst>
                  <a:path w="16" h="23">
                    <a:moveTo>
                      <a:pt x="8" y="8"/>
                    </a:moveTo>
                    <a:lnTo>
                      <a:pt x="8" y="15"/>
                    </a:lnTo>
                    <a:lnTo>
                      <a:pt x="16" y="15"/>
                    </a:lnTo>
                    <a:lnTo>
                      <a:pt x="16" y="14"/>
                    </a:lnTo>
                    <a:lnTo>
                      <a:pt x="16" y="9"/>
                    </a:lnTo>
                    <a:lnTo>
                      <a:pt x="16" y="0"/>
                    </a:lnTo>
                    <a:lnTo>
                      <a:pt x="0" y="0"/>
                    </a:lnTo>
                    <a:lnTo>
                      <a:pt x="0" y="9"/>
                    </a:lnTo>
                    <a:lnTo>
                      <a:pt x="0" y="14"/>
                    </a:lnTo>
                    <a:lnTo>
                      <a:pt x="0" y="15"/>
                    </a:lnTo>
                    <a:lnTo>
                      <a:pt x="8" y="15"/>
                    </a:lnTo>
                    <a:lnTo>
                      <a:pt x="8" y="23"/>
                    </a:lnTo>
                    <a:lnTo>
                      <a:pt x="0" y="15"/>
                    </a:lnTo>
                    <a:lnTo>
                      <a:pt x="0" y="23"/>
                    </a:lnTo>
                    <a:lnTo>
                      <a:pt x="8" y="23"/>
                    </a:lnTo>
                    <a:lnTo>
                      <a:pt x="8" y="8"/>
                    </a:lnTo>
                    <a:close/>
                  </a:path>
                </a:pathLst>
              </a:custGeom>
              <a:solidFill>
                <a:srgbClr val="FFFFFF"/>
              </a:solidFill>
              <a:ln w="9525">
                <a:noFill/>
                <a:round/>
              </a:ln>
              <a:effectLst/>
            </p:spPr>
            <p:txBody>
              <a:bodyP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58668" name="Freeform 268"/>
              <p:cNvSpPr/>
              <p:nvPr/>
            </p:nvSpPr>
            <p:spPr bwMode="auto">
              <a:xfrm>
                <a:off x="4812" y="2826"/>
                <a:ext cx="203" cy="14"/>
              </a:xfrm>
              <a:custGeom>
                <a:avLst/>
                <a:gdLst/>
                <a:ahLst/>
                <a:cxnLst>
                  <a:cxn ang="0">
                    <a:pos x="187" y="7"/>
                  </a:cxn>
                  <a:cxn ang="0">
                    <a:pos x="195" y="0"/>
                  </a:cxn>
                  <a:cxn ang="0">
                    <a:pos x="0" y="0"/>
                  </a:cxn>
                  <a:cxn ang="0">
                    <a:pos x="0" y="15"/>
                  </a:cxn>
                  <a:cxn ang="0">
                    <a:pos x="195" y="15"/>
                  </a:cxn>
                  <a:cxn ang="0">
                    <a:pos x="203" y="7"/>
                  </a:cxn>
                  <a:cxn ang="0">
                    <a:pos x="195" y="15"/>
                  </a:cxn>
                  <a:cxn ang="0">
                    <a:pos x="203" y="15"/>
                  </a:cxn>
                  <a:cxn ang="0">
                    <a:pos x="203" y="7"/>
                  </a:cxn>
                  <a:cxn ang="0">
                    <a:pos x="187" y="7"/>
                  </a:cxn>
                </a:cxnLst>
                <a:rect l="0" t="0" r="r" b="b"/>
                <a:pathLst>
                  <a:path w="203" h="15">
                    <a:moveTo>
                      <a:pt x="187" y="7"/>
                    </a:moveTo>
                    <a:lnTo>
                      <a:pt x="195" y="0"/>
                    </a:lnTo>
                    <a:lnTo>
                      <a:pt x="0" y="0"/>
                    </a:lnTo>
                    <a:lnTo>
                      <a:pt x="0" y="15"/>
                    </a:lnTo>
                    <a:lnTo>
                      <a:pt x="195" y="15"/>
                    </a:lnTo>
                    <a:lnTo>
                      <a:pt x="203" y="7"/>
                    </a:lnTo>
                    <a:lnTo>
                      <a:pt x="195" y="15"/>
                    </a:lnTo>
                    <a:lnTo>
                      <a:pt x="203" y="15"/>
                    </a:lnTo>
                    <a:lnTo>
                      <a:pt x="203" y="7"/>
                    </a:lnTo>
                    <a:lnTo>
                      <a:pt x="187" y="7"/>
                    </a:lnTo>
                    <a:close/>
                  </a:path>
                </a:pathLst>
              </a:custGeom>
              <a:solidFill>
                <a:srgbClr val="FFFFFF"/>
              </a:solidFill>
              <a:ln w="9525">
                <a:noFill/>
                <a:round/>
              </a:ln>
              <a:effectLst/>
            </p:spPr>
            <p:txBody>
              <a:bodyP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58669" name="Freeform 269"/>
              <p:cNvSpPr/>
              <p:nvPr/>
            </p:nvSpPr>
            <p:spPr bwMode="auto">
              <a:xfrm>
                <a:off x="4901" y="2734"/>
                <a:ext cx="13" cy="100"/>
              </a:xfrm>
              <a:custGeom>
                <a:avLst/>
                <a:gdLst/>
                <a:ahLst/>
                <a:cxnLst>
                  <a:cxn ang="0">
                    <a:pos x="8" y="101"/>
                  </a:cxn>
                  <a:cxn ang="0">
                    <a:pos x="16" y="101"/>
                  </a:cxn>
                  <a:cxn ang="0">
                    <a:pos x="16" y="0"/>
                  </a:cxn>
                  <a:cxn ang="0">
                    <a:pos x="0" y="0"/>
                  </a:cxn>
                  <a:cxn ang="0">
                    <a:pos x="0" y="101"/>
                  </a:cxn>
                  <a:cxn ang="0">
                    <a:pos x="8" y="101"/>
                  </a:cxn>
                </a:cxnLst>
                <a:rect l="0" t="0" r="r" b="b"/>
                <a:pathLst>
                  <a:path w="16" h="101">
                    <a:moveTo>
                      <a:pt x="8" y="101"/>
                    </a:moveTo>
                    <a:lnTo>
                      <a:pt x="16" y="101"/>
                    </a:lnTo>
                    <a:lnTo>
                      <a:pt x="16" y="0"/>
                    </a:lnTo>
                    <a:lnTo>
                      <a:pt x="0" y="0"/>
                    </a:lnTo>
                    <a:lnTo>
                      <a:pt x="0" y="101"/>
                    </a:lnTo>
                    <a:lnTo>
                      <a:pt x="8" y="101"/>
                    </a:lnTo>
                    <a:close/>
                  </a:path>
                </a:pathLst>
              </a:custGeom>
              <a:solidFill>
                <a:srgbClr val="FFFFFF"/>
              </a:solidFill>
              <a:ln w="9525">
                <a:noFill/>
                <a:round/>
              </a:ln>
              <a:effectLst/>
            </p:spPr>
            <p:txBody>
              <a:bodyP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58670" name="Freeform 270"/>
              <p:cNvSpPr/>
              <p:nvPr/>
            </p:nvSpPr>
            <p:spPr bwMode="auto">
              <a:xfrm>
                <a:off x="4904" y="2755"/>
                <a:ext cx="86" cy="86"/>
              </a:xfrm>
              <a:custGeom>
                <a:avLst/>
                <a:gdLst/>
                <a:ahLst/>
                <a:cxnLst>
                  <a:cxn ang="0">
                    <a:pos x="5" y="79"/>
                  </a:cxn>
                  <a:cxn ang="0">
                    <a:pos x="10" y="84"/>
                  </a:cxn>
                  <a:cxn ang="0">
                    <a:pos x="87" y="10"/>
                  </a:cxn>
                  <a:cxn ang="0">
                    <a:pos x="78" y="0"/>
                  </a:cxn>
                  <a:cxn ang="0">
                    <a:pos x="0" y="75"/>
                  </a:cxn>
                  <a:cxn ang="0">
                    <a:pos x="5" y="79"/>
                  </a:cxn>
                </a:cxnLst>
                <a:rect l="0" t="0" r="r" b="b"/>
                <a:pathLst>
                  <a:path w="87" h="84">
                    <a:moveTo>
                      <a:pt x="5" y="79"/>
                    </a:moveTo>
                    <a:lnTo>
                      <a:pt x="10" y="84"/>
                    </a:lnTo>
                    <a:lnTo>
                      <a:pt x="87" y="10"/>
                    </a:lnTo>
                    <a:lnTo>
                      <a:pt x="78" y="0"/>
                    </a:lnTo>
                    <a:lnTo>
                      <a:pt x="0" y="75"/>
                    </a:lnTo>
                    <a:lnTo>
                      <a:pt x="5" y="79"/>
                    </a:lnTo>
                    <a:close/>
                  </a:path>
                </a:pathLst>
              </a:custGeom>
              <a:solidFill>
                <a:srgbClr val="FFFFFF"/>
              </a:solidFill>
              <a:ln w="9525">
                <a:noFill/>
                <a:round/>
              </a:ln>
              <a:effectLst/>
            </p:spPr>
            <p:txBody>
              <a:bodyP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58671" name="Freeform 271"/>
              <p:cNvSpPr/>
              <p:nvPr/>
            </p:nvSpPr>
            <p:spPr bwMode="auto">
              <a:xfrm>
                <a:off x="4828" y="2755"/>
                <a:ext cx="86" cy="86"/>
              </a:xfrm>
              <a:custGeom>
                <a:avLst/>
                <a:gdLst/>
                <a:ahLst/>
                <a:cxnLst>
                  <a:cxn ang="0">
                    <a:pos x="78" y="80"/>
                  </a:cxn>
                  <a:cxn ang="0">
                    <a:pos x="83" y="76"/>
                  </a:cxn>
                  <a:cxn ang="0">
                    <a:pos x="10" y="0"/>
                  </a:cxn>
                  <a:cxn ang="0">
                    <a:pos x="0" y="9"/>
                  </a:cxn>
                  <a:cxn ang="0">
                    <a:pos x="73" y="85"/>
                  </a:cxn>
                  <a:cxn ang="0">
                    <a:pos x="78" y="80"/>
                  </a:cxn>
                </a:cxnLst>
                <a:rect l="0" t="0" r="r" b="b"/>
                <a:pathLst>
                  <a:path w="83" h="85">
                    <a:moveTo>
                      <a:pt x="78" y="80"/>
                    </a:moveTo>
                    <a:lnTo>
                      <a:pt x="83" y="76"/>
                    </a:lnTo>
                    <a:lnTo>
                      <a:pt x="10" y="0"/>
                    </a:lnTo>
                    <a:lnTo>
                      <a:pt x="0" y="9"/>
                    </a:lnTo>
                    <a:lnTo>
                      <a:pt x="73" y="85"/>
                    </a:lnTo>
                    <a:lnTo>
                      <a:pt x="78" y="80"/>
                    </a:lnTo>
                    <a:close/>
                  </a:path>
                </a:pathLst>
              </a:custGeom>
              <a:solidFill>
                <a:srgbClr val="FFFFFF"/>
              </a:solidFill>
              <a:ln w="9525">
                <a:noFill/>
                <a:round/>
              </a:ln>
              <a:effectLst/>
            </p:spPr>
            <p:txBody>
              <a:bodyP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grpSp>
        <p:sp>
          <p:nvSpPr>
            <p:cNvPr id="36882" name="Text Box 272"/>
            <p:cNvSpPr txBox="1"/>
            <p:nvPr/>
          </p:nvSpPr>
          <p:spPr>
            <a:xfrm>
              <a:off x="4729" y="650"/>
              <a:ext cx="479" cy="848"/>
            </a:xfrm>
            <a:prstGeom prst="rect">
              <a:avLst/>
            </a:prstGeom>
            <a:noFill/>
            <a:ln w="12700">
              <a:noFill/>
            </a:ln>
          </p:spPr>
          <p:txBody>
            <a:bodyPr wrap="none">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ct val="0"/>
                </a:spcBef>
                <a:spcAft>
                  <a:spcPts val="590"/>
                </a:spcAft>
                <a:buSzPct val="80000"/>
                <a:buNone/>
              </a:pPr>
              <a:endParaRPr lang="zh-CN" altLang="en-US" sz="2800" dirty="0">
                <a:ea typeface="宋体" pitchFamily="2" charset="-122"/>
              </a:endParaRPr>
            </a:p>
          </p:txBody>
        </p:sp>
      </p:grpSp>
      <p:sp>
        <p:nvSpPr>
          <p:cNvPr id="36876" name="Text Box 273"/>
          <p:cNvSpPr txBox="1"/>
          <p:nvPr/>
        </p:nvSpPr>
        <p:spPr>
          <a:xfrm>
            <a:off x="3209925" y="1952625"/>
            <a:ext cx="5070475" cy="461963"/>
          </a:xfrm>
          <a:prstGeom prst="rect">
            <a:avLst/>
          </a:prstGeom>
          <a:solidFill>
            <a:srgbClr val="FFFFCC"/>
          </a:solidFill>
          <a:ln w="38100" cap="flat" cmpd="sng">
            <a:solidFill>
              <a:srgbClr val="00B050"/>
            </a:solidFill>
            <a:prstDash val="solid"/>
            <a:miter/>
            <a:headEnd type="none" w="med" len="med"/>
            <a:tailEnd type="none" w="med" len="med"/>
          </a:ln>
        </p:spPr>
        <p:txBody>
          <a:bodyPr>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algn="ctr" eaLnBrk="1" hangingPunct="1">
              <a:lnSpc>
                <a:spcPct val="100000"/>
              </a:lnSpc>
              <a:spcBef>
                <a:spcPts val="600"/>
              </a:spcBef>
              <a:spcAft>
                <a:spcPts val="600"/>
              </a:spcAft>
              <a:buSzPct val="80000"/>
              <a:buNone/>
            </a:pPr>
            <a:r>
              <a:rPr lang="zh-CN" altLang="en-US" sz="2400" dirty="0">
                <a:solidFill>
                  <a:srgbClr val="000066"/>
                </a:solidFill>
                <a:latin typeface="黑体" panose="02010609060101010101" pitchFamily="49" charset="-122"/>
              </a:rPr>
              <a:t>向函数传递二维数组的首地址</a:t>
            </a:r>
            <a:endParaRPr lang="zh-CN" altLang="en-US" sz="2400" dirty="0">
              <a:solidFill>
                <a:srgbClr val="000066"/>
              </a:solidFill>
              <a:latin typeface="黑体" panose="02010609060101010101" pitchFamily="49" charset="-122"/>
            </a:endParaRPr>
          </a:p>
        </p:txBody>
      </p:sp>
      <p:sp>
        <p:nvSpPr>
          <p:cNvPr id="358674" name="Rectangle 274"/>
          <p:cNvSpPr>
            <a:spLocks noChangeArrowheads="1"/>
          </p:cNvSpPr>
          <p:nvPr/>
        </p:nvSpPr>
        <p:spPr bwMode="auto">
          <a:xfrm>
            <a:off x="1847850" y="1268413"/>
            <a:ext cx="3900488" cy="431800"/>
          </a:xfrm>
          <a:prstGeom prst="rect">
            <a:avLst/>
          </a:prstGeom>
          <a:noFill/>
          <a:ln w="9525">
            <a:noFill/>
            <a:miter lim="800000"/>
          </a:ln>
          <a:effectLst/>
        </p:spPr>
        <p:txBody>
          <a:bodyPr lIns="92075" tIns="46037" rIns="92075" bIns="46037"/>
          <a:lstStyle/>
          <a:p>
            <a:pPr marL="374650" marR="0" lvl="0" indent="-374650" algn="l" defTabSz="914400" rtl="0" eaLnBrk="1" fontAlgn="base" latinLnBrk="0" hangingPunct="1">
              <a:lnSpc>
                <a:spcPct val="95000"/>
              </a:lnSpc>
              <a:spcBef>
                <a:spcPct val="20000"/>
              </a:spcBef>
              <a:spcAft>
                <a:spcPts val="590"/>
              </a:spcAft>
              <a:buClr>
                <a:srgbClr val="FFCC66"/>
              </a:buClr>
              <a:buSzPct val="80000"/>
              <a:buFontTx/>
              <a:buNone/>
              <a:defRPr/>
            </a:pPr>
            <a:r>
              <a:rPr kumimoji="0" lang="en-US" altLang="zh-CN" sz="2800" b="1" i="0" u="none" strike="noStrike" kern="1200" cap="none" spc="0" normalizeH="0" baseline="0" noProof="0" dirty="0">
                <a:ln>
                  <a:noFill/>
                </a:ln>
                <a:solidFill>
                  <a:srgbClr val="000066"/>
                </a:solidFill>
                <a:effectLst>
                  <a:outerShdw blurRad="38100" dist="38100" dir="2700000" algn="tl">
                    <a:srgbClr val="C0C0C0"/>
                  </a:outerShdw>
                </a:effectLst>
                <a:uLnTx/>
                <a:uFillTx/>
                <a:latin typeface="Courier New" panose="02070409020205090404" pitchFamily="49" charset="0"/>
                <a:ea typeface="宋体" pitchFamily="2" charset="-122"/>
                <a:cs typeface="+mn-cs"/>
              </a:rPr>
              <a:t>short a[2][3];</a:t>
            </a:r>
            <a:endParaRPr kumimoji="0" lang="en-US" altLang="zh-CN" sz="2800" b="1" i="0" u="none" strike="noStrike" kern="1200" cap="none" spc="0" normalizeH="0" baseline="0" noProof="0" dirty="0">
              <a:ln>
                <a:noFill/>
              </a:ln>
              <a:solidFill>
                <a:srgbClr val="000066"/>
              </a:solidFill>
              <a:effectLst>
                <a:outerShdw blurRad="38100" dist="38100" dir="2700000" algn="tl">
                  <a:srgbClr val="C0C0C0"/>
                </a:outerShdw>
              </a:effectLst>
              <a:uLnTx/>
              <a:uFillTx/>
              <a:latin typeface="Courier New" panose="02070409020205090404" pitchFamily="49" charset="0"/>
              <a:ea typeface="宋体" pitchFamily="2" charset="-122"/>
              <a:cs typeface="+mn-cs"/>
            </a:endParaRPr>
          </a:p>
        </p:txBody>
      </p:sp>
      <p:pic>
        <p:nvPicPr>
          <p:cNvPr id="36878" name="Picture 279" descr="J0234687"/>
          <p:cNvPicPr>
            <a:picLocks noChangeAspect="1"/>
          </p:cNvPicPr>
          <p:nvPr/>
        </p:nvPicPr>
        <p:blipFill>
          <a:blip r:embed="rId1"/>
          <a:stretch>
            <a:fillRect/>
          </a:stretch>
        </p:blipFill>
        <p:spPr>
          <a:xfrm>
            <a:off x="9647238" y="1106488"/>
            <a:ext cx="1247775" cy="677862"/>
          </a:xfrm>
          <a:prstGeom prst="rect">
            <a:avLst/>
          </a:prstGeom>
          <a:noFill/>
          <a:ln w="9525">
            <a:noFill/>
          </a:ln>
        </p:spPr>
      </p:pic>
      <p:sp>
        <p:nvSpPr>
          <p:cNvPr id="358681" name="Line 281"/>
          <p:cNvSpPr>
            <a:spLocks noChangeShapeType="1"/>
          </p:cNvSpPr>
          <p:nvPr/>
        </p:nvSpPr>
        <p:spPr bwMode="auto">
          <a:xfrm>
            <a:off x="8358188" y="5349875"/>
            <a:ext cx="495300" cy="0"/>
          </a:xfrm>
          <a:prstGeom prst="line">
            <a:avLst/>
          </a:prstGeom>
          <a:noFill/>
          <a:ln w="57150" cap="sq">
            <a:solidFill>
              <a:srgbClr val="00B050"/>
            </a:solidFill>
            <a:round/>
            <a:tailEnd type="triangle" w="med" len="med"/>
          </a:ln>
          <a:effectLst/>
        </p:spPr>
        <p:txBody>
          <a:bodyPr wrap="none" anchor="ctr"/>
          <a:lstStyle/>
          <a:p>
            <a:pPr marL="0" marR="0" lvl="0" indent="0" algn="l" defTabSz="914400" rtl="0" eaLnBrk="1" fontAlgn="base" latinLnBrk="0" hangingPunct="1">
              <a:lnSpc>
                <a:spcPct val="90000"/>
              </a:lnSpc>
              <a:spcBef>
                <a:spcPct val="0"/>
              </a:spcBef>
              <a:spcAft>
                <a:spcPts val="590"/>
              </a:spcAft>
              <a:buClr>
                <a:schemeClr val="tx2"/>
              </a:buClr>
              <a:buSzPct val="80000"/>
              <a:buFontTx/>
              <a:buNone/>
              <a:defRPr/>
            </a:pPr>
            <a:endParaRPr kumimoji="0" lang="zh-CN" altLang="en-US" sz="2400" b="0" i="0" u="none" strike="noStrike" kern="1200" cap="none" spc="0" normalizeH="0" baseline="0" noProof="0">
              <a:ln>
                <a:noFill/>
              </a:ln>
              <a:solidFill>
                <a:schemeClr val="tx1"/>
              </a:solidFill>
              <a:effectLst>
                <a:outerShdw blurRad="38100" dist="38100" dir="2700000" algn="tl">
                  <a:srgbClr val="000000">
                    <a:alpha val="43137"/>
                  </a:srgbClr>
                </a:outerShdw>
              </a:effectLst>
              <a:uLnTx/>
              <a:uFillTx/>
              <a:latin typeface="Arial" panose="020B0604020202090204" pitchFamily="34" charset="0"/>
              <a:ea typeface="+mn-ea"/>
              <a:cs typeface="+mn-cs"/>
            </a:endParaRPr>
          </a:p>
        </p:txBody>
      </p:sp>
      <p:sp>
        <p:nvSpPr>
          <p:cNvPr id="358682" name="Text Box 282"/>
          <p:cNvSpPr txBox="1"/>
          <p:nvPr/>
        </p:nvSpPr>
        <p:spPr>
          <a:xfrm>
            <a:off x="5713413" y="5084763"/>
            <a:ext cx="2687637" cy="461962"/>
          </a:xfrm>
          <a:prstGeom prst="rect">
            <a:avLst/>
          </a:prstGeom>
          <a:solidFill>
            <a:srgbClr val="FFFFCC"/>
          </a:solidFill>
          <a:ln w="38100" cap="flat" cmpd="sng">
            <a:solidFill>
              <a:srgbClr val="00B050"/>
            </a:solidFill>
            <a:prstDash val="solid"/>
            <a:miter/>
            <a:headEnd type="none" w="med" len="med"/>
            <a:tailEnd type="none" w="med" len="med"/>
          </a:ln>
        </p:spPr>
        <p:txBody>
          <a:bodyPr>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algn="ctr" eaLnBrk="1" hangingPunct="1">
              <a:lnSpc>
                <a:spcPct val="100000"/>
              </a:lnSpc>
              <a:spcBef>
                <a:spcPts val="600"/>
              </a:spcBef>
              <a:spcAft>
                <a:spcPts val="600"/>
              </a:spcAft>
              <a:buSzPct val="80000"/>
              <a:buNone/>
            </a:pPr>
            <a:r>
              <a:rPr lang="zh-CN" altLang="en-US" sz="2400" dirty="0">
                <a:solidFill>
                  <a:srgbClr val="000066"/>
                </a:solidFill>
                <a:latin typeface="黑体" panose="02010609060101010101" pitchFamily="49" charset="-122"/>
              </a:rPr>
              <a:t>偏移</a:t>
            </a:r>
            <a:r>
              <a:rPr lang="en-US" altLang="zh-CN" sz="2400" b="1" dirty="0">
                <a:solidFill>
                  <a:srgbClr val="CC0000"/>
                </a:solidFill>
                <a:latin typeface="Courier New" panose="02070409020205090404" pitchFamily="49" charset="0"/>
                <a:ea typeface="楷体_GB2312" pitchFamily="49" charset="-122"/>
              </a:rPr>
              <a:t>1</a:t>
            </a:r>
            <a:r>
              <a:rPr lang="en-US" altLang="zh-CN" sz="2400" b="1" dirty="0">
                <a:solidFill>
                  <a:srgbClr val="000066"/>
                </a:solidFill>
                <a:latin typeface="Courier New" panose="02070409020205090404" pitchFamily="49" charset="0"/>
                <a:ea typeface="楷体_GB2312" pitchFamily="49" charset="-122"/>
              </a:rPr>
              <a:t>*3+</a:t>
            </a:r>
            <a:r>
              <a:rPr lang="en-US" altLang="zh-CN" sz="2400" b="1" dirty="0">
                <a:solidFill>
                  <a:srgbClr val="CC0000"/>
                </a:solidFill>
                <a:latin typeface="Courier New" panose="02070409020205090404" pitchFamily="49" charset="0"/>
                <a:ea typeface="楷体_GB2312" pitchFamily="49" charset="-122"/>
              </a:rPr>
              <a:t>2</a:t>
            </a:r>
            <a:r>
              <a:rPr lang="zh-CN" altLang="en-US" sz="2400" dirty="0">
                <a:solidFill>
                  <a:srgbClr val="000066"/>
                </a:solidFill>
                <a:latin typeface="黑体" panose="02010609060101010101" pitchFamily="49" charset="-122"/>
              </a:rPr>
              <a:t>个元素</a:t>
            </a:r>
            <a:endParaRPr lang="en-US" altLang="zh-CN" sz="2400" dirty="0">
              <a:solidFill>
                <a:srgbClr val="000066"/>
              </a:solidFill>
              <a:latin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58403">
                                            <p:txEl>
                                              <p:pRg st="0" end="0"/>
                                            </p:txEl>
                                          </p:spTgt>
                                        </p:tgtEl>
                                        <p:attrNameLst>
                                          <p:attrName>style.visibility</p:attrName>
                                        </p:attrNameLst>
                                      </p:cBhvr>
                                      <p:to>
                                        <p:strVal val="visible"/>
                                      </p:to>
                                    </p:set>
                                    <p:animEffect transition="in" filter="wipe(left)">
                                      <p:cBhvr>
                                        <p:cTn id="7" dur="500"/>
                                        <p:tgtEl>
                                          <p:spTgt spid="35840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58403">
                                            <p:txEl>
                                              <p:pRg st="1" end="1"/>
                                            </p:txEl>
                                          </p:spTgt>
                                        </p:tgtEl>
                                        <p:attrNameLst>
                                          <p:attrName>style.visibility</p:attrName>
                                        </p:attrNameLst>
                                      </p:cBhvr>
                                      <p:to>
                                        <p:strVal val="visible"/>
                                      </p:to>
                                    </p:set>
                                    <p:animEffect transition="in" filter="wipe(left)">
                                      <p:cBhvr>
                                        <p:cTn id="12" dur="500"/>
                                        <p:tgtEl>
                                          <p:spTgt spid="35840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58403">
                                            <p:txEl>
                                              <p:pRg st="2" end="2"/>
                                            </p:txEl>
                                          </p:spTgt>
                                        </p:tgtEl>
                                        <p:attrNameLst>
                                          <p:attrName>style.visibility</p:attrName>
                                        </p:attrNameLst>
                                      </p:cBhvr>
                                      <p:to>
                                        <p:strVal val="visible"/>
                                      </p:to>
                                    </p:set>
                                    <p:animEffect transition="in" filter="wipe(left)">
                                      <p:cBhvr>
                                        <p:cTn id="17" dur="500"/>
                                        <p:tgtEl>
                                          <p:spTgt spid="35840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58403">
                                            <p:txEl>
                                              <p:pRg st="3" end="3"/>
                                            </p:txEl>
                                          </p:spTgt>
                                        </p:tgtEl>
                                        <p:attrNameLst>
                                          <p:attrName>style.visibility</p:attrName>
                                        </p:attrNameLst>
                                      </p:cBhvr>
                                      <p:to>
                                        <p:strVal val="visible"/>
                                      </p:to>
                                    </p:set>
                                    <p:animEffect transition="in" filter="wipe(left)">
                                      <p:cBhvr>
                                        <p:cTn id="22" dur="500"/>
                                        <p:tgtEl>
                                          <p:spTgt spid="35840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ntr" presetSubtype="1" fill="hold" nodeType="clickEffect">
                                  <p:stCondLst>
                                    <p:cond delay="0"/>
                                  </p:stCondLst>
                                  <p:childTnLst>
                                    <p:set>
                                      <p:cBhvr>
                                        <p:cTn id="26" dur="1" fill="hold">
                                          <p:stCondLst>
                                            <p:cond delay="0"/>
                                          </p:stCondLst>
                                        </p:cTn>
                                        <p:tgtEl>
                                          <p:spTgt spid="358681"/>
                                        </p:tgtEl>
                                        <p:attrNameLst>
                                          <p:attrName>style.visibility</p:attrName>
                                        </p:attrNameLst>
                                      </p:cBhvr>
                                      <p:to>
                                        <p:strVal val="visible"/>
                                      </p:to>
                                    </p:set>
                                    <p:anim calcmode="lin" valueType="num">
                                      <p:cBhvr additive="base">
                                        <p:cTn id="27" dur="500" fill="hold"/>
                                        <p:tgtEl>
                                          <p:spTgt spid="358681"/>
                                        </p:tgtEl>
                                        <p:attrNameLst>
                                          <p:attrName>ppt_x</p:attrName>
                                        </p:attrNameLst>
                                      </p:cBhvr>
                                      <p:tavLst>
                                        <p:tav tm="0">
                                          <p:val>
                                            <p:strVal val="#ppt_x"/>
                                          </p:val>
                                        </p:tav>
                                        <p:tav tm="100000">
                                          <p:val>
                                            <p:strVal val="#ppt_x"/>
                                          </p:val>
                                        </p:tav>
                                      </p:tavLst>
                                    </p:anim>
                                    <p:anim calcmode="lin" valueType="num">
                                      <p:cBhvr additive="base">
                                        <p:cTn id="28" dur="500" fill="hold"/>
                                        <p:tgtEl>
                                          <p:spTgt spid="358681"/>
                                        </p:tgtEl>
                                        <p:attrNameLst>
                                          <p:attrName>ppt_y</p:attrName>
                                        </p:attrNameLst>
                                      </p:cBhvr>
                                      <p:tavLst>
                                        <p:tav tm="0">
                                          <p:val>
                                            <p:strVal val="0-#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53" presetClass="entr" presetSubtype="16" fill="hold" grpId="0" nodeType="clickEffect">
                                  <p:stCondLst>
                                    <p:cond delay="0"/>
                                  </p:stCondLst>
                                  <p:childTnLst>
                                    <p:set>
                                      <p:cBhvr>
                                        <p:cTn id="32" dur="1" fill="hold">
                                          <p:stCondLst>
                                            <p:cond delay="0"/>
                                          </p:stCondLst>
                                        </p:cTn>
                                        <p:tgtEl>
                                          <p:spTgt spid="358682"/>
                                        </p:tgtEl>
                                        <p:attrNameLst>
                                          <p:attrName>style.visibility</p:attrName>
                                        </p:attrNameLst>
                                      </p:cBhvr>
                                      <p:to>
                                        <p:strVal val="visible"/>
                                      </p:to>
                                    </p:set>
                                    <p:anim calcmode="lin" valueType="num">
                                      <p:cBhvr>
                                        <p:cTn id="33" dur="500" fill="hold"/>
                                        <p:tgtEl>
                                          <p:spTgt spid="358682"/>
                                        </p:tgtEl>
                                        <p:attrNameLst>
                                          <p:attrName>ppt_w</p:attrName>
                                        </p:attrNameLst>
                                      </p:cBhvr>
                                      <p:tavLst>
                                        <p:tav tm="0">
                                          <p:val>
                                            <p:fltVal val="0"/>
                                          </p:val>
                                        </p:tav>
                                        <p:tav tm="100000">
                                          <p:val>
                                            <p:strVal val="#ppt_w"/>
                                          </p:val>
                                        </p:tav>
                                      </p:tavLst>
                                    </p:anim>
                                    <p:anim calcmode="lin" valueType="num">
                                      <p:cBhvr>
                                        <p:cTn id="34" dur="500" fill="hold"/>
                                        <p:tgtEl>
                                          <p:spTgt spid="358682"/>
                                        </p:tgtEl>
                                        <p:attrNameLst>
                                          <p:attrName>ppt_h</p:attrName>
                                        </p:attrNameLst>
                                      </p:cBhvr>
                                      <p:tavLst>
                                        <p:tav tm="0">
                                          <p:val>
                                            <p:fltVal val="0"/>
                                          </p:val>
                                        </p:tav>
                                        <p:tav tm="100000">
                                          <p:val>
                                            <p:strVal val="#ppt_h"/>
                                          </p:val>
                                        </p:tav>
                                      </p:tavLst>
                                    </p:anim>
                                    <p:animEffect transition="in" filter="fade">
                                      <p:cBhvr>
                                        <p:cTn id="35" dur="500"/>
                                        <p:tgtEl>
                                          <p:spTgt spid="3586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03" grpId="0" build="p"/>
      <p:bldP spid="358682" grpId="0" animBg="1"/>
    </p:bldLst>
  </p:timing>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7890" name="Rectangle 2"/>
          <p:cNvSpPr>
            <a:spLocks noGrp="1"/>
          </p:cNvSpPr>
          <p:nvPr>
            <p:ph type="title"/>
          </p:nvPr>
        </p:nvSpPr>
        <p:spPr>
          <a:xfrm>
            <a:off x="609600" y="274638"/>
            <a:ext cx="10972800" cy="1143000"/>
          </a:xfrm>
        </p:spPr>
        <p:txBody>
          <a:bodyPr vert="horz" wrap="square" lIns="91440" tIns="45720" rIns="91440" bIns="45720" anchor="ctr" anchorCtr="0"/>
          <a:lstStyle/>
          <a:p>
            <a:r>
              <a:rPr lang="en-US" altLang="zh-CN" dirty="0"/>
              <a:t>3.1.4 </a:t>
            </a:r>
            <a:r>
              <a:rPr lang="zh-CN" altLang="en-US" dirty="0"/>
              <a:t>向函数传递二维数组</a:t>
            </a:r>
            <a:endParaRPr lang="zh-CN" altLang="en-US" dirty="0"/>
          </a:p>
        </p:txBody>
      </p:sp>
      <p:sp>
        <p:nvSpPr>
          <p:cNvPr id="113667" name="Rectangle 3"/>
          <p:cNvSpPr>
            <a:spLocks noGrp="1"/>
          </p:cNvSpPr>
          <p:nvPr>
            <p:ph type="body" idx="4294967295"/>
          </p:nvPr>
        </p:nvSpPr>
        <p:spPr>
          <a:xfrm>
            <a:off x="1200150" y="1412875"/>
            <a:ext cx="9764713" cy="4686300"/>
          </a:xfrm>
        </p:spPr>
        <p:txBody>
          <a:bodyPr vert="horz" wrap="square" lIns="91440" tIns="45720" rIns="91440" bIns="45720" anchor="t" anchorCtr="0"/>
          <a:lstStyle/>
          <a:p>
            <a:r>
              <a:rPr lang="zh-CN" altLang="en-US" sz="2800" dirty="0">
                <a:cs typeface="Arial" panose="020B0604020202090204" pitchFamily="34" charset="0"/>
              </a:rPr>
              <a:t>保存</a:t>
            </a:r>
            <a:r>
              <a:rPr lang="en-US" altLang="zh-CN" sz="2800" dirty="0">
                <a:cs typeface="Arial" panose="020B0604020202090204" pitchFamily="34" charset="0"/>
              </a:rPr>
              <a:t>n</a:t>
            </a:r>
            <a:r>
              <a:rPr lang="zh-CN" altLang="en-US" sz="2800" dirty="0">
                <a:cs typeface="Arial" panose="020B0604020202090204" pitchFamily="34" charset="0"/>
              </a:rPr>
              <a:t>个学生一门课程的成绩</a:t>
            </a:r>
            <a:endParaRPr lang="zh-CN" altLang="en-US" sz="2800" dirty="0">
              <a:cs typeface="Arial" panose="020B0604020202090204" pitchFamily="34" charset="0"/>
            </a:endParaRPr>
          </a:p>
          <a:p>
            <a:pPr lvl="1"/>
            <a:r>
              <a:rPr lang="zh-CN" altLang="en-US" sz="2400" dirty="0">
                <a:cs typeface="Arial" panose="020B0604020202090204" pitchFamily="34" charset="0"/>
              </a:rPr>
              <a:t>用一维数组</a:t>
            </a:r>
            <a:endParaRPr lang="zh-CN" altLang="en-US" sz="2400" dirty="0">
              <a:cs typeface="Arial" panose="020B0604020202090204" pitchFamily="34" charset="0"/>
            </a:endParaRPr>
          </a:p>
          <a:p>
            <a:pPr lvl="1"/>
            <a:r>
              <a:rPr lang="en-US" altLang="zh-CN" sz="2000" b="1" dirty="0">
                <a:latin typeface="Courier New" panose="02070409020205090404" pitchFamily="49" charset="0"/>
                <a:cs typeface="Courier New" panose="02070409020205090404" pitchFamily="49" charset="0"/>
              </a:rPr>
              <a:t>int Average(</a:t>
            </a:r>
            <a:r>
              <a:rPr lang="en-US" altLang="zh-CN" sz="2000" b="1" dirty="0">
                <a:solidFill>
                  <a:srgbClr val="CC0000"/>
                </a:solidFill>
                <a:latin typeface="Courier New" panose="02070409020205090404" pitchFamily="49" charset="0"/>
                <a:cs typeface="Courier New" panose="02070409020205090404" pitchFamily="49" charset="0"/>
              </a:rPr>
              <a:t>int</a:t>
            </a:r>
            <a:r>
              <a:rPr lang="en-US" altLang="zh-CN" sz="2000" b="1" dirty="0">
                <a:latin typeface="Courier New" panose="02070409020205090404" pitchFamily="49" charset="0"/>
                <a:cs typeface="Courier New" panose="02070409020205090404" pitchFamily="49" charset="0"/>
              </a:rPr>
              <a:t> </a:t>
            </a:r>
            <a:r>
              <a:rPr lang="en-US" altLang="zh-CN" sz="2000" b="1" dirty="0">
                <a:solidFill>
                  <a:srgbClr val="CC0000"/>
                </a:solidFill>
                <a:latin typeface="Courier New" panose="02070409020205090404" pitchFamily="49" charset="0"/>
                <a:cs typeface="Courier New" panose="02070409020205090404" pitchFamily="49" charset="0"/>
              </a:rPr>
              <a:t>score[], int n</a:t>
            </a:r>
            <a:r>
              <a:rPr lang="en-US" altLang="zh-CN" sz="2000" b="1" dirty="0">
                <a:latin typeface="Courier New" panose="02070409020205090404" pitchFamily="49" charset="0"/>
                <a:cs typeface="Courier New" panose="02070409020205090404" pitchFamily="49" charset="0"/>
              </a:rPr>
              <a:t>);</a:t>
            </a:r>
            <a:endParaRPr lang="en-US" altLang="zh-CN" sz="2000" b="1" dirty="0">
              <a:latin typeface="Courier New" panose="02070409020205090404" pitchFamily="49" charset="0"/>
              <a:cs typeface="Courier New" panose="02070409020205090404" pitchFamily="49" charset="0"/>
            </a:endParaRPr>
          </a:p>
          <a:p>
            <a:pPr lvl="1"/>
            <a:r>
              <a:rPr lang="zh-CN" altLang="en-US" sz="2400" dirty="0">
                <a:latin typeface="Courier New" panose="02070409020205090404" pitchFamily="49" charset="0"/>
                <a:cs typeface="Courier New" panose="02070409020205090404" pitchFamily="49" charset="0"/>
              </a:rPr>
              <a:t>通常不指定数组的长度，用另一个形参来指定数组的大小</a:t>
            </a:r>
            <a:endParaRPr lang="en-US" altLang="zh-CN" sz="2400" dirty="0">
              <a:latin typeface="Courier New" panose="02070409020205090404" pitchFamily="49" charset="0"/>
              <a:cs typeface="Courier New" panose="02070409020205090404" pitchFamily="49" charset="0"/>
            </a:endParaRPr>
          </a:p>
          <a:p>
            <a:r>
              <a:rPr lang="zh-CN" altLang="en-US" sz="2800" dirty="0">
                <a:cs typeface="Arial" panose="020B0604020202090204" pitchFamily="34" charset="0"/>
              </a:rPr>
              <a:t>保存</a:t>
            </a:r>
            <a:r>
              <a:rPr lang="en-US" altLang="zh-CN" sz="2800" dirty="0">
                <a:cs typeface="Arial" panose="020B0604020202090204" pitchFamily="34" charset="0"/>
              </a:rPr>
              <a:t>n</a:t>
            </a:r>
            <a:r>
              <a:rPr lang="zh-CN" altLang="en-US" sz="2800" dirty="0">
                <a:cs typeface="Arial" panose="020B0604020202090204" pitchFamily="34" charset="0"/>
              </a:rPr>
              <a:t>个学生的</a:t>
            </a:r>
            <a:r>
              <a:rPr lang="en-US" altLang="zh-CN" sz="2800" dirty="0">
                <a:cs typeface="Arial" panose="020B0604020202090204" pitchFamily="34" charset="0"/>
              </a:rPr>
              <a:t>m</a:t>
            </a:r>
            <a:r>
              <a:rPr lang="zh-CN" altLang="en-US" sz="2800" dirty="0">
                <a:cs typeface="Arial" panose="020B0604020202090204" pitchFamily="34" charset="0"/>
              </a:rPr>
              <a:t>门课程的成绩</a:t>
            </a:r>
            <a:endParaRPr lang="zh-CN" altLang="en-US" sz="2800" dirty="0">
              <a:cs typeface="Arial" panose="020B0604020202090204" pitchFamily="34" charset="0"/>
            </a:endParaRPr>
          </a:p>
          <a:p>
            <a:pPr lvl="1"/>
            <a:r>
              <a:rPr lang="zh-CN" altLang="en-US" sz="2400" dirty="0">
                <a:cs typeface="Arial" panose="020B0604020202090204" pitchFamily="34" charset="0"/>
              </a:rPr>
              <a:t>用二维数组</a:t>
            </a:r>
            <a:endParaRPr lang="zh-CN" altLang="en-US" sz="2400" dirty="0">
              <a:cs typeface="Arial" panose="020B0604020202090204" pitchFamily="34" charset="0"/>
            </a:endParaRPr>
          </a:p>
          <a:p>
            <a:pPr lvl="1"/>
            <a:r>
              <a:rPr lang="en-US" altLang="zh-CN" sz="2000" b="1" dirty="0">
                <a:latin typeface="Courier New" panose="02070409020205090404" pitchFamily="49" charset="0"/>
                <a:cs typeface="Courier New" panose="02070409020205090404" pitchFamily="49" charset="0"/>
              </a:rPr>
              <a:t>void Average(</a:t>
            </a:r>
            <a:r>
              <a:rPr lang="en-US" altLang="zh-CN" sz="2000" b="1" dirty="0">
                <a:solidFill>
                  <a:srgbClr val="CC0000"/>
                </a:solidFill>
                <a:latin typeface="Courier New" panose="02070409020205090404" pitchFamily="49" charset="0"/>
                <a:cs typeface="Courier New" panose="02070409020205090404" pitchFamily="49" charset="0"/>
              </a:rPr>
              <a:t>int</a:t>
            </a:r>
            <a:r>
              <a:rPr lang="en-US" altLang="zh-CN" sz="2000" b="1" dirty="0">
                <a:latin typeface="Courier New" panose="02070409020205090404" pitchFamily="49" charset="0"/>
                <a:cs typeface="Courier New" panose="02070409020205090404" pitchFamily="49" charset="0"/>
              </a:rPr>
              <a:t> </a:t>
            </a:r>
            <a:r>
              <a:rPr lang="en-US" altLang="zh-CN" sz="2000" b="1" dirty="0">
                <a:solidFill>
                  <a:srgbClr val="CC0000"/>
                </a:solidFill>
                <a:latin typeface="Courier New" panose="02070409020205090404" pitchFamily="49" charset="0"/>
                <a:cs typeface="Courier New" panose="02070409020205090404" pitchFamily="49" charset="0"/>
              </a:rPr>
              <a:t>score[][COURSE_N], float aver[], int n</a:t>
            </a:r>
            <a:r>
              <a:rPr lang="en-US" altLang="zh-CN" sz="2000" b="1" dirty="0">
                <a:latin typeface="Courier New" panose="02070409020205090404" pitchFamily="49" charset="0"/>
                <a:cs typeface="Courier New" panose="02070409020205090404" pitchFamily="49" charset="0"/>
              </a:rPr>
              <a:t>);</a:t>
            </a:r>
            <a:endParaRPr lang="en-US" altLang="zh-CN" sz="2000" b="1" dirty="0">
              <a:latin typeface="Courier New" panose="02070409020205090404" pitchFamily="49" charset="0"/>
              <a:cs typeface="Courier New" panose="02070409020205090404" pitchFamily="49" charset="0"/>
            </a:endParaRPr>
          </a:p>
          <a:p>
            <a:pPr lvl="1"/>
            <a:r>
              <a:rPr lang="en-US" altLang="en-US" sz="2400" dirty="0">
                <a:latin typeface="Courier New" panose="02070409020205090404" pitchFamily="49" charset="0"/>
                <a:cs typeface="Courier New" panose="02070409020205090404" pitchFamily="49" charset="0"/>
              </a:rPr>
              <a:t>可省略数组第一维的长度，不能省略第二维的长度</a:t>
            </a:r>
            <a:endParaRPr lang="en-US" altLang="zh-CN" sz="2400" dirty="0">
              <a:latin typeface="Courier New" panose="02070409020205090404" pitchFamily="49" charset="0"/>
              <a:cs typeface="Courier New" panose="02070409020205090404" pitchFamily="49" charset="0"/>
            </a:endParaRPr>
          </a:p>
          <a:p>
            <a:pPr lvl="1"/>
            <a:r>
              <a:rPr lang="zh-CN" altLang="en-US" sz="2400" dirty="0">
                <a:latin typeface="Courier New" panose="02070409020205090404" pitchFamily="49" charset="0"/>
                <a:cs typeface="Courier New" panose="02070409020205090404" pitchFamily="49" charset="0"/>
              </a:rPr>
              <a:t>数组</a:t>
            </a:r>
            <a:r>
              <a:rPr lang="en-US" altLang="zh-CN" sz="2400" b="1" dirty="0">
                <a:latin typeface="Courier New" panose="02070409020205090404" pitchFamily="49" charset="0"/>
                <a:cs typeface="Courier New" panose="02070409020205090404" pitchFamily="49" charset="0"/>
              </a:rPr>
              <a:t>aver</a:t>
            </a:r>
            <a:r>
              <a:rPr lang="zh-CN" altLang="en-US" sz="2400" dirty="0">
                <a:latin typeface="Courier New" panose="02070409020205090404" pitchFamily="49" charset="0"/>
                <a:cs typeface="Courier New" panose="02070409020205090404" pitchFamily="49" charset="0"/>
              </a:rPr>
              <a:t>可保存每个学生的平均分，或每门课程的平均分</a:t>
            </a:r>
            <a:endParaRPr lang="zh-CN" altLang="en-US" sz="2400" dirty="0">
              <a:latin typeface="Courier New" panose="02070409020205090404" pitchFamily="49" charset="0"/>
              <a:ea typeface="Courier New" panose="02070409020205090404" pitchFamily="49"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13667">
                                            <p:txEl>
                                              <p:pRg st="0" end="0"/>
                                            </p:txEl>
                                          </p:spTgt>
                                        </p:tgtEl>
                                        <p:attrNameLst>
                                          <p:attrName>style.visibility</p:attrName>
                                        </p:attrNameLst>
                                      </p:cBhvr>
                                      <p:to>
                                        <p:strVal val="visible"/>
                                      </p:to>
                                    </p:set>
                                    <p:animEffect transition="in" filter="wipe(left)">
                                      <p:cBhvr>
                                        <p:cTn id="7" dur="500"/>
                                        <p:tgtEl>
                                          <p:spTgt spid="11366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13667">
                                            <p:txEl>
                                              <p:pRg st="1" end="1"/>
                                            </p:txEl>
                                          </p:spTgt>
                                        </p:tgtEl>
                                        <p:attrNameLst>
                                          <p:attrName>style.visibility</p:attrName>
                                        </p:attrNameLst>
                                      </p:cBhvr>
                                      <p:to>
                                        <p:strVal val="visible"/>
                                      </p:to>
                                    </p:set>
                                    <p:animEffect transition="in" filter="wipe(left)">
                                      <p:cBhvr>
                                        <p:cTn id="12" dur="500"/>
                                        <p:tgtEl>
                                          <p:spTgt spid="11366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13667">
                                            <p:txEl>
                                              <p:pRg st="2" end="2"/>
                                            </p:txEl>
                                          </p:spTgt>
                                        </p:tgtEl>
                                        <p:attrNameLst>
                                          <p:attrName>style.visibility</p:attrName>
                                        </p:attrNameLst>
                                      </p:cBhvr>
                                      <p:to>
                                        <p:strVal val="visible"/>
                                      </p:to>
                                    </p:set>
                                    <p:animEffect transition="in" filter="wipe(left)">
                                      <p:cBhvr>
                                        <p:cTn id="17" dur="500"/>
                                        <p:tgtEl>
                                          <p:spTgt spid="11366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13667">
                                            <p:txEl>
                                              <p:pRg st="3" end="3"/>
                                            </p:txEl>
                                          </p:spTgt>
                                        </p:tgtEl>
                                        <p:attrNameLst>
                                          <p:attrName>style.visibility</p:attrName>
                                        </p:attrNameLst>
                                      </p:cBhvr>
                                      <p:to>
                                        <p:strVal val="visible"/>
                                      </p:to>
                                    </p:set>
                                    <p:animEffect transition="in" filter="wipe(left)">
                                      <p:cBhvr>
                                        <p:cTn id="22" dur="500"/>
                                        <p:tgtEl>
                                          <p:spTgt spid="11366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13667">
                                            <p:txEl>
                                              <p:pRg st="4" end="4"/>
                                            </p:txEl>
                                          </p:spTgt>
                                        </p:tgtEl>
                                        <p:attrNameLst>
                                          <p:attrName>style.visibility</p:attrName>
                                        </p:attrNameLst>
                                      </p:cBhvr>
                                      <p:to>
                                        <p:strVal val="visible"/>
                                      </p:to>
                                    </p:set>
                                    <p:animEffect transition="in" filter="wipe(left)">
                                      <p:cBhvr>
                                        <p:cTn id="27" dur="500"/>
                                        <p:tgtEl>
                                          <p:spTgt spid="11366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113667">
                                            <p:txEl>
                                              <p:pRg st="5" end="5"/>
                                            </p:txEl>
                                          </p:spTgt>
                                        </p:tgtEl>
                                        <p:attrNameLst>
                                          <p:attrName>style.visibility</p:attrName>
                                        </p:attrNameLst>
                                      </p:cBhvr>
                                      <p:to>
                                        <p:strVal val="visible"/>
                                      </p:to>
                                    </p:set>
                                    <p:animEffect transition="in" filter="wipe(left)">
                                      <p:cBhvr>
                                        <p:cTn id="32" dur="500"/>
                                        <p:tgtEl>
                                          <p:spTgt spid="113667">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113667">
                                            <p:txEl>
                                              <p:pRg st="6" end="6"/>
                                            </p:txEl>
                                          </p:spTgt>
                                        </p:tgtEl>
                                        <p:attrNameLst>
                                          <p:attrName>style.visibility</p:attrName>
                                        </p:attrNameLst>
                                      </p:cBhvr>
                                      <p:to>
                                        <p:strVal val="visible"/>
                                      </p:to>
                                    </p:set>
                                    <p:animEffect transition="in" filter="wipe(left)">
                                      <p:cBhvr>
                                        <p:cTn id="37" dur="500"/>
                                        <p:tgtEl>
                                          <p:spTgt spid="113667">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113667">
                                            <p:txEl>
                                              <p:pRg st="7" end="7"/>
                                            </p:txEl>
                                          </p:spTgt>
                                        </p:tgtEl>
                                        <p:attrNameLst>
                                          <p:attrName>style.visibility</p:attrName>
                                        </p:attrNameLst>
                                      </p:cBhvr>
                                      <p:to>
                                        <p:strVal val="visible"/>
                                      </p:to>
                                    </p:set>
                                    <p:animEffect transition="in" filter="wipe(left)">
                                      <p:cBhvr>
                                        <p:cTn id="42" dur="500"/>
                                        <p:tgtEl>
                                          <p:spTgt spid="113667">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113667">
                                            <p:txEl>
                                              <p:pRg st="8" end="8"/>
                                            </p:txEl>
                                          </p:spTgt>
                                        </p:tgtEl>
                                        <p:attrNameLst>
                                          <p:attrName>style.visibility</p:attrName>
                                        </p:attrNameLst>
                                      </p:cBhvr>
                                      <p:to>
                                        <p:strVal val="visible"/>
                                      </p:to>
                                    </p:set>
                                    <p:animEffect transition="in" filter="wipe(left)">
                                      <p:cBhvr>
                                        <p:cTn id="47" dur="500"/>
                                        <p:tgtEl>
                                          <p:spTgt spid="113667">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8914" name="Rectangle 2"/>
          <p:cNvSpPr>
            <a:spLocks noGrp="1"/>
          </p:cNvSpPr>
          <p:nvPr>
            <p:ph type="title"/>
          </p:nvPr>
        </p:nvSpPr>
        <p:spPr>
          <a:xfrm>
            <a:off x="1509713" y="1268413"/>
            <a:ext cx="9202737" cy="384175"/>
          </a:xfrm>
        </p:spPr>
        <p:txBody>
          <a:bodyPr vert="horz" wrap="square" lIns="91440" tIns="45720" rIns="91440" bIns="45720" anchor="ctr" anchorCtr="0"/>
          <a:lstStyle/>
          <a:p>
            <a:r>
              <a:rPr lang="zh-CN" altLang="en-US" sz="2400" kern="1200" dirty="0">
                <a:latin typeface="Arial" panose="020B0604020202090204" pitchFamily="34" charset="0"/>
                <a:ea typeface="黑体" panose="02010609060101010101" pitchFamily="49" charset="-122"/>
                <a:cs typeface="Arial" panose="020B0604020202090204" pitchFamily="34" charset="0"/>
              </a:rPr>
              <a:t>计算每个</a:t>
            </a:r>
            <a:r>
              <a:rPr lang="zh-CN" altLang="en-US" sz="2400" kern="1200" dirty="0">
                <a:solidFill>
                  <a:srgbClr val="C00000"/>
                </a:solidFill>
                <a:latin typeface="Arial" panose="020B0604020202090204" pitchFamily="34" charset="0"/>
                <a:ea typeface="黑体" panose="02010609060101010101" pitchFamily="49" charset="-122"/>
                <a:cs typeface="Arial" panose="020B0604020202090204" pitchFamily="34" charset="0"/>
              </a:rPr>
              <a:t>学生</a:t>
            </a:r>
            <a:r>
              <a:rPr lang="zh-CN" altLang="en-US" sz="2400" kern="1200" dirty="0">
                <a:latin typeface="Arial" panose="020B0604020202090204" pitchFamily="34" charset="0"/>
                <a:ea typeface="黑体" panose="02010609060101010101" pitchFamily="49" charset="-122"/>
                <a:cs typeface="Arial" panose="020B0604020202090204" pitchFamily="34" charset="0"/>
              </a:rPr>
              <a:t>的总分和平均分</a:t>
            </a:r>
            <a:endParaRPr lang="zh-CN" altLang="en-US" sz="2400" kern="1200" dirty="0">
              <a:latin typeface="Arial" panose="020B0604020202090204" pitchFamily="34" charset="0"/>
              <a:ea typeface="黑体" panose="02010609060101010101" pitchFamily="49" charset="-122"/>
              <a:cs typeface="Arial" panose="020B0604020202090204" pitchFamily="34" charset="0"/>
            </a:endParaRPr>
          </a:p>
        </p:txBody>
      </p:sp>
      <p:sp>
        <p:nvSpPr>
          <p:cNvPr id="38915" name="Rectangle 3"/>
          <p:cNvSpPr>
            <a:spLocks noGrp="1"/>
          </p:cNvSpPr>
          <p:nvPr>
            <p:ph idx="1"/>
          </p:nvPr>
        </p:nvSpPr>
        <p:spPr>
          <a:xfrm>
            <a:off x="1487488" y="1701800"/>
            <a:ext cx="9282112" cy="5111750"/>
          </a:xfrm>
          <a:solidFill>
            <a:schemeClr val="bg1">
              <a:alpha val="100000"/>
            </a:schemeClr>
          </a:solidFill>
          <a:ln w="38100">
            <a:solidFill>
              <a:srgbClr val="000080">
                <a:alpha val="100000"/>
              </a:srgbClr>
            </a:solidFill>
            <a:miter lim="800000"/>
          </a:ln>
        </p:spPr>
        <p:txBody>
          <a:bodyPr vert="horz" wrap="square" lIns="91440" tIns="45720" rIns="91440" bIns="45720" anchor="t" anchorCtr="0"/>
          <a:lstStyle/>
          <a:p>
            <a:pPr eaLnBrk="1">
              <a:lnSpc>
                <a:spcPct val="85000"/>
              </a:lnSpc>
              <a:spcBef>
                <a:spcPts val="500"/>
              </a:spcBef>
              <a:spcAft>
                <a:spcPct val="0"/>
              </a:spcAft>
              <a:buSzPct val="50000"/>
              <a:buFont typeface="Wingdings" panose="05000000000000000000" pitchFamily="2" charset="2"/>
              <a:buNone/>
            </a:pPr>
            <a:r>
              <a:rPr lang="fr-FR" altLang="zh-CN" sz="2000" b="1" kern="1200" dirty="0">
                <a:latin typeface="Courier New" panose="02070409020205090404" pitchFamily="49" charset="0"/>
                <a:ea typeface="黑体" panose="02010609060101010101" pitchFamily="49" charset="-122"/>
                <a:cs typeface="Times New Roman" panose="02020503050405090304" pitchFamily="18" charset="0"/>
              </a:rPr>
              <a:t>void AverforStud(int score[][</a:t>
            </a:r>
            <a:r>
              <a:rPr lang="fr-FR" altLang="zh-CN" sz="2000" b="1" kern="1200" dirty="0">
                <a:solidFill>
                  <a:srgbClr val="C00000"/>
                </a:solidFill>
                <a:latin typeface="Courier New" panose="02070409020205090404" pitchFamily="49" charset="0"/>
                <a:ea typeface="黑体" panose="02010609060101010101" pitchFamily="49" charset="-122"/>
                <a:cs typeface="Times New Roman" panose="02020503050405090304" pitchFamily="18" charset="0"/>
              </a:rPr>
              <a:t>COURSE_N</a:t>
            </a:r>
            <a:r>
              <a:rPr lang="fr-FR" altLang="zh-CN" sz="2000" b="1" kern="1200" dirty="0">
                <a:latin typeface="Courier New" panose="02070409020205090404" pitchFamily="49" charset="0"/>
                <a:ea typeface="黑体" panose="02010609060101010101" pitchFamily="49" charset="-122"/>
                <a:cs typeface="Times New Roman" panose="02020503050405090304" pitchFamily="18" charset="0"/>
              </a:rPr>
              <a:t>], int sum[], </a:t>
            </a:r>
            <a:endParaRPr lang="fr-FR" altLang="zh-CN" sz="2000" b="1" kern="1200" dirty="0">
              <a:latin typeface="Courier New" panose="02070409020205090404" pitchFamily="49" charset="0"/>
              <a:ea typeface="黑体" panose="02010609060101010101" pitchFamily="49" charset="-122"/>
              <a:cs typeface="Times New Roman" panose="02020503050405090304" pitchFamily="18" charset="0"/>
            </a:endParaRPr>
          </a:p>
          <a:p>
            <a:pPr eaLnBrk="1">
              <a:lnSpc>
                <a:spcPct val="85000"/>
              </a:lnSpc>
              <a:spcBef>
                <a:spcPts val="500"/>
              </a:spcBef>
              <a:spcAft>
                <a:spcPct val="0"/>
              </a:spcAft>
              <a:buSzPct val="50000"/>
              <a:buFont typeface="Wingdings" panose="05000000000000000000" pitchFamily="2" charset="2"/>
              <a:buNone/>
            </a:pPr>
            <a:r>
              <a:rPr lang="fr-FR" altLang="zh-CN" sz="2000" b="1" kern="1200" dirty="0">
                <a:latin typeface="Courier New" panose="02070409020205090404" pitchFamily="49" charset="0"/>
                <a:ea typeface="黑体" panose="02010609060101010101" pitchFamily="49" charset="-122"/>
                <a:cs typeface="Times New Roman" panose="02020503050405090304" pitchFamily="18" charset="0"/>
              </a:rPr>
              <a:t>                 float aver[], int n) </a:t>
            </a:r>
            <a:endParaRPr lang="fr-FR" altLang="zh-CN" sz="2000" b="1" kern="1200" dirty="0">
              <a:latin typeface="Courier New" panose="02070409020205090404" pitchFamily="49" charset="0"/>
              <a:ea typeface="黑体" panose="02010609060101010101" pitchFamily="49" charset="-122"/>
              <a:cs typeface="Times New Roman" panose="02020503050405090304" pitchFamily="18" charset="0"/>
            </a:endParaRPr>
          </a:p>
          <a:p>
            <a:pPr eaLnBrk="1">
              <a:lnSpc>
                <a:spcPct val="85000"/>
              </a:lnSpc>
              <a:spcBef>
                <a:spcPts val="500"/>
              </a:spcBef>
              <a:spcAft>
                <a:spcPct val="0"/>
              </a:spcAft>
              <a:buSzPct val="50000"/>
              <a:buFont typeface="Wingdings" panose="05000000000000000000" pitchFamily="2" charset="2"/>
              <a:buNone/>
            </a:pPr>
            <a:r>
              <a:rPr lang="fr-FR" altLang="zh-CN" sz="2000" b="1" kern="1200" dirty="0">
                <a:latin typeface="Courier New" panose="02070409020205090404" pitchFamily="49" charset="0"/>
                <a:ea typeface="黑体" panose="02010609060101010101" pitchFamily="49" charset="-122"/>
                <a:cs typeface="Times New Roman" panose="02020503050405090304" pitchFamily="18" charset="0"/>
              </a:rPr>
              <a:t>{</a:t>
            </a:r>
            <a:endParaRPr lang="fr-FR" altLang="zh-CN" sz="2000" b="1" kern="1200" dirty="0">
              <a:latin typeface="Courier New" panose="02070409020205090404" pitchFamily="49" charset="0"/>
              <a:ea typeface="黑体" panose="02010609060101010101" pitchFamily="49" charset="-122"/>
              <a:cs typeface="Times New Roman" panose="02020503050405090304" pitchFamily="18" charset="0"/>
            </a:endParaRPr>
          </a:p>
          <a:p>
            <a:pPr eaLnBrk="1">
              <a:lnSpc>
                <a:spcPct val="85000"/>
              </a:lnSpc>
              <a:spcBef>
                <a:spcPts val="500"/>
              </a:spcBef>
              <a:spcAft>
                <a:spcPct val="0"/>
              </a:spcAft>
              <a:buSzPct val="50000"/>
              <a:buFont typeface="Wingdings" panose="05000000000000000000" pitchFamily="2" charset="2"/>
              <a:buNone/>
            </a:pPr>
            <a:r>
              <a:rPr lang="fr-FR" altLang="zh-CN" sz="2000" b="1" kern="1200" dirty="0">
                <a:latin typeface="Courier New" panose="02070409020205090404" pitchFamily="49" charset="0"/>
                <a:ea typeface="黑体" panose="02010609060101010101" pitchFamily="49" charset="-122"/>
                <a:cs typeface="Times New Roman" panose="02020503050405090304" pitchFamily="18" charset="0"/>
              </a:rPr>
              <a:t>	int  i, j;</a:t>
            </a:r>
            <a:endParaRPr lang="fr-FR" altLang="zh-CN" sz="2000" b="1" kern="1200" dirty="0">
              <a:latin typeface="Courier New" panose="02070409020205090404" pitchFamily="49" charset="0"/>
              <a:ea typeface="黑体" panose="02010609060101010101" pitchFamily="49" charset="-122"/>
              <a:cs typeface="Times New Roman" panose="02020503050405090304" pitchFamily="18" charset="0"/>
            </a:endParaRPr>
          </a:p>
          <a:p>
            <a:pPr eaLnBrk="1">
              <a:lnSpc>
                <a:spcPct val="85000"/>
              </a:lnSpc>
              <a:spcBef>
                <a:spcPts val="500"/>
              </a:spcBef>
              <a:spcAft>
                <a:spcPct val="0"/>
              </a:spcAft>
              <a:buSzPct val="50000"/>
              <a:buFont typeface="Wingdings" panose="05000000000000000000" pitchFamily="2" charset="2"/>
              <a:buNone/>
            </a:pPr>
            <a:endParaRPr lang="fr-FR" altLang="zh-CN" sz="2000" b="1" kern="1200" dirty="0">
              <a:latin typeface="Courier New" panose="02070409020205090404" pitchFamily="49" charset="0"/>
              <a:ea typeface="黑体" panose="02010609060101010101" pitchFamily="49" charset="-122"/>
              <a:cs typeface="Times New Roman" panose="02020503050405090304" pitchFamily="18" charset="0"/>
            </a:endParaRPr>
          </a:p>
          <a:p>
            <a:pPr eaLnBrk="1">
              <a:lnSpc>
                <a:spcPct val="85000"/>
              </a:lnSpc>
              <a:spcBef>
                <a:spcPts val="500"/>
              </a:spcBef>
              <a:spcAft>
                <a:spcPct val="0"/>
              </a:spcAft>
              <a:buSzPct val="50000"/>
              <a:buFont typeface="Wingdings" panose="05000000000000000000" pitchFamily="2" charset="2"/>
              <a:buNone/>
            </a:pPr>
            <a:r>
              <a:rPr lang="fr-FR" altLang="zh-CN" sz="2000" b="1" kern="1200" dirty="0">
                <a:latin typeface="Courier New" panose="02070409020205090404" pitchFamily="49" charset="0"/>
                <a:ea typeface="黑体" panose="02010609060101010101" pitchFamily="49" charset="-122"/>
                <a:cs typeface="Times New Roman" panose="02020503050405090304" pitchFamily="18" charset="0"/>
              </a:rPr>
              <a:t>	for (i=0;</a:t>
            </a:r>
            <a:r>
              <a:rPr lang="fr-FR" altLang="zh-CN" sz="2000" b="1" kern="1200" dirty="0">
                <a:solidFill>
                  <a:srgbClr val="333399"/>
                </a:solidFill>
                <a:latin typeface="Courier New" panose="02070409020205090404" pitchFamily="49" charset="0"/>
                <a:ea typeface="黑体" panose="02010609060101010101" pitchFamily="49" charset="-122"/>
                <a:cs typeface="Times New Roman" panose="02020503050405090304" pitchFamily="18" charset="0"/>
              </a:rPr>
              <a:t> </a:t>
            </a:r>
            <a:r>
              <a:rPr lang="fr-FR" altLang="zh-CN" sz="2000" b="1" kern="1200" dirty="0">
                <a:latin typeface="Courier New" panose="02070409020205090404" pitchFamily="49" charset="0"/>
                <a:ea typeface="黑体" panose="02010609060101010101" pitchFamily="49" charset="-122"/>
                <a:cs typeface="Times New Roman" panose="02020503050405090304" pitchFamily="18" charset="0"/>
              </a:rPr>
              <a:t>i&lt;</a:t>
            </a:r>
            <a:r>
              <a:rPr lang="fr-FR" altLang="zh-CN" sz="2000" b="1" kern="1200" dirty="0">
                <a:solidFill>
                  <a:srgbClr val="C00000"/>
                </a:solidFill>
                <a:latin typeface="Courier New" panose="02070409020205090404" pitchFamily="49" charset="0"/>
                <a:ea typeface="黑体" panose="02010609060101010101" pitchFamily="49" charset="-122"/>
                <a:cs typeface="Times New Roman" panose="02020503050405090304" pitchFamily="18" charset="0"/>
              </a:rPr>
              <a:t>n</a:t>
            </a:r>
            <a:r>
              <a:rPr lang="fr-FR" altLang="zh-CN" sz="2000" b="1" kern="1200" dirty="0">
                <a:latin typeface="Courier New" panose="02070409020205090404" pitchFamily="49" charset="0"/>
                <a:ea typeface="黑体" panose="02010609060101010101" pitchFamily="49" charset="-122"/>
                <a:cs typeface="Times New Roman" panose="02020503050405090304" pitchFamily="18" charset="0"/>
              </a:rPr>
              <a:t>; i++)  </a:t>
            </a:r>
            <a:r>
              <a:rPr lang="fr-FR" altLang="zh-CN" sz="2000" kern="1200" dirty="0">
                <a:latin typeface="Courier New" panose="02070409020205090404" pitchFamily="49" charset="0"/>
                <a:ea typeface="黑体" panose="02010609060101010101" pitchFamily="49" charset="-122"/>
                <a:cs typeface="Times New Roman" panose="02020503050405090304" pitchFamily="18" charset="0"/>
              </a:rPr>
              <a:t>//</a:t>
            </a:r>
            <a:r>
              <a:rPr lang="zh-CN" altLang="fr-FR" sz="2000" kern="1200" dirty="0">
                <a:latin typeface="Courier New" panose="02070409020205090404" pitchFamily="49" charset="0"/>
                <a:ea typeface="黑体" panose="02010609060101010101" pitchFamily="49" charset="-122"/>
                <a:cs typeface="Times New Roman" panose="02020503050405090304" pitchFamily="18" charset="0"/>
              </a:rPr>
              <a:t>先遍历每个学生</a:t>
            </a:r>
            <a:endParaRPr lang="zh-CN" altLang="fr-FR" sz="2000" kern="1200" dirty="0">
              <a:latin typeface="Courier New" panose="02070409020205090404" pitchFamily="49" charset="0"/>
              <a:ea typeface="黑体" panose="02010609060101010101" pitchFamily="49" charset="-122"/>
              <a:cs typeface="Times New Roman" panose="02020503050405090304" pitchFamily="18" charset="0"/>
            </a:endParaRPr>
          </a:p>
          <a:p>
            <a:pPr eaLnBrk="1">
              <a:lnSpc>
                <a:spcPct val="85000"/>
              </a:lnSpc>
              <a:spcBef>
                <a:spcPts val="500"/>
              </a:spcBef>
              <a:spcAft>
                <a:spcPct val="0"/>
              </a:spcAft>
              <a:buSzPct val="50000"/>
              <a:buFont typeface="Wingdings" panose="05000000000000000000" pitchFamily="2" charset="2"/>
              <a:buNone/>
            </a:pPr>
            <a:r>
              <a:rPr lang="fr-FR" altLang="zh-CN" sz="2000" b="1" kern="1200" dirty="0">
                <a:latin typeface="Courier New" panose="02070409020205090404" pitchFamily="49" charset="0"/>
                <a:ea typeface="黑体" panose="02010609060101010101" pitchFamily="49" charset="-122"/>
                <a:cs typeface="Times New Roman" panose="02020503050405090304" pitchFamily="18" charset="0"/>
              </a:rPr>
              <a:t>	{</a:t>
            </a:r>
            <a:endParaRPr lang="fr-FR" altLang="zh-CN" sz="2000" b="1" kern="1200" dirty="0">
              <a:latin typeface="Courier New" panose="02070409020205090404" pitchFamily="49" charset="0"/>
              <a:ea typeface="黑体" panose="02010609060101010101" pitchFamily="49" charset="-122"/>
              <a:cs typeface="Times New Roman" panose="02020503050405090304" pitchFamily="18" charset="0"/>
            </a:endParaRPr>
          </a:p>
          <a:p>
            <a:pPr eaLnBrk="1">
              <a:lnSpc>
                <a:spcPct val="85000"/>
              </a:lnSpc>
              <a:spcBef>
                <a:spcPts val="500"/>
              </a:spcBef>
              <a:spcAft>
                <a:spcPct val="0"/>
              </a:spcAft>
              <a:buSzPct val="50000"/>
              <a:buFont typeface="Wingdings" panose="05000000000000000000" pitchFamily="2" charset="2"/>
              <a:buNone/>
            </a:pPr>
            <a:r>
              <a:rPr lang="fr-FR" altLang="zh-CN" sz="2000" b="1" kern="1200" dirty="0">
                <a:latin typeface="Courier New" panose="02070409020205090404" pitchFamily="49" charset="0"/>
                <a:ea typeface="黑体" panose="02010609060101010101" pitchFamily="49" charset="-122"/>
                <a:cs typeface="Times New Roman" panose="02020503050405090304" pitchFamily="18" charset="0"/>
              </a:rPr>
              <a:t>    	sum[</a:t>
            </a:r>
            <a:r>
              <a:rPr lang="fr-FR" altLang="zh-CN" sz="2000" b="1" kern="1200" dirty="0">
                <a:solidFill>
                  <a:srgbClr val="C00000"/>
                </a:solidFill>
                <a:latin typeface="Courier New" panose="02070409020205090404" pitchFamily="49" charset="0"/>
                <a:ea typeface="黑体" panose="02010609060101010101" pitchFamily="49" charset="-122"/>
                <a:cs typeface="Times New Roman" panose="02020503050405090304" pitchFamily="18" charset="0"/>
              </a:rPr>
              <a:t>i</a:t>
            </a:r>
            <a:r>
              <a:rPr lang="fr-FR" altLang="zh-CN" sz="2000" b="1" kern="1200" dirty="0">
                <a:latin typeface="Courier New" panose="02070409020205090404" pitchFamily="49" charset="0"/>
                <a:ea typeface="黑体" panose="02010609060101010101" pitchFamily="49" charset="-122"/>
                <a:cs typeface="Times New Roman" panose="02020503050405090304" pitchFamily="18" charset="0"/>
              </a:rPr>
              <a:t>] = 0;</a:t>
            </a:r>
            <a:endParaRPr lang="fr-FR" altLang="zh-CN" sz="2000" b="1" kern="1200" dirty="0">
              <a:latin typeface="Courier New" panose="02070409020205090404" pitchFamily="49" charset="0"/>
              <a:ea typeface="黑体" panose="02010609060101010101" pitchFamily="49" charset="-122"/>
              <a:cs typeface="Times New Roman" panose="02020503050405090304" pitchFamily="18" charset="0"/>
            </a:endParaRPr>
          </a:p>
          <a:p>
            <a:pPr eaLnBrk="1">
              <a:lnSpc>
                <a:spcPct val="85000"/>
              </a:lnSpc>
              <a:spcBef>
                <a:spcPts val="500"/>
              </a:spcBef>
              <a:spcAft>
                <a:spcPct val="0"/>
              </a:spcAft>
              <a:buSzPct val="50000"/>
              <a:buFont typeface="Wingdings" panose="05000000000000000000" pitchFamily="2" charset="2"/>
              <a:buNone/>
            </a:pPr>
            <a:r>
              <a:rPr lang="fr-FR" altLang="zh-CN" sz="2000" b="1" kern="1200" dirty="0">
                <a:latin typeface="Courier New" panose="02070409020205090404" pitchFamily="49" charset="0"/>
                <a:ea typeface="黑体" panose="02010609060101010101" pitchFamily="49" charset="-122"/>
                <a:cs typeface="Times New Roman" panose="02020503050405090304" pitchFamily="18" charset="0"/>
              </a:rPr>
              <a:t>    	for (j=0;</a:t>
            </a:r>
            <a:r>
              <a:rPr lang="fr-FR" altLang="zh-CN" sz="2000" b="1" kern="1200" dirty="0">
                <a:solidFill>
                  <a:srgbClr val="333399"/>
                </a:solidFill>
                <a:latin typeface="Courier New" panose="02070409020205090404" pitchFamily="49" charset="0"/>
                <a:ea typeface="黑体" panose="02010609060101010101" pitchFamily="49" charset="-122"/>
                <a:cs typeface="Times New Roman" panose="02020503050405090304" pitchFamily="18" charset="0"/>
              </a:rPr>
              <a:t> </a:t>
            </a:r>
            <a:r>
              <a:rPr lang="fr-FR" altLang="zh-CN" sz="2000" b="1" kern="1200" dirty="0">
                <a:latin typeface="Courier New" panose="02070409020205090404" pitchFamily="49" charset="0"/>
                <a:ea typeface="黑体" panose="02010609060101010101" pitchFamily="49" charset="-122"/>
                <a:cs typeface="Times New Roman" panose="02020503050405090304" pitchFamily="18" charset="0"/>
              </a:rPr>
              <a:t>j&lt;</a:t>
            </a:r>
            <a:r>
              <a:rPr lang="fr-FR" altLang="zh-CN" sz="2000" b="1" kern="1200" dirty="0">
                <a:solidFill>
                  <a:srgbClr val="C00000"/>
                </a:solidFill>
                <a:latin typeface="Courier New" panose="02070409020205090404" pitchFamily="49" charset="0"/>
                <a:ea typeface="黑体" panose="02010609060101010101" pitchFamily="49" charset="-122"/>
                <a:cs typeface="Times New Roman" panose="02020503050405090304" pitchFamily="18" charset="0"/>
              </a:rPr>
              <a:t>COURSE_N</a:t>
            </a:r>
            <a:r>
              <a:rPr lang="fr-FR" altLang="zh-CN" sz="2000" b="1" kern="1200" dirty="0">
                <a:latin typeface="Courier New" panose="02070409020205090404" pitchFamily="49" charset="0"/>
                <a:ea typeface="黑体" panose="02010609060101010101" pitchFamily="49" charset="-122"/>
                <a:cs typeface="Times New Roman" panose="02020503050405090304" pitchFamily="18" charset="0"/>
              </a:rPr>
              <a:t>; j++) </a:t>
            </a:r>
            <a:r>
              <a:rPr lang="fr-FR" altLang="zh-CN" sz="2000" kern="1200" dirty="0">
                <a:latin typeface="Courier New" panose="02070409020205090404" pitchFamily="49" charset="0"/>
                <a:ea typeface="黑体" panose="02010609060101010101" pitchFamily="49" charset="-122"/>
                <a:cs typeface="Times New Roman" panose="02020503050405090304" pitchFamily="18" charset="0"/>
              </a:rPr>
              <a:t>//</a:t>
            </a:r>
            <a:r>
              <a:rPr lang="zh-CN" altLang="fr-FR" sz="2000" kern="1200" dirty="0">
                <a:latin typeface="Courier New" panose="02070409020205090404" pitchFamily="49" charset="0"/>
                <a:ea typeface="黑体" panose="02010609060101010101" pitchFamily="49" charset="-122"/>
                <a:cs typeface="Times New Roman" panose="02020503050405090304" pitchFamily="18" charset="0"/>
              </a:rPr>
              <a:t>遍历每门课程</a:t>
            </a:r>
            <a:endParaRPr lang="fr-FR" altLang="zh-CN" sz="2000" kern="1200" dirty="0">
              <a:latin typeface="Courier New" panose="02070409020205090404" pitchFamily="49" charset="0"/>
              <a:ea typeface="黑体" panose="02010609060101010101" pitchFamily="49" charset="-122"/>
              <a:cs typeface="Times New Roman" panose="02020503050405090304" pitchFamily="18" charset="0"/>
            </a:endParaRPr>
          </a:p>
          <a:p>
            <a:pPr eaLnBrk="1">
              <a:lnSpc>
                <a:spcPct val="85000"/>
              </a:lnSpc>
              <a:spcBef>
                <a:spcPts val="500"/>
              </a:spcBef>
              <a:spcAft>
                <a:spcPct val="0"/>
              </a:spcAft>
              <a:buSzPct val="50000"/>
              <a:buFont typeface="Wingdings" panose="05000000000000000000" pitchFamily="2" charset="2"/>
              <a:buNone/>
            </a:pPr>
            <a:r>
              <a:rPr lang="fr-FR" altLang="zh-CN" sz="2000" b="1" kern="1200" dirty="0">
                <a:latin typeface="Courier New" panose="02070409020205090404" pitchFamily="49" charset="0"/>
                <a:ea typeface="黑体" panose="02010609060101010101" pitchFamily="49" charset="-122"/>
                <a:cs typeface="Times New Roman" panose="02020503050405090304" pitchFamily="18" charset="0"/>
              </a:rPr>
              <a:t>    	{</a:t>
            </a:r>
            <a:endParaRPr lang="fr-FR" altLang="zh-CN" sz="2000" b="1" kern="1200" dirty="0">
              <a:latin typeface="Courier New" panose="02070409020205090404" pitchFamily="49" charset="0"/>
              <a:ea typeface="黑体" panose="02010609060101010101" pitchFamily="49" charset="-122"/>
              <a:cs typeface="Times New Roman" panose="02020503050405090304" pitchFamily="18" charset="0"/>
            </a:endParaRPr>
          </a:p>
          <a:p>
            <a:pPr eaLnBrk="1">
              <a:lnSpc>
                <a:spcPct val="85000"/>
              </a:lnSpc>
              <a:spcBef>
                <a:spcPts val="500"/>
              </a:spcBef>
              <a:spcAft>
                <a:spcPct val="0"/>
              </a:spcAft>
              <a:buSzPct val="50000"/>
              <a:buFont typeface="Wingdings" panose="05000000000000000000" pitchFamily="2" charset="2"/>
              <a:buNone/>
            </a:pPr>
            <a:r>
              <a:rPr lang="fr-FR" altLang="zh-CN" sz="2000" b="1" kern="1200" dirty="0">
                <a:solidFill>
                  <a:srgbClr val="333399"/>
                </a:solidFill>
                <a:latin typeface="Courier New" panose="02070409020205090404" pitchFamily="49" charset="0"/>
                <a:ea typeface="黑体" panose="02010609060101010101" pitchFamily="49" charset="-122"/>
                <a:cs typeface="Times New Roman" panose="02020503050405090304" pitchFamily="18" charset="0"/>
              </a:rPr>
              <a:t>      	</a:t>
            </a:r>
            <a:r>
              <a:rPr lang="fr-FR" altLang="zh-CN" sz="2000" b="1" kern="1200" dirty="0">
                <a:latin typeface="Courier New" panose="02070409020205090404" pitchFamily="49" charset="0"/>
                <a:ea typeface="黑体" panose="02010609060101010101" pitchFamily="49" charset="-122"/>
                <a:cs typeface="Times New Roman" panose="02020503050405090304" pitchFamily="18" charset="0"/>
              </a:rPr>
              <a:t>sum[</a:t>
            </a:r>
            <a:r>
              <a:rPr lang="fr-FR" altLang="zh-CN" sz="2000" b="1" kern="1200" dirty="0">
                <a:solidFill>
                  <a:srgbClr val="C00000"/>
                </a:solidFill>
                <a:latin typeface="Courier New" panose="02070409020205090404" pitchFamily="49" charset="0"/>
                <a:ea typeface="黑体" panose="02010609060101010101" pitchFamily="49" charset="-122"/>
                <a:cs typeface="Times New Roman" panose="02020503050405090304" pitchFamily="18" charset="0"/>
              </a:rPr>
              <a:t>i</a:t>
            </a:r>
            <a:r>
              <a:rPr lang="fr-FR" altLang="zh-CN" sz="2000" b="1" kern="1200" dirty="0">
                <a:latin typeface="Courier New" panose="02070409020205090404" pitchFamily="49" charset="0"/>
                <a:ea typeface="黑体" panose="02010609060101010101" pitchFamily="49" charset="-122"/>
                <a:cs typeface="Times New Roman" panose="02020503050405090304" pitchFamily="18" charset="0"/>
              </a:rPr>
              <a:t>] =</a:t>
            </a:r>
            <a:r>
              <a:rPr lang="fr-FR" altLang="zh-CN" sz="2000" b="1" kern="1200" dirty="0">
                <a:solidFill>
                  <a:srgbClr val="333399"/>
                </a:solidFill>
                <a:latin typeface="Courier New" panose="02070409020205090404" pitchFamily="49" charset="0"/>
                <a:ea typeface="黑体" panose="02010609060101010101" pitchFamily="49" charset="-122"/>
                <a:cs typeface="Times New Roman" panose="02020503050405090304" pitchFamily="18" charset="0"/>
              </a:rPr>
              <a:t> </a:t>
            </a:r>
            <a:r>
              <a:rPr lang="fr-FR" altLang="zh-CN" sz="2000" b="1" kern="1200" dirty="0">
                <a:latin typeface="Courier New" panose="02070409020205090404" pitchFamily="49" charset="0"/>
                <a:ea typeface="黑体" panose="02010609060101010101" pitchFamily="49" charset="-122"/>
                <a:cs typeface="Times New Roman" panose="02020503050405090304" pitchFamily="18" charset="0"/>
              </a:rPr>
              <a:t>sum[</a:t>
            </a:r>
            <a:r>
              <a:rPr lang="fr-FR" altLang="zh-CN" sz="2000" b="1" kern="1200" dirty="0">
                <a:solidFill>
                  <a:srgbClr val="C00000"/>
                </a:solidFill>
                <a:latin typeface="Courier New" panose="02070409020205090404" pitchFamily="49" charset="0"/>
                <a:ea typeface="黑体" panose="02010609060101010101" pitchFamily="49" charset="-122"/>
                <a:cs typeface="Times New Roman" panose="02020503050405090304" pitchFamily="18" charset="0"/>
              </a:rPr>
              <a:t>i</a:t>
            </a:r>
            <a:r>
              <a:rPr lang="fr-FR" altLang="zh-CN" sz="2000" b="1" kern="1200" dirty="0">
                <a:latin typeface="Courier New" panose="02070409020205090404" pitchFamily="49" charset="0"/>
                <a:ea typeface="黑体" panose="02010609060101010101" pitchFamily="49" charset="-122"/>
                <a:cs typeface="Times New Roman" panose="02020503050405090304" pitchFamily="18" charset="0"/>
              </a:rPr>
              <a:t>] + score[i][j]; </a:t>
            </a:r>
            <a:endParaRPr lang="fr-FR" altLang="zh-CN" sz="2000" b="1" kern="1200" dirty="0">
              <a:latin typeface="Courier New" panose="02070409020205090404" pitchFamily="49" charset="0"/>
              <a:ea typeface="黑体" panose="02010609060101010101" pitchFamily="49" charset="-122"/>
              <a:cs typeface="Times New Roman" panose="02020503050405090304" pitchFamily="18" charset="0"/>
            </a:endParaRPr>
          </a:p>
          <a:p>
            <a:pPr eaLnBrk="1">
              <a:lnSpc>
                <a:spcPct val="85000"/>
              </a:lnSpc>
              <a:spcBef>
                <a:spcPts val="500"/>
              </a:spcBef>
              <a:spcAft>
                <a:spcPct val="0"/>
              </a:spcAft>
              <a:buSzPct val="50000"/>
              <a:buFont typeface="Wingdings" panose="05000000000000000000" pitchFamily="2" charset="2"/>
              <a:buNone/>
            </a:pPr>
            <a:r>
              <a:rPr lang="fr-FR" altLang="zh-CN" sz="2000" b="1" kern="1200" dirty="0">
                <a:solidFill>
                  <a:srgbClr val="333399"/>
                </a:solidFill>
                <a:latin typeface="Courier New" panose="02070409020205090404" pitchFamily="49" charset="0"/>
                <a:ea typeface="黑体" panose="02010609060101010101" pitchFamily="49" charset="-122"/>
                <a:cs typeface="Times New Roman" panose="02020503050405090304" pitchFamily="18" charset="0"/>
              </a:rPr>
              <a:t>    	</a:t>
            </a:r>
            <a:r>
              <a:rPr lang="fr-FR" altLang="zh-CN" sz="2000" b="1" kern="1200" dirty="0">
                <a:latin typeface="Courier New" panose="02070409020205090404" pitchFamily="49" charset="0"/>
                <a:ea typeface="黑体" panose="02010609060101010101" pitchFamily="49" charset="-122"/>
                <a:cs typeface="Times New Roman" panose="02020503050405090304" pitchFamily="18" charset="0"/>
              </a:rPr>
              <a:t>}</a:t>
            </a:r>
            <a:r>
              <a:rPr lang="fr-FR" altLang="zh-CN" sz="2000" b="1" kern="1200" dirty="0">
                <a:solidFill>
                  <a:srgbClr val="333399"/>
                </a:solidFill>
                <a:latin typeface="Courier New" panose="02070409020205090404" pitchFamily="49" charset="0"/>
                <a:ea typeface="黑体" panose="02010609060101010101" pitchFamily="49" charset="-122"/>
                <a:cs typeface="Times New Roman" panose="02020503050405090304" pitchFamily="18" charset="0"/>
              </a:rPr>
              <a:t>  </a:t>
            </a:r>
            <a:endParaRPr lang="fr-FR" altLang="zh-CN" sz="2000" b="1" kern="1200" dirty="0">
              <a:solidFill>
                <a:srgbClr val="333399"/>
              </a:solidFill>
              <a:latin typeface="Courier New" panose="02070409020205090404" pitchFamily="49" charset="0"/>
              <a:ea typeface="黑体" panose="02010609060101010101" pitchFamily="49" charset="-122"/>
              <a:cs typeface="Times New Roman" panose="02020503050405090304" pitchFamily="18" charset="0"/>
            </a:endParaRPr>
          </a:p>
          <a:p>
            <a:pPr eaLnBrk="1">
              <a:lnSpc>
                <a:spcPct val="85000"/>
              </a:lnSpc>
              <a:spcBef>
                <a:spcPts val="500"/>
              </a:spcBef>
              <a:spcAft>
                <a:spcPct val="0"/>
              </a:spcAft>
              <a:buSzPct val="50000"/>
              <a:buFont typeface="Wingdings" panose="05000000000000000000" pitchFamily="2" charset="2"/>
              <a:buNone/>
            </a:pPr>
            <a:r>
              <a:rPr lang="fr-FR" altLang="zh-CN" sz="2000" b="1" kern="1200" dirty="0">
                <a:solidFill>
                  <a:srgbClr val="333399"/>
                </a:solidFill>
                <a:latin typeface="Courier New" panose="02070409020205090404" pitchFamily="49" charset="0"/>
                <a:ea typeface="黑体" panose="02010609060101010101" pitchFamily="49" charset="-122"/>
                <a:cs typeface="Times New Roman" panose="02020503050405090304" pitchFamily="18" charset="0"/>
              </a:rPr>
              <a:t>		</a:t>
            </a:r>
            <a:r>
              <a:rPr lang="fr-FR" altLang="zh-CN" sz="2000" b="1" kern="1200" dirty="0">
                <a:latin typeface="Courier New" panose="02070409020205090404" pitchFamily="49" charset="0"/>
                <a:ea typeface="黑体" panose="02010609060101010101" pitchFamily="49" charset="-122"/>
                <a:cs typeface="Times New Roman" panose="02020503050405090304" pitchFamily="18" charset="0"/>
              </a:rPr>
              <a:t>aver[</a:t>
            </a:r>
            <a:r>
              <a:rPr lang="fr-FR" altLang="zh-CN" sz="2000" b="1" kern="1200" dirty="0">
                <a:solidFill>
                  <a:srgbClr val="C00000"/>
                </a:solidFill>
                <a:latin typeface="Courier New" panose="02070409020205090404" pitchFamily="49" charset="0"/>
                <a:ea typeface="黑体" panose="02010609060101010101" pitchFamily="49" charset="-122"/>
                <a:cs typeface="Times New Roman" panose="02020503050405090304" pitchFamily="18" charset="0"/>
              </a:rPr>
              <a:t>i</a:t>
            </a:r>
            <a:r>
              <a:rPr lang="fr-FR" altLang="zh-CN" sz="2000" b="1" kern="1200" dirty="0">
                <a:latin typeface="Courier New" panose="02070409020205090404" pitchFamily="49" charset="0"/>
                <a:ea typeface="黑体" panose="02010609060101010101" pitchFamily="49" charset="-122"/>
                <a:cs typeface="Times New Roman" panose="02020503050405090304" pitchFamily="18" charset="0"/>
              </a:rPr>
              <a:t>] = (float)</a:t>
            </a:r>
            <a:r>
              <a:rPr lang="fr-FR" altLang="zh-CN" sz="2000" b="1" kern="1200" dirty="0">
                <a:solidFill>
                  <a:srgbClr val="333399"/>
                </a:solidFill>
                <a:latin typeface="Courier New" panose="02070409020205090404" pitchFamily="49" charset="0"/>
                <a:ea typeface="黑体" panose="02010609060101010101" pitchFamily="49" charset="-122"/>
                <a:cs typeface="Times New Roman" panose="02020503050405090304" pitchFamily="18" charset="0"/>
              </a:rPr>
              <a:t> </a:t>
            </a:r>
            <a:r>
              <a:rPr lang="fr-FR" altLang="zh-CN" sz="2000" b="1" kern="1200" dirty="0">
                <a:latin typeface="Courier New" panose="02070409020205090404" pitchFamily="49" charset="0"/>
                <a:ea typeface="黑体" panose="02010609060101010101" pitchFamily="49" charset="-122"/>
                <a:cs typeface="Times New Roman" panose="02020503050405090304" pitchFamily="18" charset="0"/>
              </a:rPr>
              <a:t>sum[</a:t>
            </a:r>
            <a:r>
              <a:rPr lang="fr-FR" altLang="zh-CN" sz="2000" b="1" kern="1200" dirty="0">
                <a:solidFill>
                  <a:srgbClr val="C00000"/>
                </a:solidFill>
                <a:latin typeface="Courier New" panose="02070409020205090404" pitchFamily="49" charset="0"/>
                <a:ea typeface="黑体" panose="02010609060101010101" pitchFamily="49" charset="-122"/>
                <a:cs typeface="Times New Roman" panose="02020503050405090304" pitchFamily="18" charset="0"/>
              </a:rPr>
              <a:t>i</a:t>
            </a:r>
            <a:r>
              <a:rPr lang="fr-FR" altLang="zh-CN" sz="2000" b="1" kern="1200" dirty="0">
                <a:latin typeface="Courier New" panose="02070409020205090404" pitchFamily="49" charset="0"/>
                <a:ea typeface="黑体" panose="02010609060101010101" pitchFamily="49" charset="-122"/>
                <a:cs typeface="Times New Roman" panose="02020503050405090304" pitchFamily="18" charset="0"/>
              </a:rPr>
              <a:t>] /</a:t>
            </a:r>
            <a:r>
              <a:rPr lang="fr-FR" altLang="zh-CN" sz="2000" b="1" kern="1200" dirty="0">
                <a:solidFill>
                  <a:srgbClr val="333399"/>
                </a:solidFill>
                <a:latin typeface="Courier New" panose="02070409020205090404" pitchFamily="49" charset="0"/>
                <a:ea typeface="黑体" panose="02010609060101010101" pitchFamily="49" charset="-122"/>
                <a:cs typeface="Times New Roman" panose="02020503050405090304" pitchFamily="18" charset="0"/>
              </a:rPr>
              <a:t> </a:t>
            </a:r>
            <a:r>
              <a:rPr lang="fr-FR" altLang="zh-CN" sz="2000" b="1" kern="1200" dirty="0">
                <a:solidFill>
                  <a:srgbClr val="C00000"/>
                </a:solidFill>
                <a:latin typeface="Courier New" panose="02070409020205090404" pitchFamily="49" charset="0"/>
                <a:ea typeface="黑体" panose="02010609060101010101" pitchFamily="49" charset="-122"/>
                <a:cs typeface="Times New Roman" panose="02020503050405090304" pitchFamily="18" charset="0"/>
              </a:rPr>
              <a:t>COURSE_N</a:t>
            </a:r>
            <a:r>
              <a:rPr lang="fr-FR" altLang="zh-CN" sz="2000" b="1" kern="1200" dirty="0">
                <a:latin typeface="Courier New" panose="02070409020205090404" pitchFamily="49" charset="0"/>
                <a:ea typeface="黑体" panose="02010609060101010101" pitchFamily="49" charset="-122"/>
                <a:cs typeface="Times New Roman" panose="02020503050405090304" pitchFamily="18" charset="0"/>
              </a:rPr>
              <a:t>;</a:t>
            </a:r>
            <a:r>
              <a:rPr lang="fr-FR" altLang="zh-CN" sz="2000" b="1" kern="1200" dirty="0">
                <a:solidFill>
                  <a:srgbClr val="333399"/>
                </a:solidFill>
                <a:latin typeface="Courier New" panose="02070409020205090404" pitchFamily="49" charset="0"/>
                <a:ea typeface="黑体" panose="02010609060101010101" pitchFamily="49" charset="-122"/>
                <a:cs typeface="Times New Roman" panose="02020503050405090304" pitchFamily="18" charset="0"/>
              </a:rPr>
              <a:t>        </a:t>
            </a:r>
            <a:endParaRPr lang="fr-FR" altLang="zh-CN" sz="2000" b="1" kern="1200" dirty="0">
              <a:solidFill>
                <a:srgbClr val="333399"/>
              </a:solidFill>
              <a:latin typeface="Courier New" panose="02070409020205090404" pitchFamily="49" charset="0"/>
              <a:ea typeface="黑体" panose="02010609060101010101" pitchFamily="49" charset="-122"/>
              <a:cs typeface="Times New Roman" panose="02020503050405090304" pitchFamily="18" charset="0"/>
            </a:endParaRPr>
          </a:p>
          <a:p>
            <a:pPr eaLnBrk="1">
              <a:lnSpc>
                <a:spcPct val="85000"/>
              </a:lnSpc>
              <a:spcBef>
                <a:spcPts val="500"/>
              </a:spcBef>
              <a:spcAft>
                <a:spcPct val="0"/>
              </a:spcAft>
              <a:buSzPct val="50000"/>
              <a:buFont typeface="Wingdings" panose="05000000000000000000" pitchFamily="2" charset="2"/>
              <a:buNone/>
            </a:pPr>
            <a:r>
              <a:rPr lang="fr-FR" altLang="zh-CN" sz="2000" b="1" kern="1200" dirty="0">
                <a:solidFill>
                  <a:srgbClr val="333399"/>
                </a:solidFill>
                <a:latin typeface="Courier New" panose="02070409020205090404" pitchFamily="49" charset="0"/>
                <a:ea typeface="黑体" panose="02010609060101010101" pitchFamily="49" charset="-122"/>
                <a:cs typeface="Times New Roman" panose="02020503050405090304" pitchFamily="18" charset="0"/>
              </a:rPr>
              <a:t>	</a:t>
            </a:r>
            <a:r>
              <a:rPr lang="fr-FR" altLang="zh-CN" sz="2000" b="1" kern="1200" dirty="0">
                <a:latin typeface="Courier New" panose="02070409020205090404" pitchFamily="49" charset="0"/>
                <a:ea typeface="黑体" panose="02010609060101010101" pitchFamily="49" charset="-122"/>
                <a:cs typeface="Times New Roman" panose="02020503050405090304" pitchFamily="18" charset="0"/>
              </a:rPr>
              <a:t>}  </a:t>
            </a:r>
            <a:endParaRPr lang="fr-FR" altLang="zh-CN" sz="2000" b="1" kern="1200" dirty="0">
              <a:latin typeface="Courier New" panose="02070409020205090404" pitchFamily="49" charset="0"/>
              <a:ea typeface="黑体" panose="02010609060101010101" pitchFamily="49" charset="-122"/>
              <a:cs typeface="Times New Roman" panose="02020503050405090304" pitchFamily="18" charset="0"/>
            </a:endParaRPr>
          </a:p>
          <a:p>
            <a:pPr eaLnBrk="1">
              <a:lnSpc>
                <a:spcPct val="85000"/>
              </a:lnSpc>
              <a:spcBef>
                <a:spcPts val="500"/>
              </a:spcBef>
              <a:spcAft>
                <a:spcPct val="0"/>
              </a:spcAft>
              <a:buSzPct val="50000"/>
              <a:buFont typeface="Wingdings" panose="05000000000000000000" pitchFamily="2" charset="2"/>
              <a:buNone/>
            </a:pPr>
            <a:r>
              <a:rPr lang="fr-FR" altLang="zh-CN" sz="2000" b="1" kern="1200" dirty="0">
                <a:latin typeface="Courier New" panose="02070409020205090404" pitchFamily="49" charset="0"/>
                <a:ea typeface="黑体" panose="02010609060101010101" pitchFamily="49" charset="-122"/>
                <a:cs typeface="Times New Roman" panose="02020503050405090304" pitchFamily="18" charset="0"/>
              </a:rPr>
              <a:t>}</a:t>
            </a:r>
            <a:endParaRPr lang="zh-CN" altLang="en-US" sz="2000" b="1" kern="1200" dirty="0">
              <a:latin typeface="Courier New" panose="02070409020205090404" pitchFamily="49" charset="0"/>
              <a:ea typeface="Times New Roman" panose="02020503050405090304" pitchFamily="18" charset="0"/>
              <a:cs typeface="+mn-cs"/>
            </a:endParaRPr>
          </a:p>
        </p:txBody>
      </p:sp>
      <p:pic>
        <p:nvPicPr>
          <p:cNvPr id="38916" name="图片 7" descr="Image3.jpg"/>
          <p:cNvPicPr>
            <a:picLocks noChangeAspect="1"/>
          </p:cNvPicPr>
          <p:nvPr/>
        </p:nvPicPr>
        <p:blipFill>
          <a:blip r:embed="rId1">
            <a:clrChange>
              <a:clrFrom>
                <a:srgbClr val="FFFFFD"/>
              </a:clrFrom>
              <a:clrTo>
                <a:srgbClr val="FFFFFD">
                  <a:alpha val="0"/>
                </a:srgbClr>
              </a:clrTo>
            </a:clrChange>
          </a:blip>
          <a:stretch>
            <a:fillRect/>
          </a:stretch>
        </p:blipFill>
        <p:spPr>
          <a:xfrm>
            <a:off x="9767888" y="4797425"/>
            <a:ext cx="912812" cy="1785938"/>
          </a:xfrm>
          <a:prstGeom prst="rect">
            <a:avLst/>
          </a:prstGeom>
          <a:noFill/>
          <a:ln w="9525">
            <a:noFill/>
          </a:ln>
        </p:spPr>
      </p:pic>
      <p:sp>
        <p:nvSpPr>
          <p:cNvPr id="20" name="AutoShape 4"/>
          <p:cNvSpPr/>
          <p:nvPr/>
        </p:nvSpPr>
        <p:spPr>
          <a:xfrm>
            <a:off x="8002588" y="2781300"/>
            <a:ext cx="2630487" cy="1368425"/>
          </a:xfrm>
          <a:prstGeom prst="cloudCallout">
            <a:avLst>
              <a:gd name="adj1" fmla="val 27491"/>
              <a:gd name="adj2" fmla="val 102319"/>
            </a:avLst>
          </a:prstGeom>
          <a:solidFill>
            <a:srgbClr val="FFFFCC"/>
          </a:solidFill>
          <a:ln w="28575" cap="flat" cmpd="sng">
            <a:solidFill>
              <a:srgbClr val="00B050"/>
            </a:solidFill>
            <a:prstDash val="solid"/>
            <a:headEnd type="none" w="med" len="med"/>
            <a:tailEnd type="none" w="med" len="med"/>
          </a:ln>
        </p:spPr>
        <p:txBody>
          <a:bodyPr lIns="0" tIns="0" rIns="0" bIns="0"/>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ct val="0"/>
              </a:spcBef>
              <a:spcAft>
                <a:spcPts val="590"/>
              </a:spcAft>
              <a:buSzPct val="80000"/>
              <a:buNone/>
            </a:pPr>
            <a:r>
              <a:rPr lang="zh-CN" altLang="en-US" sz="2400" dirty="0">
                <a:solidFill>
                  <a:srgbClr val="000099"/>
                </a:solidFill>
                <a:latin typeface="黑体" panose="02010609060101010101" pitchFamily="49" charset="-122"/>
              </a:rPr>
              <a:t>如何计算每门课程的平均分？</a:t>
            </a:r>
            <a:endParaRPr lang="zh-CN" altLang="en-US" sz="2400" dirty="0">
              <a:solidFill>
                <a:srgbClr val="000099"/>
              </a:solidFill>
              <a:latin typeface="黑体" panose="02010609060101010101" pitchFamily="49" charset="-122"/>
            </a:endParaRPr>
          </a:p>
        </p:txBody>
      </p:sp>
      <p:sp>
        <p:nvSpPr>
          <p:cNvPr id="38918" name="Rectangle 2"/>
          <p:cNvSpPr txBox="1"/>
          <p:nvPr/>
        </p:nvSpPr>
        <p:spPr>
          <a:xfrm>
            <a:off x="609600" y="274638"/>
            <a:ext cx="10972800" cy="1143000"/>
          </a:xfrm>
          <a:prstGeom prst="rect">
            <a:avLst/>
          </a:prstGeom>
          <a:noFill/>
          <a:ln w="9525">
            <a:noFill/>
          </a:ln>
        </p:spPr>
        <p:txBody>
          <a:bodyPr anchor="ctr" anchorCtr="0"/>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algn="ctr">
              <a:lnSpc>
                <a:spcPct val="100000"/>
              </a:lnSpc>
              <a:spcBef>
                <a:spcPct val="0"/>
              </a:spcBef>
              <a:buClrTx/>
              <a:buSzTx/>
              <a:buFontTx/>
              <a:buNone/>
            </a:pPr>
            <a:r>
              <a:rPr lang="en-US" altLang="zh-CN" sz="4400" dirty="0">
                <a:solidFill>
                  <a:schemeClr val="tx2"/>
                </a:solidFill>
                <a:cs typeface="Arial" panose="020B0604020202090204" pitchFamily="34" charset="0"/>
              </a:rPr>
              <a:t>3.1.4 </a:t>
            </a:r>
            <a:r>
              <a:rPr lang="zh-CN" altLang="en-US" sz="4400" dirty="0">
                <a:solidFill>
                  <a:schemeClr val="tx2"/>
                </a:solidFill>
                <a:cs typeface="Arial" panose="020B0604020202090204" pitchFamily="34" charset="0"/>
              </a:rPr>
              <a:t>向函数传递二维数组</a:t>
            </a:r>
            <a:endParaRPr lang="zh-CN" altLang="en-US" sz="4400" dirty="0">
              <a:solidFill>
                <a:schemeClr val="tx2"/>
              </a:solidFill>
              <a:ea typeface="Arial" panose="020B060402020209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slide(fromBottom)">
                                      <p:cBhvr>
                                        <p:cTn id="7"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Lst>
  </p:timing>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9938" name="Rectangle 2"/>
          <p:cNvSpPr>
            <a:spLocks noGrp="1"/>
          </p:cNvSpPr>
          <p:nvPr>
            <p:ph type="title"/>
          </p:nvPr>
        </p:nvSpPr>
        <p:spPr>
          <a:xfrm>
            <a:off x="1436688" y="1052513"/>
            <a:ext cx="9202737" cy="839787"/>
          </a:xfrm>
        </p:spPr>
        <p:txBody>
          <a:bodyPr vert="horz" wrap="square" lIns="91440" tIns="45720" rIns="91440" bIns="45720" anchor="ctr" anchorCtr="0"/>
          <a:lstStyle/>
          <a:p>
            <a:r>
              <a:rPr lang="en-US" altLang="zh-CN" sz="2400" kern="1200" dirty="0">
                <a:latin typeface="Arial" panose="020B0604020202090204" pitchFamily="34" charset="0"/>
                <a:ea typeface="黑体" panose="02010609060101010101" pitchFamily="49" charset="-122"/>
                <a:cs typeface="Arial" panose="020B0604020202090204" pitchFamily="34" charset="0"/>
              </a:rPr>
              <a:t> </a:t>
            </a:r>
            <a:r>
              <a:rPr lang="zh-CN" altLang="en-US" sz="2400" kern="1200" dirty="0">
                <a:latin typeface="Arial" panose="020B0604020202090204" pitchFamily="34" charset="0"/>
                <a:ea typeface="黑体" panose="02010609060101010101" pitchFamily="49" charset="-122"/>
                <a:cs typeface="Arial" panose="020B0604020202090204" pitchFamily="34" charset="0"/>
              </a:rPr>
              <a:t>例 计算每门</a:t>
            </a:r>
            <a:r>
              <a:rPr lang="zh-CN" altLang="en-US" sz="2400" kern="1200" dirty="0">
                <a:solidFill>
                  <a:srgbClr val="C00000"/>
                </a:solidFill>
                <a:latin typeface="Arial" panose="020B0604020202090204" pitchFamily="34" charset="0"/>
                <a:ea typeface="黑体" panose="02010609060101010101" pitchFamily="49" charset="-122"/>
                <a:cs typeface="Arial" panose="020B0604020202090204" pitchFamily="34" charset="0"/>
              </a:rPr>
              <a:t>课程</a:t>
            </a:r>
            <a:r>
              <a:rPr lang="zh-CN" altLang="en-US" sz="2400" kern="1200" dirty="0">
                <a:latin typeface="Arial" panose="020B0604020202090204" pitchFamily="34" charset="0"/>
                <a:ea typeface="黑体" panose="02010609060101010101" pitchFamily="49" charset="-122"/>
                <a:cs typeface="Arial" panose="020B0604020202090204" pitchFamily="34" charset="0"/>
              </a:rPr>
              <a:t>的总分和平均分</a:t>
            </a:r>
            <a:endParaRPr lang="zh-CN" altLang="en-US" sz="2400" kern="1200" dirty="0">
              <a:latin typeface="Arial" panose="020B0604020202090204" pitchFamily="34" charset="0"/>
              <a:ea typeface="黑体" panose="02010609060101010101" pitchFamily="49" charset="-122"/>
              <a:cs typeface="Arial" panose="020B0604020202090204" pitchFamily="34" charset="0"/>
            </a:endParaRPr>
          </a:p>
        </p:txBody>
      </p:sp>
      <p:sp>
        <p:nvSpPr>
          <p:cNvPr id="309251" name="Rectangle 3"/>
          <p:cNvSpPr>
            <a:spLocks noGrp="1" noChangeArrowheads="1"/>
          </p:cNvSpPr>
          <p:nvPr>
            <p:ph idx="1"/>
          </p:nvPr>
        </p:nvSpPr>
        <p:spPr>
          <a:xfrm>
            <a:off x="1487488" y="1701800"/>
            <a:ext cx="9282113" cy="5111750"/>
          </a:xfrm>
          <a:solidFill>
            <a:schemeClr val="bg1"/>
          </a:solidFill>
          <a:ln w="38100">
            <a:solidFill>
              <a:srgbClr val="000080"/>
            </a:solidFill>
          </a:ln>
        </p:spPr>
        <p:txBody>
          <a:bodyPr vert="horz" wrap="square" lIns="91440" tIns="45720" rIns="91440" bIns="45720" numCol="1" anchor="t" anchorCtr="0" compatLnSpc="1"/>
          <a:lstStyle/>
          <a:p>
            <a:pPr marL="342900" marR="0" lvl="0" indent="-342900" algn="l" defTabSz="914400" rtl="0" eaLnBrk="1" fontAlgn="base" latinLnBrk="0" hangingPunct="0">
              <a:lnSpc>
                <a:spcPct val="85000"/>
              </a:lnSpc>
              <a:spcBef>
                <a:spcPts val="500"/>
              </a:spcBef>
              <a:spcAft>
                <a:spcPct val="0"/>
              </a:spcAft>
              <a:buClr>
                <a:schemeClr val="tx2"/>
              </a:buClr>
              <a:buSzPct val="50000"/>
              <a:buFont typeface="Wingdings" panose="05000000000000000000" pitchFamily="2" charset="2"/>
              <a:buNone/>
              <a:defRPr/>
            </a:pPr>
            <a:r>
              <a:rPr kumimoji="0" lang="fr-FR" altLang="zh-CN" sz="2000" b="1" i="0" u="none" strike="noStrike" kern="1200" cap="none" spc="0" normalizeH="0" baseline="0" noProof="0">
                <a:ln>
                  <a:noFill/>
                </a:ln>
                <a:solidFill>
                  <a:schemeClr val="tx1"/>
                </a:solidFill>
                <a:effectLst/>
                <a:uLnTx/>
                <a:uFillTx/>
                <a:latin typeface="Courier New" panose="02070409020205090404" pitchFamily="49" charset="0"/>
                <a:ea typeface="黑体" panose="02010609060101010101" pitchFamily="49" charset="-122"/>
                <a:cs typeface="Times New Roman" panose="02020503050405090304" pitchFamily="18" charset="0"/>
              </a:rPr>
              <a:t>void AverforCourse(int score[][</a:t>
            </a:r>
            <a:r>
              <a:rPr kumimoji="0" lang="fr-FR" altLang="zh-CN" sz="2000" b="1" i="0" u="none" strike="noStrike" kern="1200" cap="none" spc="0" normalizeH="0" baseline="0" noProof="0">
                <a:ln>
                  <a:noFill/>
                </a:ln>
                <a:solidFill>
                  <a:srgbClr val="C00000"/>
                </a:solidFill>
                <a:effectLst/>
                <a:uLnTx/>
                <a:uFillTx/>
                <a:latin typeface="Courier New" panose="02070409020205090404" pitchFamily="49" charset="0"/>
                <a:ea typeface="黑体" panose="02010609060101010101" pitchFamily="49" charset="-122"/>
                <a:cs typeface="Times New Roman" panose="02020503050405090304" pitchFamily="18" charset="0"/>
              </a:rPr>
              <a:t>COURSE_N</a:t>
            </a:r>
            <a:r>
              <a:rPr kumimoji="0" lang="fr-FR" altLang="zh-CN" sz="2000" b="1" i="0" u="none" strike="noStrike" kern="1200" cap="none" spc="0" normalizeH="0" baseline="0" noProof="0">
                <a:ln>
                  <a:noFill/>
                </a:ln>
                <a:solidFill>
                  <a:schemeClr val="tx1"/>
                </a:solidFill>
                <a:effectLst/>
                <a:uLnTx/>
                <a:uFillTx/>
                <a:latin typeface="Courier New" panose="02070409020205090404" pitchFamily="49" charset="0"/>
                <a:ea typeface="黑体" panose="02010609060101010101" pitchFamily="49" charset="-122"/>
                <a:cs typeface="Times New Roman" panose="02020503050405090304" pitchFamily="18" charset="0"/>
              </a:rPr>
              <a:t>], int sum[], </a:t>
            </a:r>
            <a:endParaRPr kumimoji="0" lang="fr-FR" altLang="zh-CN" sz="2000" b="1" i="0" u="none" strike="noStrike" kern="1200" cap="none" spc="0" normalizeH="0" baseline="0" noProof="0">
              <a:ln>
                <a:noFill/>
              </a:ln>
              <a:solidFill>
                <a:schemeClr val="tx1"/>
              </a:solidFill>
              <a:effectLst/>
              <a:uLnTx/>
              <a:uFillTx/>
              <a:latin typeface="Courier New" panose="02070409020205090404" pitchFamily="49" charset="0"/>
              <a:ea typeface="黑体" panose="02010609060101010101" pitchFamily="49" charset="-122"/>
              <a:cs typeface="Times New Roman" panose="02020503050405090304" pitchFamily="18" charset="0"/>
            </a:endParaRPr>
          </a:p>
          <a:p>
            <a:pPr marL="342900" marR="0" lvl="0" indent="-342900" algn="l" defTabSz="914400" rtl="0" eaLnBrk="1" fontAlgn="base" latinLnBrk="0" hangingPunct="0">
              <a:lnSpc>
                <a:spcPct val="85000"/>
              </a:lnSpc>
              <a:spcBef>
                <a:spcPts val="500"/>
              </a:spcBef>
              <a:spcAft>
                <a:spcPct val="0"/>
              </a:spcAft>
              <a:buClr>
                <a:schemeClr val="tx2"/>
              </a:buClr>
              <a:buSzPct val="50000"/>
              <a:buFont typeface="Wingdings" panose="05000000000000000000" pitchFamily="2" charset="2"/>
              <a:buNone/>
              <a:defRPr/>
            </a:pPr>
            <a:r>
              <a:rPr kumimoji="0" lang="fr-FR" altLang="zh-CN" sz="2000" b="1" i="0" u="none" strike="noStrike" kern="1200" cap="none" spc="0" normalizeH="0" baseline="0" noProof="0">
                <a:ln>
                  <a:noFill/>
                </a:ln>
                <a:solidFill>
                  <a:schemeClr val="tx1"/>
                </a:solidFill>
                <a:effectLst/>
                <a:uLnTx/>
                <a:uFillTx/>
                <a:latin typeface="Courier New" panose="02070409020205090404" pitchFamily="49" charset="0"/>
                <a:ea typeface="黑体" panose="02010609060101010101" pitchFamily="49" charset="-122"/>
                <a:cs typeface="Times New Roman" panose="02020503050405090304" pitchFamily="18" charset="0"/>
              </a:rPr>
              <a:t>                   float aver[], int n)</a:t>
            </a:r>
            <a:r>
              <a:rPr kumimoji="0" lang="fr-FR" altLang="zh-CN" sz="2000" b="1" i="0" u="none" strike="noStrike" kern="1200" cap="none" spc="0" normalizeH="0" baseline="0" noProof="0">
                <a:ln>
                  <a:noFill/>
                </a:ln>
                <a:solidFill>
                  <a:schemeClr val="tx1"/>
                </a:solidFill>
                <a:effectLst>
                  <a:outerShdw blurRad="38100" dist="38100" dir="2700000" algn="tl">
                    <a:srgbClr val="C0C0C0"/>
                  </a:outerShdw>
                </a:effectLst>
                <a:uLnTx/>
                <a:uFillTx/>
                <a:latin typeface="Courier New" panose="02070409020205090404" pitchFamily="49" charset="0"/>
                <a:ea typeface="黑体" panose="02010609060101010101" pitchFamily="49" charset="-122"/>
                <a:cs typeface="Times New Roman" panose="02020503050405090304" pitchFamily="18" charset="0"/>
              </a:rPr>
              <a:t> </a:t>
            </a:r>
            <a:endParaRPr kumimoji="0" lang="fr-FR" altLang="zh-CN" sz="2000" b="1" i="0" u="none" strike="noStrike" kern="1200" cap="none" spc="0" normalizeH="0" baseline="0" noProof="0">
              <a:ln>
                <a:noFill/>
              </a:ln>
              <a:solidFill>
                <a:schemeClr val="tx1"/>
              </a:solidFill>
              <a:effectLst>
                <a:outerShdw blurRad="38100" dist="38100" dir="2700000" algn="tl">
                  <a:srgbClr val="C0C0C0"/>
                </a:outerShdw>
              </a:effectLst>
              <a:uLnTx/>
              <a:uFillTx/>
              <a:latin typeface="Courier New" panose="02070409020205090404" pitchFamily="49" charset="0"/>
              <a:ea typeface="黑体" panose="02010609060101010101" pitchFamily="49" charset="-122"/>
              <a:cs typeface="Times New Roman" panose="02020503050405090304" pitchFamily="18" charset="0"/>
            </a:endParaRPr>
          </a:p>
          <a:p>
            <a:pPr marL="342900" marR="0" lvl="0" indent="-342900" algn="l" defTabSz="914400" rtl="0" eaLnBrk="1" fontAlgn="base" latinLnBrk="0" hangingPunct="0">
              <a:lnSpc>
                <a:spcPct val="85000"/>
              </a:lnSpc>
              <a:spcBef>
                <a:spcPts val="500"/>
              </a:spcBef>
              <a:spcAft>
                <a:spcPct val="0"/>
              </a:spcAft>
              <a:buClr>
                <a:schemeClr val="tx2"/>
              </a:buClr>
              <a:buSzPct val="50000"/>
              <a:buFont typeface="Wingdings" panose="05000000000000000000" pitchFamily="2" charset="2"/>
              <a:buNone/>
              <a:defRPr/>
            </a:pPr>
            <a:r>
              <a:rPr kumimoji="0" lang="fr-FR" altLang="zh-CN" sz="2000" b="1" i="0" u="none" strike="noStrike" kern="1200" cap="none" spc="0" normalizeH="0" baseline="0" noProof="0">
                <a:ln>
                  <a:noFill/>
                </a:ln>
                <a:solidFill>
                  <a:schemeClr val="tx1"/>
                </a:solidFill>
                <a:effectLst/>
                <a:uLnTx/>
                <a:uFillTx/>
                <a:latin typeface="Courier New" panose="02070409020205090404" pitchFamily="49" charset="0"/>
                <a:ea typeface="黑体" panose="02010609060101010101" pitchFamily="49" charset="-122"/>
                <a:cs typeface="Times New Roman" panose="02020503050405090304" pitchFamily="18" charset="0"/>
              </a:rPr>
              <a:t>{</a:t>
            </a:r>
            <a:endParaRPr kumimoji="0" lang="fr-FR" altLang="zh-CN" sz="2000" b="1" i="0" u="none" strike="noStrike" kern="1200" cap="none" spc="0" normalizeH="0" baseline="0" noProof="0">
              <a:ln>
                <a:noFill/>
              </a:ln>
              <a:solidFill>
                <a:schemeClr val="tx1"/>
              </a:solidFill>
              <a:effectLst/>
              <a:uLnTx/>
              <a:uFillTx/>
              <a:latin typeface="Courier New" panose="02070409020205090404" pitchFamily="49" charset="0"/>
              <a:ea typeface="黑体" panose="02010609060101010101" pitchFamily="49" charset="-122"/>
              <a:cs typeface="Times New Roman" panose="02020503050405090304" pitchFamily="18" charset="0"/>
            </a:endParaRPr>
          </a:p>
          <a:p>
            <a:pPr marL="342900" marR="0" lvl="0" indent="-342900" algn="l" defTabSz="914400" rtl="0" eaLnBrk="1" fontAlgn="base" latinLnBrk="0" hangingPunct="0">
              <a:lnSpc>
                <a:spcPct val="85000"/>
              </a:lnSpc>
              <a:spcBef>
                <a:spcPts val="500"/>
              </a:spcBef>
              <a:spcAft>
                <a:spcPct val="0"/>
              </a:spcAft>
              <a:buClr>
                <a:schemeClr val="tx2"/>
              </a:buClr>
              <a:buSzPct val="50000"/>
              <a:buFont typeface="Wingdings" panose="05000000000000000000" pitchFamily="2" charset="2"/>
              <a:buNone/>
              <a:defRPr/>
            </a:pPr>
            <a:r>
              <a:rPr kumimoji="0" lang="fr-FR" altLang="zh-CN" sz="2000" b="1" i="0" u="none" strike="noStrike" kern="1200" cap="none" spc="0" normalizeH="0" baseline="0" noProof="0">
                <a:ln>
                  <a:noFill/>
                </a:ln>
                <a:solidFill>
                  <a:schemeClr val="tx1"/>
                </a:solidFill>
                <a:effectLst/>
                <a:uLnTx/>
                <a:uFillTx/>
                <a:latin typeface="Courier New" panose="02070409020205090404" pitchFamily="49" charset="0"/>
                <a:ea typeface="黑体" panose="02010609060101010101" pitchFamily="49" charset="-122"/>
                <a:cs typeface="Times New Roman" panose="02020503050405090304" pitchFamily="18" charset="0"/>
              </a:rPr>
              <a:t>	int  i, j;</a:t>
            </a:r>
            <a:endParaRPr kumimoji="0" lang="fr-FR" altLang="zh-CN" sz="2000" b="1" i="0" u="none" strike="noStrike" kern="1200" cap="none" spc="0" normalizeH="0" baseline="0" noProof="0">
              <a:ln>
                <a:noFill/>
              </a:ln>
              <a:solidFill>
                <a:schemeClr val="tx1"/>
              </a:solidFill>
              <a:effectLst/>
              <a:uLnTx/>
              <a:uFillTx/>
              <a:latin typeface="Courier New" panose="02070409020205090404" pitchFamily="49" charset="0"/>
              <a:ea typeface="黑体" panose="02010609060101010101" pitchFamily="49" charset="-122"/>
              <a:cs typeface="Times New Roman" panose="02020503050405090304" pitchFamily="18" charset="0"/>
            </a:endParaRPr>
          </a:p>
          <a:p>
            <a:pPr marL="342900" marR="0" lvl="0" indent="-342900" algn="l" defTabSz="914400" rtl="0" eaLnBrk="1" fontAlgn="base" latinLnBrk="0" hangingPunct="0">
              <a:lnSpc>
                <a:spcPct val="85000"/>
              </a:lnSpc>
              <a:spcBef>
                <a:spcPts val="500"/>
              </a:spcBef>
              <a:spcAft>
                <a:spcPct val="0"/>
              </a:spcAft>
              <a:buClr>
                <a:schemeClr val="tx2"/>
              </a:buClr>
              <a:buSzPct val="50000"/>
              <a:buFont typeface="Wingdings" panose="05000000000000000000" pitchFamily="2" charset="2"/>
              <a:buNone/>
              <a:defRPr/>
            </a:pPr>
            <a:endParaRPr kumimoji="0" lang="fr-FR" altLang="zh-CN" sz="2000" b="1" i="0" u="none" strike="noStrike" kern="1200" cap="none" spc="0" normalizeH="0" baseline="0" noProof="0">
              <a:ln>
                <a:noFill/>
              </a:ln>
              <a:solidFill>
                <a:schemeClr val="tx1"/>
              </a:solidFill>
              <a:effectLst/>
              <a:uLnTx/>
              <a:uFillTx/>
              <a:latin typeface="Courier New" panose="02070409020205090404" pitchFamily="49" charset="0"/>
              <a:ea typeface="黑体" panose="02010609060101010101" pitchFamily="49" charset="-122"/>
              <a:cs typeface="Times New Roman" panose="02020503050405090304" pitchFamily="18" charset="0"/>
            </a:endParaRPr>
          </a:p>
          <a:p>
            <a:pPr marL="342900" marR="0" lvl="0" indent="-342900" algn="l" defTabSz="914400" rtl="0" eaLnBrk="1" fontAlgn="base" latinLnBrk="0" hangingPunct="0">
              <a:lnSpc>
                <a:spcPct val="85000"/>
              </a:lnSpc>
              <a:spcBef>
                <a:spcPts val="500"/>
              </a:spcBef>
              <a:spcAft>
                <a:spcPct val="0"/>
              </a:spcAft>
              <a:buClr>
                <a:schemeClr val="tx2"/>
              </a:buClr>
              <a:buSzPct val="50000"/>
              <a:buFont typeface="Wingdings" panose="05000000000000000000" pitchFamily="2" charset="2"/>
              <a:buNone/>
              <a:defRPr/>
            </a:pPr>
            <a:r>
              <a:rPr kumimoji="0" lang="fr-FR" altLang="zh-CN" sz="2000" b="1" i="0" u="none" strike="noStrike" kern="1200" cap="none" spc="0" normalizeH="0" baseline="0" noProof="0">
                <a:ln>
                  <a:noFill/>
                </a:ln>
                <a:solidFill>
                  <a:srgbClr val="333399"/>
                </a:solidFill>
                <a:effectLst/>
                <a:uLnTx/>
                <a:uFillTx/>
                <a:latin typeface="Courier New" panose="02070409020205090404" pitchFamily="49" charset="0"/>
                <a:ea typeface="黑体" panose="02010609060101010101" pitchFamily="49" charset="-122"/>
                <a:cs typeface="Times New Roman" panose="02020503050405090304" pitchFamily="18" charset="0"/>
              </a:rPr>
              <a:t>	</a:t>
            </a:r>
            <a:r>
              <a:rPr kumimoji="0" lang="fr-FR" altLang="zh-CN" sz="2000" b="1" i="0" u="none" strike="noStrike" kern="1200" cap="none" spc="0" normalizeH="0" baseline="0" noProof="0">
                <a:ln>
                  <a:noFill/>
                </a:ln>
                <a:solidFill>
                  <a:schemeClr val="tx1"/>
                </a:solidFill>
                <a:effectLst/>
                <a:uLnTx/>
                <a:uFillTx/>
                <a:latin typeface="Courier New" panose="02070409020205090404" pitchFamily="49" charset="0"/>
                <a:ea typeface="黑体" panose="02010609060101010101" pitchFamily="49" charset="-122"/>
                <a:cs typeface="Times New Roman" panose="02020503050405090304" pitchFamily="18" charset="0"/>
              </a:rPr>
              <a:t>for (j=0;</a:t>
            </a:r>
            <a:r>
              <a:rPr kumimoji="0" lang="fr-FR" altLang="zh-CN" sz="2000" b="1" i="0" u="none" strike="noStrike" kern="1200" cap="none" spc="0" normalizeH="0" baseline="0" noProof="0">
                <a:ln>
                  <a:noFill/>
                </a:ln>
                <a:solidFill>
                  <a:srgbClr val="333399"/>
                </a:solidFill>
                <a:effectLst/>
                <a:uLnTx/>
                <a:uFillTx/>
                <a:latin typeface="Courier New" panose="02070409020205090404" pitchFamily="49" charset="0"/>
                <a:ea typeface="黑体" panose="02010609060101010101" pitchFamily="49" charset="-122"/>
                <a:cs typeface="Times New Roman" panose="02020503050405090304" pitchFamily="18" charset="0"/>
              </a:rPr>
              <a:t> </a:t>
            </a:r>
            <a:r>
              <a:rPr kumimoji="0" lang="fr-FR" altLang="zh-CN" sz="2000" b="1" i="0" u="none" strike="noStrike" kern="1200" cap="none" spc="0" normalizeH="0" baseline="0" noProof="0">
                <a:ln>
                  <a:noFill/>
                </a:ln>
                <a:solidFill>
                  <a:schemeClr val="tx1"/>
                </a:solidFill>
                <a:effectLst/>
                <a:uLnTx/>
                <a:uFillTx/>
                <a:latin typeface="Courier New" panose="02070409020205090404" pitchFamily="49" charset="0"/>
                <a:ea typeface="黑体" panose="02010609060101010101" pitchFamily="49" charset="-122"/>
                <a:cs typeface="Times New Roman" panose="02020503050405090304" pitchFamily="18" charset="0"/>
              </a:rPr>
              <a:t>j&lt;</a:t>
            </a:r>
            <a:r>
              <a:rPr kumimoji="0" lang="fr-FR" altLang="zh-CN" sz="2000" b="1" i="0" u="none" strike="noStrike" kern="1200" cap="none" spc="0" normalizeH="0" baseline="0" noProof="0">
                <a:ln>
                  <a:noFill/>
                </a:ln>
                <a:solidFill>
                  <a:srgbClr val="C00000"/>
                </a:solidFill>
                <a:effectLst/>
                <a:uLnTx/>
                <a:uFillTx/>
                <a:latin typeface="Courier New" panose="02070409020205090404" pitchFamily="49" charset="0"/>
                <a:ea typeface="黑体" panose="02010609060101010101" pitchFamily="49" charset="-122"/>
                <a:cs typeface="Times New Roman" panose="02020503050405090304" pitchFamily="18" charset="0"/>
              </a:rPr>
              <a:t>COURSE_N</a:t>
            </a:r>
            <a:r>
              <a:rPr kumimoji="0" lang="fr-FR" altLang="zh-CN" sz="2000" b="1" i="0" u="none" strike="noStrike" kern="1200" cap="none" spc="0" normalizeH="0" baseline="0" noProof="0">
                <a:ln>
                  <a:noFill/>
                </a:ln>
                <a:solidFill>
                  <a:schemeClr val="tx1"/>
                </a:solidFill>
                <a:effectLst/>
                <a:uLnTx/>
                <a:uFillTx/>
                <a:latin typeface="Courier New" panose="02070409020205090404" pitchFamily="49" charset="0"/>
                <a:ea typeface="黑体" panose="02010609060101010101" pitchFamily="49" charset="-122"/>
                <a:cs typeface="Times New Roman" panose="02020503050405090304" pitchFamily="18" charset="0"/>
              </a:rPr>
              <a:t>; j++) </a:t>
            </a:r>
            <a:r>
              <a:rPr kumimoji="0" lang="fr-FR" altLang="zh-CN" sz="2000" b="0" i="0" u="none" strike="noStrike" kern="1200" cap="none" spc="0" normalizeH="0" baseline="0" noProof="0">
                <a:ln>
                  <a:noFill/>
                </a:ln>
                <a:solidFill>
                  <a:schemeClr val="tx1"/>
                </a:solidFill>
                <a:effectLst/>
                <a:uLnTx/>
                <a:uFillTx/>
                <a:latin typeface="Courier New" panose="02070409020205090404" pitchFamily="49" charset="0"/>
                <a:ea typeface="黑体" panose="02010609060101010101" pitchFamily="49" charset="-122"/>
                <a:cs typeface="Times New Roman" panose="02020503050405090304" pitchFamily="18" charset="0"/>
              </a:rPr>
              <a:t>//</a:t>
            </a:r>
            <a:r>
              <a:rPr kumimoji="0" lang="zh-CN" altLang="fr-FR" sz="2000" b="0" i="0" u="none" strike="noStrike" kern="1200" cap="none" spc="0" normalizeH="0" baseline="0" noProof="0">
                <a:ln>
                  <a:noFill/>
                </a:ln>
                <a:solidFill>
                  <a:schemeClr val="tx1"/>
                </a:solidFill>
                <a:effectLst/>
                <a:uLnTx/>
                <a:uFillTx/>
                <a:latin typeface="Courier New" panose="02070409020205090404" pitchFamily="49" charset="0"/>
                <a:ea typeface="黑体" panose="02010609060101010101" pitchFamily="49" charset="-122"/>
                <a:cs typeface="Times New Roman" panose="02020503050405090304" pitchFamily="18" charset="0"/>
              </a:rPr>
              <a:t>先遍历每门课程</a:t>
            </a:r>
            <a:endParaRPr kumimoji="0" lang="fr-FR" altLang="zh-CN" sz="2000" b="1" i="0" u="none" strike="noStrike" kern="1200" cap="none" spc="0" normalizeH="0" baseline="0" noProof="0">
              <a:ln>
                <a:noFill/>
              </a:ln>
              <a:solidFill>
                <a:schemeClr val="tx1"/>
              </a:solidFill>
              <a:effectLst/>
              <a:uLnTx/>
              <a:uFillTx/>
              <a:latin typeface="Courier New" panose="02070409020205090404" pitchFamily="49" charset="0"/>
              <a:ea typeface="黑体" panose="02010609060101010101" pitchFamily="49" charset="-122"/>
              <a:cs typeface="Times New Roman" panose="02020503050405090304" pitchFamily="18" charset="0"/>
            </a:endParaRPr>
          </a:p>
          <a:p>
            <a:pPr marL="342900" marR="0" lvl="0" indent="-342900" algn="l" defTabSz="914400" rtl="0" eaLnBrk="1" fontAlgn="base" latinLnBrk="0" hangingPunct="0">
              <a:lnSpc>
                <a:spcPct val="85000"/>
              </a:lnSpc>
              <a:spcBef>
                <a:spcPts val="500"/>
              </a:spcBef>
              <a:spcAft>
                <a:spcPct val="0"/>
              </a:spcAft>
              <a:buClr>
                <a:schemeClr val="tx2"/>
              </a:buClr>
              <a:buSzPct val="50000"/>
              <a:buFont typeface="Wingdings" panose="05000000000000000000" pitchFamily="2" charset="2"/>
              <a:buNone/>
              <a:defRPr/>
            </a:pPr>
            <a:r>
              <a:rPr kumimoji="0" lang="fr-FR" altLang="zh-CN" sz="2000" b="1" i="0" u="none" strike="noStrike" kern="1200" cap="none" spc="0" normalizeH="0" baseline="0" noProof="0">
                <a:ln>
                  <a:noFill/>
                </a:ln>
                <a:solidFill>
                  <a:srgbClr val="333399"/>
                </a:solidFill>
                <a:effectLst/>
                <a:uLnTx/>
                <a:uFillTx/>
                <a:latin typeface="Courier New" panose="02070409020205090404" pitchFamily="49" charset="0"/>
                <a:ea typeface="黑体" panose="02010609060101010101" pitchFamily="49" charset="-122"/>
                <a:cs typeface="Times New Roman" panose="02020503050405090304" pitchFamily="18" charset="0"/>
              </a:rPr>
              <a:t>	</a:t>
            </a:r>
            <a:r>
              <a:rPr kumimoji="0" lang="fr-FR" altLang="zh-CN" sz="2000" b="1" i="0" u="none" strike="noStrike" kern="1200" cap="none" spc="0" normalizeH="0" baseline="0" noProof="0">
                <a:ln>
                  <a:noFill/>
                </a:ln>
                <a:solidFill>
                  <a:schemeClr val="tx1"/>
                </a:solidFill>
                <a:effectLst/>
                <a:uLnTx/>
                <a:uFillTx/>
                <a:latin typeface="Courier New" panose="02070409020205090404" pitchFamily="49" charset="0"/>
                <a:ea typeface="黑体" panose="02010609060101010101" pitchFamily="49" charset="-122"/>
                <a:cs typeface="Times New Roman" panose="02020503050405090304" pitchFamily="18" charset="0"/>
              </a:rPr>
              <a:t>{</a:t>
            </a:r>
            <a:endParaRPr kumimoji="0" lang="fr-FR" altLang="zh-CN" sz="2000" b="1" i="0" u="none" strike="noStrike" kern="1200" cap="none" spc="0" normalizeH="0" baseline="0" noProof="0">
              <a:ln>
                <a:noFill/>
              </a:ln>
              <a:solidFill>
                <a:schemeClr val="tx1"/>
              </a:solidFill>
              <a:effectLst/>
              <a:uLnTx/>
              <a:uFillTx/>
              <a:latin typeface="Courier New" panose="02070409020205090404" pitchFamily="49" charset="0"/>
              <a:ea typeface="黑体" panose="02010609060101010101" pitchFamily="49" charset="-122"/>
              <a:cs typeface="Times New Roman" panose="02020503050405090304" pitchFamily="18" charset="0"/>
            </a:endParaRPr>
          </a:p>
          <a:p>
            <a:pPr marL="342900" marR="0" lvl="0" indent="-342900" algn="l" defTabSz="914400" rtl="0" eaLnBrk="1" fontAlgn="base" latinLnBrk="0" hangingPunct="0">
              <a:lnSpc>
                <a:spcPct val="85000"/>
              </a:lnSpc>
              <a:spcBef>
                <a:spcPts val="500"/>
              </a:spcBef>
              <a:spcAft>
                <a:spcPct val="0"/>
              </a:spcAft>
              <a:buClr>
                <a:schemeClr val="tx2"/>
              </a:buClr>
              <a:buSzPct val="50000"/>
              <a:buFont typeface="Wingdings" panose="05000000000000000000" pitchFamily="2" charset="2"/>
              <a:buNone/>
              <a:defRPr/>
            </a:pPr>
            <a:r>
              <a:rPr kumimoji="0" lang="fr-FR" altLang="zh-CN" sz="2000" b="1" i="0" u="none" strike="noStrike" kern="1200" cap="none" spc="0" normalizeH="0" baseline="0" noProof="0">
                <a:ln>
                  <a:noFill/>
                </a:ln>
                <a:solidFill>
                  <a:srgbClr val="333399"/>
                </a:solidFill>
                <a:effectLst/>
                <a:uLnTx/>
                <a:uFillTx/>
                <a:latin typeface="Courier New" panose="02070409020205090404" pitchFamily="49" charset="0"/>
                <a:ea typeface="黑体" panose="02010609060101010101" pitchFamily="49" charset="-122"/>
                <a:cs typeface="Times New Roman" panose="02020503050405090304" pitchFamily="18" charset="0"/>
              </a:rPr>
              <a:t>    	</a:t>
            </a:r>
            <a:r>
              <a:rPr kumimoji="0" lang="fr-FR" altLang="zh-CN" sz="2000" b="1" i="0" u="none" strike="noStrike" kern="1200" cap="none" spc="0" normalizeH="0" baseline="0" noProof="0">
                <a:ln>
                  <a:noFill/>
                </a:ln>
                <a:solidFill>
                  <a:schemeClr val="tx1"/>
                </a:solidFill>
                <a:effectLst/>
                <a:uLnTx/>
                <a:uFillTx/>
                <a:latin typeface="Courier New" panose="02070409020205090404" pitchFamily="49" charset="0"/>
                <a:ea typeface="黑体" panose="02010609060101010101" pitchFamily="49" charset="-122"/>
                <a:cs typeface="Times New Roman" panose="02020503050405090304" pitchFamily="18" charset="0"/>
              </a:rPr>
              <a:t>sum[</a:t>
            </a:r>
            <a:r>
              <a:rPr kumimoji="0" lang="fr-FR" altLang="zh-CN" sz="2000" b="1" i="0" u="none" strike="noStrike" kern="1200" cap="none" spc="0" normalizeH="0" baseline="0" noProof="0">
                <a:ln>
                  <a:noFill/>
                </a:ln>
                <a:solidFill>
                  <a:srgbClr val="C00000"/>
                </a:solidFill>
                <a:effectLst/>
                <a:uLnTx/>
                <a:uFillTx/>
                <a:latin typeface="Courier New" panose="02070409020205090404" pitchFamily="49" charset="0"/>
                <a:ea typeface="黑体" panose="02010609060101010101" pitchFamily="49" charset="-122"/>
                <a:cs typeface="Times New Roman" panose="02020503050405090304" pitchFamily="18" charset="0"/>
              </a:rPr>
              <a:t>j</a:t>
            </a:r>
            <a:r>
              <a:rPr kumimoji="0" lang="fr-FR" altLang="zh-CN" sz="2000" b="1" i="0" u="none" strike="noStrike" kern="1200" cap="none" spc="0" normalizeH="0" baseline="0" noProof="0">
                <a:ln>
                  <a:noFill/>
                </a:ln>
                <a:solidFill>
                  <a:schemeClr val="tx1"/>
                </a:solidFill>
                <a:effectLst/>
                <a:uLnTx/>
                <a:uFillTx/>
                <a:latin typeface="Courier New" panose="02070409020205090404" pitchFamily="49" charset="0"/>
                <a:ea typeface="黑体" panose="02010609060101010101" pitchFamily="49" charset="-122"/>
                <a:cs typeface="Times New Roman" panose="02020503050405090304" pitchFamily="18" charset="0"/>
              </a:rPr>
              <a:t>] = 0;</a:t>
            </a:r>
            <a:endParaRPr kumimoji="0" lang="fr-FR" altLang="zh-CN" sz="2000" b="1" i="0" u="none" strike="noStrike" kern="1200" cap="none" spc="0" normalizeH="0" baseline="0" noProof="0">
              <a:ln>
                <a:noFill/>
              </a:ln>
              <a:solidFill>
                <a:schemeClr val="tx1"/>
              </a:solidFill>
              <a:effectLst/>
              <a:uLnTx/>
              <a:uFillTx/>
              <a:latin typeface="Courier New" panose="02070409020205090404" pitchFamily="49" charset="0"/>
              <a:ea typeface="黑体" panose="02010609060101010101" pitchFamily="49" charset="-122"/>
              <a:cs typeface="Times New Roman" panose="02020503050405090304" pitchFamily="18" charset="0"/>
            </a:endParaRPr>
          </a:p>
          <a:p>
            <a:pPr marL="342900" marR="0" lvl="0" indent="-342900" algn="l" defTabSz="914400" rtl="0" eaLnBrk="1" fontAlgn="base" latinLnBrk="0" hangingPunct="0">
              <a:lnSpc>
                <a:spcPct val="85000"/>
              </a:lnSpc>
              <a:spcBef>
                <a:spcPts val="500"/>
              </a:spcBef>
              <a:spcAft>
                <a:spcPct val="0"/>
              </a:spcAft>
              <a:buClr>
                <a:schemeClr val="tx2"/>
              </a:buClr>
              <a:buSzPct val="50000"/>
              <a:buFont typeface="Wingdings" panose="05000000000000000000" pitchFamily="2" charset="2"/>
              <a:buNone/>
              <a:defRPr/>
            </a:pPr>
            <a:r>
              <a:rPr kumimoji="0" lang="fr-FR" altLang="zh-CN" sz="2000" b="1" i="0" u="none" strike="noStrike" kern="1200" cap="none" spc="0" normalizeH="0" baseline="0" noProof="0">
                <a:ln>
                  <a:noFill/>
                </a:ln>
                <a:solidFill>
                  <a:srgbClr val="333399"/>
                </a:solidFill>
                <a:effectLst/>
                <a:uLnTx/>
                <a:uFillTx/>
                <a:latin typeface="Courier New" panose="02070409020205090404" pitchFamily="49" charset="0"/>
                <a:ea typeface="黑体" panose="02010609060101010101" pitchFamily="49" charset="-122"/>
                <a:cs typeface="Times New Roman" panose="02020503050405090304" pitchFamily="18" charset="0"/>
              </a:rPr>
              <a:t>    	</a:t>
            </a:r>
            <a:r>
              <a:rPr kumimoji="0" lang="fr-FR" altLang="zh-CN" sz="2000" b="1" i="0" u="none" strike="noStrike" kern="1200" cap="none" spc="0" normalizeH="0" baseline="0" noProof="0">
                <a:ln>
                  <a:noFill/>
                </a:ln>
                <a:solidFill>
                  <a:schemeClr val="tx1"/>
                </a:solidFill>
                <a:effectLst/>
                <a:uLnTx/>
                <a:uFillTx/>
                <a:latin typeface="Courier New" panose="02070409020205090404" pitchFamily="49" charset="0"/>
                <a:ea typeface="黑体" panose="02010609060101010101" pitchFamily="49" charset="-122"/>
                <a:cs typeface="Times New Roman" panose="02020503050405090304" pitchFamily="18" charset="0"/>
              </a:rPr>
              <a:t>for (i=0;</a:t>
            </a:r>
            <a:r>
              <a:rPr kumimoji="0" lang="fr-FR" altLang="zh-CN" sz="2000" b="1" i="0" u="none" strike="noStrike" kern="1200" cap="none" spc="0" normalizeH="0" baseline="0" noProof="0">
                <a:ln>
                  <a:noFill/>
                </a:ln>
                <a:solidFill>
                  <a:srgbClr val="333399"/>
                </a:solidFill>
                <a:effectLst/>
                <a:uLnTx/>
                <a:uFillTx/>
                <a:latin typeface="Courier New" panose="02070409020205090404" pitchFamily="49" charset="0"/>
                <a:ea typeface="黑体" panose="02010609060101010101" pitchFamily="49" charset="-122"/>
                <a:cs typeface="Times New Roman" panose="02020503050405090304" pitchFamily="18" charset="0"/>
              </a:rPr>
              <a:t> </a:t>
            </a:r>
            <a:r>
              <a:rPr kumimoji="0" lang="fr-FR" altLang="zh-CN" sz="2000" b="1" i="0" u="none" strike="noStrike" kern="1200" cap="none" spc="0" normalizeH="0" baseline="0" noProof="0">
                <a:ln>
                  <a:noFill/>
                </a:ln>
                <a:solidFill>
                  <a:schemeClr val="tx1"/>
                </a:solidFill>
                <a:effectLst/>
                <a:uLnTx/>
                <a:uFillTx/>
                <a:latin typeface="Courier New" panose="02070409020205090404" pitchFamily="49" charset="0"/>
                <a:ea typeface="黑体" panose="02010609060101010101" pitchFamily="49" charset="-122"/>
                <a:cs typeface="Times New Roman" panose="02020503050405090304" pitchFamily="18" charset="0"/>
              </a:rPr>
              <a:t>i&lt;</a:t>
            </a:r>
            <a:r>
              <a:rPr kumimoji="0" lang="fr-FR" altLang="zh-CN" sz="2000" b="1" i="0" u="none" strike="noStrike" kern="1200" cap="none" spc="0" normalizeH="0" baseline="0" noProof="0">
                <a:ln>
                  <a:noFill/>
                </a:ln>
                <a:solidFill>
                  <a:srgbClr val="C00000"/>
                </a:solidFill>
                <a:effectLst/>
                <a:uLnTx/>
                <a:uFillTx/>
                <a:latin typeface="Courier New" panose="02070409020205090404" pitchFamily="49" charset="0"/>
                <a:ea typeface="黑体" panose="02010609060101010101" pitchFamily="49" charset="-122"/>
                <a:cs typeface="Times New Roman" panose="02020503050405090304" pitchFamily="18" charset="0"/>
              </a:rPr>
              <a:t>n</a:t>
            </a:r>
            <a:r>
              <a:rPr kumimoji="0" lang="fr-FR" altLang="zh-CN" sz="2000" b="1" i="0" u="none" strike="noStrike" kern="1200" cap="none" spc="0" normalizeH="0" baseline="0" noProof="0">
                <a:ln>
                  <a:noFill/>
                </a:ln>
                <a:solidFill>
                  <a:schemeClr val="tx1"/>
                </a:solidFill>
                <a:effectLst/>
                <a:uLnTx/>
                <a:uFillTx/>
                <a:latin typeface="Courier New" panose="02070409020205090404" pitchFamily="49" charset="0"/>
                <a:ea typeface="黑体" panose="02010609060101010101" pitchFamily="49" charset="-122"/>
                <a:cs typeface="Times New Roman" panose="02020503050405090304" pitchFamily="18" charset="0"/>
              </a:rPr>
              <a:t>; i++)    </a:t>
            </a:r>
            <a:r>
              <a:rPr kumimoji="0" lang="fr-FR" altLang="zh-CN" sz="2000" b="0" i="0" u="none" strike="noStrike" kern="1200" cap="none" spc="0" normalizeH="0" baseline="0" noProof="0">
                <a:ln>
                  <a:noFill/>
                </a:ln>
                <a:solidFill>
                  <a:schemeClr val="tx1"/>
                </a:solidFill>
                <a:effectLst/>
                <a:uLnTx/>
                <a:uFillTx/>
                <a:latin typeface="Courier New" panose="02070409020205090404" pitchFamily="49" charset="0"/>
                <a:ea typeface="黑体" panose="02010609060101010101" pitchFamily="49" charset="-122"/>
                <a:cs typeface="Times New Roman" panose="02020503050405090304" pitchFamily="18" charset="0"/>
              </a:rPr>
              <a:t>//</a:t>
            </a:r>
            <a:r>
              <a:rPr kumimoji="0" lang="zh-CN" altLang="fr-FR" sz="2000" b="0" i="0" u="none" strike="noStrike" kern="1200" cap="none" spc="0" normalizeH="0" baseline="0" noProof="0">
                <a:ln>
                  <a:noFill/>
                </a:ln>
                <a:solidFill>
                  <a:schemeClr val="tx1"/>
                </a:solidFill>
                <a:effectLst/>
                <a:uLnTx/>
                <a:uFillTx/>
                <a:latin typeface="Courier New" panose="02070409020205090404" pitchFamily="49" charset="0"/>
                <a:ea typeface="黑体" panose="02010609060101010101" pitchFamily="49" charset="-122"/>
                <a:cs typeface="Times New Roman" panose="02020503050405090304" pitchFamily="18" charset="0"/>
              </a:rPr>
              <a:t>遍历每个学生</a:t>
            </a:r>
            <a:endParaRPr kumimoji="0" lang="fr-FR" altLang="zh-CN" sz="2000" b="1" i="0" u="none" strike="noStrike" kern="1200" cap="none" spc="0" normalizeH="0" baseline="0" noProof="0">
              <a:ln>
                <a:noFill/>
              </a:ln>
              <a:solidFill>
                <a:schemeClr val="tx1"/>
              </a:solidFill>
              <a:effectLst/>
              <a:uLnTx/>
              <a:uFillTx/>
              <a:latin typeface="Courier New" panose="02070409020205090404" pitchFamily="49" charset="0"/>
              <a:ea typeface="黑体" panose="02010609060101010101" pitchFamily="49" charset="-122"/>
              <a:cs typeface="Times New Roman" panose="02020503050405090304" pitchFamily="18" charset="0"/>
            </a:endParaRPr>
          </a:p>
          <a:p>
            <a:pPr marL="342900" marR="0" lvl="0" indent="-342900" algn="l" defTabSz="914400" rtl="0" eaLnBrk="1" fontAlgn="base" latinLnBrk="0" hangingPunct="0">
              <a:lnSpc>
                <a:spcPct val="85000"/>
              </a:lnSpc>
              <a:spcBef>
                <a:spcPts val="500"/>
              </a:spcBef>
              <a:spcAft>
                <a:spcPct val="0"/>
              </a:spcAft>
              <a:buClr>
                <a:schemeClr val="tx2"/>
              </a:buClr>
              <a:buSzPct val="50000"/>
              <a:buFont typeface="Wingdings" panose="05000000000000000000" pitchFamily="2" charset="2"/>
              <a:buNone/>
              <a:defRPr/>
            </a:pPr>
            <a:r>
              <a:rPr kumimoji="0" lang="fr-FR" altLang="zh-CN" sz="2000" b="1" i="0" u="none" strike="noStrike" kern="1200" cap="none" spc="0" normalizeH="0" baseline="0" noProof="0">
                <a:ln>
                  <a:noFill/>
                </a:ln>
                <a:solidFill>
                  <a:srgbClr val="333399"/>
                </a:solidFill>
                <a:effectLst/>
                <a:uLnTx/>
                <a:uFillTx/>
                <a:latin typeface="Courier New" panose="02070409020205090404" pitchFamily="49" charset="0"/>
                <a:ea typeface="黑体" panose="02010609060101010101" pitchFamily="49" charset="-122"/>
                <a:cs typeface="Times New Roman" panose="02020503050405090304" pitchFamily="18" charset="0"/>
              </a:rPr>
              <a:t>    	</a:t>
            </a:r>
            <a:r>
              <a:rPr kumimoji="0" lang="fr-FR" altLang="zh-CN" sz="2000" b="1" i="0" u="none" strike="noStrike" kern="1200" cap="none" spc="0" normalizeH="0" baseline="0" noProof="0">
                <a:ln>
                  <a:noFill/>
                </a:ln>
                <a:solidFill>
                  <a:schemeClr val="tx1"/>
                </a:solidFill>
                <a:effectLst/>
                <a:uLnTx/>
                <a:uFillTx/>
                <a:latin typeface="Courier New" panose="02070409020205090404" pitchFamily="49" charset="0"/>
                <a:ea typeface="黑体" panose="02010609060101010101" pitchFamily="49" charset="-122"/>
                <a:cs typeface="Times New Roman" panose="02020503050405090304" pitchFamily="18" charset="0"/>
              </a:rPr>
              <a:t>{</a:t>
            </a:r>
            <a:endParaRPr kumimoji="0" lang="fr-FR" altLang="zh-CN" sz="2000" b="1" i="0" u="none" strike="noStrike" kern="1200" cap="none" spc="0" normalizeH="0" baseline="0" noProof="0">
              <a:ln>
                <a:noFill/>
              </a:ln>
              <a:solidFill>
                <a:schemeClr val="tx1"/>
              </a:solidFill>
              <a:effectLst/>
              <a:uLnTx/>
              <a:uFillTx/>
              <a:latin typeface="Courier New" panose="02070409020205090404" pitchFamily="49" charset="0"/>
              <a:ea typeface="黑体" panose="02010609060101010101" pitchFamily="49" charset="-122"/>
              <a:cs typeface="Times New Roman" panose="02020503050405090304" pitchFamily="18" charset="0"/>
            </a:endParaRPr>
          </a:p>
          <a:p>
            <a:pPr marL="342900" marR="0" lvl="0" indent="-342900" algn="l" defTabSz="914400" rtl="0" eaLnBrk="1" fontAlgn="base" latinLnBrk="0" hangingPunct="0">
              <a:lnSpc>
                <a:spcPct val="85000"/>
              </a:lnSpc>
              <a:spcBef>
                <a:spcPts val="500"/>
              </a:spcBef>
              <a:spcAft>
                <a:spcPct val="0"/>
              </a:spcAft>
              <a:buClr>
                <a:schemeClr val="tx2"/>
              </a:buClr>
              <a:buSzPct val="50000"/>
              <a:buFont typeface="Wingdings" panose="05000000000000000000" pitchFamily="2" charset="2"/>
              <a:buNone/>
              <a:defRPr/>
            </a:pPr>
            <a:r>
              <a:rPr kumimoji="0" lang="fr-FR" altLang="zh-CN" sz="2000" b="1" i="0" u="none" strike="noStrike" kern="1200" cap="none" spc="0" normalizeH="0" baseline="0" noProof="0">
                <a:ln>
                  <a:noFill/>
                </a:ln>
                <a:solidFill>
                  <a:srgbClr val="333399"/>
                </a:solidFill>
                <a:effectLst/>
                <a:uLnTx/>
                <a:uFillTx/>
                <a:latin typeface="Courier New" panose="02070409020205090404" pitchFamily="49" charset="0"/>
                <a:ea typeface="黑体" panose="02010609060101010101" pitchFamily="49" charset="-122"/>
                <a:cs typeface="Times New Roman" panose="02020503050405090304" pitchFamily="18" charset="0"/>
              </a:rPr>
              <a:t>      	</a:t>
            </a:r>
            <a:r>
              <a:rPr kumimoji="0" lang="fr-FR" altLang="zh-CN" sz="2000" b="1" i="0" u="none" strike="noStrike" kern="1200" cap="none" spc="0" normalizeH="0" baseline="0" noProof="0">
                <a:ln>
                  <a:noFill/>
                </a:ln>
                <a:solidFill>
                  <a:schemeClr val="tx1"/>
                </a:solidFill>
                <a:effectLst/>
                <a:uLnTx/>
                <a:uFillTx/>
                <a:latin typeface="Courier New" panose="02070409020205090404" pitchFamily="49" charset="0"/>
                <a:ea typeface="黑体" panose="02010609060101010101" pitchFamily="49" charset="-122"/>
                <a:cs typeface="Times New Roman" panose="02020503050405090304" pitchFamily="18" charset="0"/>
              </a:rPr>
              <a:t>sum[</a:t>
            </a:r>
            <a:r>
              <a:rPr kumimoji="0" lang="fr-FR" altLang="zh-CN" sz="2000" b="1" i="0" u="none" strike="noStrike" kern="1200" cap="none" spc="0" normalizeH="0" baseline="0" noProof="0">
                <a:ln>
                  <a:noFill/>
                </a:ln>
                <a:solidFill>
                  <a:srgbClr val="C00000"/>
                </a:solidFill>
                <a:effectLst/>
                <a:uLnTx/>
                <a:uFillTx/>
                <a:latin typeface="Courier New" panose="02070409020205090404" pitchFamily="49" charset="0"/>
                <a:ea typeface="黑体" panose="02010609060101010101" pitchFamily="49" charset="-122"/>
                <a:cs typeface="Times New Roman" panose="02020503050405090304" pitchFamily="18" charset="0"/>
              </a:rPr>
              <a:t>j</a:t>
            </a:r>
            <a:r>
              <a:rPr kumimoji="0" lang="fr-FR" altLang="zh-CN" sz="2000" b="1" i="0" u="none" strike="noStrike" kern="1200" cap="none" spc="0" normalizeH="0" baseline="0" noProof="0">
                <a:ln>
                  <a:noFill/>
                </a:ln>
                <a:solidFill>
                  <a:schemeClr val="tx1"/>
                </a:solidFill>
                <a:effectLst/>
                <a:uLnTx/>
                <a:uFillTx/>
                <a:latin typeface="Courier New" panose="02070409020205090404" pitchFamily="49" charset="0"/>
                <a:ea typeface="黑体" panose="02010609060101010101" pitchFamily="49" charset="-122"/>
                <a:cs typeface="Times New Roman" panose="02020503050405090304" pitchFamily="18" charset="0"/>
              </a:rPr>
              <a:t>] =</a:t>
            </a:r>
            <a:r>
              <a:rPr kumimoji="0" lang="fr-FR" altLang="zh-CN" sz="2000" b="1" i="0" u="none" strike="noStrike" kern="1200" cap="none" spc="0" normalizeH="0" baseline="0" noProof="0">
                <a:ln>
                  <a:noFill/>
                </a:ln>
                <a:solidFill>
                  <a:srgbClr val="333399"/>
                </a:solidFill>
                <a:effectLst/>
                <a:uLnTx/>
                <a:uFillTx/>
                <a:latin typeface="Courier New" panose="02070409020205090404" pitchFamily="49" charset="0"/>
                <a:ea typeface="黑体" panose="02010609060101010101" pitchFamily="49" charset="-122"/>
                <a:cs typeface="Times New Roman" panose="02020503050405090304" pitchFamily="18" charset="0"/>
              </a:rPr>
              <a:t> </a:t>
            </a:r>
            <a:r>
              <a:rPr kumimoji="0" lang="fr-FR" altLang="zh-CN" sz="2000" b="1" i="0" u="none" strike="noStrike" kern="1200" cap="none" spc="0" normalizeH="0" baseline="0" noProof="0">
                <a:ln>
                  <a:noFill/>
                </a:ln>
                <a:solidFill>
                  <a:schemeClr val="tx1"/>
                </a:solidFill>
                <a:effectLst/>
                <a:uLnTx/>
                <a:uFillTx/>
                <a:latin typeface="Courier New" panose="02070409020205090404" pitchFamily="49" charset="0"/>
                <a:ea typeface="黑体" panose="02010609060101010101" pitchFamily="49" charset="-122"/>
                <a:cs typeface="Times New Roman" panose="02020503050405090304" pitchFamily="18" charset="0"/>
              </a:rPr>
              <a:t>sum[</a:t>
            </a:r>
            <a:r>
              <a:rPr kumimoji="0" lang="fr-FR" altLang="zh-CN" sz="2000" b="1" i="0" u="none" strike="noStrike" kern="1200" cap="none" spc="0" normalizeH="0" baseline="0" noProof="0">
                <a:ln>
                  <a:noFill/>
                </a:ln>
                <a:solidFill>
                  <a:srgbClr val="C00000"/>
                </a:solidFill>
                <a:effectLst/>
                <a:uLnTx/>
                <a:uFillTx/>
                <a:latin typeface="Courier New" panose="02070409020205090404" pitchFamily="49" charset="0"/>
                <a:ea typeface="黑体" panose="02010609060101010101" pitchFamily="49" charset="-122"/>
                <a:cs typeface="Times New Roman" panose="02020503050405090304" pitchFamily="18" charset="0"/>
              </a:rPr>
              <a:t>j</a:t>
            </a:r>
            <a:r>
              <a:rPr kumimoji="0" lang="fr-FR" altLang="zh-CN" sz="2000" b="1" i="0" u="none" strike="noStrike" kern="1200" cap="none" spc="0" normalizeH="0" baseline="0" noProof="0">
                <a:ln>
                  <a:noFill/>
                </a:ln>
                <a:solidFill>
                  <a:schemeClr val="tx1"/>
                </a:solidFill>
                <a:effectLst/>
                <a:uLnTx/>
                <a:uFillTx/>
                <a:latin typeface="Courier New" panose="02070409020205090404" pitchFamily="49" charset="0"/>
                <a:ea typeface="黑体" panose="02010609060101010101" pitchFamily="49" charset="-122"/>
                <a:cs typeface="Times New Roman" panose="02020503050405090304" pitchFamily="18" charset="0"/>
              </a:rPr>
              <a:t>] + score[i][j]; </a:t>
            </a:r>
            <a:endParaRPr kumimoji="0" lang="fr-FR" altLang="zh-CN" sz="2000" b="1" i="0" u="none" strike="noStrike" kern="1200" cap="none" spc="0" normalizeH="0" baseline="0" noProof="0">
              <a:ln>
                <a:noFill/>
              </a:ln>
              <a:solidFill>
                <a:schemeClr val="tx1"/>
              </a:solidFill>
              <a:effectLst/>
              <a:uLnTx/>
              <a:uFillTx/>
              <a:latin typeface="Courier New" panose="02070409020205090404" pitchFamily="49" charset="0"/>
              <a:ea typeface="黑体" panose="02010609060101010101" pitchFamily="49" charset="-122"/>
              <a:cs typeface="Times New Roman" panose="02020503050405090304" pitchFamily="18" charset="0"/>
            </a:endParaRPr>
          </a:p>
          <a:p>
            <a:pPr marL="342900" marR="0" lvl="0" indent="-342900" algn="l" defTabSz="914400" rtl="0" eaLnBrk="1" fontAlgn="base" latinLnBrk="0" hangingPunct="0">
              <a:lnSpc>
                <a:spcPct val="85000"/>
              </a:lnSpc>
              <a:spcBef>
                <a:spcPts val="500"/>
              </a:spcBef>
              <a:spcAft>
                <a:spcPct val="0"/>
              </a:spcAft>
              <a:buClr>
                <a:schemeClr val="tx2"/>
              </a:buClr>
              <a:buSzPct val="50000"/>
              <a:buFont typeface="Wingdings" panose="05000000000000000000" pitchFamily="2" charset="2"/>
              <a:buNone/>
              <a:defRPr/>
            </a:pPr>
            <a:r>
              <a:rPr kumimoji="0" lang="fr-FR" altLang="zh-CN" sz="2000" b="1" i="0" u="none" strike="noStrike" kern="1200" cap="none" spc="0" normalizeH="0" baseline="0" noProof="0">
                <a:ln>
                  <a:noFill/>
                </a:ln>
                <a:solidFill>
                  <a:schemeClr val="tx1"/>
                </a:solidFill>
                <a:effectLst/>
                <a:uLnTx/>
                <a:uFillTx/>
                <a:latin typeface="Courier New" panose="02070409020205090404" pitchFamily="49" charset="0"/>
                <a:ea typeface="黑体" panose="02010609060101010101" pitchFamily="49" charset="-122"/>
                <a:cs typeface="Times New Roman" panose="02020503050405090304" pitchFamily="18" charset="0"/>
              </a:rPr>
              <a:t>    	}  </a:t>
            </a:r>
            <a:endParaRPr kumimoji="0" lang="fr-FR" altLang="zh-CN" sz="2000" b="1" i="0" u="none" strike="noStrike" kern="1200" cap="none" spc="0" normalizeH="0" baseline="0" noProof="0">
              <a:ln>
                <a:noFill/>
              </a:ln>
              <a:solidFill>
                <a:schemeClr val="tx1"/>
              </a:solidFill>
              <a:effectLst/>
              <a:uLnTx/>
              <a:uFillTx/>
              <a:latin typeface="Courier New" panose="02070409020205090404" pitchFamily="49" charset="0"/>
              <a:ea typeface="黑体" panose="02010609060101010101" pitchFamily="49" charset="-122"/>
              <a:cs typeface="Times New Roman" panose="02020503050405090304" pitchFamily="18" charset="0"/>
            </a:endParaRPr>
          </a:p>
          <a:p>
            <a:pPr marL="342900" marR="0" lvl="0" indent="-342900" algn="l" defTabSz="914400" rtl="0" eaLnBrk="1" fontAlgn="base" latinLnBrk="0" hangingPunct="0">
              <a:lnSpc>
                <a:spcPct val="85000"/>
              </a:lnSpc>
              <a:spcBef>
                <a:spcPts val="500"/>
              </a:spcBef>
              <a:spcAft>
                <a:spcPct val="0"/>
              </a:spcAft>
              <a:buClr>
                <a:schemeClr val="tx2"/>
              </a:buClr>
              <a:buSzPct val="50000"/>
              <a:buFont typeface="Wingdings" panose="05000000000000000000" pitchFamily="2" charset="2"/>
              <a:buNone/>
              <a:defRPr/>
            </a:pPr>
            <a:r>
              <a:rPr kumimoji="0" lang="fr-FR" altLang="zh-CN" sz="2000" b="1" i="0" u="none" strike="noStrike" kern="1200" cap="none" spc="0" normalizeH="0" baseline="0" noProof="0">
                <a:ln>
                  <a:noFill/>
                </a:ln>
                <a:solidFill>
                  <a:srgbClr val="333399"/>
                </a:solidFill>
                <a:effectLst/>
                <a:uLnTx/>
                <a:uFillTx/>
                <a:latin typeface="Courier New" panose="02070409020205090404" pitchFamily="49" charset="0"/>
                <a:ea typeface="黑体" panose="02010609060101010101" pitchFamily="49" charset="-122"/>
                <a:cs typeface="Times New Roman" panose="02020503050405090304" pitchFamily="18" charset="0"/>
              </a:rPr>
              <a:t>		</a:t>
            </a:r>
            <a:r>
              <a:rPr kumimoji="0" lang="fr-FR" altLang="zh-CN" sz="2000" b="1" i="0" u="none" strike="noStrike" kern="1200" cap="none" spc="0" normalizeH="0" baseline="0" noProof="0">
                <a:ln>
                  <a:noFill/>
                </a:ln>
                <a:solidFill>
                  <a:schemeClr val="tx1"/>
                </a:solidFill>
                <a:effectLst/>
                <a:uLnTx/>
                <a:uFillTx/>
                <a:latin typeface="Courier New" panose="02070409020205090404" pitchFamily="49" charset="0"/>
                <a:ea typeface="黑体" panose="02010609060101010101" pitchFamily="49" charset="-122"/>
                <a:cs typeface="Times New Roman" panose="02020503050405090304" pitchFamily="18" charset="0"/>
              </a:rPr>
              <a:t>aver[</a:t>
            </a:r>
            <a:r>
              <a:rPr kumimoji="0" lang="fr-FR" altLang="zh-CN" sz="2000" b="1" i="0" u="none" strike="noStrike" kern="1200" cap="none" spc="0" normalizeH="0" baseline="0" noProof="0">
                <a:ln>
                  <a:noFill/>
                </a:ln>
                <a:solidFill>
                  <a:srgbClr val="C00000"/>
                </a:solidFill>
                <a:effectLst/>
                <a:uLnTx/>
                <a:uFillTx/>
                <a:latin typeface="Courier New" panose="02070409020205090404" pitchFamily="49" charset="0"/>
                <a:ea typeface="黑体" panose="02010609060101010101" pitchFamily="49" charset="-122"/>
                <a:cs typeface="Times New Roman" panose="02020503050405090304" pitchFamily="18" charset="0"/>
              </a:rPr>
              <a:t>j</a:t>
            </a:r>
            <a:r>
              <a:rPr kumimoji="0" lang="fr-FR" altLang="zh-CN" sz="2000" b="1" i="0" u="none" strike="noStrike" kern="1200" cap="none" spc="0" normalizeH="0" baseline="0" noProof="0">
                <a:ln>
                  <a:noFill/>
                </a:ln>
                <a:solidFill>
                  <a:schemeClr val="tx1"/>
                </a:solidFill>
                <a:effectLst/>
                <a:uLnTx/>
                <a:uFillTx/>
                <a:latin typeface="Courier New" panose="02070409020205090404" pitchFamily="49" charset="0"/>
                <a:ea typeface="黑体" panose="02010609060101010101" pitchFamily="49" charset="-122"/>
                <a:cs typeface="Times New Roman" panose="02020503050405090304" pitchFamily="18" charset="0"/>
              </a:rPr>
              <a:t>] = (float)</a:t>
            </a:r>
            <a:r>
              <a:rPr kumimoji="0" lang="fr-FR" altLang="zh-CN" sz="2000" b="1" i="0" u="none" strike="noStrike" kern="1200" cap="none" spc="0" normalizeH="0" baseline="0" noProof="0">
                <a:ln>
                  <a:noFill/>
                </a:ln>
                <a:solidFill>
                  <a:srgbClr val="333399"/>
                </a:solidFill>
                <a:effectLst/>
                <a:uLnTx/>
                <a:uFillTx/>
                <a:latin typeface="Courier New" panose="02070409020205090404" pitchFamily="49" charset="0"/>
                <a:ea typeface="黑体" panose="02010609060101010101" pitchFamily="49" charset="-122"/>
                <a:cs typeface="Times New Roman" panose="02020503050405090304" pitchFamily="18" charset="0"/>
              </a:rPr>
              <a:t> </a:t>
            </a:r>
            <a:r>
              <a:rPr kumimoji="0" lang="fr-FR" altLang="zh-CN" sz="2000" b="1" i="0" u="none" strike="noStrike" kern="1200" cap="none" spc="0" normalizeH="0" baseline="0" noProof="0">
                <a:ln>
                  <a:noFill/>
                </a:ln>
                <a:solidFill>
                  <a:schemeClr val="tx1"/>
                </a:solidFill>
                <a:effectLst/>
                <a:uLnTx/>
                <a:uFillTx/>
                <a:latin typeface="Courier New" panose="02070409020205090404" pitchFamily="49" charset="0"/>
                <a:ea typeface="黑体" panose="02010609060101010101" pitchFamily="49" charset="-122"/>
                <a:cs typeface="Times New Roman" panose="02020503050405090304" pitchFamily="18" charset="0"/>
              </a:rPr>
              <a:t>sum[</a:t>
            </a:r>
            <a:r>
              <a:rPr kumimoji="0" lang="fr-FR" altLang="zh-CN" sz="2000" b="1" i="0" u="none" strike="noStrike" kern="1200" cap="none" spc="0" normalizeH="0" baseline="0" noProof="0">
                <a:ln>
                  <a:noFill/>
                </a:ln>
                <a:solidFill>
                  <a:srgbClr val="C00000"/>
                </a:solidFill>
                <a:effectLst/>
                <a:uLnTx/>
                <a:uFillTx/>
                <a:latin typeface="Courier New" panose="02070409020205090404" pitchFamily="49" charset="0"/>
                <a:ea typeface="黑体" panose="02010609060101010101" pitchFamily="49" charset="-122"/>
                <a:cs typeface="Times New Roman" panose="02020503050405090304" pitchFamily="18" charset="0"/>
              </a:rPr>
              <a:t>j</a:t>
            </a:r>
            <a:r>
              <a:rPr kumimoji="0" lang="fr-FR" altLang="zh-CN" sz="2000" b="1" i="0" u="none" strike="noStrike" kern="1200" cap="none" spc="0" normalizeH="0" baseline="0" noProof="0">
                <a:ln>
                  <a:noFill/>
                </a:ln>
                <a:solidFill>
                  <a:schemeClr val="tx1"/>
                </a:solidFill>
                <a:effectLst/>
                <a:uLnTx/>
                <a:uFillTx/>
                <a:latin typeface="Courier New" panose="02070409020205090404" pitchFamily="49" charset="0"/>
                <a:ea typeface="黑体" panose="02010609060101010101" pitchFamily="49" charset="-122"/>
                <a:cs typeface="Times New Roman" panose="02020503050405090304" pitchFamily="18" charset="0"/>
              </a:rPr>
              <a:t>] /</a:t>
            </a:r>
            <a:r>
              <a:rPr kumimoji="0" lang="fr-FR" altLang="zh-CN" sz="2000" b="1" i="0" u="none" strike="noStrike" kern="1200" cap="none" spc="0" normalizeH="0" baseline="0" noProof="0">
                <a:ln>
                  <a:noFill/>
                </a:ln>
                <a:solidFill>
                  <a:srgbClr val="333399"/>
                </a:solidFill>
                <a:effectLst/>
                <a:uLnTx/>
                <a:uFillTx/>
                <a:latin typeface="Courier New" panose="02070409020205090404" pitchFamily="49" charset="0"/>
                <a:ea typeface="黑体" panose="02010609060101010101" pitchFamily="49" charset="-122"/>
                <a:cs typeface="Times New Roman" panose="02020503050405090304" pitchFamily="18" charset="0"/>
              </a:rPr>
              <a:t> </a:t>
            </a:r>
            <a:r>
              <a:rPr kumimoji="0" lang="fr-FR" altLang="zh-CN" sz="2000" b="1" i="0" u="none" strike="noStrike" kern="1200" cap="none" spc="0" normalizeH="0" baseline="0" noProof="0">
                <a:ln>
                  <a:noFill/>
                </a:ln>
                <a:solidFill>
                  <a:srgbClr val="C00000"/>
                </a:solidFill>
                <a:effectLst/>
                <a:uLnTx/>
                <a:uFillTx/>
                <a:latin typeface="Courier New" panose="02070409020205090404" pitchFamily="49" charset="0"/>
                <a:ea typeface="黑体" panose="02010609060101010101" pitchFamily="49" charset="-122"/>
                <a:cs typeface="Times New Roman" panose="02020503050405090304" pitchFamily="18" charset="0"/>
              </a:rPr>
              <a:t>n</a:t>
            </a:r>
            <a:r>
              <a:rPr kumimoji="0" lang="fr-FR" altLang="zh-CN" sz="2000" b="1" i="0" u="none" strike="noStrike" kern="1200" cap="none" spc="0" normalizeH="0" baseline="0" noProof="0">
                <a:ln>
                  <a:noFill/>
                </a:ln>
                <a:solidFill>
                  <a:schemeClr val="tx1"/>
                </a:solidFill>
                <a:effectLst/>
                <a:uLnTx/>
                <a:uFillTx/>
                <a:latin typeface="Courier New" panose="02070409020205090404" pitchFamily="49" charset="0"/>
                <a:ea typeface="黑体" panose="02010609060101010101" pitchFamily="49" charset="-122"/>
                <a:cs typeface="Times New Roman" panose="02020503050405090304" pitchFamily="18" charset="0"/>
              </a:rPr>
              <a:t>;        </a:t>
            </a:r>
            <a:endParaRPr kumimoji="0" lang="fr-FR" altLang="zh-CN" sz="2000" b="1" i="0" u="none" strike="noStrike" kern="1200" cap="none" spc="0" normalizeH="0" baseline="0" noProof="0">
              <a:ln>
                <a:noFill/>
              </a:ln>
              <a:solidFill>
                <a:schemeClr val="tx1"/>
              </a:solidFill>
              <a:effectLst/>
              <a:uLnTx/>
              <a:uFillTx/>
              <a:latin typeface="Courier New" panose="02070409020205090404" pitchFamily="49" charset="0"/>
              <a:ea typeface="黑体" panose="02010609060101010101" pitchFamily="49" charset="-122"/>
              <a:cs typeface="Times New Roman" panose="02020503050405090304" pitchFamily="18" charset="0"/>
            </a:endParaRPr>
          </a:p>
          <a:p>
            <a:pPr marL="342900" marR="0" lvl="0" indent="-342900" algn="l" defTabSz="914400" rtl="0" eaLnBrk="1" fontAlgn="base" latinLnBrk="0" hangingPunct="0">
              <a:lnSpc>
                <a:spcPct val="85000"/>
              </a:lnSpc>
              <a:spcBef>
                <a:spcPts val="500"/>
              </a:spcBef>
              <a:spcAft>
                <a:spcPct val="0"/>
              </a:spcAft>
              <a:buClr>
                <a:schemeClr val="tx2"/>
              </a:buClr>
              <a:buSzPct val="50000"/>
              <a:buFont typeface="Wingdings" panose="05000000000000000000" pitchFamily="2" charset="2"/>
              <a:buNone/>
              <a:defRPr/>
            </a:pPr>
            <a:r>
              <a:rPr kumimoji="0" lang="fr-FR" altLang="zh-CN" sz="2000" b="1" i="0" u="none" strike="noStrike" kern="1200" cap="none" spc="0" normalizeH="0" baseline="0" noProof="0">
                <a:ln>
                  <a:noFill/>
                </a:ln>
                <a:solidFill>
                  <a:schemeClr val="tx1"/>
                </a:solidFill>
                <a:effectLst/>
                <a:uLnTx/>
                <a:uFillTx/>
                <a:latin typeface="Courier New" panose="02070409020205090404" pitchFamily="49" charset="0"/>
                <a:ea typeface="黑体" panose="02010609060101010101" pitchFamily="49" charset="-122"/>
                <a:cs typeface="Times New Roman" panose="02020503050405090304" pitchFamily="18" charset="0"/>
              </a:rPr>
              <a:t>	}  </a:t>
            </a:r>
            <a:endParaRPr kumimoji="0" lang="fr-FR" altLang="zh-CN" sz="2000" b="1" i="0" u="none" strike="noStrike" kern="1200" cap="none" spc="0" normalizeH="0" baseline="0" noProof="0">
              <a:ln>
                <a:noFill/>
              </a:ln>
              <a:solidFill>
                <a:schemeClr val="tx1"/>
              </a:solidFill>
              <a:effectLst/>
              <a:uLnTx/>
              <a:uFillTx/>
              <a:latin typeface="Courier New" panose="02070409020205090404" pitchFamily="49" charset="0"/>
              <a:ea typeface="黑体" panose="02010609060101010101" pitchFamily="49" charset="-122"/>
              <a:cs typeface="Times New Roman" panose="02020503050405090304" pitchFamily="18" charset="0"/>
            </a:endParaRPr>
          </a:p>
          <a:p>
            <a:pPr marL="342900" marR="0" lvl="0" indent="-342900" algn="l" defTabSz="914400" rtl="0" eaLnBrk="1" fontAlgn="base" latinLnBrk="0" hangingPunct="0">
              <a:lnSpc>
                <a:spcPct val="85000"/>
              </a:lnSpc>
              <a:spcBef>
                <a:spcPts val="500"/>
              </a:spcBef>
              <a:spcAft>
                <a:spcPct val="0"/>
              </a:spcAft>
              <a:buClr>
                <a:schemeClr val="tx2"/>
              </a:buClr>
              <a:buSzPct val="50000"/>
              <a:buFont typeface="Wingdings" panose="05000000000000000000" pitchFamily="2" charset="2"/>
              <a:buNone/>
              <a:defRPr/>
            </a:pPr>
            <a:r>
              <a:rPr kumimoji="0" lang="fr-FR" altLang="zh-CN" sz="2000" b="1" i="0" u="none" strike="noStrike" kern="1200" cap="none" spc="0" normalizeH="0" baseline="0" noProof="0">
                <a:ln>
                  <a:noFill/>
                </a:ln>
                <a:solidFill>
                  <a:schemeClr val="tx1"/>
                </a:solidFill>
                <a:effectLst/>
                <a:uLnTx/>
                <a:uFillTx/>
                <a:latin typeface="Courier New" panose="02070409020205090404" pitchFamily="49" charset="0"/>
                <a:ea typeface="黑体" panose="02010609060101010101" pitchFamily="49" charset="-122"/>
                <a:cs typeface="Times New Roman" panose="02020503050405090304" pitchFamily="18" charset="0"/>
              </a:rPr>
              <a:t>}</a:t>
            </a:r>
            <a:endParaRPr kumimoji="0" lang="zh-CN" altLang="en-US" sz="2000" b="1" i="0" u="none" strike="noStrike" kern="1200" cap="none" spc="0" normalizeH="0" baseline="0" noProof="0">
              <a:ln>
                <a:noFill/>
              </a:ln>
              <a:solidFill>
                <a:schemeClr val="tx1"/>
              </a:solidFill>
              <a:effectLst/>
              <a:uLnTx/>
              <a:uFillTx/>
              <a:latin typeface="Courier New" panose="02070409020205090404" pitchFamily="49" charset="0"/>
              <a:ea typeface="黑体" panose="02010609060101010101" pitchFamily="49" charset="-122"/>
              <a:cs typeface="Times New Roman" panose="02020503050405090304" pitchFamily="18" charset="0"/>
            </a:endParaRPr>
          </a:p>
        </p:txBody>
      </p:sp>
      <p:pic>
        <p:nvPicPr>
          <p:cNvPr id="39940" name="图片 7" descr="Image3.jpg"/>
          <p:cNvPicPr>
            <a:picLocks noChangeAspect="1"/>
          </p:cNvPicPr>
          <p:nvPr/>
        </p:nvPicPr>
        <p:blipFill>
          <a:blip r:embed="rId1">
            <a:clrChange>
              <a:clrFrom>
                <a:srgbClr val="FFFFFD"/>
              </a:clrFrom>
              <a:clrTo>
                <a:srgbClr val="FFFFFD">
                  <a:alpha val="0"/>
                </a:srgbClr>
              </a:clrTo>
            </a:clrChange>
          </a:blip>
          <a:stretch>
            <a:fillRect/>
          </a:stretch>
        </p:blipFill>
        <p:spPr>
          <a:xfrm>
            <a:off x="9767888" y="4797425"/>
            <a:ext cx="912812" cy="1785938"/>
          </a:xfrm>
          <a:prstGeom prst="rect">
            <a:avLst/>
          </a:prstGeom>
          <a:noFill/>
          <a:ln w="9525">
            <a:noFill/>
          </a:ln>
        </p:spPr>
      </p:pic>
      <p:sp>
        <p:nvSpPr>
          <p:cNvPr id="39941" name="Rectangle 2"/>
          <p:cNvSpPr txBox="1"/>
          <p:nvPr/>
        </p:nvSpPr>
        <p:spPr>
          <a:xfrm>
            <a:off x="609600" y="274638"/>
            <a:ext cx="10972800" cy="1143000"/>
          </a:xfrm>
          <a:prstGeom prst="rect">
            <a:avLst/>
          </a:prstGeom>
          <a:noFill/>
          <a:ln w="9525">
            <a:noFill/>
          </a:ln>
        </p:spPr>
        <p:txBody>
          <a:bodyPr anchor="ctr" anchorCtr="0"/>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algn="ctr">
              <a:lnSpc>
                <a:spcPct val="100000"/>
              </a:lnSpc>
              <a:spcBef>
                <a:spcPct val="0"/>
              </a:spcBef>
              <a:buClrTx/>
              <a:buSzTx/>
              <a:buFontTx/>
              <a:buNone/>
            </a:pPr>
            <a:r>
              <a:rPr lang="en-US" altLang="zh-CN" sz="4400" dirty="0">
                <a:solidFill>
                  <a:schemeClr val="tx2"/>
                </a:solidFill>
                <a:cs typeface="Arial" panose="020B0604020202090204" pitchFamily="34" charset="0"/>
              </a:rPr>
              <a:t>3.1.4 </a:t>
            </a:r>
            <a:r>
              <a:rPr lang="zh-CN" altLang="en-US" sz="4400" dirty="0">
                <a:solidFill>
                  <a:schemeClr val="tx2"/>
                </a:solidFill>
                <a:cs typeface="Arial" panose="020B0604020202090204" pitchFamily="34" charset="0"/>
              </a:rPr>
              <a:t>向函数传递二维数组</a:t>
            </a:r>
            <a:endParaRPr lang="zh-CN" altLang="en-US" sz="4400" dirty="0">
              <a:solidFill>
                <a:schemeClr val="tx2"/>
              </a:solidFill>
              <a:ea typeface="Arial" panose="020B0604020202090204" pitchFamily="34"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p:cNvSpPr>
          <p:nvPr>
            <p:ph type="title"/>
          </p:nvPr>
        </p:nvSpPr>
        <p:spPr>
          <a:xfrm>
            <a:off x="1638300" y="269875"/>
            <a:ext cx="8915400" cy="1143000"/>
          </a:xfrm>
        </p:spPr>
        <p:txBody>
          <a:bodyPr vert="horz" wrap="square" lIns="91440" tIns="45720" rIns="91440" bIns="45720" anchor="ctr" anchorCtr="0"/>
          <a:lstStyle/>
          <a:p>
            <a:pPr eaLnBrk="1" hangingPunct="1"/>
            <a:r>
              <a:rPr lang="zh-CN" altLang="en-US" kern="1200" dirty="0">
                <a:latin typeface="黑体" panose="02010609060101010101" pitchFamily="49" charset="-122"/>
                <a:ea typeface="黑体" panose="02010609060101010101" pitchFamily="49" charset="-122"/>
                <a:cs typeface="Arial" panose="020B0604020202090204" pitchFamily="34" charset="0"/>
              </a:rPr>
              <a:t> 学习内容</a:t>
            </a:r>
            <a:endParaRPr lang="zh-CN" altLang="en-US" kern="1200" dirty="0">
              <a:latin typeface="黑体" panose="02010609060101010101" pitchFamily="49" charset="-122"/>
              <a:ea typeface="黑体" panose="02010609060101010101" pitchFamily="49" charset="-122"/>
              <a:cs typeface="Arial" panose="020B0604020202090204" pitchFamily="34" charset="0"/>
            </a:endParaRPr>
          </a:p>
        </p:txBody>
      </p:sp>
      <p:sp>
        <p:nvSpPr>
          <p:cNvPr id="12290" name="Rectangle 3"/>
          <p:cNvSpPr>
            <a:spLocks noGrp="1" noChangeArrowheads="1"/>
          </p:cNvSpPr>
          <p:nvPr>
            <p:ph idx="1"/>
          </p:nvPr>
        </p:nvSpPr>
        <p:spPr>
          <a:xfrm>
            <a:off x="2495550" y="1844675"/>
            <a:ext cx="6840538" cy="4556125"/>
          </a:xfrm>
        </p:spPr>
        <p:txBody>
          <a:bodyPr vert="horz" wrap="square" lIns="91440" tIns="45720" rIns="91440" bIns="45720" numCol="1" anchor="t" anchorCtr="0" compatLnSpc="1"/>
          <a:lstStyle/>
          <a:p>
            <a:pPr marL="533400" marR="0" lvl="0" indent="-533400" algn="l" defTabSz="914400" rtl="0" eaLnBrk="1" fontAlgn="base" latinLnBrk="0" hangingPunct="1">
              <a:lnSpc>
                <a:spcPct val="120000"/>
              </a:lnSpc>
              <a:spcBef>
                <a:spcPts val="600"/>
              </a:spcBef>
              <a:spcAft>
                <a:spcPts val="600"/>
              </a:spcAft>
              <a:buClr>
                <a:schemeClr val="tx2"/>
              </a:buClr>
              <a:buSzPct val="50000"/>
              <a:buFont typeface="Wingdings" panose="05000000000000000000" pitchFamily="2" charset="2"/>
              <a:buChar char="n"/>
              <a:defRPr/>
            </a:pPr>
            <a:r>
              <a:rPr kumimoji="0" lang="en-US" altLang="zh-CN" sz="3200" b="0" i="0" u="none" strike="noStrike" kern="1200" cap="none" spc="0" normalizeH="0" baseline="0" noProof="0" dirty="0">
                <a:ln>
                  <a:noFill/>
                </a:ln>
                <a:solidFill>
                  <a:schemeClr val="tx1"/>
                </a:solidFill>
                <a:effectLst/>
                <a:uLnTx/>
                <a:uFillTx/>
                <a:latin typeface="+mn-ea"/>
                <a:ea typeface="+mn-ea"/>
                <a:cs typeface="Times New Roman" panose="02020503050405090304" pitchFamily="18" charset="0"/>
              </a:rPr>
              <a:t>3.1 </a:t>
            </a:r>
            <a:r>
              <a:rPr kumimoji="0" lang="zh-CN" altLang="en-US" sz="3200" b="0" i="0" u="none" strike="noStrike" kern="1200" cap="none" spc="0" normalizeH="0" baseline="0" noProof="0" dirty="0">
                <a:ln>
                  <a:noFill/>
                </a:ln>
                <a:solidFill>
                  <a:schemeClr val="tx1"/>
                </a:solidFill>
                <a:effectLst/>
                <a:uLnTx/>
                <a:uFillTx/>
                <a:latin typeface="+mn-ea"/>
                <a:ea typeface="+mn-ea"/>
                <a:cs typeface="Times New Roman" panose="02020503050405090304" pitchFamily="18" charset="0"/>
              </a:rPr>
              <a:t>数组</a:t>
            </a:r>
            <a:endParaRPr kumimoji="0" lang="en-US" altLang="zh-CN" sz="3200" b="0" i="0" u="none" strike="noStrike" kern="1200" cap="none" spc="0" normalizeH="0" baseline="0" noProof="0" dirty="0">
              <a:ln>
                <a:noFill/>
              </a:ln>
              <a:solidFill>
                <a:schemeClr val="tx1"/>
              </a:solidFill>
              <a:effectLst/>
              <a:uLnTx/>
              <a:uFillTx/>
              <a:latin typeface="+mn-ea"/>
              <a:ea typeface="+mn-ea"/>
              <a:cs typeface="Times New Roman" panose="02020503050405090304" pitchFamily="18" charset="0"/>
            </a:endParaRPr>
          </a:p>
          <a:p>
            <a:pPr marL="533400" marR="0" lvl="0" indent="-533400" algn="l" defTabSz="914400" rtl="0" eaLnBrk="1" fontAlgn="base" latinLnBrk="0" hangingPunct="1">
              <a:lnSpc>
                <a:spcPct val="120000"/>
              </a:lnSpc>
              <a:spcBef>
                <a:spcPts val="600"/>
              </a:spcBef>
              <a:spcAft>
                <a:spcPts val="600"/>
              </a:spcAft>
              <a:buClr>
                <a:schemeClr val="tx2"/>
              </a:buClr>
              <a:buSzPct val="50000"/>
              <a:buFont typeface="Wingdings" panose="05000000000000000000" pitchFamily="2" charset="2"/>
              <a:buChar char="n"/>
              <a:defRPr/>
            </a:pPr>
            <a:r>
              <a:rPr kumimoji="0" lang="en-US" altLang="zh-CN" sz="3200" b="1" i="0" u="none" strike="noStrike" kern="1200" cap="none" spc="0" normalizeH="0" baseline="0" noProof="0" dirty="0">
                <a:ln>
                  <a:noFill/>
                </a:ln>
                <a:solidFill>
                  <a:srgbClr val="FF0000"/>
                </a:solidFill>
                <a:effectLst/>
                <a:uLnTx/>
                <a:uFillTx/>
                <a:latin typeface="+mn-ea"/>
                <a:ea typeface="+mn-ea"/>
                <a:cs typeface="Times New Roman" panose="02020503050405090304" pitchFamily="18" charset="0"/>
              </a:rPr>
              <a:t>3.2 </a:t>
            </a:r>
            <a:r>
              <a:rPr kumimoji="0" lang="zh-CN" altLang="en-US" sz="3200" b="1" i="0" u="none" strike="noStrike" kern="1200" cap="none" spc="0" normalizeH="0" baseline="0" noProof="0" dirty="0">
                <a:ln>
                  <a:noFill/>
                </a:ln>
                <a:solidFill>
                  <a:srgbClr val="FF0000"/>
                </a:solidFill>
                <a:effectLst/>
                <a:uLnTx/>
                <a:uFillTx/>
                <a:latin typeface="+mn-ea"/>
                <a:ea typeface="+mn-ea"/>
                <a:cs typeface="Times New Roman" panose="02020503050405090304" pitchFamily="18" charset="0"/>
              </a:rPr>
              <a:t>指针</a:t>
            </a:r>
            <a:endParaRPr kumimoji="0" lang="zh-CN" altLang="en-US" sz="3200" b="1" i="0" u="none" strike="noStrike" kern="1200" cap="none" spc="0" normalizeH="0" baseline="0" noProof="0" dirty="0">
              <a:ln>
                <a:noFill/>
              </a:ln>
              <a:solidFill>
                <a:srgbClr val="FF0000"/>
              </a:solidFill>
              <a:effectLst/>
              <a:uLnTx/>
              <a:uFillTx/>
              <a:latin typeface="+mn-ea"/>
              <a:ea typeface="+mn-ea"/>
              <a:cs typeface="Times New Roman" panose="02020503050405090304" pitchFamily="18" charset="0"/>
            </a:endParaRPr>
          </a:p>
          <a:p>
            <a:pPr marL="533400" marR="0" lvl="0" indent="-533400" algn="l" defTabSz="914400" rtl="0" eaLnBrk="1" fontAlgn="base" latinLnBrk="0" hangingPunct="1">
              <a:lnSpc>
                <a:spcPct val="120000"/>
              </a:lnSpc>
              <a:spcBef>
                <a:spcPts val="600"/>
              </a:spcBef>
              <a:spcAft>
                <a:spcPts val="600"/>
              </a:spcAft>
              <a:buClr>
                <a:schemeClr val="tx2"/>
              </a:buClr>
              <a:buSzPct val="50000"/>
              <a:buFont typeface="Wingdings" panose="05000000000000000000" pitchFamily="2" charset="2"/>
              <a:buChar char="n"/>
              <a:defRPr/>
            </a:pPr>
            <a:r>
              <a:rPr kumimoji="0" lang="en-US" altLang="zh-CN" sz="3200" b="0" i="0" u="none" strike="noStrike" kern="1200" cap="none" spc="0" normalizeH="0" baseline="0" noProof="0" dirty="0">
                <a:ln>
                  <a:noFill/>
                </a:ln>
                <a:solidFill>
                  <a:schemeClr val="tx1"/>
                </a:solidFill>
                <a:effectLst/>
                <a:uLnTx/>
                <a:uFillTx/>
                <a:latin typeface="+mn-ea"/>
                <a:ea typeface="+mn-ea"/>
                <a:cs typeface="Times New Roman" panose="02020503050405090304" pitchFamily="18" charset="0"/>
              </a:rPr>
              <a:t>3.3 </a:t>
            </a:r>
            <a:r>
              <a:rPr kumimoji="0" lang="zh-CN" altLang="en-US" sz="3200" b="0" i="0" u="none" strike="noStrike" kern="1200" cap="none" spc="0" normalizeH="0" baseline="0" noProof="0" dirty="0">
                <a:ln>
                  <a:noFill/>
                </a:ln>
                <a:solidFill>
                  <a:schemeClr val="tx1"/>
                </a:solidFill>
                <a:effectLst/>
                <a:uLnTx/>
                <a:uFillTx/>
                <a:latin typeface="+mn-ea"/>
                <a:ea typeface="+mn-ea"/>
                <a:cs typeface="Times New Roman" panose="02020503050405090304" pitchFamily="18" charset="0"/>
              </a:rPr>
              <a:t>字符串</a:t>
            </a:r>
            <a:endParaRPr kumimoji="0" lang="zh-CN" altLang="en-US" sz="3200" b="0" i="0" u="none" strike="noStrike" kern="1200" cap="none" spc="0" normalizeH="0" baseline="0" noProof="0" dirty="0">
              <a:ln>
                <a:noFill/>
              </a:ln>
              <a:solidFill>
                <a:schemeClr val="tx1"/>
              </a:solidFill>
              <a:effectLst/>
              <a:uLnTx/>
              <a:uFillTx/>
              <a:latin typeface="+mn-ea"/>
              <a:ea typeface="+mn-ea"/>
              <a:cs typeface="Times New Roman" panose="02020503050405090304" pitchFamily="18" charset="0"/>
            </a:endParaRPr>
          </a:p>
          <a:p>
            <a:pPr marL="533400" marR="0" lvl="0" indent="-533400" algn="l" defTabSz="914400" rtl="0" eaLnBrk="1" fontAlgn="base" latinLnBrk="0" hangingPunct="1">
              <a:lnSpc>
                <a:spcPct val="120000"/>
              </a:lnSpc>
              <a:spcBef>
                <a:spcPts val="600"/>
              </a:spcBef>
              <a:spcAft>
                <a:spcPts val="600"/>
              </a:spcAft>
              <a:buClr>
                <a:schemeClr val="tx2"/>
              </a:buClr>
              <a:buSzPct val="50000"/>
              <a:buFont typeface="Wingdings" panose="05000000000000000000" pitchFamily="2" charset="2"/>
              <a:buChar char="n"/>
              <a:defRPr/>
            </a:pPr>
            <a:r>
              <a:rPr kumimoji="0" lang="en-US" altLang="zh-CN" sz="3200" b="0" i="0" u="none" strike="noStrike" kern="1200" cap="none" spc="0" normalizeH="0" baseline="0" noProof="0" dirty="0">
                <a:ln>
                  <a:noFill/>
                </a:ln>
                <a:solidFill>
                  <a:schemeClr val="tx1"/>
                </a:solidFill>
                <a:effectLst/>
                <a:uLnTx/>
                <a:uFillTx/>
                <a:latin typeface="+mn-ea"/>
                <a:ea typeface="+mn-ea"/>
                <a:cs typeface="Times New Roman" panose="02020503050405090304" pitchFamily="18" charset="0"/>
              </a:rPr>
              <a:t>3.4 </a:t>
            </a:r>
            <a:r>
              <a:rPr kumimoji="0" lang="zh-CN" altLang="en-US" sz="3200" b="0" i="0" u="none" strike="noStrike" kern="1200" cap="none" spc="0" normalizeH="0" baseline="0" noProof="0" dirty="0">
                <a:ln>
                  <a:noFill/>
                </a:ln>
                <a:solidFill>
                  <a:schemeClr val="tx1"/>
                </a:solidFill>
                <a:effectLst/>
                <a:uLnTx/>
                <a:uFillTx/>
                <a:latin typeface="+mn-ea"/>
                <a:ea typeface="+mn-ea"/>
                <a:cs typeface="Times New Roman" panose="02020503050405090304" pitchFamily="18" charset="0"/>
              </a:rPr>
              <a:t>结构体</a:t>
            </a:r>
            <a:endParaRPr kumimoji="0" lang="en-US" altLang="zh-CN" sz="3200" b="0" i="0" u="none" strike="noStrike" kern="1200" cap="none" spc="0" normalizeH="0" baseline="0" noProof="0" dirty="0">
              <a:ln>
                <a:noFill/>
              </a:ln>
              <a:solidFill>
                <a:schemeClr val="tx1"/>
              </a:solidFill>
              <a:effectLst/>
              <a:uLnTx/>
              <a:uFillTx/>
              <a:latin typeface="+mn-ea"/>
              <a:ea typeface="+mn-ea"/>
              <a:cs typeface="Times New Roman" panose="02020503050405090304" pitchFamily="18" charset="0"/>
            </a:endParaRPr>
          </a:p>
          <a:p>
            <a:pPr marL="533400" marR="0" lvl="0" indent="-533400" algn="l" defTabSz="914400" rtl="0" eaLnBrk="1" fontAlgn="base" latinLnBrk="0" hangingPunct="1">
              <a:lnSpc>
                <a:spcPct val="120000"/>
              </a:lnSpc>
              <a:spcBef>
                <a:spcPts val="600"/>
              </a:spcBef>
              <a:spcAft>
                <a:spcPts val="600"/>
              </a:spcAft>
              <a:buClr>
                <a:schemeClr val="tx2"/>
              </a:buClr>
              <a:buSzPct val="50000"/>
              <a:buFont typeface="Wingdings" panose="05000000000000000000" pitchFamily="2" charset="2"/>
              <a:buChar char="n"/>
              <a:defRPr/>
            </a:pPr>
            <a:r>
              <a:rPr kumimoji="0" lang="en-US" altLang="zh-CN" sz="3200" b="0" i="0" u="none" strike="noStrike" kern="1200" cap="none" spc="0" normalizeH="0" baseline="0" noProof="0" dirty="0">
                <a:ln>
                  <a:noFill/>
                </a:ln>
                <a:solidFill>
                  <a:schemeClr val="tx1"/>
                </a:solidFill>
                <a:effectLst/>
                <a:uLnTx/>
                <a:uFillTx/>
                <a:latin typeface="+mn-ea"/>
                <a:ea typeface="+mn-ea"/>
                <a:cs typeface="Times New Roman" panose="02020503050405090304" pitchFamily="18" charset="0"/>
              </a:rPr>
              <a:t>3.5 </a:t>
            </a:r>
            <a:r>
              <a:rPr kumimoji="0" lang="zh-CN" altLang="en-US" sz="3200" b="0" i="0" u="none" strike="noStrike" kern="1200" cap="none" spc="0" normalizeH="0" baseline="0" noProof="0" dirty="0">
                <a:ln>
                  <a:noFill/>
                </a:ln>
                <a:solidFill>
                  <a:schemeClr val="tx1"/>
                </a:solidFill>
                <a:effectLst/>
                <a:uLnTx/>
                <a:uFillTx/>
                <a:latin typeface="+mn-ea"/>
                <a:ea typeface="+mn-ea"/>
                <a:cs typeface="Times New Roman" panose="02020503050405090304" pitchFamily="18" charset="0"/>
              </a:rPr>
              <a:t>动态内存分配</a:t>
            </a:r>
            <a:endParaRPr kumimoji="0" lang="en-US" altLang="zh-CN" sz="3200" b="0" i="0" u="none" strike="noStrike" kern="1200" cap="none" spc="0" normalizeH="0" baseline="0" noProof="0" dirty="0">
              <a:ln>
                <a:noFill/>
              </a:ln>
              <a:solidFill>
                <a:schemeClr val="tx1"/>
              </a:solidFill>
              <a:effectLst/>
              <a:uLnTx/>
              <a:uFillTx/>
              <a:latin typeface="+mn-ea"/>
              <a:ea typeface="+mn-ea"/>
              <a:cs typeface="Times New Roman" panose="02020503050405090304" pitchFamily="18" charset="0"/>
            </a:endParaRPr>
          </a:p>
        </p:txBody>
      </p:sp>
      <p:pic>
        <p:nvPicPr>
          <p:cNvPr id="40964" name="Picture 7"/>
          <p:cNvPicPr>
            <a:picLocks noChangeAspect="1"/>
          </p:cNvPicPr>
          <p:nvPr/>
        </p:nvPicPr>
        <p:blipFill>
          <a:blip r:embed="rId1">
            <a:clrChange>
              <a:clrFrom>
                <a:srgbClr val="FFFFFF"/>
              </a:clrFrom>
              <a:clrTo>
                <a:srgbClr val="FFFFFF">
                  <a:alpha val="0"/>
                </a:srgbClr>
              </a:clrTo>
            </a:clrChange>
          </a:blip>
          <a:stretch>
            <a:fillRect/>
          </a:stretch>
        </p:blipFill>
        <p:spPr>
          <a:xfrm>
            <a:off x="7842250" y="3141663"/>
            <a:ext cx="2774950" cy="2616200"/>
          </a:xfrm>
          <a:prstGeom prst="rect">
            <a:avLst/>
          </a:prstGeom>
          <a:noFill/>
          <a:ln w="9525">
            <a:noFill/>
          </a:ln>
        </p:spPr>
      </p:pic>
    </p:spTree>
  </p:cSld>
  <p:clrMapOvr>
    <a:masterClrMapping/>
  </p:clrMapOvr>
  <p:transition>
    <p:newsflash/>
  </p:transition>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1986" name="Rectangle 2"/>
          <p:cNvSpPr>
            <a:spLocks noGrp="1"/>
          </p:cNvSpPr>
          <p:nvPr>
            <p:ph type="title"/>
          </p:nvPr>
        </p:nvSpPr>
        <p:spPr>
          <a:xfrm>
            <a:off x="1558925" y="333375"/>
            <a:ext cx="9051925" cy="1143000"/>
          </a:xfrm>
        </p:spPr>
        <p:txBody>
          <a:bodyPr vert="horz" wrap="square" lIns="91440" tIns="45720" rIns="91440" bIns="45720" anchor="ctr" anchorCtr="0"/>
          <a:lstStyle/>
          <a:p>
            <a:r>
              <a:rPr lang="zh-CN" altLang="en-US" kern="1200" dirty="0">
                <a:latin typeface="Arial" panose="020B0604020202090204" pitchFamily="34" charset="0"/>
                <a:ea typeface="楷体_GB2312" pitchFamily="49" charset="-122"/>
                <a:cs typeface="Arial" panose="020B0604020202090204" pitchFamily="34" charset="0"/>
              </a:rPr>
              <a:t> </a:t>
            </a:r>
            <a:r>
              <a:rPr lang="en-US" altLang="zh-CN" sz="4000" kern="1200" dirty="0">
                <a:latin typeface="Arial" panose="020B0604020202090204" pitchFamily="34" charset="0"/>
                <a:ea typeface="黑体" panose="02010609060101010101" pitchFamily="49" charset="-122"/>
                <a:cs typeface="Arial" panose="020B0604020202090204" pitchFamily="34" charset="0"/>
              </a:rPr>
              <a:t>3.2.1 </a:t>
            </a:r>
            <a:r>
              <a:rPr lang="zh-CN" altLang="en-US" sz="4000" kern="1200" dirty="0">
                <a:latin typeface="Arial" panose="020B0604020202090204" pitchFamily="34" charset="0"/>
                <a:ea typeface="黑体" panose="02010609060101010101" pitchFamily="49" charset="-122"/>
                <a:cs typeface="Arial" panose="020B0604020202090204" pitchFamily="34" charset="0"/>
              </a:rPr>
              <a:t>指针变量定义与初始化</a:t>
            </a:r>
            <a:endParaRPr lang="en-US" altLang="zh-CN" sz="4000" kern="1200" dirty="0">
              <a:latin typeface="Arial" panose="020B0604020202090204" pitchFamily="34" charset="0"/>
              <a:ea typeface="黑体" panose="02010609060101010101" pitchFamily="49" charset="-122"/>
              <a:cs typeface="Arial" panose="020B0604020202090204" pitchFamily="34" charset="0"/>
            </a:endParaRPr>
          </a:p>
        </p:txBody>
      </p:sp>
      <p:grpSp>
        <p:nvGrpSpPr>
          <p:cNvPr id="2" name="Group 3"/>
          <p:cNvGrpSpPr/>
          <p:nvPr/>
        </p:nvGrpSpPr>
        <p:grpSpPr>
          <a:xfrm>
            <a:off x="1343025" y="2636838"/>
            <a:ext cx="1871663" cy="1079500"/>
            <a:chOff x="748" y="1480"/>
            <a:chExt cx="1050" cy="680"/>
          </a:xfrm>
        </p:grpSpPr>
        <p:sp>
          <p:nvSpPr>
            <p:cNvPr id="42021" name="Line 4"/>
            <p:cNvSpPr/>
            <p:nvPr/>
          </p:nvSpPr>
          <p:spPr>
            <a:xfrm flipH="1">
              <a:off x="1066" y="1768"/>
              <a:ext cx="229" cy="392"/>
            </a:xfrm>
            <a:prstGeom prst="line">
              <a:avLst/>
            </a:prstGeom>
            <a:ln w="25400" cap="flat" cmpd="sng">
              <a:solidFill>
                <a:srgbClr val="008000"/>
              </a:solidFill>
              <a:prstDash val="solid"/>
              <a:headEnd type="none" w="med" len="med"/>
              <a:tailEnd type="stealth" w="med" len="med"/>
            </a:ln>
          </p:spPr>
        </p:sp>
        <p:sp>
          <p:nvSpPr>
            <p:cNvPr id="42022" name="Rectangle 5"/>
            <p:cNvSpPr/>
            <p:nvPr/>
          </p:nvSpPr>
          <p:spPr>
            <a:xfrm>
              <a:off x="748" y="1480"/>
              <a:ext cx="1050" cy="288"/>
            </a:xfrm>
            <a:prstGeom prst="rect">
              <a:avLst/>
            </a:prstGeom>
            <a:solidFill>
              <a:srgbClr val="FFFFCC"/>
            </a:solidFill>
            <a:ln w="9525" cap="flat" cmpd="sng">
              <a:solidFill>
                <a:srgbClr val="008000"/>
              </a:solidFill>
              <a:prstDash val="solid"/>
              <a:miter/>
              <a:headEnd type="none" w="med" len="med"/>
              <a:tailEnd type="none" w="med" len="med"/>
            </a:ln>
          </p:spPr>
          <p:txBody>
            <a:bodyPr wrap="none" anchor="ctr" anchorCtr="0"/>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algn="ctr" eaLnBrk="1" hangingPunct="1">
                <a:lnSpc>
                  <a:spcPct val="90000"/>
                </a:lnSpc>
                <a:spcBef>
                  <a:spcPts val="590"/>
                </a:spcBef>
                <a:spcAft>
                  <a:spcPts val="590"/>
                </a:spcAft>
                <a:buSzPct val="80000"/>
                <a:buNone/>
              </a:pPr>
              <a:r>
                <a:rPr lang="zh-CN" altLang="en-US" sz="2400" dirty="0">
                  <a:solidFill>
                    <a:srgbClr val="000066"/>
                  </a:solidFill>
                  <a:latin typeface="黑体" panose="02010609060101010101" pitchFamily="49" charset="-122"/>
                </a:rPr>
                <a:t>变量的地址</a:t>
              </a:r>
              <a:endParaRPr lang="zh-CN" altLang="en-US" sz="2400" dirty="0">
                <a:solidFill>
                  <a:srgbClr val="000066"/>
                </a:solidFill>
                <a:latin typeface="黑体" panose="02010609060101010101" pitchFamily="49" charset="-122"/>
              </a:endParaRPr>
            </a:p>
          </p:txBody>
        </p:sp>
      </p:grpSp>
      <p:grpSp>
        <p:nvGrpSpPr>
          <p:cNvPr id="3" name="Group 32"/>
          <p:cNvGrpSpPr/>
          <p:nvPr/>
        </p:nvGrpSpPr>
        <p:grpSpPr>
          <a:xfrm>
            <a:off x="3287713" y="1484313"/>
            <a:ext cx="7635875" cy="1941512"/>
            <a:chOff x="1383" y="1026"/>
            <a:chExt cx="4230" cy="1179"/>
          </a:xfrm>
        </p:grpSpPr>
        <p:sp>
          <p:nvSpPr>
            <p:cNvPr id="42019" name="Rectangle 11"/>
            <p:cNvSpPr/>
            <p:nvPr/>
          </p:nvSpPr>
          <p:spPr>
            <a:xfrm>
              <a:off x="1744" y="1026"/>
              <a:ext cx="3869" cy="837"/>
            </a:xfrm>
            <a:prstGeom prst="rect">
              <a:avLst/>
            </a:prstGeom>
            <a:solidFill>
              <a:srgbClr val="FFFFCC"/>
            </a:solidFill>
            <a:ln w="28575" cap="flat" cmpd="sng">
              <a:solidFill>
                <a:srgbClr val="00B050"/>
              </a:solidFill>
              <a:prstDash val="solid"/>
              <a:miter/>
              <a:headEnd type="none" w="med" len="med"/>
              <a:tailEnd type="none" w="med" len="med"/>
            </a:ln>
          </p:spPr>
          <p:txBody>
            <a:bodyPr wrap="none" anchor="ctr" anchorCtr="0"/>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algn="ctr" eaLnBrk="1" hangingPunct="1">
                <a:lnSpc>
                  <a:spcPct val="90000"/>
                </a:lnSpc>
                <a:spcBef>
                  <a:spcPts val="590"/>
                </a:spcBef>
                <a:spcAft>
                  <a:spcPts val="590"/>
                </a:spcAft>
                <a:buSzPct val="80000"/>
                <a:buNone/>
              </a:pPr>
              <a:r>
                <a:rPr lang="zh-CN" altLang="en-US" sz="2400" dirty="0">
                  <a:solidFill>
                    <a:srgbClr val="000066"/>
                  </a:solidFill>
                  <a:cs typeface="Arial" panose="020B0604020202090204" pitchFamily="34" charset="0"/>
                </a:rPr>
                <a:t>内存中的每个字节都有唯一的编号（地址）</a:t>
              </a:r>
              <a:endParaRPr lang="zh-CN" altLang="en-US" sz="2400" dirty="0">
                <a:solidFill>
                  <a:srgbClr val="000066"/>
                </a:solidFill>
                <a:cs typeface="Arial" panose="020B0604020202090204" pitchFamily="34" charset="0"/>
              </a:endParaRPr>
            </a:p>
            <a:p>
              <a:pPr marL="0" lvl="0" indent="0" algn="ctr" eaLnBrk="1" hangingPunct="1">
                <a:lnSpc>
                  <a:spcPct val="90000"/>
                </a:lnSpc>
                <a:spcBef>
                  <a:spcPts val="590"/>
                </a:spcBef>
                <a:spcAft>
                  <a:spcPts val="590"/>
                </a:spcAft>
                <a:buSzPct val="80000"/>
                <a:buNone/>
              </a:pPr>
              <a:r>
                <a:rPr lang="zh-CN" altLang="en-US" sz="2400" dirty="0">
                  <a:solidFill>
                    <a:srgbClr val="000066"/>
                  </a:solidFill>
                  <a:cs typeface="Arial" panose="020B0604020202090204" pitchFamily="34" charset="0"/>
                </a:rPr>
                <a:t>地址按字节编号，其字长一般与主机相同</a:t>
              </a:r>
              <a:endParaRPr lang="zh-CN" altLang="en-US" sz="2400" dirty="0">
                <a:solidFill>
                  <a:srgbClr val="000066"/>
                </a:solidFill>
                <a:cs typeface="Arial" panose="020B0604020202090204" pitchFamily="34" charset="0"/>
              </a:endParaRPr>
            </a:p>
            <a:p>
              <a:pPr marL="0" lvl="0" indent="0" algn="ctr" eaLnBrk="1" hangingPunct="1">
                <a:lnSpc>
                  <a:spcPct val="90000"/>
                </a:lnSpc>
                <a:spcBef>
                  <a:spcPts val="590"/>
                </a:spcBef>
                <a:spcAft>
                  <a:spcPts val="590"/>
                </a:spcAft>
                <a:buSzPct val="80000"/>
                <a:buNone/>
              </a:pPr>
              <a:r>
                <a:rPr lang="en-US" altLang="zh-CN" sz="2400" dirty="0">
                  <a:solidFill>
                    <a:srgbClr val="000066"/>
                  </a:solidFill>
                  <a:cs typeface="Arial" panose="020B0604020202090204" pitchFamily="34" charset="0"/>
                </a:rPr>
                <a:t>32</a:t>
              </a:r>
              <a:r>
                <a:rPr lang="zh-CN" altLang="en-US" sz="2400" dirty="0">
                  <a:solidFill>
                    <a:srgbClr val="000066"/>
                  </a:solidFill>
                  <a:cs typeface="Arial" panose="020B0604020202090204" pitchFamily="34" charset="0"/>
                </a:rPr>
                <a:t>位机使用</a:t>
              </a:r>
              <a:r>
                <a:rPr lang="en-US" altLang="zh-CN" sz="2400" dirty="0">
                  <a:solidFill>
                    <a:srgbClr val="000066"/>
                  </a:solidFill>
                  <a:cs typeface="Arial" panose="020B0604020202090204" pitchFamily="34" charset="0"/>
                </a:rPr>
                <a:t>32</a:t>
              </a:r>
              <a:r>
                <a:rPr lang="zh-CN" altLang="en-US" sz="2400" dirty="0">
                  <a:solidFill>
                    <a:srgbClr val="000066"/>
                  </a:solidFill>
                  <a:cs typeface="Arial" panose="020B0604020202090204" pitchFamily="34" charset="0"/>
                </a:rPr>
                <a:t>位地址，最多支持</a:t>
              </a:r>
              <a:r>
                <a:rPr lang="en-US" altLang="zh-CN" sz="2400" dirty="0">
                  <a:solidFill>
                    <a:srgbClr val="000066"/>
                  </a:solidFill>
                  <a:cs typeface="Arial" panose="020B0604020202090204" pitchFamily="34" charset="0"/>
                </a:rPr>
                <a:t>2</a:t>
              </a:r>
              <a:r>
                <a:rPr lang="en-US" altLang="zh-CN" sz="2400" baseline="30000" dirty="0">
                  <a:solidFill>
                    <a:srgbClr val="000066"/>
                  </a:solidFill>
                  <a:cs typeface="Arial" panose="020B0604020202090204" pitchFamily="34" charset="0"/>
                </a:rPr>
                <a:t>32</a:t>
              </a:r>
              <a:r>
                <a:rPr lang="zh-CN" altLang="en-US" sz="2400" dirty="0">
                  <a:solidFill>
                    <a:srgbClr val="000066"/>
                  </a:solidFill>
                  <a:cs typeface="Arial" panose="020B0604020202090204" pitchFamily="34" charset="0"/>
                </a:rPr>
                <a:t>字节内存</a:t>
              </a:r>
              <a:r>
                <a:rPr lang="en-US" altLang="zh-CN" sz="2400" dirty="0">
                  <a:solidFill>
                    <a:srgbClr val="000066"/>
                  </a:solidFill>
                  <a:cs typeface="Arial" panose="020B0604020202090204" pitchFamily="34" charset="0"/>
                </a:rPr>
                <a:t>(4G)</a:t>
              </a:r>
              <a:endParaRPr lang="zh-CN" altLang="en-US" sz="2400" dirty="0">
                <a:solidFill>
                  <a:srgbClr val="000066"/>
                </a:solidFill>
                <a:ea typeface="Arial" panose="020B0604020202090204" pitchFamily="34" charset="0"/>
              </a:endParaRPr>
            </a:p>
          </p:txBody>
        </p:sp>
        <p:sp>
          <p:nvSpPr>
            <p:cNvPr id="618508" name="Freeform 12"/>
            <p:cNvSpPr/>
            <p:nvPr/>
          </p:nvSpPr>
          <p:spPr bwMode="auto">
            <a:xfrm>
              <a:off x="1383" y="1673"/>
              <a:ext cx="360" cy="532"/>
            </a:xfrm>
            <a:custGeom>
              <a:avLst/>
              <a:gdLst/>
              <a:ahLst/>
              <a:cxnLst>
                <a:cxn ang="0">
                  <a:pos x="381" y="0"/>
                </a:cxn>
                <a:cxn ang="0">
                  <a:pos x="0" y="328"/>
                </a:cxn>
              </a:cxnLst>
              <a:rect l="0" t="0" r="r" b="b"/>
              <a:pathLst>
                <a:path w="381" h="328">
                  <a:moveTo>
                    <a:pt x="381" y="0"/>
                  </a:moveTo>
                  <a:lnTo>
                    <a:pt x="0" y="328"/>
                  </a:lnTo>
                </a:path>
              </a:pathLst>
            </a:custGeom>
            <a:noFill/>
            <a:ln w="25400" cmpd="sng">
              <a:solidFill>
                <a:srgbClr val="00B050"/>
              </a:solidFill>
              <a:round/>
              <a:tailEnd type="stealth" w="med" len="lg"/>
            </a:ln>
            <a:effectLst/>
          </p:spPr>
          <p:txBody>
            <a:bodyPr wrap="none"/>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grpSp>
      <p:sp>
        <p:nvSpPr>
          <p:cNvPr id="618510" name="Rectangle 14"/>
          <p:cNvSpPr>
            <a:spLocks noChangeArrowheads="1"/>
          </p:cNvSpPr>
          <p:nvPr/>
        </p:nvSpPr>
        <p:spPr bwMode="auto">
          <a:xfrm>
            <a:off x="2238375" y="3716338"/>
            <a:ext cx="1611313" cy="366713"/>
          </a:xfrm>
          <a:prstGeom prst="rect">
            <a:avLst/>
          </a:prstGeom>
          <a:noFill/>
          <a:ln w="12700">
            <a:noFill/>
            <a:miter lim="800000"/>
            <a:headEnd type="none" w="sm" len="sm"/>
            <a:tailEnd type="none" w="sm" len="sm"/>
          </a:ln>
          <a:effectLst/>
        </p:spPr>
        <p:txBody>
          <a:bodyPr wrap="none">
            <a:spAutoFit/>
          </a:bodyPr>
          <a:lstStyle>
            <a:lvl1pPr>
              <a:lnSpc>
                <a:spcPct val="120000"/>
              </a:lnSpc>
              <a:buClr>
                <a:schemeClr val="tx2"/>
              </a:buClr>
              <a:buSzPct val="50000"/>
              <a:buFont typeface="Wingdings" panose="05000000000000000000" pitchFamily="2" charset="2"/>
              <a:buChar char="n"/>
              <a:defRPr sz="3200">
                <a:solidFill>
                  <a:schemeClr val="tx1"/>
                </a:solidFill>
                <a:latin typeface="Franklin Gothic Book" pitchFamily="34" charset="0"/>
              </a:defRPr>
            </a:lvl1pPr>
            <a:lvl2pPr marL="742950" indent="-285750">
              <a:lnSpc>
                <a:spcPct val="120000"/>
              </a:lnSpc>
              <a:buClr>
                <a:schemeClr val="tx2"/>
              </a:buClr>
              <a:buSzPct val="50000"/>
              <a:buFont typeface="Wingdings 2" panose="05020102010507070707" pitchFamily="18" charset="2"/>
              <a:buChar char="Þ"/>
              <a:defRPr sz="2800">
                <a:solidFill>
                  <a:srgbClr val="333399"/>
                </a:solidFill>
                <a:latin typeface="Times New Roman" panose="02020503050405090304" pitchFamily="18" charset="0"/>
                <a:cs typeface="Times New Roman" panose="02020503050405090304" pitchFamily="18" charset="0"/>
              </a:defRPr>
            </a:lvl2pPr>
            <a:lvl3pPr marL="1143000" indent="-228600">
              <a:lnSpc>
                <a:spcPct val="120000"/>
              </a:lnSpc>
              <a:buClr>
                <a:schemeClr val="tx2"/>
              </a:buClr>
              <a:buSzPct val="50000"/>
              <a:buFont typeface="Wingdings 2" panose="05020102010507070707" pitchFamily="18" charset="2"/>
              <a:buChar char=""/>
              <a:defRPr sz="2400">
                <a:solidFill>
                  <a:srgbClr val="3333CC"/>
                </a:solidFill>
                <a:latin typeface="Times New Roman" panose="02020503050405090304" pitchFamily="18" charset="0"/>
                <a:cs typeface="Times New Roman" panose="02020503050405090304" pitchFamily="18" charset="0"/>
              </a:defRPr>
            </a:lvl3pPr>
            <a:lvl4pPr marL="1600200" indent="-228600">
              <a:lnSpc>
                <a:spcPct val="120000"/>
              </a:lnSpc>
              <a:buClr>
                <a:schemeClr val="tx2"/>
              </a:buClr>
              <a:buSzPct val="50000"/>
              <a:buFont typeface="Wingdings 2" panose="05020102010507070707" pitchFamily="18" charset="2"/>
              <a:buChar char=""/>
              <a:defRPr sz="2000">
                <a:solidFill>
                  <a:schemeClr val="tx1"/>
                </a:solidFill>
                <a:latin typeface="Times New Roman" panose="02020503050405090304" pitchFamily="18" charset="0"/>
                <a:cs typeface="Times New Roman" panose="02020503050405090304" pitchFamily="18" charset="0"/>
              </a:defRPr>
            </a:lvl4pPr>
            <a:lvl5pPr marL="2057400" indent="-228600">
              <a:lnSpc>
                <a:spcPct val="120000"/>
              </a:lnSpc>
              <a:buClr>
                <a:schemeClr val="tx2"/>
              </a:buClr>
              <a:buSzPct val="50000"/>
              <a:buFont typeface="Wingdings 2" panose="05020102010507070707" pitchFamily="18" charset="2"/>
              <a:buChar char=""/>
              <a:defRPr sz="2000">
                <a:solidFill>
                  <a:schemeClr val="tx1"/>
                </a:solidFill>
                <a:latin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ct val="0"/>
              </a:spcBef>
              <a:spcAft>
                <a:spcPct val="0"/>
              </a:spcAft>
              <a:buClr>
                <a:schemeClr val="tx2"/>
              </a:buClr>
              <a:buSzPct val="50000"/>
              <a:buFont typeface="Wingdings 2" panose="05020102010507070707" pitchFamily="18" charset="2"/>
              <a:buChar char=""/>
              <a:defRPr sz="2000">
                <a:solidFill>
                  <a:schemeClr val="tx1"/>
                </a:solidFill>
                <a:latin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ct val="0"/>
              </a:spcBef>
              <a:spcAft>
                <a:spcPct val="0"/>
              </a:spcAft>
              <a:buClr>
                <a:schemeClr val="tx2"/>
              </a:buClr>
              <a:buSzPct val="50000"/>
              <a:buFont typeface="Wingdings 2" panose="05020102010507070707" pitchFamily="18" charset="2"/>
              <a:buChar char=""/>
              <a:defRPr sz="2000">
                <a:solidFill>
                  <a:schemeClr val="tx1"/>
                </a:solidFill>
                <a:latin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ct val="0"/>
              </a:spcBef>
              <a:spcAft>
                <a:spcPct val="0"/>
              </a:spcAft>
              <a:buClr>
                <a:schemeClr val="tx2"/>
              </a:buClr>
              <a:buSzPct val="50000"/>
              <a:buFont typeface="Wingdings 2" panose="05020102010507070707" pitchFamily="18" charset="2"/>
              <a:buChar char=""/>
              <a:defRPr sz="2000">
                <a:solidFill>
                  <a:schemeClr val="tx1"/>
                </a:solidFill>
                <a:latin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ct val="0"/>
              </a:spcBef>
              <a:spcAft>
                <a:spcPct val="0"/>
              </a:spcAft>
              <a:buClr>
                <a:schemeClr val="tx2"/>
              </a:buClr>
              <a:buSzPct val="50000"/>
              <a:buFont typeface="Wingdings 2" panose="05020102010507070707" pitchFamily="18" charset="2"/>
              <a:buChar char=""/>
              <a:defRPr sz="2000">
                <a:solidFill>
                  <a:schemeClr val="tx1"/>
                </a:solidFill>
                <a:latin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0000"/>
              </a:lnSpc>
              <a:spcBef>
                <a:spcPts val="590"/>
              </a:spcBef>
              <a:spcAft>
                <a:spcPts val="590"/>
              </a:spcAft>
              <a:buClr>
                <a:schemeClr val="tx2"/>
              </a:buClr>
              <a:buSzPct val="80000"/>
              <a:buFont typeface="Wingdings" panose="05000000000000000000" pitchFamily="2" charset="2"/>
              <a:buNone/>
              <a:defRPr/>
            </a:pPr>
            <a:r>
              <a:rPr kumimoji="0" lang="zh-CN" altLang="en-US" sz="2000" b="1"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rPr>
              <a:t>0</a:t>
            </a:r>
            <a:r>
              <a:rPr kumimoji="0" lang="en-US" altLang="zh-CN" sz="2000" b="1"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rPr>
              <a:t>x0037b000</a:t>
            </a:r>
            <a:endParaRPr kumimoji="0" lang="zh-CN" altLang="en-US" sz="2000" b="1"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grpSp>
        <p:nvGrpSpPr>
          <p:cNvPr id="41990" name="Group 15"/>
          <p:cNvGrpSpPr/>
          <p:nvPr/>
        </p:nvGrpSpPr>
        <p:grpSpPr>
          <a:xfrm>
            <a:off x="4008438" y="3716338"/>
            <a:ext cx="4044950" cy="2552700"/>
            <a:chOff x="930" y="2049"/>
            <a:chExt cx="2352" cy="1608"/>
          </a:xfrm>
        </p:grpSpPr>
        <p:sp>
          <p:nvSpPr>
            <p:cNvPr id="16407" name="Rectangle 16"/>
            <p:cNvSpPr>
              <a:spLocks noChangeArrowheads="1"/>
            </p:cNvSpPr>
            <p:nvPr/>
          </p:nvSpPr>
          <p:spPr bwMode="auto">
            <a:xfrm>
              <a:off x="930" y="2049"/>
              <a:ext cx="1392" cy="240"/>
            </a:xfrm>
            <a:prstGeom prst="rect">
              <a:avLst/>
            </a:prstGeom>
            <a:solidFill>
              <a:schemeClr val="bg2">
                <a:lumMod val="90000"/>
              </a:schemeClr>
            </a:solidFill>
            <a:ln w="9525">
              <a:solidFill>
                <a:schemeClr val="tx1"/>
              </a:solidFill>
              <a:miter lim="800000"/>
            </a:ln>
          </p:spPr>
          <p:txBody>
            <a:bodyPr wrap="none" anchor="ctr"/>
            <a:lstStyle>
              <a:lvl1pPr>
                <a:defRPr sz="2000">
                  <a:solidFill>
                    <a:schemeClr val="tx1"/>
                  </a:solidFill>
                  <a:latin typeface="Arial" panose="020B0604020202090204" pitchFamily="34" charset="0"/>
                  <a:ea typeface="宋体" pitchFamily="2" charset="-122"/>
                </a:defRPr>
              </a:lvl1pPr>
              <a:lvl2pPr marL="742950" indent="-285750">
                <a:defRPr sz="2000">
                  <a:solidFill>
                    <a:schemeClr val="tx1"/>
                  </a:solidFill>
                  <a:latin typeface="Arial" panose="020B0604020202090204" pitchFamily="34" charset="0"/>
                  <a:ea typeface="宋体" pitchFamily="2" charset="-122"/>
                </a:defRPr>
              </a:lvl2pPr>
              <a:lvl3pPr marL="1143000" indent="-228600">
                <a:defRPr sz="2000">
                  <a:solidFill>
                    <a:schemeClr val="tx1"/>
                  </a:solidFill>
                  <a:latin typeface="Arial" panose="020B0604020202090204" pitchFamily="34" charset="0"/>
                  <a:ea typeface="宋体" pitchFamily="2" charset="-122"/>
                </a:defRPr>
              </a:lvl3pPr>
              <a:lvl4pPr marL="1600200" indent="-228600">
                <a:defRPr sz="2000">
                  <a:solidFill>
                    <a:schemeClr val="tx1"/>
                  </a:solidFill>
                  <a:latin typeface="Arial" panose="020B0604020202090204" pitchFamily="34" charset="0"/>
                  <a:ea typeface="宋体" pitchFamily="2" charset="-122"/>
                </a:defRPr>
              </a:lvl4pPr>
              <a:lvl5pPr marL="2057400" indent="-228600">
                <a:defRPr sz="2000">
                  <a:solidFill>
                    <a:schemeClr val="tx1"/>
                  </a:solidFill>
                  <a:latin typeface="Arial" panose="020B0604020202090204" pitchFamily="34" charset="0"/>
                  <a:ea typeface="宋体" pitchFamily="2" charset="-122"/>
                </a:defRPr>
              </a:lvl5pPr>
              <a:lvl6pPr marL="2514600" indent="-228600" eaLnBrk="0" fontAlgn="base" hangingPunct="0">
                <a:lnSpc>
                  <a:spcPct val="90000"/>
                </a:lnSpc>
                <a:spcBef>
                  <a:spcPts val="590"/>
                </a:spcBef>
                <a:spcAft>
                  <a:spcPts val="590"/>
                </a:spcAft>
                <a:buClr>
                  <a:schemeClr val="tx2"/>
                </a:buClr>
                <a:buSzPct val="80000"/>
                <a:buFont typeface="Wingdings" panose="05000000000000000000" pitchFamily="2" charset="2"/>
                <a:defRPr sz="2000">
                  <a:solidFill>
                    <a:schemeClr val="tx1"/>
                  </a:solidFill>
                  <a:latin typeface="Arial" panose="020B0604020202090204" pitchFamily="34" charset="0"/>
                  <a:ea typeface="宋体" pitchFamily="2" charset="-122"/>
                </a:defRPr>
              </a:lvl6pPr>
              <a:lvl7pPr marL="2971800" indent="-228600" eaLnBrk="0" fontAlgn="base" hangingPunct="0">
                <a:lnSpc>
                  <a:spcPct val="90000"/>
                </a:lnSpc>
                <a:spcBef>
                  <a:spcPts val="590"/>
                </a:spcBef>
                <a:spcAft>
                  <a:spcPts val="590"/>
                </a:spcAft>
                <a:buClr>
                  <a:schemeClr val="tx2"/>
                </a:buClr>
                <a:buSzPct val="80000"/>
                <a:buFont typeface="Wingdings" panose="05000000000000000000" pitchFamily="2" charset="2"/>
                <a:defRPr sz="2000">
                  <a:solidFill>
                    <a:schemeClr val="tx1"/>
                  </a:solidFill>
                  <a:latin typeface="Arial" panose="020B0604020202090204" pitchFamily="34" charset="0"/>
                  <a:ea typeface="宋体" pitchFamily="2" charset="-122"/>
                </a:defRPr>
              </a:lvl7pPr>
              <a:lvl8pPr marL="3429000" indent="-228600" eaLnBrk="0" fontAlgn="base" hangingPunct="0">
                <a:lnSpc>
                  <a:spcPct val="90000"/>
                </a:lnSpc>
                <a:spcBef>
                  <a:spcPts val="590"/>
                </a:spcBef>
                <a:spcAft>
                  <a:spcPts val="590"/>
                </a:spcAft>
                <a:buClr>
                  <a:schemeClr val="tx2"/>
                </a:buClr>
                <a:buSzPct val="80000"/>
                <a:buFont typeface="Wingdings" panose="05000000000000000000" pitchFamily="2" charset="2"/>
                <a:defRPr sz="2000">
                  <a:solidFill>
                    <a:schemeClr val="tx1"/>
                  </a:solidFill>
                  <a:latin typeface="Arial" panose="020B0604020202090204" pitchFamily="34" charset="0"/>
                  <a:ea typeface="宋体" pitchFamily="2" charset="-122"/>
                </a:defRPr>
              </a:lvl8pPr>
              <a:lvl9pPr marL="3886200" indent="-228600" eaLnBrk="0" fontAlgn="base" hangingPunct="0">
                <a:lnSpc>
                  <a:spcPct val="90000"/>
                </a:lnSpc>
                <a:spcBef>
                  <a:spcPts val="590"/>
                </a:spcBef>
                <a:spcAft>
                  <a:spcPts val="590"/>
                </a:spcAft>
                <a:buClr>
                  <a:schemeClr val="tx2"/>
                </a:buClr>
                <a:buSzPct val="80000"/>
                <a:buFont typeface="Wingdings" panose="05000000000000000000" pitchFamily="2" charset="2"/>
                <a:defRPr sz="2000">
                  <a:solidFill>
                    <a:schemeClr val="tx1"/>
                  </a:solidFill>
                  <a:latin typeface="Arial" panose="020B0604020202090204" pitchFamily="34" charset="0"/>
                  <a:ea typeface="宋体" pitchFamily="2" charset="-122"/>
                </a:defRPr>
              </a:lvl9pPr>
            </a:lstStyle>
            <a:p>
              <a:pPr marL="0" marR="0" lvl="0" indent="0" algn="ctr" defTabSz="914400" rtl="0" eaLnBrk="1" fontAlgn="base" latinLnBrk="0" hangingPunct="1">
                <a:lnSpc>
                  <a:spcPct val="90000"/>
                </a:lnSpc>
                <a:spcBef>
                  <a:spcPts val="590"/>
                </a:spcBef>
                <a:spcAft>
                  <a:spcPts val="590"/>
                </a:spcAft>
                <a:buClr>
                  <a:schemeClr val="tx2"/>
                </a:buClr>
                <a:buSzPct val="80000"/>
                <a:buFontTx/>
                <a:buNone/>
                <a:defRPr/>
              </a:pPr>
              <a:r>
                <a:rPr kumimoji="1" lang="en-US" altLang="zh-CN" sz="20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rPr>
                <a:t>0</a:t>
              </a:r>
              <a:endParaRPr kumimoji="1" lang="en-US" altLang="zh-CN" sz="20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
          <p:nvSpPr>
            <p:cNvPr id="16408" name="Rectangle 17"/>
            <p:cNvSpPr>
              <a:spLocks noChangeArrowheads="1"/>
            </p:cNvSpPr>
            <p:nvPr/>
          </p:nvSpPr>
          <p:spPr bwMode="auto">
            <a:xfrm>
              <a:off x="1026" y="2192"/>
              <a:ext cx="1392" cy="240"/>
            </a:xfrm>
            <a:prstGeom prst="rect">
              <a:avLst/>
            </a:prstGeom>
            <a:solidFill>
              <a:schemeClr val="bg2">
                <a:lumMod val="90000"/>
              </a:schemeClr>
            </a:solidFill>
            <a:ln w="9525">
              <a:solidFill>
                <a:schemeClr val="tx1"/>
              </a:solidFill>
              <a:miter lim="800000"/>
            </a:ln>
          </p:spPr>
          <p:txBody>
            <a:bodyPr wrap="none" anchor="ctr"/>
            <a:lstStyle/>
            <a:p>
              <a:pPr marL="0" marR="0" lvl="0" indent="0" algn="ctr" defTabSz="914400" rtl="0" eaLnBrk="1" fontAlgn="base" latinLnBrk="0" hangingPunct="1">
                <a:lnSpc>
                  <a:spcPct val="90000"/>
                </a:lnSpc>
                <a:spcBef>
                  <a:spcPts val="590"/>
                </a:spcBef>
                <a:spcAft>
                  <a:spcPts val="590"/>
                </a:spcAft>
                <a:buClr>
                  <a:schemeClr val="tx2"/>
                </a:buClr>
                <a:buSzPct val="80000"/>
                <a:buFontTx/>
                <a:buNone/>
                <a:defRPr/>
              </a:pPr>
              <a:r>
                <a:rPr kumimoji="1" lang="en-US" altLang="zh-CN" sz="20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rPr>
                <a:t>0</a:t>
              </a:r>
              <a:endParaRPr kumimoji="1" lang="zh-CN" altLang="en-US" sz="20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
          <p:nvSpPr>
            <p:cNvPr id="16409" name="Rectangle 18"/>
            <p:cNvSpPr>
              <a:spLocks noChangeArrowheads="1"/>
            </p:cNvSpPr>
            <p:nvPr/>
          </p:nvSpPr>
          <p:spPr bwMode="auto">
            <a:xfrm>
              <a:off x="1122" y="2328"/>
              <a:ext cx="1392" cy="240"/>
            </a:xfrm>
            <a:prstGeom prst="rect">
              <a:avLst/>
            </a:prstGeom>
            <a:solidFill>
              <a:schemeClr val="bg2">
                <a:lumMod val="90000"/>
              </a:schemeClr>
            </a:solidFill>
            <a:ln w="9525">
              <a:solidFill>
                <a:schemeClr val="tx1"/>
              </a:solidFill>
              <a:miter lim="800000"/>
            </a:ln>
          </p:spPr>
          <p:txBody>
            <a:bodyPr wrap="none" anchor="ctr"/>
            <a:lstStyle/>
            <a:p>
              <a:pPr marL="0" marR="0" lvl="0" indent="0" algn="ctr" defTabSz="914400" rtl="0" eaLnBrk="1" fontAlgn="base" latinLnBrk="0" hangingPunct="1">
                <a:lnSpc>
                  <a:spcPct val="90000"/>
                </a:lnSpc>
                <a:spcBef>
                  <a:spcPts val="590"/>
                </a:spcBef>
                <a:spcAft>
                  <a:spcPts val="590"/>
                </a:spcAft>
                <a:buClr>
                  <a:schemeClr val="tx2"/>
                </a:buClr>
                <a:buSzPct val="80000"/>
                <a:buFontTx/>
                <a:buNone/>
                <a:defRPr/>
              </a:pPr>
              <a:r>
                <a:rPr kumimoji="1" lang="en-US" altLang="zh-CN" sz="20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rPr>
                <a:t>0</a:t>
              </a:r>
              <a:endParaRPr kumimoji="1" lang="zh-CN" altLang="en-US" sz="20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
          <p:nvSpPr>
            <p:cNvPr id="16410" name="Rectangle 19"/>
            <p:cNvSpPr>
              <a:spLocks noChangeArrowheads="1"/>
            </p:cNvSpPr>
            <p:nvPr/>
          </p:nvSpPr>
          <p:spPr bwMode="auto">
            <a:xfrm>
              <a:off x="1218" y="2464"/>
              <a:ext cx="1392" cy="240"/>
            </a:xfrm>
            <a:prstGeom prst="rect">
              <a:avLst/>
            </a:prstGeom>
            <a:solidFill>
              <a:schemeClr val="bg2">
                <a:lumMod val="90000"/>
              </a:schemeClr>
            </a:solidFill>
            <a:ln w="9525">
              <a:solidFill>
                <a:schemeClr val="tx1"/>
              </a:solidFill>
              <a:miter lim="800000"/>
            </a:ln>
          </p:spPr>
          <p:txBody>
            <a:bodyPr wrap="none" anchor="ctr"/>
            <a:lstStyle/>
            <a:p>
              <a:pPr marL="0" marR="0" lvl="0" indent="0" algn="ctr" defTabSz="914400" rtl="0" eaLnBrk="1" fontAlgn="base" latinLnBrk="0" hangingPunct="1">
                <a:lnSpc>
                  <a:spcPct val="90000"/>
                </a:lnSpc>
                <a:spcBef>
                  <a:spcPts val="590"/>
                </a:spcBef>
                <a:spcAft>
                  <a:spcPts val="590"/>
                </a:spcAft>
                <a:buClr>
                  <a:schemeClr val="tx2"/>
                </a:buClr>
                <a:buSzPct val="80000"/>
                <a:buFontTx/>
                <a:buNone/>
                <a:defRPr/>
              </a:pPr>
              <a:r>
                <a:rPr kumimoji="1" lang="en-US" altLang="zh-CN" sz="20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rPr>
                <a:t>0</a:t>
              </a:r>
              <a:endParaRPr kumimoji="1" lang="zh-CN" altLang="en-US" sz="20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
          <p:nvSpPr>
            <p:cNvPr id="16411" name="Rectangle 20"/>
            <p:cNvSpPr>
              <a:spLocks noChangeArrowheads="1"/>
            </p:cNvSpPr>
            <p:nvPr/>
          </p:nvSpPr>
          <p:spPr bwMode="auto">
            <a:xfrm>
              <a:off x="1314" y="2600"/>
              <a:ext cx="1392" cy="240"/>
            </a:xfrm>
            <a:prstGeom prst="rect">
              <a:avLst/>
            </a:prstGeom>
            <a:solidFill>
              <a:schemeClr val="bg2">
                <a:lumMod val="90000"/>
              </a:schemeClr>
            </a:solidFill>
            <a:ln w="9525">
              <a:solidFill>
                <a:schemeClr val="tx1"/>
              </a:solidFill>
              <a:miter lim="800000"/>
            </a:ln>
          </p:spPr>
          <p:txBody>
            <a:bodyPr wrap="none" anchor="ctr"/>
            <a:lstStyle/>
            <a:p>
              <a:pPr marL="0" marR="0" lvl="0" indent="0" algn="ctr" defTabSz="914400" rtl="0" eaLnBrk="1" fontAlgn="base" latinLnBrk="0" hangingPunct="1">
                <a:lnSpc>
                  <a:spcPct val="90000"/>
                </a:lnSpc>
                <a:spcBef>
                  <a:spcPts val="590"/>
                </a:spcBef>
                <a:spcAft>
                  <a:spcPts val="590"/>
                </a:spcAft>
                <a:buClr>
                  <a:schemeClr val="tx2"/>
                </a:buClr>
                <a:buSzPct val="80000"/>
                <a:buFontTx/>
                <a:buNone/>
                <a:defRPr/>
              </a:pPr>
              <a:r>
                <a:rPr kumimoji="1" lang="en-US" altLang="zh-CN" sz="20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rPr>
                <a:t>Contents</a:t>
              </a:r>
              <a:endParaRPr kumimoji="1" lang="zh-CN" altLang="en-US" sz="20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
          <p:nvSpPr>
            <p:cNvPr id="16412" name="Rectangle 21"/>
            <p:cNvSpPr>
              <a:spLocks noChangeArrowheads="1"/>
            </p:cNvSpPr>
            <p:nvPr/>
          </p:nvSpPr>
          <p:spPr bwMode="auto">
            <a:xfrm>
              <a:off x="1410" y="2736"/>
              <a:ext cx="1392" cy="240"/>
            </a:xfrm>
            <a:prstGeom prst="rect">
              <a:avLst/>
            </a:prstGeom>
            <a:solidFill>
              <a:schemeClr val="bg2">
                <a:lumMod val="90000"/>
              </a:schemeClr>
            </a:solidFill>
            <a:ln w="9525">
              <a:solidFill>
                <a:schemeClr val="tx1"/>
              </a:solidFill>
              <a:miter lim="800000"/>
            </a:ln>
          </p:spPr>
          <p:txBody>
            <a:bodyPr wrap="none" anchor="ctr"/>
            <a:lstStyle/>
            <a:p>
              <a:pPr marL="0" marR="0" lvl="0" indent="0" algn="ctr" defTabSz="914400" rtl="0" eaLnBrk="1" fontAlgn="base" latinLnBrk="0" hangingPunct="1">
                <a:lnSpc>
                  <a:spcPct val="90000"/>
                </a:lnSpc>
                <a:spcBef>
                  <a:spcPts val="590"/>
                </a:spcBef>
                <a:spcAft>
                  <a:spcPts val="590"/>
                </a:spcAft>
                <a:buClr>
                  <a:schemeClr val="tx2"/>
                </a:buClr>
                <a:buSzPct val="80000"/>
                <a:buFontTx/>
                <a:buNone/>
                <a:defRPr/>
              </a:pPr>
              <a:r>
                <a:rPr kumimoji="1" lang="en-US" altLang="zh-CN" sz="20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rPr>
                <a:t>Contents</a:t>
              </a:r>
              <a:endParaRPr kumimoji="1" lang="zh-CN" altLang="en-US" sz="20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
          <p:nvSpPr>
            <p:cNvPr id="16413" name="Rectangle 22"/>
            <p:cNvSpPr>
              <a:spLocks noChangeArrowheads="1"/>
            </p:cNvSpPr>
            <p:nvPr/>
          </p:nvSpPr>
          <p:spPr bwMode="auto">
            <a:xfrm>
              <a:off x="1506" y="2873"/>
              <a:ext cx="1392" cy="240"/>
            </a:xfrm>
            <a:prstGeom prst="rect">
              <a:avLst/>
            </a:prstGeom>
            <a:solidFill>
              <a:schemeClr val="bg2">
                <a:lumMod val="90000"/>
              </a:schemeClr>
            </a:solidFill>
            <a:ln w="9525">
              <a:solidFill>
                <a:schemeClr val="tx1"/>
              </a:solidFill>
              <a:miter lim="800000"/>
            </a:ln>
          </p:spPr>
          <p:txBody>
            <a:bodyPr wrap="none" anchor="ctr"/>
            <a:lstStyle/>
            <a:p>
              <a:pPr marL="0" marR="0" lvl="0" indent="0" algn="ctr" defTabSz="914400" rtl="0" eaLnBrk="1" fontAlgn="base" latinLnBrk="0" hangingPunct="1">
                <a:lnSpc>
                  <a:spcPct val="90000"/>
                </a:lnSpc>
                <a:spcBef>
                  <a:spcPts val="590"/>
                </a:spcBef>
                <a:spcAft>
                  <a:spcPts val="590"/>
                </a:spcAft>
                <a:buClr>
                  <a:schemeClr val="tx2"/>
                </a:buClr>
                <a:buSzPct val="80000"/>
                <a:buFontTx/>
                <a:buNone/>
                <a:defRPr/>
              </a:pPr>
              <a:r>
                <a:rPr kumimoji="1" lang="en-US" altLang="zh-CN" sz="20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rPr>
                <a:t>Contents</a:t>
              </a:r>
              <a:endParaRPr kumimoji="1" lang="zh-CN" altLang="en-US" sz="20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
          <p:nvSpPr>
            <p:cNvPr id="16414" name="Rectangle 23"/>
            <p:cNvSpPr>
              <a:spLocks noChangeArrowheads="1"/>
            </p:cNvSpPr>
            <p:nvPr/>
          </p:nvSpPr>
          <p:spPr bwMode="auto">
            <a:xfrm>
              <a:off x="1602" y="3009"/>
              <a:ext cx="1392" cy="240"/>
            </a:xfrm>
            <a:prstGeom prst="rect">
              <a:avLst/>
            </a:prstGeom>
            <a:solidFill>
              <a:schemeClr val="bg2">
                <a:lumMod val="90000"/>
              </a:schemeClr>
            </a:solidFill>
            <a:ln w="9525">
              <a:solidFill>
                <a:schemeClr val="tx1"/>
              </a:solidFill>
              <a:miter lim="800000"/>
            </a:ln>
          </p:spPr>
          <p:txBody>
            <a:bodyPr wrap="none" anchor="ctr"/>
            <a:lstStyle/>
            <a:p>
              <a:pPr marL="0" marR="0" lvl="0" indent="0" algn="ctr" defTabSz="914400" rtl="0" eaLnBrk="1" fontAlgn="base" latinLnBrk="0" hangingPunct="1">
                <a:lnSpc>
                  <a:spcPct val="90000"/>
                </a:lnSpc>
                <a:spcBef>
                  <a:spcPts val="590"/>
                </a:spcBef>
                <a:spcAft>
                  <a:spcPts val="590"/>
                </a:spcAft>
                <a:buClr>
                  <a:schemeClr val="tx2"/>
                </a:buClr>
                <a:buSzPct val="80000"/>
                <a:buFontTx/>
                <a:buNone/>
                <a:defRPr/>
              </a:pPr>
              <a:r>
                <a:rPr kumimoji="1" lang="en-US" altLang="zh-CN" sz="20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rPr>
                <a:t>Contents</a:t>
              </a:r>
              <a:endParaRPr kumimoji="1" lang="zh-CN" altLang="en-US" sz="20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
          <p:nvSpPr>
            <p:cNvPr id="16415" name="Rectangle 24"/>
            <p:cNvSpPr>
              <a:spLocks noChangeArrowheads="1"/>
            </p:cNvSpPr>
            <p:nvPr/>
          </p:nvSpPr>
          <p:spPr bwMode="auto">
            <a:xfrm>
              <a:off x="1698" y="3145"/>
              <a:ext cx="1392" cy="240"/>
            </a:xfrm>
            <a:prstGeom prst="rect">
              <a:avLst/>
            </a:prstGeom>
            <a:solidFill>
              <a:schemeClr val="bg2">
                <a:lumMod val="90000"/>
              </a:schemeClr>
            </a:solidFill>
            <a:ln w="9525">
              <a:solidFill>
                <a:schemeClr val="tx1"/>
              </a:solidFill>
              <a:miter lim="800000"/>
            </a:ln>
          </p:spPr>
          <p:txBody>
            <a:bodyPr wrap="none" anchor="ctr"/>
            <a:lstStyle/>
            <a:p>
              <a:pPr marL="0" marR="0" lvl="0" indent="0" algn="ctr" defTabSz="914400" rtl="0" eaLnBrk="1" fontAlgn="base" latinLnBrk="0" hangingPunct="1">
                <a:lnSpc>
                  <a:spcPct val="90000"/>
                </a:lnSpc>
                <a:spcBef>
                  <a:spcPts val="590"/>
                </a:spcBef>
                <a:spcAft>
                  <a:spcPts val="590"/>
                </a:spcAft>
                <a:buClr>
                  <a:schemeClr val="tx2"/>
                </a:buClr>
                <a:buSzPct val="80000"/>
                <a:buFontTx/>
                <a:buNone/>
                <a:defRPr/>
              </a:pPr>
              <a:r>
                <a:rPr kumimoji="1" lang="en-US" altLang="zh-CN" sz="20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rPr>
                <a:t>Contents</a:t>
              </a:r>
              <a:endParaRPr kumimoji="1" lang="zh-CN" altLang="en-US" sz="20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
          <p:nvSpPr>
            <p:cNvPr id="16416" name="Rectangle 25"/>
            <p:cNvSpPr>
              <a:spLocks noChangeArrowheads="1"/>
            </p:cNvSpPr>
            <p:nvPr/>
          </p:nvSpPr>
          <p:spPr bwMode="auto">
            <a:xfrm>
              <a:off x="1794" y="3281"/>
              <a:ext cx="1392" cy="240"/>
            </a:xfrm>
            <a:prstGeom prst="rect">
              <a:avLst/>
            </a:prstGeom>
            <a:solidFill>
              <a:schemeClr val="bg2">
                <a:lumMod val="90000"/>
              </a:schemeClr>
            </a:solidFill>
            <a:ln w="9525">
              <a:solidFill>
                <a:schemeClr val="tx1"/>
              </a:solidFill>
              <a:miter lim="800000"/>
            </a:ln>
          </p:spPr>
          <p:txBody>
            <a:bodyPr wrap="none" anchor="ctr"/>
            <a:lstStyle/>
            <a:p>
              <a:pPr marL="0" marR="0" lvl="0" indent="0" algn="ctr" defTabSz="914400" rtl="0" eaLnBrk="1" fontAlgn="base" latinLnBrk="0" hangingPunct="1">
                <a:lnSpc>
                  <a:spcPct val="90000"/>
                </a:lnSpc>
                <a:spcBef>
                  <a:spcPts val="590"/>
                </a:spcBef>
                <a:spcAft>
                  <a:spcPts val="590"/>
                </a:spcAft>
                <a:buClr>
                  <a:schemeClr val="tx2"/>
                </a:buClr>
                <a:buSzPct val="80000"/>
                <a:buFontTx/>
                <a:buNone/>
                <a:defRPr/>
              </a:pPr>
              <a:r>
                <a:rPr kumimoji="1" lang="en-US" altLang="zh-CN" sz="20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rPr>
                <a:t>Contents</a:t>
              </a:r>
              <a:endParaRPr kumimoji="1" lang="zh-CN" altLang="en-US" sz="20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
          <p:nvSpPr>
            <p:cNvPr id="16417" name="Rectangle 26"/>
            <p:cNvSpPr>
              <a:spLocks noChangeArrowheads="1"/>
            </p:cNvSpPr>
            <p:nvPr/>
          </p:nvSpPr>
          <p:spPr bwMode="auto">
            <a:xfrm>
              <a:off x="1890" y="3417"/>
              <a:ext cx="1392" cy="240"/>
            </a:xfrm>
            <a:prstGeom prst="rect">
              <a:avLst/>
            </a:prstGeom>
            <a:solidFill>
              <a:schemeClr val="bg2">
                <a:lumMod val="90000"/>
              </a:schemeClr>
            </a:solidFill>
            <a:ln w="9525">
              <a:solidFill>
                <a:schemeClr val="tx1"/>
              </a:solidFill>
              <a:miter lim="800000"/>
            </a:ln>
          </p:spPr>
          <p:txBody>
            <a:bodyPr wrap="none" anchor="ctr"/>
            <a:lstStyle/>
            <a:p>
              <a:pPr marL="0" marR="0" lvl="0" indent="0" algn="ctr" defTabSz="914400" rtl="0" eaLnBrk="1" fontAlgn="base" latinLnBrk="0" hangingPunct="1">
                <a:lnSpc>
                  <a:spcPct val="90000"/>
                </a:lnSpc>
                <a:spcBef>
                  <a:spcPts val="590"/>
                </a:spcBef>
                <a:spcAft>
                  <a:spcPts val="590"/>
                </a:spcAft>
                <a:buClr>
                  <a:schemeClr val="tx2"/>
                </a:buClr>
                <a:buSzPct val="80000"/>
                <a:buFontTx/>
                <a:buNone/>
                <a:defRPr/>
              </a:pPr>
              <a:r>
                <a:rPr kumimoji="1" lang="en-US" altLang="zh-CN" sz="20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rPr>
                <a:t>Contents</a:t>
              </a:r>
              <a:endParaRPr kumimoji="1" lang="en-US" altLang="zh-CN" sz="20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grpSp>
      <p:sp>
        <p:nvSpPr>
          <p:cNvPr id="41991" name="Rectangle 31"/>
          <p:cNvSpPr/>
          <p:nvPr/>
        </p:nvSpPr>
        <p:spPr>
          <a:xfrm>
            <a:off x="6240463" y="6308725"/>
            <a:ext cx="1327150" cy="339725"/>
          </a:xfrm>
          <a:prstGeom prst="rect">
            <a:avLst/>
          </a:prstGeom>
          <a:noFill/>
          <a:ln w="12700">
            <a:noFill/>
          </a:ln>
        </p:spPr>
        <p:txBody>
          <a:bodyPr wrap="none">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ts val="590"/>
              </a:spcBef>
              <a:spcAft>
                <a:spcPts val="590"/>
              </a:spcAft>
              <a:buSzPct val="80000"/>
              <a:buNone/>
            </a:pPr>
            <a:r>
              <a:rPr lang="zh-CN" altLang="en-US" sz="1800" dirty="0"/>
              <a:t>某存储区域</a:t>
            </a:r>
            <a:endParaRPr lang="zh-CN" altLang="en-US" sz="1800" dirty="0"/>
          </a:p>
        </p:txBody>
      </p:sp>
      <p:sp>
        <p:nvSpPr>
          <p:cNvPr id="618529" name="Rectangle 33"/>
          <p:cNvSpPr>
            <a:spLocks noChangeArrowheads="1"/>
          </p:cNvSpPr>
          <p:nvPr/>
        </p:nvSpPr>
        <p:spPr bwMode="auto">
          <a:xfrm>
            <a:off x="2406650" y="3992563"/>
            <a:ext cx="1611313" cy="366713"/>
          </a:xfrm>
          <a:prstGeom prst="rect">
            <a:avLst/>
          </a:prstGeom>
          <a:noFill/>
          <a:ln w="12700">
            <a:noFill/>
            <a:miter lim="800000"/>
            <a:headEnd type="none" w="sm" len="sm"/>
            <a:tailEnd type="none" w="sm" len="sm"/>
          </a:ln>
          <a:effectLst/>
        </p:spPr>
        <p:txBody>
          <a:bodyPr wrap="none">
            <a:spAutoFit/>
          </a:bodyPr>
          <a:lstStyle>
            <a:lvl1pPr>
              <a:lnSpc>
                <a:spcPct val="120000"/>
              </a:lnSpc>
              <a:buClr>
                <a:schemeClr val="tx2"/>
              </a:buClr>
              <a:buSzPct val="50000"/>
              <a:buFont typeface="Wingdings" panose="05000000000000000000" pitchFamily="2" charset="2"/>
              <a:buChar char="n"/>
              <a:defRPr sz="3200">
                <a:solidFill>
                  <a:schemeClr val="tx1"/>
                </a:solidFill>
                <a:latin typeface="Franklin Gothic Book" pitchFamily="34" charset="0"/>
              </a:defRPr>
            </a:lvl1pPr>
            <a:lvl2pPr marL="742950" indent="-285750">
              <a:lnSpc>
                <a:spcPct val="120000"/>
              </a:lnSpc>
              <a:buClr>
                <a:schemeClr val="tx2"/>
              </a:buClr>
              <a:buSzPct val="50000"/>
              <a:buFont typeface="Wingdings 2" panose="05020102010507070707" pitchFamily="18" charset="2"/>
              <a:buChar char="Þ"/>
              <a:defRPr sz="2800">
                <a:solidFill>
                  <a:srgbClr val="333399"/>
                </a:solidFill>
                <a:latin typeface="Times New Roman" panose="02020503050405090304" pitchFamily="18" charset="0"/>
                <a:cs typeface="Times New Roman" panose="02020503050405090304" pitchFamily="18" charset="0"/>
              </a:defRPr>
            </a:lvl2pPr>
            <a:lvl3pPr marL="1143000" indent="-228600">
              <a:lnSpc>
                <a:spcPct val="120000"/>
              </a:lnSpc>
              <a:buClr>
                <a:schemeClr val="tx2"/>
              </a:buClr>
              <a:buSzPct val="50000"/>
              <a:buFont typeface="Wingdings 2" panose="05020102010507070707" pitchFamily="18" charset="2"/>
              <a:buChar char=""/>
              <a:defRPr sz="2400">
                <a:solidFill>
                  <a:srgbClr val="3333CC"/>
                </a:solidFill>
                <a:latin typeface="Times New Roman" panose="02020503050405090304" pitchFamily="18" charset="0"/>
                <a:cs typeface="Times New Roman" panose="02020503050405090304" pitchFamily="18" charset="0"/>
              </a:defRPr>
            </a:lvl3pPr>
            <a:lvl4pPr marL="1600200" indent="-228600">
              <a:lnSpc>
                <a:spcPct val="120000"/>
              </a:lnSpc>
              <a:buClr>
                <a:schemeClr val="tx2"/>
              </a:buClr>
              <a:buSzPct val="50000"/>
              <a:buFont typeface="Wingdings 2" panose="05020102010507070707" pitchFamily="18" charset="2"/>
              <a:buChar char=""/>
              <a:defRPr sz="2000">
                <a:solidFill>
                  <a:schemeClr val="tx1"/>
                </a:solidFill>
                <a:latin typeface="Times New Roman" panose="02020503050405090304" pitchFamily="18" charset="0"/>
                <a:cs typeface="Times New Roman" panose="02020503050405090304" pitchFamily="18" charset="0"/>
              </a:defRPr>
            </a:lvl4pPr>
            <a:lvl5pPr marL="2057400" indent="-228600">
              <a:lnSpc>
                <a:spcPct val="120000"/>
              </a:lnSpc>
              <a:buClr>
                <a:schemeClr val="tx2"/>
              </a:buClr>
              <a:buSzPct val="50000"/>
              <a:buFont typeface="Wingdings 2" panose="05020102010507070707" pitchFamily="18" charset="2"/>
              <a:buChar char=""/>
              <a:defRPr sz="2000">
                <a:solidFill>
                  <a:schemeClr val="tx1"/>
                </a:solidFill>
                <a:latin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ct val="0"/>
              </a:spcBef>
              <a:spcAft>
                <a:spcPct val="0"/>
              </a:spcAft>
              <a:buClr>
                <a:schemeClr val="tx2"/>
              </a:buClr>
              <a:buSzPct val="50000"/>
              <a:buFont typeface="Wingdings 2" panose="05020102010507070707" pitchFamily="18" charset="2"/>
              <a:buChar char=""/>
              <a:defRPr sz="2000">
                <a:solidFill>
                  <a:schemeClr val="tx1"/>
                </a:solidFill>
                <a:latin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ct val="0"/>
              </a:spcBef>
              <a:spcAft>
                <a:spcPct val="0"/>
              </a:spcAft>
              <a:buClr>
                <a:schemeClr val="tx2"/>
              </a:buClr>
              <a:buSzPct val="50000"/>
              <a:buFont typeface="Wingdings 2" panose="05020102010507070707" pitchFamily="18" charset="2"/>
              <a:buChar char=""/>
              <a:defRPr sz="2000">
                <a:solidFill>
                  <a:schemeClr val="tx1"/>
                </a:solidFill>
                <a:latin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ct val="0"/>
              </a:spcBef>
              <a:spcAft>
                <a:spcPct val="0"/>
              </a:spcAft>
              <a:buClr>
                <a:schemeClr val="tx2"/>
              </a:buClr>
              <a:buSzPct val="50000"/>
              <a:buFont typeface="Wingdings 2" panose="05020102010507070707" pitchFamily="18" charset="2"/>
              <a:buChar char=""/>
              <a:defRPr sz="2000">
                <a:solidFill>
                  <a:schemeClr val="tx1"/>
                </a:solidFill>
                <a:latin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ct val="0"/>
              </a:spcBef>
              <a:spcAft>
                <a:spcPct val="0"/>
              </a:spcAft>
              <a:buClr>
                <a:schemeClr val="tx2"/>
              </a:buClr>
              <a:buSzPct val="50000"/>
              <a:buFont typeface="Wingdings 2" panose="05020102010507070707" pitchFamily="18" charset="2"/>
              <a:buChar char=""/>
              <a:defRPr sz="2000">
                <a:solidFill>
                  <a:schemeClr val="tx1"/>
                </a:solidFill>
                <a:latin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0000"/>
              </a:lnSpc>
              <a:spcBef>
                <a:spcPts val="590"/>
              </a:spcBef>
              <a:spcAft>
                <a:spcPts val="590"/>
              </a:spcAft>
              <a:buClr>
                <a:schemeClr val="tx2"/>
              </a:buClr>
              <a:buSzPct val="80000"/>
              <a:buFont typeface="Wingdings" panose="05000000000000000000" pitchFamily="2" charset="2"/>
              <a:buNone/>
              <a:defRPr/>
            </a:pPr>
            <a:r>
              <a:rPr kumimoji="0" lang="zh-CN" altLang="en-US" sz="2000" b="1"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rPr>
              <a:t>0</a:t>
            </a:r>
            <a:r>
              <a:rPr kumimoji="0" lang="en-US" altLang="zh-CN" sz="2000" b="1"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rPr>
              <a:t>x0037b001</a:t>
            </a:r>
            <a:endParaRPr kumimoji="0" lang="zh-CN" altLang="en-US" sz="2000" b="1"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618530" name="Rectangle 34"/>
          <p:cNvSpPr>
            <a:spLocks noChangeArrowheads="1"/>
          </p:cNvSpPr>
          <p:nvPr/>
        </p:nvSpPr>
        <p:spPr bwMode="auto">
          <a:xfrm>
            <a:off x="2589213" y="4259263"/>
            <a:ext cx="1611313" cy="366713"/>
          </a:xfrm>
          <a:prstGeom prst="rect">
            <a:avLst/>
          </a:prstGeom>
          <a:noFill/>
          <a:ln w="12700">
            <a:noFill/>
            <a:miter lim="800000"/>
            <a:headEnd type="none" w="sm" len="sm"/>
            <a:tailEnd type="none" w="sm" len="sm"/>
          </a:ln>
          <a:effectLst/>
        </p:spPr>
        <p:txBody>
          <a:bodyPr wrap="none">
            <a:spAutoFit/>
          </a:bodyPr>
          <a:lstStyle>
            <a:lvl1pPr>
              <a:lnSpc>
                <a:spcPct val="120000"/>
              </a:lnSpc>
              <a:buClr>
                <a:schemeClr val="tx2"/>
              </a:buClr>
              <a:buSzPct val="50000"/>
              <a:buFont typeface="Wingdings" panose="05000000000000000000" pitchFamily="2" charset="2"/>
              <a:buChar char="n"/>
              <a:defRPr sz="3200">
                <a:solidFill>
                  <a:schemeClr val="tx1"/>
                </a:solidFill>
                <a:latin typeface="Franklin Gothic Book" pitchFamily="34" charset="0"/>
              </a:defRPr>
            </a:lvl1pPr>
            <a:lvl2pPr marL="742950" indent="-285750">
              <a:lnSpc>
                <a:spcPct val="120000"/>
              </a:lnSpc>
              <a:buClr>
                <a:schemeClr val="tx2"/>
              </a:buClr>
              <a:buSzPct val="50000"/>
              <a:buFont typeface="Wingdings 2" panose="05020102010507070707" pitchFamily="18" charset="2"/>
              <a:buChar char="Þ"/>
              <a:defRPr sz="2800">
                <a:solidFill>
                  <a:srgbClr val="333399"/>
                </a:solidFill>
                <a:latin typeface="Times New Roman" panose="02020503050405090304" pitchFamily="18" charset="0"/>
                <a:cs typeface="Times New Roman" panose="02020503050405090304" pitchFamily="18" charset="0"/>
              </a:defRPr>
            </a:lvl2pPr>
            <a:lvl3pPr marL="1143000" indent="-228600">
              <a:lnSpc>
                <a:spcPct val="120000"/>
              </a:lnSpc>
              <a:buClr>
                <a:schemeClr val="tx2"/>
              </a:buClr>
              <a:buSzPct val="50000"/>
              <a:buFont typeface="Wingdings 2" panose="05020102010507070707" pitchFamily="18" charset="2"/>
              <a:buChar char=""/>
              <a:defRPr sz="2400">
                <a:solidFill>
                  <a:srgbClr val="3333CC"/>
                </a:solidFill>
                <a:latin typeface="Times New Roman" panose="02020503050405090304" pitchFamily="18" charset="0"/>
                <a:cs typeface="Times New Roman" panose="02020503050405090304" pitchFamily="18" charset="0"/>
              </a:defRPr>
            </a:lvl3pPr>
            <a:lvl4pPr marL="1600200" indent="-228600">
              <a:lnSpc>
                <a:spcPct val="120000"/>
              </a:lnSpc>
              <a:buClr>
                <a:schemeClr val="tx2"/>
              </a:buClr>
              <a:buSzPct val="50000"/>
              <a:buFont typeface="Wingdings 2" panose="05020102010507070707" pitchFamily="18" charset="2"/>
              <a:buChar char=""/>
              <a:defRPr sz="2000">
                <a:solidFill>
                  <a:schemeClr val="tx1"/>
                </a:solidFill>
                <a:latin typeface="Times New Roman" panose="02020503050405090304" pitchFamily="18" charset="0"/>
                <a:cs typeface="Times New Roman" panose="02020503050405090304" pitchFamily="18" charset="0"/>
              </a:defRPr>
            </a:lvl4pPr>
            <a:lvl5pPr marL="2057400" indent="-228600">
              <a:lnSpc>
                <a:spcPct val="120000"/>
              </a:lnSpc>
              <a:buClr>
                <a:schemeClr val="tx2"/>
              </a:buClr>
              <a:buSzPct val="50000"/>
              <a:buFont typeface="Wingdings 2" panose="05020102010507070707" pitchFamily="18" charset="2"/>
              <a:buChar char=""/>
              <a:defRPr sz="2000">
                <a:solidFill>
                  <a:schemeClr val="tx1"/>
                </a:solidFill>
                <a:latin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ct val="0"/>
              </a:spcBef>
              <a:spcAft>
                <a:spcPct val="0"/>
              </a:spcAft>
              <a:buClr>
                <a:schemeClr val="tx2"/>
              </a:buClr>
              <a:buSzPct val="50000"/>
              <a:buFont typeface="Wingdings 2" panose="05020102010507070707" pitchFamily="18" charset="2"/>
              <a:buChar char=""/>
              <a:defRPr sz="2000">
                <a:solidFill>
                  <a:schemeClr val="tx1"/>
                </a:solidFill>
                <a:latin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ct val="0"/>
              </a:spcBef>
              <a:spcAft>
                <a:spcPct val="0"/>
              </a:spcAft>
              <a:buClr>
                <a:schemeClr val="tx2"/>
              </a:buClr>
              <a:buSzPct val="50000"/>
              <a:buFont typeface="Wingdings 2" panose="05020102010507070707" pitchFamily="18" charset="2"/>
              <a:buChar char=""/>
              <a:defRPr sz="2000">
                <a:solidFill>
                  <a:schemeClr val="tx1"/>
                </a:solidFill>
                <a:latin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ct val="0"/>
              </a:spcBef>
              <a:spcAft>
                <a:spcPct val="0"/>
              </a:spcAft>
              <a:buClr>
                <a:schemeClr val="tx2"/>
              </a:buClr>
              <a:buSzPct val="50000"/>
              <a:buFont typeface="Wingdings 2" panose="05020102010507070707" pitchFamily="18" charset="2"/>
              <a:buChar char=""/>
              <a:defRPr sz="2000">
                <a:solidFill>
                  <a:schemeClr val="tx1"/>
                </a:solidFill>
                <a:latin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ct val="0"/>
              </a:spcBef>
              <a:spcAft>
                <a:spcPct val="0"/>
              </a:spcAft>
              <a:buClr>
                <a:schemeClr val="tx2"/>
              </a:buClr>
              <a:buSzPct val="50000"/>
              <a:buFont typeface="Wingdings 2" panose="05020102010507070707" pitchFamily="18" charset="2"/>
              <a:buChar char=""/>
              <a:defRPr sz="2000">
                <a:solidFill>
                  <a:schemeClr val="tx1"/>
                </a:solidFill>
                <a:latin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0000"/>
              </a:lnSpc>
              <a:spcBef>
                <a:spcPts val="590"/>
              </a:spcBef>
              <a:spcAft>
                <a:spcPts val="590"/>
              </a:spcAft>
              <a:buClr>
                <a:schemeClr val="tx2"/>
              </a:buClr>
              <a:buSzPct val="80000"/>
              <a:buFont typeface="Wingdings" panose="05000000000000000000" pitchFamily="2" charset="2"/>
              <a:buNone/>
              <a:defRPr/>
            </a:pPr>
            <a:r>
              <a:rPr kumimoji="0" lang="zh-CN" altLang="en-US" sz="2000" b="1"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rPr>
              <a:t>0</a:t>
            </a:r>
            <a:r>
              <a:rPr kumimoji="0" lang="en-US" altLang="zh-CN" sz="2000" b="1"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rPr>
              <a:t>x0037b002</a:t>
            </a:r>
            <a:endParaRPr kumimoji="0" lang="zh-CN" altLang="en-US" sz="2000" b="1"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618531" name="Rectangle 35"/>
          <p:cNvSpPr>
            <a:spLocks noChangeArrowheads="1"/>
          </p:cNvSpPr>
          <p:nvPr/>
        </p:nvSpPr>
        <p:spPr bwMode="auto">
          <a:xfrm>
            <a:off x="2755900" y="4484688"/>
            <a:ext cx="1611313" cy="366713"/>
          </a:xfrm>
          <a:prstGeom prst="rect">
            <a:avLst/>
          </a:prstGeom>
          <a:noFill/>
          <a:ln w="12700">
            <a:noFill/>
            <a:miter lim="800000"/>
            <a:headEnd type="none" w="sm" len="sm"/>
            <a:tailEnd type="none" w="sm" len="sm"/>
          </a:ln>
          <a:effectLst/>
        </p:spPr>
        <p:txBody>
          <a:bodyPr wrap="none">
            <a:spAutoFit/>
          </a:bodyPr>
          <a:lstStyle>
            <a:lvl1pPr>
              <a:lnSpc>
                <a:spcPct val="120000"/>
              </a:lnSpc>
              <a:buClr>
                <a:schemeClr val="tx2"/>
              </a:buClr>
              <a:buSzPct val="50000"/>
              <a:buFont typeface="Wingdings" panose="05000000000000000000" pitchFamily="2" charset="2"/>
              <a:buChar char="n"/>
              <a:defRPr sz="3200">
                <a:solidFill>
                  <a:schemeClr val="tx1"/>
                </a:solidFill>
                <a:latin typeface="Franklin Gothic Book" pitchFamily="34" charset="0"/>
              </a:defRPr>
            </a:lvl1pPr>
            <a:lvl2pPr marL="742950" indent="-285750">
              <a:lnSpc>
                <a:spcPct val="120000"/>
              </a:lnSpc>
              <a:buClr>
                <a:schemeClr val="tx2"/>
              </a:buClr>
              <a:buSzPct val="50000"/>
              <a:buFont typeface="Wingdings 2" panose="05020102010507070707" pitchFamily="18" charset="2"/>
              <a:buChar char="Þ"/>
              <a:defRPr sz="2800">
                <a:solidFill>
                  <a:srgbClr val="333399"/>
                </a:solidFill>
                <a:latin typeface="Times New Roman" panose="02020503050405090304" pitchFamily="18" charset="0"/>
                <a:cs typeface="Times New Roman" panose="02020503050405090304" pitchFamily="18" charset="0"/>
              </a:defRPr>
            </a:lvl2pPr>
            <a:lvl3pPr marL="1143000" indent="-228600">
              <a:lnSpc>
                <a:spcPct val="120000"/>
              </a:lnSpc>
              <a:buClr>
                <a:schemeClr val="tx2"/>
              </a:buClr>
              <a:buSzPct val="50000"/>
              <a:buFont typeface="Wingdings 2" panose="05020102010507070707" pitchFamily="18" charset="2"/>
              <a:buChar char=""/>
              <a:defRPr sz="2400">
                <a:solidFill>
                  <a:srgbClr val="3333CC"/>
                </a:solidFill>
                <a:latin typeface="Times New Roman" panose="02020503050405090304" pitchFamily="18" charset="0"/>
                <a:cs typeface="Times New Roman" panose="02020503050405090304" pitchFamily="18" charset="0"/>
              </a:defRPr>
            </a:lvl3pPr>
            <a:lvl4pPr marL="1600200" indent="-228600">
              <a:lnSpc>
                <a:spcPct val="120000"/>
              </a:lnSpc>
              <a:buClr>
                <a:schemeClr val="tx2"/>
              </a:buClr>
              <a:buSzPct val="50000"/>
              <a:buFont typeface="Wingdings 2" panose="05020102010507070707" pitchFamily="18" charset="2"/>
              <a:buChar char=""/>
              <a:defRPr sz="2000">
                <a:solidFill>
                  <a:schemeClr val="tx1"/>
                </a:solidFill>
                <a:latin typeface="Times New Roman" panose="02020503050405090304" pitchFamily="18" charset="0"/>
                <a:cs typeface="Times New Roman" panose="02020503050405090304" pitchFamily="18" charset="0"/>
              </a:defRPr>
            </a:lvl4pPr>
            <a:lvl5pPr marL="2057400" indent="-228600">
              <a:lnSpc>
                <a:spcPct val="120000"/>
              </a:lnSpc>
              <a:buClr>
                <a:schemeClr val="tx2"/>
              </a:buClr>
              <a:buSzPct val="50000"/>
              <a:buFont typeface="Wingdings 2" panose="05020102010507070707" pitchFamily="18" charset="2"/>
              <a:buChar char=""/>
              <a:defRPr sz="2000">
                <a:solidFill>
                  <a:schemeClr val="tx1"/>
                </a:solidFill>
                <a:latin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ct val="0"/>
              </a:spcBef>
              <a:spcAft>
                <a:spcPct val="0"/>
              </a:spcAft>
              <a:buClr>
                <a:schemeClr val="tx2"/>
              </a:buClr>
              <a:buSzPct val="50000"/>
              <a:buFont typeface="Wingdings 2" panose="05020102010507070707" pitchFamily="18" charset="2"/>
              <a:buChar char=""/>
              <a:defRPr sz="2000">
                <a:solidFill>
                  <a:schemeClr val="tx1"/>
                </a:solidFill>
                <a:latin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ct val="0"/>
              </a:spcBef>
              <a:spcAft>
                <a:spcPct val="0"/>
              </a:spcAft>
              <a:buClr>
                <a:schemeClr val="tx2"/>
              </a:buClr>
              <a:buSzPct val="50000"/>
              <a:buFont typeface="Wingdings 2" panose="05020102010507070707" pitchFamily="18" charset="2"/>
              <a:buChar char=""/>
              <a:defRPr sz="2000">
                <a:solidFill>
                  <a:schemeClr val="tx1"/>
                </a:solidFill>
                <a:latin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ct val="0"/>
              </a:spcBef>
              <a:spcAft>
                <a:spcPct val="0"/>
              </a:spcAft>
              <a:buClr>
                <a:schemeClr val="tx2"/>
              </a:buClr>
              <a:buSzPct val="50000"/>
              <a:buFont typeface="Wingdings 2" panose="05020102010507070707" pitchFamily="18" charset="2"/>
              <a:buChar char=""/>
              <a:defRPr sz="2000">
                <a:solidFill>
                  <a:schemeClr val="tx1"/>
                </a:solidFill>
                <a:latin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ct val="0"/>
              </a:spcBef>
              <a:spcAft>
                <a:spcPct val="0"/>
              </a:spcAft>
              <a:buClr>
                <a:schemeClr val="tx2"/>
              </a:buClr>
              <a:buSzPct val="50000"/>
              <a:buFont typeface="Wingdings 2" panose="05020102010507070707" pitchFamily="18" charset="2"/>
              <a:buChar char=""/>
              <a:defRPr sz="2000">
                <a:solidFill>
                  <a:schemeClr val="tx1"/>
                </a:solidFill>
                <a:latin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0000"/>
              </a:lnSpc>
              <a:spcBef>
                <a:spcPts val="590"/>
              </a:spcBef>
              <a:spcAft>
                <a:spcPts val="590"/>
              </a:spcAft>
              <a:buClr>
                <a:schemeClr val="tx2"/>
              </a:buClr>
              <a:buSzPct val="80000"/>
              <a:buFont typeface="Wingdings" panose="05000000000000000000" pitchFamily="2" charset="2"/>
              <a:buNone/>
              <a:defRPr/>
            </a:pPr>
            <a:r>
              <a:rPr kumimoji="0" lang="zh-CN" altLang="en-US" sz="2000" b="1"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rPr>
              <a:t>0</a:t>
            </a:r>
            <a:r>
              <a:rPr kumimoji="0" lang="en-US" altLang="zh-CN" sz="2000" b="1"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rPr>
              <a:t>x0037b003</a:t>
            </a:r>
            <a:endParaRPr kumimoji="0" lang="zh-CN" altLang="en-US" sz="2000" b="1"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618532" name="Rectangle 36"/>
          <p:cNvSpPr>
            <a:spLocks noChangeArrowheads="1"/>
          </p:cNvSpPr>
          <p:nvPr/>
        </p:nvSpPr>
        <p:spPr bwMode="auto">
          <a:xfrm>
            <a:off x="1614488" y="3692525"/>
            <a:ext cx="554038" cy="433388"/>
          </a:xfrm>
          <a:prstGeom prst="rect">
            <a:avLst/>
          </a:prstGeom>
          <a:noFill/>
          <a:ln w="12700">
            <a:noFill/>
            <a:miter lim="800000"/>
            <a:headEnd type="none" w="sm" len="sm"/>
            <a:tailEnd type="none" w="sm" len="sm"/>
          </a:ln>
          <a:effectLst/>
        </p:spPr>
        <p:txBody>
          <a:bodyPr wrap="none">
            <a:spAutoFit/>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r>
              <a:rPr kumimoji="0" lang="en-US" altLang="zh-CN" sz="24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Courier New" panose="02070409020205090404" pitchFamily="49" charset="0"/>
                <a:ea typeface="宋体" pitchFamily="2" charset="-122"/>
                <a:cs typeface="Courier New" panose="02070409020205090404" pitchFamily="49" charset="0"/>
              </a:rPr>
              <a:t>&amp;a</a:t>
            </a:r>
            <a:endParaRPr kumimoji="0" lang="zh-CN" altLang="en-US" sz="24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Courier New" panose="02070409020205090404" pitchFamily="49" charset="0"/>
              <a:ea typeface="宋体" pitchFamily="2" charset="-122"/>
              <a:cs typeface="Courier New" panose="02070409020205090404" pitchFamily="49" charset="0"/>
            </a:endParaRPr>
          </a:p>
        </p:txBody>
      </p:sp>
      <p:sp>
        <p:nvSpPr>
          <p:cNvPr id="618537" name="Rectangle 41"/>
          <p:cNvSpPr>
            <a:spLocks noChangeArrowheads="1"/>
          </p:cNvSpPr>
          <p:nvPr/>
        </p:nvSpPr>
        <p:spPr bwMode="auto">
          <a:xfrm>
            <a:off x="1608138" y="3716338"/>
            <a:ext cx="488950" cy="360363"/>
          </a:xfrm>
          <a:prstGeom prst="rect">
            <a:avLst/>
          </a:prstGeom>
          <a:noFill/>
          <a:ln w="38100">
            <a:solidFill>
              <a:srgbClr val="FF0000"/>
            </a:solidFill>
            <a:miter lim="800000"/>
            <a:headEnd type="none" w="sm" len="sm"/>
            <a:tailEnd type="none" w="sm" len="sm"/>
          </a:ln>
          <a:effectLst/>
        </p:spPr>
        <p:txBody>
          <a:bodyPr wrap="none" anchor="ct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618538" name="Rectangle 42"/>
          <p:cNvSpPr>
            <a:spLocks noChangeArrowheads="1"/>
          </p:cNvSpPr>
          <p:nvPr/>
        </p:nvSpPr>
        <p:spPr bwMode="auto">
          <a:xfrm>
            <a:off x="2255838" y="3716338"/>
            <a:ext cx="1716088" cy="360363"/>
          </a:xfrm>
          <a:prstGeom prst="rect">
            <a:avLst/>
          </a:prstGeom>
          <a:noFill/>
          <a:ln w="38100">
            <a:solidFill>
              <a:srgbClr val="FF0000"/>
            </a:solidFill>
            <a:miter lim="800000"/>
            <a:headEnd type="none" w="sm" len="sm"/>
            <a:tailEnd type="none" w="sm" len="sm"/>
          </a:ln>
          <a:effectLst/>
        </p:spPr>
        <p:txBody>
          <a:bodyPr wrap="none" anchor="ct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4" name="Rectangle 32"/>
          <p:cNvSpPr>
            <a:spLocks noChangeArrowheads="1"/>
          </p:cNvSpPr>
          <p:nvPr/>
        </p:nvSpPr>
        <p:spPr bwMode="auto">
          <a:xfrm>
            <a:off x="3833813" y="3167063"/>
            <a:ext cx="1843088" cy="433388"/>
          </a:xfrm>
          <a:prstGeom prst="rect">
            <a:avLst/>
          </a:prstGeom>
          <a:noFill/>
          <a:ln w="12700">
            <a:noFill/>
            <a:miter lim="800000"/>
            <a:headEnd type="none" w="sm" len="sm"/>
            <a:tailEnd type="none" w="sm" len="sm"/>
          </a:ln>
          <a:effectLst/>
        </p:spPr>
        <p:txBody>
          <a:bodyPr wrap="none">
            <a:spAutoFit/>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r>
              <a:rPr kumimoji="0" lang="en-US" altLang="zh-CN" sz="2400" b="1" i="0" u="none" strike="noStrike" kern="1200" cap="none" spc="0" normalizeH="0" baseline="0" noProof="0" dirty="0" err="1">
                <a:ln>
                  <a:noFill/>
                </a:ln>
                <a:solidFill>
                  <a:schemeClr val="tx1"/>
                </a:solidFill>
                <a:effectLst>
                  <a:outerShdw blurRad="38100" dist="38100" dir="2700000" algn="tl">
                    <a:srgbClr val="C0C0C0"/>
                  </a:outerShdw>
                </a:effectLst>
                <a:uLnTx/>
                <a:uFillTx/>
                <a:latin typeface="Courier New" panose="02070409020205090404" pitchFamily="49" charset="0"/>
                <a:ea typeface="宋体" pitchFamily="2" charset="-122"/>
                <a:cs typeface="Courier New" panose="02070409020205090404" pitchFamily="49" charset="0"/>
              </a:rPr>
              <a:t>int</a:t>
            </a:r>
            <a:r>
              <a:rPr kumimoji="0" lang="en-US" altLang="zh-CN" sz="24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Courier New" panose="02070409020205090404" pitchFamily="49" charset="0"/>
                <a:ea typeface="宋体" pitchFamily="2" charset="-122"/>
                <a:cs typeface="Courier New" panose="02070409020205090404" pitchFamily="49" charset="0"/>
              </a:rPr>
              <a:t>  a=0;</a:t>
            </a:r>
            <a:endParaRPr kumimoji="0" lang="zh-CN" altLang="en-US" sz="24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Courier New" panose="02070409020205090404" pitchFamily="49" charset="0"/>
              <a:ea typeface="宋体" pitchFamily="2" charset="-122"/>
              <a:cs typeface="Courier New" panose="02070409020205090404" pitchFamily="49" charset="0"/>
            </a:endParaRPr>
          </a:p>
        </p:txBody>
      </p:sp>
      <p:sp>
        <p:nvSpPr>
          <p:cNvPr id="35" name="Rectangle 47"/>
          <p:cNvSpPr>
            <a:spLocks noChangeArrowheads="1"/>
          </p:cNvSpPr>
          <p:nvPr/>
        </p:nvSpPr>
        <p:spPr bwMode="auto">
          <a:xfrm>
            <a:off x="6527800" y="3644900"/>
            <a:ext cx="368300" cy="433388"/>
          </a:xfrm>
          <a:prstGeom prst="rect">
            <a:avLst/>
          </a:prstGeom>
          <a:noFill/>
          <a:ln w="12700">
            <a:noFill/>
            <a:miter lim="800000"/>
            <a:headEnd type="none" w="sm" len="sm"/>
            <a:tailEnd type="none" w="sm" len="sm"/>
          </a:ln>
          <a:effectLst/>
        </p:spPr>
        <p:txBody>
          <a:bodyPr wrap="none">
            <a:spAutoFit/>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r>
              <a:rPr kumimoji="0" lang="en-US" altLang="zh-CN" sz="24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Courier New" panose="02070409020205090404" pitchFamily="49" charset="0"/>
                <a:ea typeface="宋体" pitchFamily="2" charset="-122"/>
                <a:cs typeface="Courier New" panose="02070409020205090404" pitchFamily="49" charset="0"/>
              </a:rPr>
              <a:t>a</a:t>
            </a:r>
            <a:endParaRPr kumimoji="0" lang="zh-CN" altLang="en-US" sz="24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Courier New" panose="02070409020205090404" pitchFamily="49" charset="0"/>
              <a:ea typeface="宋体" pitchFamily="2" charset="-122"/>
              <a:cs typeface="Courier New" panose="02070409020205090404" pitchFamily="49" charset="0"/>
            </a:endParaRPr>
          </a:p>
        </p:txBody>
      </p:sp>
      <p:grpSp>
        <p:nvGrpSpPr>
          <p:cNvPr id="5" name="Group 48"/>
          <p:cNvGrpSpPr/>
          <p:nvPr/>
        </p:nvGrpSpPr>
        <p:grpSpPr>
          <a:xfrm>
            <a:off x="6854825" y="3933825"/>
            <a:ext cx="3122613" cy="601663"/>
            <a:chOff x="3379" y="2387"/>
            <a:chExt cx="1724" cy="379"/>
          </a:xfrm>
        </p:grpSpPr>
        <p:sp>
          <p:nvSpPr>
            <p:cNvPr id="16405" name="Rectangle 20"/>
            <p:cNvSpPr>
              <a:spLocks noChangeArrowheads="1"/>
            </p:cNvSpPr>
            <p:nvPr/>
          </p:nvSpPr>
          <p:spPr bwMode="auto">
            <a:xfrm>
              <a:off x="4195" y="2478"/>
              <a:ext cx="908" cy="288"/>
            </a:xfrm>
            <a:prstGeom prst="rect">
              <a:avLst/>
            </a:prstGeom>
            <a:solidFill>
              <a:schemeClr val="bg2">
                <a:lumMod val="90000"/>
              </a:schemeClr>
            </a:solidFill>
            <a:ln w="9525">
              <a:solidFill>
                <a:srgbClr val="00B050"/>
              </a:solidFill>
              <a:miter lim="800000"/>
            </a:ln>
          </p:spPr>
          <p:txBody>
            <a:bodyPr wrap="none" anchor="ctr"/>
            <a:lstStyle>
              <a:lvl1pPr>
                <a:lnSpc>
                  <a:spcPct val="120000"/>
                </a:lnSpc>
                <a:buClr>
                  <a:schemeClr val="tx2"/>
                </a:buClr>
                <a:buSzPct val="50000"/>
                <a:buFont typeface="Wingdings" panose="05000000000000000000" pitchFamily="2" charset="2"/>
                <a:buChar char="n"/>
                <a:defRPr sz="3200">
                  <a:solidFill>
                    <a:schemeClr val="tx1"/>
                  </a:solidFill>
                  <a:latin typeface="Franklin Gothic Book" pitchFamily="34" charset="0"/>
                </a:defRPr>
              </a:lvl1pPr>
              <a:lvl2pPr marL="742950" indent="-285750">
                <a:lnSpc>
                  <a:spcPct val="120000"/>
                </a:lnSpc>
                <a:buClr>
                  <a:schemeClr val="tx2"/>
                </a:buClr>
                <a:buSzPct val="50000"/>
                <a:buFont typeface="Wingdings 2" panose="05020102010507070707" pitchFamily="18" charset="2"/>
                <a:buChar char="Þ"/>
                <a:defRPr sz="2800">
                  <a:solidFill>
                    <a:srgbClr val="333399"/>
                  </a:solidFill>
                  <a:latin typeface="Times New Roman" panose="02020503050405090304" pitchFamily="18" charset="0"/>
                  <a:cs typeface="Times New Roman" panose="02020503050405090304" pitchFamily="18" charset="0"/>
                </a:defRPr>
              </a:lvl2pPr>
              <a:lvl3pPr marL="1143000" indent="-228600">
                <a:lnSpc>
                  <a:spcPct val="120000"/>
                </a:lnSpc>
                <a:buClr>
                  <a:schemeClr val="tx2"/>
                </a:buClr>
                <a:buSzPct val="50000"/>
                <a:buFont typeface="Wingdings 2" panose="05020102010507070707" pitchFamily="18" charset="2"/>
                <a:buChar char=""/>
                <a:defRPr sz="2400">
                  <a:solidFill>
                    <a:srgbClr val="3333CC"/>
                  </a:solidFill>
                  <a:latin typeface="Times New Roman" panose="02020503050405090304" pitchFamily="18" charset="0"/>
                  <a:cs typeface="Times New Roman" panose="02020503050405090304" pitchFamily="18" charset="0"/>
                </a:defRPr>
              </a:lvl3pPr>
              <a:lvl4pPr marL="1600200" indent="-228600">
                <a:lnSpc>
                  <a:spcPct val="120000"/>
                </a:lnSpc>
                <a:buClr>
                  <a:schemeClr val="tx2"/>
                </a:buClr>
                <a:buSzPct val="50000"/>
                <a:buFont typeface="Wingdings 2" panose="05020102010507070707" pitchFamily="18" charset="2"/>
                <a:buChar char=""/>
                <a:defRPr sz="2000">
                  <a:solidFill>
                    <a:schemeClr val="tx1"/>
                  </a:solidFill>
                  <a:latin typeface="Times New Roman" panose="02020503050405090304" pitchFamily="18" charset="0"/>
                  <a:cs typeface="Times New Roman" panose="02020503050405090304" pitchFamily="18" charset="0"/>
                </a:defRPr>
              </a:lvl4pPr>
              <a:lvl5pPr marL="2057400" indent="-228600">
                <a:lnSpc>
                  <a:spcPct val="120000"/>
                </a:lnSpc>
                <a:buClr>
                  <a:schemeClr val="tx2"/>
                </a:buClr>
                <a:buSzPct val="50000"/>
                <a:buFont typeface="Wingdings 2" panose="05020102010507070707" pitchFamily="18" charset="2"/>
                <a:buChar char=""/>
                <a:defRPr sz="2000">
                  <a:solidFill>
                    <a:schemeClr val="tx1"/>
                  </a:solidFill>
                  <a:latin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ct val="0"/>
                </a:spcBef>
                <a:spcAft>
                  <a:spcPct val="0"/>
                </a:spcAft>
                <a:buClr>
                  <a:schemeClr val="tx2"/>
                </a:buClr>
                <a:buSzPct val="50000"/>
                <a:buFont typeface="Wingdings 2" panose="05020102010507070707" pitchFamily="18" charset="2"/>
                <a:buChar char=""/>
                <a:defRPr sz="2000">
                  <a:solidFill>
                    <a:schemeClr val="tx1"/>
                  </a:solidFill>
                  <a:latin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ct val="0"/>
                </a:spcBef>
                <a:spcAft>
                  <a:spcPct val="0"/>
                </a:spcAft>
                <a:buClr>
                  <a:schemeClr val="tx2"/>
                </a:buClr>
                <a:buSzPct val="50000"/>
                <a:buFont typeface="Wingdings 2" panose="05020102010507070707" pitchFamily="18" charset="2"/>
                <a:buChar char=""/>
                <a:defRPr sz="2000">
                  <a:solidFill>
                    <a:schemeClr val="tx1"/>
                  </a:solidFill>
                  <a:latin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ct val="0"/>
                </a:spcBef>
                <a:spcAft>
                  <a:spcPct val="0"/>
                </a:spcAft>
                <a:buClr>
                  <a:schemeClr val="tx2"/>
                </a:buClr>
                <a:buSzPct val="50000"/>
                <a:buFont typeface="Wingdings 2" panose="05020102010507070707" pitchFamily="18" charset="2"/>
                <a:buChar char=""/>
                <a:defRPr sz="2000">
                  <a:solidFill>
                    <a:schemeClr val="tx1"/>
                  </a:solidFill>
                  <a:latin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ct val="0"/>
                </a:spcBef>
                <a:spcAft>
                  <a:spcPct val="0"/>
                </a:spcAft>
                <a:buClr>
                  <a:schemeClr val="tx2"/>
                </a:buClr>
                <a:buSzPct val="50000"/>
                <a:buFont typeface="Wingdings 2" panose="05020102010507070707" pitchFamily="18" charset="2"/>
                <a:buChar char=""/>
                <a:defRPr sz="2000">
                  <a:solidFill>
                    <a:schemeClr val="tx1"/>
                  </a:solidFill>
                  <a:latin typeface="Times New Roman" panose="02020503050405090304" pitchFamily="18" charset="0"/>
                  <a:cs typeface="Times New Roman" panose="02020503050405090304" pitchFamily="18" charset="0"/>
                </a:defRPr>
              </a:lvl9pPr>
            </a:lstStyle>
            <a:p>
              <a:pPr marL="0" marR="0" lvl="0" indent="0" algn="ctr" defTabSz="914400" rtl="0" eaLnBrk="1" fontAlgn="base" latinLnBrk="0" hangingPunct="1">
                <a:lnSpc>
                  <a:spcPct val="90000"/>
                </a:lnSpc>
                <a:spcBef>
                  <a:spcPts val="590"/>
                </a:spcBef>
                <a:spcAft>
                  <a:spcPts val="590"/>
                </a:spcAft>
                <a:buClr>
                  <a:schemeClr val="tx2"/>
                </a:buClr>
                <a:buSzPct val="80000"/>
                <a:buFont typeface="Wingdings" panose="05000000000000000000" pitchFamily="2" charset="2"/>
                <a:buNone/>
                <a:defRPr/>
              </a:pPr>
              <a:r>
                <a:rPr kumimoji="1" lang="zh-CN" altLang="en-US" sz="2400" b="0" i="0" u="none" strike="noStrike" kern="1200" cap="none" spc="0" normalizeH="0" baseline="0" noProof="0">
                  <a:ln>
                    <a:noFill/>
                  </a:ln>
                  <a:solidFill>
                    <a:srgbClr val="000066"/>
                  </a:solidFill>
                  <a:effectLst/>
                  <a:uLnTx/>
                  <a:uFillTx/>
                  <a:latin typeface="黑体" panose="02010609060101010101" pitchFamily="49" charset="-122"/>
                  <a:ea typeface="黑体" panose="02010609060101010101" pitchFamily="49" charset="-122"/>
                  <a:cs typeface="+mn-cs"/>
                </a:rPr>
                <a:t>变量名</a:t>
              </a:r>
              <a:endParaRPr kumimoji="1" lang="zh-CN" altLang="en-US" sz="2400" b="0" i="0" u="none" strike="noStrike" kern="1200" cap="none" spc="0" normalizeH="0" baseline="0" noProof="0">
                <a:ln>
                  <a:noFill/>
                </a:ln>
                <a:solidFill>
                  <a:srgbClr val="000066"/>
                </a:solidFill>
                <a:effectLst/>
                <a:uLnTx/>
                <a:uFillTx/>
                <a:latin typeface="黑体" panose="02010609060101010101" pitchFamily="49" charset="-122"/>
                <a:ea typeface="黑体" panose="02010609060101010101" pitchFamily="49" charset="-122"/>
                <a:cs typeface="+mn-cs"/>
              </a:endParaRPr>
            </a:p>
          </p:txBody>
        </p:sp>
        <p:sp>
          <p:nvSpPr>
            <p:cNvPr id="42007" name="Freeform 21"/>
            <p:cNvSpPr/>
            <p:nvPr/>
          </p:nvSpPr>
          <p:spPr>
            <a:xfrm flipV="1">
              <a:off x="3379" y="2387"/>
              <a:ext cx="816" cy="181"/>
            </a:xfrm>
            <a:custGeom>
              <a:avLst/>
              <a:gdLst>
                <a:gd name="txL" fmla="*/ 0 w 381"/>
                <a:gd name="txT" fmla="*/ 0 h 328"/>
                <a:gd name="txR" fmla="*/ 381 w 381"/>
                <a:gd name="txB" fmla="*/ 328 h 328"/>
              </a:gdLst>
              <a:ahLst/>
              <a:cxnLst>
                <a:cxn ang="0">
                  <a:pos x="2147483646" y="0"/>
                </a:cxn>
                <a:cxn ang="0">
                  <a:pos x="0" y="1"/>
                </a:cxn>
              </a:cxnLst>
              <a:rect l="txL" t="txT" r="txR" b="txB"/>
              <a:pathLst>
                <a:path w="381" h="328">
                  <a:moveTo>
                    <a:pt x="381" y="0"/>
                  </a:moveTo>
                  <a:lnTo>
                    <a:pt x="0" y="328"/>
                  </a:lnTo>
                </a:path>
              </a:pathLst>
            </a:custGeom>
            <a:noFill/>
            <a:ln w="25400" cap="flat" cmpd="sng">
              <a:solidFill>
                <a:srgbClr val="00B050">
                  <a:alpha val="100000"/>
                </a:srgbClr>
              </a:solidFill>
              <a:prstDash val="solid"/>
              <a:round/>
              <a:headEnd type="none" w="med" len="med"/>
              <a:tailEnd type="stealth" w="med" len="med"/>
            </a:ln>
          </p:spPr>
          <p:txBody>
            <a:bodyPr/>
            <a:lstStyle/>
            <a:p>
              <a:endParaRPr lang="zh-CN" altLang="en-US"/>
            </a:p>
          </p:txBody>
        </p:sp>
      </p:grpSp>
      <p:grpSp>
        <p:nvGrpSpPr>
          <p:cNvPr id="6" name="Group 42"/>
          <p:cNvGrpSpPr/>
          <p:nvPr/>
        </p:nvGrpSpPr>
        <p:grpSpPr>
          <a:xfrm>
            <a:off x="6816725" y="3141663"/>
            <a:ext cx="4081463" cy="606425"/>
            <a:chOff x="3107" y="2050"/>
            <a:chExt cx="2540" cy="382"/>
          </a:xfrm>
        </p:grpSpPr>
        <p:sp>
          <p:nvSpPr>
            <p:cNvPr id="16403" name="Rectangle 20"/>
            <p:cNvSpPr>
              <a:spLocks noChangeArrowheads="1"/>
            </p:cNvSpPr>
            <p:nvPr/>
          </p:nvSpPr>
          <p:spPr bwMode="auto">
            <a:xfrm>
              <a:off x="3510" y="2050"/>
              <a:ext cx="2137" cy="288"/>
            </a:xfrm>
            <a:prstGeom prst="rect">
              <a:avLst/>
            </a:prstGeom>
            <a:solidFill>
              <a:schemeClr val="bg2">
                <a:lumMod val="90000"/>
              </a:schemeClr>
            </a:solidFill>
            <a:ln w="9525">
              <a:solidFill>
                <a:srgbClr val="00B050"/>
              </a:solidFill>
              <a:miter lim="800000"/>
            </a:ln>
          </p:spPr>
          <p:txBody>
            <a:bodyPr wrap="none" anchor="ctr"/>
            <a:lstStyle>
              <a:lvl1pPr>
                <a:lnSpc>
                  <a:spcPct val="120000"/>
                </a:lnSpc>
                <a:buClr>
                  <a:schemeClr val="tx2"/>
                </a:buClr>
                <a:buSzPct val="50000"/>
                <a:buFont typeface="Wingdings" panose="05000000000000000000" pitchFamily="2" charset="2"/>
                <a:buChar char="n"/>
                <a:defRPr sz="3200">
                  <a:solidFill>
                    <a:schemeClr val="tx1"/>
                  </a:solidFill>
                  <a:latin typeface="Franklin Gothic Book" pitchFamily="34" charset="0"/>
                </a:defRPr>
              </a:lvl1pPr>
              <a:lvl2pPr marL="742950" indent="-285750">
                <a:lnSpc>
                  <a:spcPct val="120000"/>
                </a:lnSpc>
                <a:buClr>
                  <a:schemeClr val="tx2"/>
                </a:buClr>
                <a:buSzPct val="50000"/>
                <a:buFont typeface="Wingdings 2" panose="05020102010507070707" pitchFamily="18" charset="2"/>
                <a:buChar char="Þ"/>
                <a:defRPr sz="2800">
                  <a:solidFill>
                    <a:srgbClr val="333399"/>
                  </a:solidFill>
                  <a:latin typeface="Times New Roman" panose="02020503050405090304" pitchFamily="18" charset="0"/>
                  <a:cs typeface="Times New Roman" panose="02020503050405090304" pitchFamily="18" charset="0"/>
                </a:defRPr>
              </a:lvl2pPr>
              <a:lvl3pPr marL="1143000" indent="-228600">
                <a:lnSpc>
                  <a:spcPct val="120000"/>
                </a:lnSpc>
                <a:buClr>
                  <a:schemeClr val="tx2"/>
                </a:buClr>
                <a:buSzPct val="50000"/>
                <a:buFont typeface="Wingdings 2" panose="05020102010507070707" pitchFamily="18" charset="2"/>
                <a:buChar char=""/>
                <a:defRPr sz="2400">
                  <a:solidFill>
                    <a:srgbClr val="3333CC"/>
                  </a:solidFill>
                  <a:latin typeface="Times New Roman" panose="02020503050405090304" pitchFamily="18" charset="0"/>
                  <a:cs typeface="Times New Roman" panose="02020503050405090304" pitchFamily="18" charset="0"/>
                </a:defRPr>
              </a:lvl3pPr>
              <a:lvl4pPr marL="1600200" indent="-228600">
                <a:lnSpc>
                  <a:spcPct val="120000"/>
                </a:lnSpc>
                <a:buClr>
                  <a:schemeClr val="tx2"/>
                </a:buClr>
                <a:buSzPct val="50000"/>
                <a:buFont typeface="Wingdings 2" panose="05020102010507070707" pitchFamily="18" charset="2"/>
                <a:buChar char=""/>
                <a:defRPr sz="2000">
                  <a:solidFill>
                    <a:schemeClr val="tx1"/>
                  </a:solidFill>
                  <a:latin typeface="Times New Roman" panose="02020503050405090304" pitchFamily="18" charset="0"/>
                  <a:cs typeface="Times New Roman" panose="02020503050405090304" pitchFamily="18" charset="0"/>
                </a:defRPr>
              </a:lvl4pPr>
              <a:lvl5pPr marL="2057400" indent="-228600">
                <a:lnSpc>
                  <a:spcPct val="120000"/>
                </a:lnSpc>
                <a:buClr>
                  <a:schemeClr val="tx2"/>
                </a:buClr>
                <a:buSzPct val="50000"/>
                <a:buFont typeface="Wingdings 2" panose="05020102010507070707" pitchFamily="18" charset="2"/>
                <a:buChar char=""/>
                <a:defRPr sz="2000">
                  <a:solidFill>
                    <a:schemeClr val="tx1"/>
                  </a:solidFill>
                  <a:latin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ct val="0"/>
                </a:spcBef>
                <a:spcAft>
                  <a:spcPct val="0"/>
                </a:spcAft>
                <a:buClr>
                  <a:schemeClr val="tx2"/>
                </a:buClr>
                <a:buSzPct val="50000"/>
                <a:buFont typeface="Wingdings 2" panose="05020102010507070707" pitchFamily="18" charset="2"/>
                <a:buChar char=""/>
                <a:defRPr sz="2000">
                  <a:solidFill>
                    <a:schemeClr val="tx1"/>
                  </a:solidFill>
                  <a:latin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ct val="0"/>
                </a:spcBef>
                <a:spcAft>
                  <a:spcPct val="0"/>
                </a:spcAft>
                <a:buClr>
                  <a:schemeClr val="tx2"/>
                </a:buClr>
                <a:buSzPct val="50000"/>
                <a:buFont typeface="Wingdings 2" panose="05020102010507070707" pitchFamily="18" charset="2"/>
                <a:buChar char=""/>
                <a:defRPr sz="2000">
                  <a:solidFill>
                    <a:schemeClr val="tx1"/>
                  </a:solidFill>
                  <a:latin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ct val="0"/>
                </a:spcBef>
                <a:spcAft>
                  <a:spcPct val="0"/>
                </a:spcAft>
                <a:buClr>
                  <a:schemeClr val="tx2"/>
                </a:buClr>
                <a:buSzPct val="50000"/>
                <a:buFont typeface="Wingdings 2" panose="05020102010507070707" pitchFamily="18" charset="2"/>
                <a:buChar char=""/>
                <a:defRPr sz="2000">
                  <a:solidFill>
                    <a:schemeClr val="tx1"/>
                  </a:solidFill>
                  <a:latin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ct val="0"/>
                </a:spcBef>
                <a:spcAft>
                  <a:spcPct val="0"/>
                </a:spcAft>
                <a:buClr>
                  <a:schemeClr val="tx2"/>
                </a:buClr>
                <a:buSzPct val="50000"/>
                <a:buFont typeface="Wingdings 2" panose="05020102010507070707" pitchFamily="18" charset="2"/>
                <a:buChar char=""/>
                <a:defRPr sz="2000">
                  <a:solidFill>
                    <a:schemeClr val="tx1"/>
                  </a:solidFill>
                  <a:latin typeface="Times New Roman" panose="02020503050405090304" pitchFamily="18" charset="0"/>
                  <a:cs typeface="Times New Roman" panose="02020503050405090304" pitchFamily="18" charset="0"/>
                </a:defRPr>
              </a:lvl9pPr>
            </a:lstStyle>
            <a:p>
              <a:pPr marL="0" marR="0" lvl="0" indent="0" algn="ctr" defTabSz="914400" rtl="0" eaLnBrk="1" fontAlgn="base" latinLnBrk="0" hangingPunct="1">
                <a:lnSpc>
                  <a:spcPct val="90000"/>
                </a:lnSpc>
                <a:spcBef>
                  <a:spcPts val="590"/>
                </a:spcBef>
                <a:spcAft>
                  <a:spcPts val="590"/>
                </a:spcAft>
                <a:buClr>
                  <a:schemeClr val="tx2"/>
                </a:buClr>
                <a:buSzPct val="80000"/>
                <a:buFont typeface="Wingdings" panose="05000000000000000000" pitchFamily="2" charset="2"/>
                <a:buNone/>
                <a:defRPr/>
              </a:pPr>
              <a:r>
                <a:rPr kumimoji="1" lang="zh-CN" altLang="en-US" sz="2400" b="0" i="0" u="none" strike="noStrike" kern="1200" cap="none" spc="0" normalizeH="0" baseline="0" noProof="0">
                  <a:ln>
                    <a:noFill/>
                  </a:ln>
                  <a:solidFill>
                    <a:srgbClr val="000066"/>
                  </a:solidFill>
                  <a:effectLst/>
                  <a:uLnTx/>
                  <a:uFillTx/>
                  <a:latin typeface="黑体" panose="02010609060101010101" pitchFamily="49" charset="-122"/>
                  <a:ea typeface="黑体" panose="02010609060101010101" pitchFamily="49" charset="-122"/>
                  <a:cs typeface="+mn-cs"/>
                </a:rPr>
                <a:t>按变量名读取变量的值</a:t>
              </a:r>
              <a:endParaRPr kumimoji="1" lang="zh-CN" altLang="en-US" sz="2400" b="0" i="0" u="none" strike="noStrike" kern="1200" cap="none" spc="0" normalizeH="0" baseline="0" noProof="0">
                <a:ln>
                  <a:noFill/>
                </a:ln>
                <a:solidFill>
                  <a:srgbClr val="000066"/>
                </a:solidFill>
                <a:effectLst/>
                <a:uLnTx/>
                <a:uFillTx/>
                <a:latin typeface="黑体" panose="02010609060101010101" pitchFamily="49" charset="-122"/>
                <a:ea typeface="黑体" panose="02010609060101010101" pitchFamily="49" charset="-122"/>
                <a:cs typeface="+mn-cs"/>
              </a:endParaRPr>
            </a:p>
          </p:txBody>
        </p:sp>
        <p:sp>
          <p:nvSpPr>
            <p:cNvPr id="616469" name="Freeform 21"/>
            <p:cNvSpPr/>
            <p:nvPr/>
          </p:nvSpPr>
          <p:spPr bwMode="auto">
            <a:xfrm>
              <a:off x="3107" y="2069"/>
              <a:ext cx="401" cy="363"/>
            </a:xfrm>
            <a:custGeom>
              <a:avLst/>
              <a:gdLst>
                <a:gd name="T0" fmla="*/ 381 w 381"/>
                <a:gd name="T1" fmla="*/ 0 h 328"/>
                <a:gd name="T2" fmla="*/ 0 w 381"/>
                <a:gd name="T3" fmla="*/ 328 h 328"/>
                <a:gd name="T4" fmla="*/ 0 60000 65536"/>
                <a:gd name="T5" fmla="*/ 0 60000 65536"/>
                <a:gd name="T6" fmla="*/ 0 w 381"/>
                <a:gd name="T7" fmla="*/ 0 h 328"/>
                <a:gd name="T8" fmla="*/ 381 w 381"/>
                <a:gd name="T9" fmla="*/ 328 h 328"/>
              </a:gdLst>
              <a:ahLst/>
              <a:cxnLst>
                <a:cxn ang="T4">
                  <a:pos x="T0" y="T1"/>
                </a:cxn>
                <a:cxn ang="T5">
                  <a:pos x="T2" y="T3"/>
                </a:cxn>
              </a:cxnLst>
              <a:rect l="T6" t="T7" r="T8" b="T9"/>
              <a:pathLst>
                <a:path w="381" h="328">
                  <a:moveTo>
                    <a:pt x="381" y="0"/>
                  </a:moveTo>
                  <a:lnTo>
                    <a:pt x="0" y="328"/>
                  </a:lnTo>
                </a:path>
              </a:pathLst>
            </a:custGeom>
            <a:noFill/>
            <a:ln w="25400" cmpd="sng">
              <a:solidFill>
                <a:srgbClr val="00B050"/>
              </a:solidFill>
              <a:round/>
              <a:tailEnd type="stealth" w="med" len="med"/>
            </a:ln>
          </p:spPr>
          <p:txBody>
            <a:bodyPr wrap="none"/>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grpSp>
      <p:graphicFrame>
        <p:nvGraphicFramePr>
          <p:cNvPr id="23591" name="Object 39"/>
          <p:cNvGraphicFramePr>
            <a:graphicFrameLocks noChangeAspect="1"/>
          </p:cNvGraphicFramePr>
          <p:nvPr/>
        </p:nvGraphicFramePr>
        <p:xfrm>
          <a:off x="8401050" y="4652963"/>
          <a:ext cx="1800225" cy="1657350"/>
        </p:xfrm>
        <a:graphic>
          <a:graphicData uri="http://schemas.openxmlformats.org/presentationml/2006/ole">
            <mc:AlternateContent xmlns:mc="http://schemas.openxmlformats.org/markup-compatibility/2006">
              <mc:Choice xmlns:v="urn:schemas-microsoft-com:vml" Requires="v">
                <p:oleObj spid="_x0000_s80009" name="" r:id="rId1" imgW="2016125" imgH="2254885" progId="Visio.Drawing.11">
                  <p:embed/>
                </p:oleObj>
              </mc:Choice>
              <mc:Fallback>
                <p:oleObj name="" r:id="rId1" imgW="2016125" imgH="2254885" progId="Visio.Drawing.11">
                  <p:embed/>
                  <p:pic>
                    <p:nvPicPr>
                      <p:cNvPr id="0" name="图片 3075"/>
                      <p:cNvPicPr/>
                      <p:nvPr/>
                    </p:nvPicPr>
                    <p:blipFill>
                      <a:blip r:embed="rId2"/>
                      <a:stretch>
                        <a:fillRect/>
                      </a:stretch>
                    </p:blipFill>
                    <p:spPr>
                      <a:xfrm>
                        <a:off x="8401050" y="4652963"/>
                        <a:ext cx="1800225" cy="1657350"/>
                      </a:xfrm>
                      <a:prstGeom prst="rect">
                        <a:avLst/>
                      </a:prstGeom>
                      <a:noFill/>
                      <a:ln w="38100">
                        <a:noFill/>
                        <a:miter/>
                      </a:ln>
                    </p:spPr>
                  </p:pic>
                </p:oleObj>
              </mc:Fallback>
            </mc:AlternateContent>
          </a:graphicData>
        </a:graphic>
      </p:graphicFrame>
      <p:sp>
        <p:nvSpPr>
          <p:cNvPr id="23592" name="Rectangle 40"/>
          <p:cNvSpPr/>
          <p:nvPr/>
        </p:nvSpPr>
        <p:spPr>
          <a:xfrm>
            <a:off x="1343025" y="5084763"/>
            <a:ext cx="3079750" cy="1216025"/>
          </a:xfrm>
          <a:prstGeom prst="rect">
            <a:avLst/>
          </a:prstGeom>
          <a:solidFill>
            <a:srgbClr val="FFFFCC"/>
          </a:solidFill>
          <a:ln w="28575" cap="flat" cmpd="sng">
            <a:solidFill>
              <a:srgbClr val="339966"/>
            </a:solidFill>
            <a:prstDash val="solid"/>
            <a:miter/>
            <a:headEnd type="none" w="med" len="med"/>
            <a:tailEnd type="none" w="med" len="med"/>
          </a:ln>
        </p:spPr>
        <p:txBody>
          <a:bodyPr lIns="90187" tIns="45094" rIns="90187" bIns="45094">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ts val="590"/>
              </a:spcBef>
              <a:spcAft>
                <a:spcPts val="590"/>
              </a:spcAft>
              <a:buSzPct val="80000"/>
              <a:buNone/>
            </a:pPr>
            <a:r>
              <a:rPr lang="zh-CN" altLang="en-US" sz="2000" dirty="0">
                <a:solidFill>
                  <a:srgbClr val="000066"/>
                </a:solidFill>
                <a:latin typeface="黑体" panose="02010609060101010101" pitchFamily="49" charset="-122"/>
              </a:rPr>
              <a:t>地址是一个</a:t>
            </a:r>
            <a:r>
              <a:rPr lang="zh-CN" altLang="en-US" sz="2000" dirty="0">
                <a:solidFill>
                  <a:srgbClr val="990000"/>
                </a:solidFill>
                <a:latin typeface="黑体" panose="02010609060101010101" pitchFamily="49" charset="-122"/>
              </a:rPr>
              <a:t>无符号整数</a:t>
            </a:r>
            <a:r>
              <a:rPr lang="zh-CN" altLang="en-US" sz="2000" dirty="0">
                <a:latin typeface="黑体" panose="02010609060101010101" pitchFamily="49" charset="-122"/>
              </a:rPr>
              <a:t>，</a:t>
            </a:r>
            <a:r>
              <a:rPr lang="zh-CN" altLang="en-US" sz="2000" dirty="0">
                <a:solidFill>
                  <a:srgbClr val="000066"/>
                </a:solidFill>
                <a:latin typeface="黑体" panose="02010609060101010101" pitchFamily="49" charset="-122"/>
              </a:rPr>
              <a:t>从</a:t>
            </a:r>
            <a:r>
              <a:rPr lang="en-US" altLang="zh-CN" sz="2000" dirty="0">
                <a:solidFill>
                  <a:srgbClr val="000066"/>
                </a:solidFill>
                <a:latin typeface="黑体" panose="02010609060101010101" pitchFamily="49" charset="-122"/>
              </a:rPr>
              <a:t>0</a:t>
            </a:r>
            <a:r>
              <a:rPr lang="zh-CN" altLang="en-US" sz="2000" dirty="0">
                <a:solidFill>
                  <a:srgbClr val="000066"/>
                </a:solidFill>
                <a:latin typeface="黑体" panose="02010609060101010101" pitchFamily="49" charset="-122"/>
              </a:rPr>
              <a:t>开始，依次递增。在表达和交流时，通常把地址写成</a:t>
            </a:r>
            <a:r>
              <a:rPr lang="zh-CN" altLang="en-US" sz="2000" dirty="0">
                <a:solidFill>
                  <a:srgbClr val="990000"/>
                </a:solidFill>
                <a:latin typeface="黑体" panose="02010609060101010101" pitchFamily="49" charset="-122"/>
              </a:rPr>
              <a:t>十六进制数</a:t>
            </a:r>
            <a:endParaRPr lang="en-US" altLang="zh-CN" sz="2000" dirty="0">
              <a:solidFill>
                <a:srgbClr val="990000"/>
              </a:solidFill>
              <a:latin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7" presetClass="entr" presetSubtype="10" fill="hold" nodeType="clickEffect">
                                  <p:stCondLst>
                                    <p:cond delay="0"/>
                                  </p:stCondLst>
                                  <p:childTnLst>
                                    <p:set>
                                      <p:cBhvr>
                                        <p:cTn id="13" dur="1" fill="hold">
                                          <p:stCondLst>
                                            <p:cond delay="0"/>
                                          </p:stCondLst>
                                        </p:cTn>
                                        <p:tgtEl>
                                          <p:spTgt spid="23591"/>
                                        </p:tgtEl>
                                        <p:attrNameLst>
                                          <p:attrName>style.visibility</p:attrName>
                                        </p:attrNameLst>
                                      </p:cBhvr>
                                      <p:to>
                                        <p:strVal val="visible"/>
                                      </p:to>
                                    </p:set>
                                    <p:anim calcmode="lin" valueType="num">
                                      <p:cBhvr>
                                        <p:cTn id="14" dur="500" fill="hold"/>
                                        <p:tgtEl>
                                          <p:spTgt spid="23591"/>
                                        </p:tgtEl>
                                        <p:attrNameLst>
                                          <p:attrName>ppt_w</p:attrName>
                                        </p:attrNameLst>
                                      </p:cBhvr>
                                      <p:tavLst>
                                        <p:tav tm="0">
                                          <p:val>
                                            <p:fltVal val="0"/>
                                          </p:val>
                                        </p:tav>
                                        <p:tav tm="100000">
                                          <p:val>
                                            <p:strVal val="#ppt_w"/>
                                          </p:val>
                                        </p:tav>
                                      </p:tavLst>
                                    </p:anim>
                                    <p:anim calcmode="lin" valueType="num">
                                      <p:cBhvr>
                                        <p:cTn id="15" dur="500" fill="hold"/>
                                        <p:tgtEl>
                                          <p:spTgt spid="23591"/>
                                        </p:tgtEl>
                                        <p:attrNameLst>
                                          <p:attrName>ppt_h</p:attrName>
                                        </p:attrNameLst>
                                      </p:cBhvr>
                                      <p:tavLst>
                                        <p:tav tm="0">
                                          <p:val>
                                            <p:strVal val="#ppt_h"/>
                                          </p:val>
                                        </p:tav>
                                        <p:tav tm="100000">
                                          <p:val>
                                            <p:strVal val="#ppt_h"/>
                                          </p:val>
                                        </p:tav>
                                      </p:tavLst>
                                    </p:anim>
                                  </p:childTnLst>
                                </p:cTn>
                              </p:par>
                            </p:childTnLst>
                          </p:cTn>
                        </p:par>
                      </p:childTnLst>
                    </p:cTn>
                  </p:par>
                  <p:par>
                    <p:cTn id="16" fill="hold">
                      <p:stCondLst>
                        <p:cond delay="indefinite"/>
                      </p:stCondLst>
                      <p:childTnLst>
                        <p:par>
                          <p:cTn id="17" fill="hold">
                            <p:stCondLst>
                              <p:cond delay="0"/>
                            </p:stCondLst>
                            <p:childTnLst>
                              <p:par>
                                <p:cTn id="18" presetID="17" presetClass="entr" presetSubtype="10" fill="hold" grpId="0" nodeType="clickEffect">
                                  <p:stCondLst>
                                    <p:cond delay="0"/>
                                  </p:stCondLst>
                                  <p:childTnLst>
                                    <p:set>
                                      <p:cBhvr>
                                        <p:cTn id="19" dur="1" fill="hold">
                                          <p:stCondLst>
                                            <p:cond delay="0"/>
                                          </p:stCondLst>
                                        </p:cTn>
                                        <p:tgtEl>
                                          <p:spTgt spid="23592"/>
                                        </p:tgtEl>
                                        <p:attrNameLst>
                                          <p:attrName>style.visibility</p:attrName>
                                        </p:attrNameLst>
                                      </p:cBhvr>
                                      <p:to>
                                        <p:strVal val="visible"/>
                                      </p:to>
                                    </p:set>
                                    <p:anim calcmode="lin" valueType="num">
                                      <p:cBhvr>
                                        <p:cTn id="20" dur="500" fill="hold"/>
                                        <p:tgtEl>
                                          <p:spTgt spid="23592"/>
                                        </p:tgtEl>
                                        <p:attrNameLst>
                                          <p:attrName>ppt_w</p:attrName>
                                        </p:attrNameLst>
                                      </p:cBhvr>
                                      <p:tavLst>
                                        <p:tav tm="0">
                                          <p:val>
                                            <p:fltVal val="0"/>
                                          </p:val>
                                        </p:tav>
                                        <p:tav tm="100000">
                                          <p:val>
                                            <p:strVal val="#ppt_w"/>
                                          </p:val>
                                        </p:tav>
                                      </p:tavLst>
                                    </p:anim>
                                    <p:anim calcmode="lin" valueType="num">
                                      <p:cBhvr>
                                        <p:cTn id="21" dur="500" fill="hold"/>
                                        <p:tgtEl>
                                          <p:spTgt spid="23592"/>
                                        </p:tgtEl>
                                        <p:attrNameLst>
                                          <p:attrName>ppt_h</p:attrName>
                                        </p:attrNameLst>
                                      </p:cBhvr>
                                      <p:tavLst>
                                        <p:tav tm="0">
                                          <p:val>
                                            <p:strVal val="#ppt_h"/>
                                          </p:val>
                                        </p:tav>
                                        <p:tav tm="100000">
                                          <p:val>
                                            <p:strVal val="#ppt_h"/>
                                          </p:val>
                                        </p:tav>
                                      </p:tavLst>
                                    </p:anim>
                                  </p:childTnLst>
                                </p:cTn>
                              </p:par>
                            </p:childTnLst>
                          </p:cTn>
                        </p:par>
                      </p:childTnLst>
                    </p:cTn>
                  </p:par>
                  <p:par>
                    <p:cTn id="22" fill="hold">
                      <p:stCondLst>
                        <p:cond delay="indefinite"/>
                      </p:stCondLst>
                      <p:childTnLst>
                        <p:par>
                          <p:cTn id="23" fill="hold">
                            <p:stCondLst>
                              <p:cond delay="0"/>
                            </p:stCondLst>
                            <p:childTnLst>
                              <p:par>
                                <p:cTn id="24" presetID="53" presetClass="entr" presetSubtype="16" fill="hold" nodeType="clickEffect">
                                  <p:stCondLst>
                                    <p:cond delay="0"/>
                                  </p:stCondLst>
                                  <p:childTnLst>
                                    <p:set>
                                      <p:cBhvr>
                                        <p:cTn id="25" dur="1" fill="hold">
                                          <p:stCondLst>
                                            <p:cond delay="0"/>
                                          </p:stCondLst>
                                        </p:cTn>
                                        <p:tgtEl>
                                          <p:spTgt spid="5"/>
                                        </p:tgtEl>
                                        <p:attrNameLst>
                                          <p:attrName>style.visibility</p:attrName>
                                        </p:attrNameLst>
                                      </p:cBhvr>
                                      <p:to>
                                        <p:strVal val="visible"/>
                                      </p:to>
                                    </p:set>
                                    <p:anim calcmode="lin" valueType="num">
                                      <p:cBhvr>
                                        <p:cTn id="26" dur="500" fill="hold"/>
                                        <p:tgtEl>
                                          <p:spTgt spid="5"/>
                                        </p:tgtEl>
                                        <p:attrNameLst>
                                          <p:attrName>ppt_w</p:attrName>
                                        </p:attrNameLst>
                                      </p:cBhvr>
                                      <p:tavLst>
                                        <p:tav tm="0">
                                          <p:val>
                                            <p:fltVal val="0"/>
                                          </p:val>
                                        </p:tav>
                                        <p:tav tm="100000">
                                          <p:val>
                                            <p:strVal val="#ppt_w"/>
                                          </p:val>
                                        </p:tav>
                                      </p:tavLst>
                                    </p:anim>
                                    <p:anim calcmode="lin" valueType="num">
                                      <p:cBhvr>
                                        <p:cTn id="27" dur="500" fill="hold"/>
                                        <p:tgtEl>
                                          <p:spTgt spid="5"/>
                                        </p:tgtEl>
                                        <p:attrNameLst>
                                          <p:attrName>ppt_h</p:attrName>
                                        </p:attrNameLst>
                                      </p:cBhvr>
                                      <p:tavLst>
                                        <p:tav tm="0">
                                          <p:val>
                                            <p:fltVal val="0"/>
                                          </p:val>
                                        </p:tav>
                                        <p:tav tm="100000">
                                          <p:val>
                                            <p:strVal val="#ppt_h"/>
                                          </p:val>
                                        </p:tav>
                                      </p:tavLst>
                                    </p:anim>
                                    <p:animEffect transition="in" filter="fade">
                                      <p:cBhvr>
                                        <p:cTn id="28" dur="500"/>
                                        <p:tgtEl>
                                          <p:spTgt spid="5"/>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nodeType="clickEffect">
                                  <p:stCondLst>
                                    <p:cond delay="0"/>
                                  </p:stCondLst>
                                  <p:childTnLst>
                                    <p:set>
                                      <p:cBhvr>
                                        <p:cTn id="32" dur="1" fill="hold">
                                          <p:stCondLst>
                                            <p:cond delay="0"/>
                                          </p:stCondLst>
                                        </p:cTn>
                                        <p:tgtEl>
                                          <p:spTgt spid="6"/>
                                        </p:tgtEl>
                                        <p:attrNameLst>
                                          <p:attrName>style.visibility</p:attrName>
                                        </p:attrNameLst>
                                      </p:cBhvr>
                                      <p:to>
                                        <p:strVal val="visible"/>
                                      </p:to>
                                    </p:set>
                                    <p:animEffect transition="in" filter="wipe(left)">
                                      <p:cBhvr>
                                        <p:cTn id="33" dur="500"/>
                                        <p:tgtEl>
                                          <p:spTgt spid="6"/>
                                        </p:tgtEl>
                                      </p:cBhvr>
                                    </p:animEffect>
                                  </p:childTnLst>
                                </p:cTn>
                              </p:par>
                            </p:childTnLst>
                          </p:cTn>
                        </p:par>
                      </p:childTnLst>
                    </p:cTn>
                  </p:par>
                  <p:par>
                    <p:cTn id="34" fill="hold">
                      <p:stCondLst>
                        <p:cond delay="indefinite"/>
                      </p:stCondLst>
                      <p:childTnLst>
                        <p:par>
                          <p:cTn id="35" fill="hold">
                            <p:stCondLst>
                              <p:cond delay="0"/>
                            </p:stCondLst>
                            <p:childTnLst>
                              <p:par>
                                <p:cTn id="36" presetID="53" presetClass="entr" presetSubtype="16" fill="hold" grpId="0" nodeType="clickEffect">
                                  <p:stCondLst>
                                    <p:cond delay="0"/>
                                  </p:stCondLst>
                                  <p:childTnLst>
                                    <p:set>
                                      <p:cBhvr>
                                        <p:cTn id="37" dur="1" fill="hold">
                                          <p:stCondLst>
                                            <p:cond delay="0"/>
                                          </p:stCondLst>
                                        </p:cTn>
                                        <p:tgtEl>
                                          <p:spTgt spid="618538"/>
                                        </p:tgtEl>
                                        <p:attrNameLst>
                                          <p:attrName>style.visibility</p:attrName>
                                        </p:attrNameLst>
                                      </p:cBhvr>
                                      <p:to>
                                        <p:strVal val="visible"/>
                                      </p:to>
                                    </p:set>
                                    <p:anim calcmode="lin" valueType="num">
                                      <p:cBhvr>
                                        <p:cTn id="38" dur="500" fill="hold"/>
                                        <p:tgtEl>
                                          <p:spTgt spid="618538"/>
                                        </p:tgtEl>
                                        <p:attrNameLst>
                                          <p:attrName>ppt_w</p:attrName>
                                        </p:attrNameLst>
                                      </p:cBhvr>
                                      <p:tavLst>
                                        <p:tav tm="0">
                                          <p:val>
                                            <p:fltVal val="0"/>
                                          </p:val>
                                        </p:tav>
                                        <p:tav tm="100000">
                                          <p:val>
                                            <p:strVal val="#ppt_w"/>
                                          </p:val>
                                        </p:tav>
                                      </p:tavLst>
                                    </p:anim>
                                    <p:anim calcmode="lin" valueType="num">
                                      <p:cBhvr>
                                        <p:cTn id="39" dur="500" fill="hold"/>
                                        <p:tgtEl>
                                          <p:spTgt spid="618538"/>
                                        </p:tgtEl>
                                        <p:attrNameLst>
                                          <p:attrName>ppt_h</p:attrName>
                                        </p:attrNameLst>
                                      </p:cBhvr>
                                      <p:tavLst>
                                        <p:tav tm="0">
                                          <p:val>
                                            <p:fltVal val="0"/>
                                          </p:val>
                                        </p:tav>
                                        <p:tav tm="100000">
                                          <p:val>
                                            <p:strVal val="#ppt_h"/>
                                          </p:val>
                                        </p:tav>
                                      </p:tavLst>
                                    </p:anim>
                                    <p:animEffect transition="in" filter="fade">
                                      <p:cBhvr>
                                        <p:cTn id="40" dur="500"/>
                                        <p:tgtEl>
                                          <p:spTgt spid="618538"/>
                                        </p:tgtEl>
                                      </p:cBhvr>
                                    </p:animEffect>
                                  </p:childTnLst>
                                </p:cTn>
                              </p:par>
                              <p:par>
                                <p:cTn id="41" presetID="53" presetClass="entr" presetSubtype="16" fill="hold" grpId="0" nodeType="withEffect">
                                  <p:stCondLst>
                                    <p:cond delay="0"/>
                                  </p:stCondLst>
                                  <p:childTnLst>
                                    <p:set>
                                      <p:cBhvr>
                                        <p:cTn id="42" dur="1" fill="hold">
                                          <p:stCondLst>
                                            <p:cond delay="0"/>
                                          </p:stCondLst>
                                        </p:cTn>
                                        <p:tgtEl>
                                          <p:spTgt spid="618532"/>
                                        </p:tgtEl>
                                        <p:attrNameLst>
                                          <p:attrName>style.visibility</p:attrName>
                                        </p:attrNameLst>
                                      </p:cBhvr>
                                      <p:to>
                                        <p:strVal val="visible"/>
                                      </p:to>
                                    </p:set>
                                    <p:anim calcmode="lin" valueType="num">
                                      <p:cBhvr>
                                        <p:cTn id="43" dur="500" fill="hold"/>
                                        <p:tgtEl>
                                          <p:spTgt spid="618532"/>
                                        </p:tgtEl>
                                        <p:attrNameLst>
                                          <p:attrName>ppt_w</p:attrName>
                                        </p:attrNameLst>
                                      </p:cBhvr>
                                      <p:tavLst>
                                        <p:tav tm="0">
                                          <p:val>
                                            <p:fltVal val="0"/>
                                          </p:val>
                                        </p:tav>
                                        <p:tav tm="100000">
                                          <p:val>
                                            <p:strVal val="#ppt_w"/>
                                          </p:val>
                                        </p:tav>
                                      </p:tavLst>
                                    </p:anim>
                                    <p:anim calcmode="lin" valueType="num">
                                      <p:cBhvr>
                                        <p:cTn id="44" dur="500" fill="hold"/>
                                        <p:tgtEl>
                                          <p:spTgt spid="618532"/>
                                        </p:tgtEl>
                                        <p:attrNameLst>
                                          <p:attrName>ppt_h</p:attrName>
                                        </p:attrNameLst>
                                      </p:cBhvr>
                                      <p:tavLst>
                                        <p:tav tm="0">
                                          <p:val>
                                            <p:fltVal val="0"/>
                                          </p:val>
                                        </p:tav>
                                        <p:tav tm="100000">
                                          <p:val>
                                            <p:strVal val="#ppt_h"/>
                                          </p:val>
                                        </p:tav>
                                      </p:tavLst>
                                    </p:anim>
                                    <p:animEffect transition="in" filter="fade">
                                      <p:cBhvr>
                                        <p:cTn id="45" dur="500"/>
                                        <p:tgtEl>
                                          <p:spTgt spid="618532"/>
                                        </p:tgtEl>
                                      </p:cBhvr>
                                    </p:animEffect>
                                  </p:childTnLst>
                                </p:cTn>
                              </p:par>
                              <p:par>
                                <p:cTn id="46" presetID="53" presetClass="entr" presetSubtype="16" fill="hold" grpId="0" nodeType="withEffect">
                                  <p:stCondLst>
                                    <p:cond delay="0"/>
                                  </p:stCondLst>
                                  <p:childTnLst>
                                    <p:set>
                                      <p:cBhvr>
                                        <p:cTn id="47" dur="1" fill="hold">
                                          <p:stCondLst>
                                            <p:cond delay="0"/>
                                          </p:stCondLst>
                                        </p:cTn>
                                        <p:tgtEl>
                                          <p:spTgt spid="618537"/>
                                        </p:tgtEl>
                                        <p:attrNameLst>
                                          <p:attrName>style.visibility</p:attrName>
                                        </p:attrNameLst>
                                      </p:cBhvr>
                                      <p:to>
                                        <p:strVal val="visible"/>
                                      </p:to>
                                    </p:set>
                                    <p:anim calcmode="lin" valueType="num">
                                      <p:cBhvr>
                                        <p:cTn id="48" dur="500" fill="hold"/>
                                        <p:tgtEl>
                                          <p:spTgt spid="618537"/>
                                        </p:tgtEl>
                                        <p:attrNameLst>
                                          <p:attrName>ppt_w</p:attrName>
                                        </p:attrNameLst>
                                      </p:cBhvr>
                                      <p:tavLst>
                                        <p:tav tm="0">
                                          <p:val>
                                            <p:fltVal val="0"/>
                                          </p:val>
                                        </p:tav>
                                        <p:tav tm="100000">
                                          <p:val>
                                            <p:strVal val="#ppt_w"/>
                                          </p:val>
                                        </p:tav>
                                      </p:tavLst>
                                    </p:anim>
                                    <p:anim calcmode="lin" valueType="num">
                                      <p:cBhvr>
                                        <p:cTn id="49" dur="500" fill="hold"/>
                                        <p:tgtEl>
                                          <p:spTgt spid="618537"/>
                                        </p:tgtEl>
                                        <p:attrNameLst>
                                          <p:attrName>ppt_h</p:attrName>
                                        </p:attrNameLst>
                                      </p:cBhvr>
                                      <p:tavLst>
                                        <p:tav tm="0">
                                          <p:val>
                                            <p:fltVal val="0"/>
                                          </p:val>
                                        </p:tav>
                                        <p:tav tm="100000">
                                          <p:val>
                                            <p:strVal val="#ppt_h"/>
                                          </p:val>
                                        </p:tav>
                                      </p:tavLst>
                                    </p:anim>
                                    <p:animEffect transition="in" filter="fade">
                                      <p:cBhvr>
                                        <p:cTn id="50" dur="500"/>
                                        <p:tgtEl>
                                          <p:spTgt spid="618537"/>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4" fill="hold" nodeType="clickEffect">
                                  <p:stCondLst>
                                    <p:cond delay="0"/>
                                  </p:stCondLst>
                                  <p:childTnLst>
                                    <p:set>
                                      <p:cBhvr>
                                        <p:cTn id="54" dur="1" fill="hold">
                                          <p:stCondLst>
                                            <p:cond delay="0"/>
                                          </p:stCondLst>
                                        </p:cTn>
                                        <p:tgtEl>
                                          <p:spTgt spid="2"/>
                                        </p:tgtEl>
                                        <p:attrNameLst>
                                          <p:attrName>style.visibility</p:attrName>
                                        </p:attrNameLst>
                                      </p:cBhvr>
                                      <p:to>
                                        <p:strVal val="visible"/>
                                      </p:to>
                                    </p:set>
                                    <p:animEffect transition="in" filter="wipe(down)">
                                      <p:cBhvr>
                                        <p:cTn id="55"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8532" grpId="0"/>
      <p:bldP spid="618537" grpId="0" animBg="1"/>
      <p:bldP spid="618538" grpId="0" animBg="1"/>
      <p:bldP spid="23592" grpId="0" animBg="1"/>
    </p:bldLst>
  </p:timing>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3010" name="Picture 10"/>
          <p:cNvPicPr>
            <a:picLocks noChangeAspect="1"/>
          </p:cNvPicPr>
          <p:nvPr/>
        </p:nvPicPr>
        <p:blipFill>
          <a:blip r:embed="rId1"/>
          <a:stretch>
            <a:fillRect/>
          </a:stretch>
        </p:blipFill>
        <p:spPr>
          <a:xfrm>
            <a:off x="3000375" y="2390775"/>
            <a:ext cx="6269038" cy="3252788"/>
          </a:xfrm>
          <a:prstGeom prst="rect">
            <a:avLst/>
          </a:prstGeom>
          <a:noFill/>
          <a:ln w="50800" cap="flat" cmpd="thickThin">
            <a:solidFill>
              <a:srgbClr val="333399"/>
            </a:solidFill>
            <a:prstDash val="solid"/>
            <a:miter/>
            <a:headEnd type="none" w="sm" len="sm"/>
            <a:tailEnd type="none" w="sm" len="sm"/>
          </a:ln>
        </p:spPr>
      </p:pic>
      <p:sp>
        <p:nvSpPr>
          <p:cNvPr id="43011" name="内容占位符 31"/>
          <p:cNvSpPr>
            <a:spLocks noGrp="1"/>
          </p:cNvSpPr>
          <p:nvPr>
            <p:ph idx="1"/>
          </p:nvPr>
        </p:nvSpPr>
        <p:spPr>
          <a:xfrm>
            <a:off x="1558925" y="1268413"/>
            <a:ext cx="9145588" cy="1071562"/>
          </a:xfrm>
        </p:spPr>
        <p:txBody>
          <a:bodyPr vert="horz" wrap="square" lIns="91440" tIns="45720" rIns="91440" bIns="45720" anchor="t" anchorCtr="0"/>
          <a:lstStyle/>
          <a:p>
            <a:pPr eaLnBrk="1">
              <a:spcBef>
                <a:spcPct val="0"/>
              </a:spcBef>
              <a:spcAft>
                <a:spcPct val="0"/>
              </a:spcAft>
              <a:buSzPct val="50000"/>
              <a:buFont typeface="Monotype Sorts"/>
              <a:buNone/>
            </a:pPr>
            <a:r>
              <a:rPr lang="en-US" altLang="zh-CN" kern="1200" dirty="0">
                <a:latin typeface="黑体" panose="02010609060101010101" pitchFamily="49" charset="-122"/>
                <a:ea typeface="黑体" panose="02010609060101010101" pitchFamily="49" charset="-122"/>
                <a:cs typeface="Times New Roman" panose="02020503050405090304" pitchFamily="18" charset="0"/>
              </a:rPr>
              <a:t>【</a:t>
            </a:r>
            <a:r>
              <a:rPr lang="zh-CN" altLang="en-US" kern="1200" dirty="0">
                <a:latin typeface="黑体" panose="02010609060101010101" pitchFamily="49" charset="-122"/>
                <a:ea typeface="黑体" panose="02010609060101010101" pitchFamily="49" charset="-122"/>
                <a:cs typeface="Times New Roman" panose="02020503050405090304" pitchFamily="18" charset="0"/>
              </a:rPr>
              <a:t>例</a:t>
            </a:r>
            <a:r>
              <a:rPr lang="en-US" altLang="zh-CN" kern="1200" dirty="0">
                <a:latin typeface="黑体" panose="02010609060101010101" pitchFamily="49" charset="-122"/>
                <a:ea typeface="黑体" panose="02010609060101010101" pitchFamily="49" charset="-122"/>
                <a:cs typeface="Times New Roman" panose="02020503050405090304" pitchFamily="18" charset="0"/>
              </a:rPr>
              <a:t>】</a:t>
            </a:r>
            <a:r>
              <a:rPr lang="zh-CN" altLang="en-US" kern="1200" dirty="0">
                <a:latin typeface="黑体" panose="02010609060101010101" pitchFamily="49" charset="-122"/>
                <a:ea typeface="黑体" panose="02010609060101010101" pitchFamily="49" charset="-122"/>
                <a:cs typeface="Times New Roman" panose="02020503050405090304" pitchFamily="18" charset="0"/>
              </a:rPr>
              <a:t>使用取地址运算符</a:t>
            </a:r>
            <a:r>
              <a:rPr lang="en-US" altLang="zh-CN" kern="1200" dirty="0">
                <a:latin typeface="Arial" panose="020B0604020202090204" pitchFamily="34" charset="0"/>
                <a:ea typeface="黑体" panose="02010609060101010101" pitchFamily="49" charset="-122"/>
                <a:cs typeface="Arial" panose="020B0604020202090204" pitchFamily="34" charset="0"/>
              </a:rPr>
              <a:t>&amp;</a:t>
            </a:r>
            <a:r>
              <a:rPr lang="zh-CN" altLang="en-US" kern="1200" dirty="0">
                <a:latin typeface="Arial" panose="020B0604020202090204" pitchFamily="34" charset="0"/>
                <a:ea typeface="黑体" panose="02010609060101010101" pitchFamily="49" charset="-122"/>
                <a:cs typeface="Arial" panose="020B0604020202090204" pitchFamily="34" charset="0"/>
              </a:rPr>
              <a:t>取</a:t>
            </a:r>
            <a:r>
              <a:rPr lang="zh-CN" altLang="en-US" kern="1200" dirty="0">
                <a:latin typeface="黑体" panose="02010609060101010101" pitchFamily="49" charset="-122"/>
                <a:ea typeface="黑体" panose="02010609060101010101" pitchFamily="49" charset="-122"/>
                <a:cs typeface="Times New Roman" panose="02020503050405090304" pitchFamily="18" charset="0"/>
              </a:rPr>
              <a:t>出变量的地址，然后将其显示在屏幕上。</a:t>
            </a:r>
            <a:endParaRPr lang="zh-CN" altLang="en-US" kern="1200" dirty="0">
              <a:latin typeface="黑体" panose="02010609060101010101" pitchFamily="49" charset="-122"/>
              <a:ea typeface="Times New Roman" panose="02020503050405090304" pitchFamily="18" charset="0"/>
              <a:cs typeface="+mn-cs"/>
            </a:endParaRPr>
          </a:p>
        </p:txBody>
      </p:sp>
      <p:pic>
        <p:nvPicPr>
          <p:cNvPr id="774147" name="Picture 3"/>
          <p:cNvPicPr>
            <a:picLocks noChangeAspect="1"/>
          </p:cNvPicPr>
          <p:nvPr/>
        </p:nvPicPr>
        <p:blipFill>
          <a:blip r:embed="rId2">
            <a:clrChange>
              <a:clrFrom>
                <a:srgbClr val="FFFFFF"/>
              </a:clrFrom>
              <a:clrTo>
                <a:srgbClr val="FFFFFF">
                  <a:alpha val="0"/>
                </a:srgbClr>
              </a:clrTo>
            </a:clrChange>
          </a:blip>
          <a:stretch>
            <a:fillRect/>
          </a:stretch>
        </p:blipFill>
        <p:spPr>
          <a:xfrm>
            <a:off x="4151313" y="5734050"/>
            <a:ext cx="3327400" cy="931863"/>
          </a:xfrm>
          <a:prstGeom prst="rect">
            <a:avLst/>
          </a:prstGeom>
          <a:noFill/>
          <a:ln w="12700">
            <a:noFill/>
          </a:ln>
        </p:spPr>
      </p:pic>
      <p:grpSp>
        <p:nvGrpSpPr>
          <p:cNvPr id="2" name="Group 7"/>
          <p:cNvGrpSpPr/>
          <p:nvPr/>
        </p:nvGrpSpPr>
        <p:grpSpPr>
          <a:xfrm>
            <a:off x="6024563" y="2657475"/>
            <a:ext cx="4679950" cy="1428750"/>
            <a:chOff x="1381" y="1026"/>
            <a:chExt cx="4311" cy="1671"/>
          </a:xfrm>
        </p:grpSpPr>
        <p:sp>
          <p:nvSpPr>
            <p:cNvPr id="7" name="Rectangle 8"/>
            <p:cNvSpPr>
              <a:spLocks noChangeArrowheads="1"/>
            </p:cNvSpPr>
            <p:nvPr/>
          </p:nvSpPr>
          <p:spPr bwMode="auto">
            <a:xfrm>
              <a:off x="1381" y="1026"/>
              <a:ext cx="4311" cy="717"/>
            </a:xfrm>
            <a:prstGeom prst="rect">
              <a:avLst/>
            </a:prstGeom>
            <a:solidFill>
              <a:schemeClr val="bg2">
                <a:lumMod val="90000"/>
              </a:schemeClr>
            </a:solidFill>
            <a:ln w="28575">
              <a:solidFill>
                <a:srgbClr val="00B050"/>
              </a:solidFill>
              <a:miter lim="800000"/>
            </a:ln>
            <a:effectLst/>
          </p:spPr>
          <p:txBody>
            <a:bodyPr wrap="none" anchor="ctr"/>
            <a:lstStyle>
              <a:lvl1pPr>
                <a:lnSpc>
                  <a:spcPct val="120000"/>
                </a:lnSpc>
                <a:buClr>
                  <a:schemeClr val="tx2"/>
                </a:buClr>
                <a:buSzPct val="50000"/>
                <a:buFont typeface="Wingdings" panose="05000000000000000000" pitchFamily="2" charset="2"/>
                <a:buChar char="n"/>
                <a:defRPr sz="3200">
                  <a:solidFill>
                    <a:schemeClr val="tx1"/>
                  </a:solidFill>
                  <a:latin typeface="Franklin Gothic Book" pitchFamily="34" charset="0"/>
                </a:defRPr>
              </a:lvl1pPr>
              <a:lvl2pPr marL="742950" indent="-285750">
                <a:lnSpc>
                  <a:spcPct val="120000"/>
                </a:lnSpc>
                <a:buClr>
                  <a:schemeClr val="tx2"/>
                </a:buClr>
                <a:buSzPct val="50000"/>
                <a:buFont typeface="Wingdings 2" panose="05020102010507070707" pitchFamily="18" charset="2"/>
                <a:buChar char="Þ"/>
                <a:defRPr sz="2800">
                  <a:solidFill>
                    <a:srgbClr val="333399"/>
                  </a:solidFill>
                  <a:latin typeface="Times New Roman" panose="02020503050405090304" pitchFamily="18" charset="0"/>
                  <a:cs typeface="Times New Roman" panose="02020503050405090304" pitchFamily="18" charset="0"/>
                </a:defRPr>
              </a:lvl2pPr>
              <a:lvl3pPr marL="1143000" indent="-228600">
                <a:lnSpc>
                  <a:spcPct val="120000"/>
                </a:lnSpc>
                <a:buClr>
                  <a:schemeClr val="tx2"/>
                </a:buClr>
                <a:buSzPct val="50000"/>
                <a:buFont typeface="Wingdings 2" panose="05020102010507070707" pitchFamily="18" charset="2"/>
                <a:buChar char=""/>
                <a:defRPr sz="2400">
                  <a:solidFill>
                    <a:srgbClr val="3333CC"/>
                  </a:solidFill>
                  <a:latin typeface="Times New Roman" panose="02020503050405090304" pitchFamily="18" charset="0"/>
                  <a:cs typeface="Times New Roman" panose="02020503050405090304" pitchFamily="18" charset="0"/>
                </a:defRPr>
              </a:lvl3pPr>
              <a:lvl4pPr marL="1600200" indent="-228600">
                <a:lnSpc>
                  <a:spcPct val="120000"/>
                </a:lnSpc>
                <a:buClr>
                  <a:schemeClr val="tx2"/>
                </a:buClr>
                <a:buSzPct val="50000"/>
                <a:buFont typeface="Wingdings 2" panose="05020102010507070707" pitchFamily="18" charset="2"/>
                <a:buChar char=""/>
                <a:defRPr sz="2000">
                  <a:solidFill>
                    <a:schemeClr val="tx1"/>
                  </a:solidFill>
                  <a:latin typeface="Times New Roman" panose="02020503050405090304" pitchFamily="18" charset="0"/>
                  <a:cs typeface="Times New Roman" panose="02020503050405090304" pitchFamily="18" charset="0"/>
                </a:defRPr>
              </a:lvl4pPr>
              <a:lvl5pPr marL="2057400" indent="-228600">
                <a:lnSpc>
                  <a:spcPct val="120000"/>
                </a:lnSpc>
                <a:buClr>
                  <a:schemeClr val="tx2"/>
                </a:buClr>
                <a:buSzPct val="50000"/>
                <a:buFont typeface="Wingdings 2" panose="05020102010507070707" pitchFamily="18" charset="2"/>
                <a:buChar char=""/>
                <a:defRPr sz="2000">
                  <a:solidFill>
                    <a:schemeClr val="tx1"/>
                  </a:solidFill>
                  <a:latin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ct val="0"/>
                </a:spcBef>
                <a:spcAft>
                  <a:spcPct val="0"/>
                </a:spcAft>
                <a:buClr>
                  <a:schemeClr val="tx2"/>
                </a:buClr>
                <a:buSzPct val="50000"/>
                <a:buFont typeface="Wingdings 2" panose="05020102010507070707" pitchFamily="18" charset="2"/>
                <a:buChar char=""/>
                <a:defRPr sz="2000">
                  <a:solidFill>
                    <a:schemeClr val="tx1"/>
                  </a:solidFill>
                  <a:latin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ct val="0"/>
                </a:spcBef>
                <a:spcAft>
                  <a:spcPct val="0"/>
                </a:spcAft>
                <a:buClr>
                  <a:schemeClr val="tx2"/>
                </a:buClr>
                <a:buSzPct val="50000"/>
                <a:buFont typeface="Wingdings 2" panose="05020102010507070707" pitchFamily="18" charset="2"/>
                <a:buChar char=""/>
                <a:defRPr sz="2000">
                  <a:solidFill>
                    <a:schemeClr val="tx1"/>
                  </a:solidFill>
                  <a:latin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ct val="0"/>
                </a:spcBef>
                <a:spcAft>
                  <a:spcPct val="0"/>
                </a:spcAft>
                <a:buClr>
                  <a:schemeClr val="tx2"/>
                </a:buClr>
                <a:buSzPct val="50000"/>
                <a:buFont typeface="Wingdings 2" panose="05020102010507070707" pitchFamily="18" charset="2"/>
                <a:buChar char=""/>
                <a:defRPr sz="2000">
                  <a:solidFill>
                    <a:schemeClr val="tx1"/>
                  </a:solidFill>
                  <a:latin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ct val="0"/>
                </a:spcBef>
                <a:spcAft>
                  <a:spcPct val="0"/>
                </a:spcAft>
                <a:buClr>
                  <a:schemeClr val="tx2"/>
                </a:buClr>
                <a:buSzPct val="50000"/>
                <a:buFont typeface="Wingdings 2" panose="05020102010507070707" pitchFamily="18" charset="2"/>
                <a:buChar char=""/>
                <a:defRPr sz="2000">
                  <a:solidFill>
                    <a:schemeClr val="tx1"/>
                  </a:solidFill>
                  <a:latin typeface="Times New Roman" panose="02020503050405090304" pitchFamily="18" charset="0"/>
                  <a:cs typeface="Times New Roman" panose="02020503050405090304" pitchFamily="18" charset="0"/>
                </a:defRPr>
              </a:lvl9pPr>
            </a:lstStyle>
            <a:p>
              <a:pPr marL="0" marR="0" lvl="0" indent="0" algn="ctr" defTabSz="914400" rtl="0" eaLnBrk="1" fontAlgn="base" latinLnBrk="0" hangingPunct="1">
                <a:lnSpc>
                  <a:spcPct val="90000"/>
                </a:lnSpc>
                <a:spcBef>
                  <a:spcPts val="590"/>
                </a:spcBef>
                <a:spcAft>
                  <a:spcPts val="590"/>
                </a:spcAft>
                <a:buClr>
                  <a:schemeClr val="tx2"/>
                </a:buClr>
                <a:buSzPct val="80000"/>
                <a:buFont typeface="Wingdings" panose="05000000000000000000" pitchFamily="2" charset="2"/>
                <a:buNone/>
                <a:defRPr/>
              </a:pPr>
              <a:r>
                <a:rPr kumimoji="0" lang="en-US" altLang="zh-CN" sz="2800" b="1" i="0" u="none" strike="noStrike" kern="1200" cap="none" spc="0" normalizeH="0" baseline="0" noProof="0">
                  <a:ln>
                    <a:noFill/>
                  </a:ln>
                  <a:solidFill>
                    <a:srgbClr val="000066"/>
                  </a:solidFill>
                  <a:effectLst/>
                  <a:uLnTx/>
                  <a:uFillTx/>
                  <a:latin typeface="Courier New" panose="02070409020205090404" pitchFamily="49" charset="0"/>
                  <a:ea typeface="黑体" panose="02010609060101010101" pitchFamily="49" charset="-122"/>
                  <a:cs typeface="Courier New" panose="02070409020205090404" pitchFamily="49" charset="0"/>
                </a:rPr>
                <a:t>%p</a:t>
              </a:r>
              <a:r>
                <a:rPr kumimoji="0" lang="zh-CN" altLang="en-US" sz="2800" b="0" i="0" u="none" strike="noStrike" kern="1200" cap="none" spc="0" normalizeH="0" baseline="0" noProof="0">
                  <a:ln>
                    <a:noFill/>
                  </a:ln>
                  <a:solidFill>
                    <a:srgbClr val="000066"/>
                  </a:solidFill>
                  <a:effectLst/>
                  <a:uLnTx/>
                  <a:uFillTx/>
                  <a:latin typeface="Courier New" panose="02070409020205090404" pitchFamily="49" charset="0"/>
                  <a:ea typeface="黑体" panose="02010609060101010101" pitchFamily="49" charset="-122"/>
                  <a:cs typeface="Courier New" panose="02070409020205090404" pitchFamily="49" charset="0"/>
                </a:rPr>
                <a:t>表示输出变量</a:t>
              </a:r>
              <a:r>
                <a:rPr kumimoji="0" lang="en-US" altLang="zh-CN" sz="2800" b="1" i="0" u="none" strike="noStrike" kern="1200" cap="none" spc="0" normalizeH="0" baseline="0" noProof="0">
                  <a:ln>
                    <a:noFill/>
                  </a:ln>
                  <a:solidFill>
                    <a:srgbClr val="000066"/>
                  </a:solidFill>
                  <a:effectLst/>
                  <a:uLnTx/>
                  <a:uFillTx/>
                  <a:latin typeface="Courier New" panose="02070409020205090404" pitchFamily="49" charset="0"/>
                  <a:ea typeface="黑体" panose="02010609060101010101" pitchFamily="49" charset="-122"/>
                  <a:cs typeface="Courier New" panose="02070409020205090404" pitchFamily="49" charset="0"/>
                </a:rPr>
                <a:t>a</a:t>
              </a:r>
              <a:r>
                <a:rPr kumimoji="0" lang="zh-CN" altLang="en-US" sz="2800" b="0" i="0" u="none" strike="noStrike" kern="1200" cap="none" spc="0" normalizeH="0" baseline="0" noProof="0">
                  <a:ln>
                    <a:noFill/>
                  </a:ln>
                  <a:solidFill>
                    <a:srgbClr val="000066"/>
                  </a:solidFill>
                  <a:effectLst/>
                  <a:uLnTx/>
                  <a:uFillTx/>
                  <a:latin typeface="Courier New" panose="02070409020205090404" pitchFamily="49" charset="0"/>
                  <a:ea typeface="黑体" panose="02010609060101010101" pitchFamily="49" charset="-122"/>
                  <a:cs typeface="Courier New" panose="02070409020205090404" pitchFamily="49" charset="0"/>
                </a:rPr>
                <a:t>的地址值</a:t>
              </a:r>
              <a:endParaRPr kumimoji="0" lang="zh-CN" altLang="en-US" sz="2800" b="0" i="0" u="none" strike="noStrike" kern="1200" cap="none" spc="0" normalizeH="0" baseline="0" noProof="0">
                <a:ln>
                  <a:noFill/>
                </a:ln>
                <a:solidFill>
                  <a:srgbClr val="000066"/>
                </a:solidFill>
                <a:effectLst/>
                <a:uLnTx/>
                <a:uFillTx/>
                <a:latin typeface="Courier New" panose="02070409020205090404" pitchFamily="49" charset="0"/>
                <a:ea typeface="黑体" panose="02010609060101010101" pitchFamily="49" charset="-122"/>
                <a:cs typeface="Courier New" panose="02070409020205090404" pitchFamily="49" charset="0"/>
              </a:endParaRPr>
            </a:p>
          </p:txBody>
        </p:sp>
        <p:sp>
          <p:nvSpPr>
            <p:cNvPr id="8" name="Freeform 9"/>
            <p:cNvSpPr/>
            <p:nvPr/>
          </p:nvSpPr>
          <p:spPr bwMode="auto">
            <a:xfrm flipH="1">
              <a:off x="2272" y="1746"/>
              <a:ext cx="357" cy="951"/>
            </a:xfrm>
            <a:custGeom>
              <a:avLst/>
              <a:gdLst/>
              <a:ahLst/>
              <a:cxnLst>
                <a:cxn ang="0">
                  <a:pos x="381" y="0"/>
                </a:cxn>
                <a:cxn ang="0">
                  <a:pos x="0" y="328"/>
                </a:cxn>
              </a:cxnLst>
              <a:rect l="0" t="0" r="r" b="b"/>
              <a:pathLst>
                <a:path w="381" h="328">
                  <a:moveTo>
                    <a:pt x="381" y="0"/>
                  </a:moveTo>
                  <a:lnTo>
                    <a:pt x="0" y="328"/>
                  </a:lnTo>
                </a:path>
              </a:pathLst>
            </a:custGeom>
            <a:noFill/>
            <a:ln w="25400" cmpd="sng">
              <a:solidFill>
                <a:srgbClr val="00B050"/>
              </a:solidFill>
              <a:round/>
              <a:tailEnd type="stealth" w="med" len="lg"/>
            </a:ln>
            <a:effectLst/>
          </p:spPr>
          <p:txBody>
            <a:bodyPr wrap="none"/>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grpSp>
      <p:sp>
        <p:nvSpPr>
          <p:cNvPr id="19462" name="Rectangle 2"/>
          <p:cNvSpPr>
            <a:spLocks noChangeArrowheads="1"/>
          </p:cNvSpPr>
          <p:nvPr/>
        </p:nvSpPr>
        <p:spPr bwMode="auto">
          <a:xfrm>
            <a:off x="1558925" y="333375"/>
            <a:ext cx="9051925" cy="1143000"/>
          </a:xfrm>
          <a:prstGeom prst="rect">
            <a:avLst/>
          </a:prstGeom>
          <a:noFill/>
          <a:ln>
            <a:noFill/>
          </a:ln>
        </p:spPr>
        <p:txBody>
          <a:bodyPr anchor="ctr"/>
          <a:lstStyle>
            <a:lvl1pPr>
              <a:lnSpc>
                <a:spcPct val="120000"/>
              </a:lnSpc>
              <a:buClr>
                <a:schemeClr val="tx2"/>
              </a:buClr>
              <a:buSzPct val="50000"/>
              <a:buFont typeface="Wingdings" panose="05000000000000000000" pitchFamily="2" charset="2"/>
              <a:buChar char="n"/>
              <a:defRPr sz="3200">
                <a:solidFill>
                  <a:schemeClr val="tx1"/>
                </a:solidFill>
                <a:latin typeface="Franklin Gothic Book" pitchFamily="34" charset="0"/>
              </a:defRPr>
            </a:lvl1pPr>
            <a:lvl2pPr marL="742950" indent="-285750">
              <a:lnSpc>
                <a:spcPct val="120000"/>
              </a:lnSpc>
              <a:buClr>
                <a:schemeClr val="tx2"/>
              </a:buClr>
              <a:buSzPct val="50000"/>
              <a:buFont typeface="Wingdings 2" panose="05020102010507070707" pitchFamily="18" charset="2"/>
              <a:buChar char="Þ"/>
              <a:defRPr sz="2800">
                <a:solidFill>
                  <a:srgbClr val="333399"/>
                </a:solidFill>
                <a:latin typeface="Times New Roman" panose="02020503050405090304" pitchFamily="18" charset="0"/>
                <a:cs typeface="Times New Roman" panose="02020503050405090304" pitchFamily="18" charset="0"/>
              </a:defRPr>
            </a:lvl2pPr>
            <a:lvl3pPr marL="1143000" indent="-228600">
              <a:lnSpc>
                <a:spcPct val="120000"/>
              </a:lnSpc>
              <a:buClr>
                <a:schemeClr val="tx2"/>
              </a:buClr>
              <a:buSzPct val="50000"/>
              <a:buFont typeface="Wingdings 2" panose="05020102010507070707" pitchFamily="18" charset="2"/>
              <a:buChar char=""/>
              <a:defRPr sz="2400">
                <a:solidFill>
                  <a:srgbClr val="3333CC"/>
                </a:solidFill>
                <a:latin typeface="Times New Roman" panose="02020503050405090304" pitchFamily="18" charset="0"/>
                <a:cs typeface="Times New Roman" panose="02020503050405090304" pitchFamily="18" charset="0"/>
              </a:defRPr>
            </a:lvl3pPr>
            <a:lvl4pPr marL="1600200" indent="-228600">
              <a:lnSpc>
                <a:spcPct val="120000"/>
              </a:lnSpc>
              <a:buClr>
                <a:schemeClr val="tx2"/>
              </a:buClr>
              <a:buSzPct val="50000"/>
              <a:buFont typeface="Wingdings 2" panose="05020102010507070707" pitchFamily="18" charset="2"/>
              <a:buChar char=""/>
              <a:defRPr sz="2000">
                <a:solidFill>
                  <a:schemeClr val="tx1"/>
                </a:solidFill>
                <a:latin typeface="Times New Roman" panose="02020503050405090304" pitchFamily="18" charset="0"/>
                <a:cs typeface="Times New Roman" panose="02020503050405090304" pitchFamily="18" charset="0"/>
              </a:defRPr>
            </a:lvl4pPr>
            <a:lvl5pPr marL="2057400" indent="-228600">
              <a:lnSpc>
                <a:spcPct val="120000"/>
              </a:lnSpc>
              <a:buClr>
                <a:schemeClr val="tx2"/>
              </a:buClr>
              <a:buSzPct val="50000"/>
              <a:buFont typeface="Wingdings 2" panose="05020102010507070707" pitchFamily="18" charset="2"/>
              <a:buChar char=""/>
              <a:defRPr sz="2000">
                <a:solidFill>
                  <a:schemeClr val="tx1"/>
                </a:solidFill>
                <a:latin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ct val="0"/>
              </a:spcBef>
              <a:spcAft>
                <a:spcPct val="0"/>
              </a:spcAft>
              <a:buClr>
                <a:schemeClr val="tx2"/>
              </a:buClr>
              <a:buSzPct val="50000"/>
              <a:buFont typeface="Wingdings 2" panose="05020102010507070707" pitchFamily="18" charset="2"/>
              <a:buChar char=""/>
              <a:defRPr sz="2000">
                <a:solidFill>
                  <a:schemeClr val="tx1"/>
                </a:solidFill>
                <a:latin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ct val="0"/>
              </a:spcBef>
              <a:spcAft>
                <a:spcPct val="0"/>
              </a:spcAft>
              <a:buClr>
                <a:schemeClr val="tx2"/>
              </a:buClr>
              <a:buSzPct val="50000"/>
              <a:buFont typeface="Wingdings 2" panose="05020102010507070707" pitchFamily="18" charset="2"/>
              <a:buChar char=""/>
              <a:defRPr sz="2000">
                <a:solidFill>
                  <a:schemeClr val="tx1"/>
                </a:solidFill>
                <a:latin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ct val="0"/>
              </a:spcBef>
              <a:spcAft>
                <a:spcPct val="0"/>
              </a:spcAft>
              <a:buClr>
                <a:schemeClr val="tx2"/>
              </a:buClr>
              <a:buSzPct val="50000"/>
              <a:buFont typeface="Wingdings 2" panose="05020102010507070707" pitchFamily="18" charset="2"/>
              <a:buChar char=""/>
              <a:defRPr sz="2000">
                <a:solidFill>
                  <a:schemeClr val="tx1"/>
                </a:solidFill>
                <a:latin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ct val="0"/>
              </a:spcBef>
              <a:spcAft>
                <a:spcPct val="0"/>
              </a:spcAft>
              <a:buClr>
                <a:schemeClr val="tx2"/>
              </a:buClr>
              <a:buSzPct val="50000"/>
              <a:buFont typeface="Wingdings 2" panose="05020102010507070707" pitchFamily="18" charset="2"/>
              <a:buChar char=""/>
              <a:defRPr sz="2000">
                <a:solidFill>
                  <a:schemeClr val="tx1"/>
                </a:solidFill>
                <a:latin typeface="Times New Roman" panose="02020503050405090304" pitchFamily="18" charset="0"/>
                <a:cs typeface="Times New Roman" panose="02020503050405090304" pitchFamily="18" charset="0"/>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400" b="0" i="0" u="none" strike="noStrike" kern="1200" cap="none" spc="0" normalizeH="0" baseline="0" noProof="0" dirty="0">
                <a:ln>
                  <a:noFill/>
                </a:ln>
                <a:solidFill>
                  <a:schemeClr val="tx2"/>
                </a:solidFill>
                <a:effectLst/>
                <a:uLnTx/>
                <a:uFillTx/>
                <a:latin typeface="Arial" panose="020B0604020202090204" pitchFamily="34" charset="0"/>
                <a:ea typeface="+mn-ea"/>
                <a:cs typeface="Arial" panose="020B0604020202090204" pitchFamily="34" charset="0"/>
              </a:rPr>
              <a:t> </a:t>
            </a:r>
            <a:r>
              <a:rPr kumimoji="0" lang="en-US" altLang="zh-CN" sz="4000" b="0" i="0" u="none" strike="noStrike" kern="1200" cap="none" spc="0" normalizeH="0" baseline="0" noProof="0" dirty="0">
                <a:ln>
                  <a:noFill/>
                </a:ln>
                <a:solidFill>
                  <a:schemeClr val="tx1"/>
                </a:solidFill>
                <a:effectLst/>
                <a:uLnTx/>
                <a:uFillTx/>
                <a:latin typeface="Arial" panose="020B0604020202090204" pitchFamily="34" charset="0"/>
                <a:ea typeface="+mn-ea"/>
                <a:cs typeface="Arial" panose="020B0604020202090204" pitchFamily="34" charset="0"/>
              </a:rPr>
              <a:t>3.2.1 </a:t>
            </a:r>
            <a:r>
              <a:rPr kumimoji="0" lang="zh-CN" altLang="en-US" sz="4000" b="0" i="0" u="none" strike="noStrike" kern="1200" cap="none" spc="0" normalizeH="0" baseline="0" noProof="0" dirty="0">
                <a:ln>
                  <a:noFill/>
                </a:ln>
                <a:solidFill>
                  <a:schemeClr val="tx1"/>
                </a:solidFill>
                <a:effectLst/>
                <a:uLnTx/>
                <a:uFillTx/>
                <a:latin typeface="+mn-ea"/>
                <a:ea typeface="+mn-ea"/>
                <a:cs typeface="+mn-cs"/>
              </a:rPr>
              <a:t>指针变量定义与初始化</a:t>
            </a:r>
            <a:endParaRPr kumimoji="0" lang="en-US" altLang="zh-CN" sz="4000" b="0" i="0" u="none" strike="noStrike" kern="1200" cap="none" spc="0" normalizeH="0" baseline="0" noProof="0" dirty="0">
              <a:ln>
                <a:noFill/>
              </a:ln>
              <a:solidFill>
                <a:schemeClr val="tx2"/>
              </a:solidFill>
              <a:effectLst/>
              <a:uLnTx/>
              <a:uFillTx/>
              <a:latin typeface="+mn-ea"/>
              <a:ea typeface="+mn-ea"/>
              <a:cs typeface="Arial" panose="020B060402020209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774147"/>
                                        </p:tgtEl>
                                        <p:attrNameLst>
                                          <p:attrName>style.visibility</p:attrName>
                                        </p:attrNameLst>
                                      </p:cBhvr>
                                      <p:to>
                                        <p:strVal val="visible"/>
                                      </p:to>
                                    </p:set>
                                    <p:animEffect transition="in" filter="box(out)">
                                      <p:cBhvr>
                                        <p:cTn id="7" dur="500"/>
                                        <p:tgtEl>
                                          <p:spTgt spid="774147"/>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p:cTn id="12" dur="500" fill="hold"/>
                                        <p:tgtEl>
                                          <p:spTgt spid="2"/>
                                        </p:tgtEl>
                                        <p:attrNameLst>
                                          <p:attrName>ppt_w</p:attrName>
                                        </p:attrNameLst>
                                      </p:cBhvr>
                                      <p:tavLst>
                                        <p:tav tm="0">
                                          <p:val>
                                            <p:fltVal val="0"/>
                                          </p:val>
                                        </p:tav>
                                        <p:tav tm="100000">
                                          <p:val>
                                            <p:strVal val="#ppt_w"/>
                                          </p:val>
                                        </p:tav>
                                      </p:tavLst>
                                    </p:anim>
                                    <p:anim calcmode="lin" valueType="num">
                                      <p:cBhvr>
                                        <p:cTn id="13" dur="500" fill="hold"/>
                                        <p:tgtEl>
                                          <p:spTgt spid="2"/>
                                        </p:tgtEl>
                                        <p:attrNameLst>
                                          <p:attrName>ppt_h</p:attrName>
                                        </p:attrNameLst>
                                      </p:cBhvr>
                                      <p:tavLst>
                                        <p:tav tm="0">
                                          <p:val>
                                            <p:fltVal val="0"/>
                                          </p:val>
                                        </p:tav>
                                        <p:tav tm="100000">
                                          <p:val>
                                            <p:strVal val="#ppt_h"/>
                                          </p:val>
                                        </p:tav>
                                      </p:tavLst>
                                    </p:anim>
                                    <p:animEffect transition="in" filter="fade">
                                      <p:cBhvr>
                                        <p:cTn id="14"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5058" name="Rectangle 2"/>
          <p:cNvSpPr>
            <a:spLocks noGrp="1"/>
          </p:cNvSpPr>
          <p:nvPr>
            <p:ph type="title"/>
          </p:nvPr>
        </p:nvSpPr>
        <p:spPr>
          <a:xfrm>
            <a:off x="1700213" y="333375"/>
            <a:ext cx="8858250" cy="839788"/>
          </a:xfrm>
        </p:spPr>
        <p:txBody>
          <a:bodyPr vert="horz" wrap="square" lIns="91440" tIns="45720" rIns="91440" bIns="45720" anchor="ctr" anchorCtr="0"/>
          <a:lstStyle/>
          <a:p>
            <a:r>
              <a:rPr lang="en-US" altLang="zh-CN" sz="4000" dirty="0"/>
              <a:t>3.2.1 </a:t>
            </a:r>
            <a:r>
              <a:rPr lang="zh-CN" altLang="en-US" sz="4000" dirty="0"/>
              <a:t>指针变量定义与初始化</a:t>
            </a:r>
            <a:endParaRPr lang="zh-CN" altLang="en-US" sz="4000" dirty="0">
              <a:solidFill>
                <a:schemeClr val="tx1"/>
              </a:solidFill>
            </a:endParaRPr>
          </a:p>
        </p:txBody>
      </p:sp>
      <p:sp>
        <p:nvSpPr>
          <p:cNvPr id="595971" name="Rectangle 3"/>
          <p:cNvSpPr>
            <a:spLocks noGrp="1"/>
          </p:cNvSpPr>
          <p:nvPr>
            <p:ph type="body" sz="half" idx="1"/>
          </p:nvPr>
        </p:nvSpPr>
        <p:spPr>
          <a:xfrm>
            <a:off x="1631950" y="1196975"/>
            <a:ext cx="7920038" cy="2308225"/>
          </a:xfrm>
        </p:spPr>
        <p:txBody>
          <a:bodyPr vert="horz" wrap="square" lIns="91440" tIns="45720" rIns="91440" bIns="45720" anchor="t" anchorCtr="0"/>
          <a:lstStyle/>
          <a:p>
            <a:pPr eaLnBrk="1">
              <a:spcBef>
                <a:spcPct val="20000"/>
              </a:spcBef>
              <a:buClr>
                <a:schemeClr val="tx2"/>
              </a:buClr>
              <a:buSzPct val="50000"/>
              <a:buFont typeface="Wingdings" panose="05000000000000000000" pitchFamily="2" charset="2"/>
            </a:pPr>
            <a:r>
              <a:rPr lang="zh-CN" altLang="en-US" sz="2800" dirty="0">
                <a:latin typeface="Times New Roman" panose="02020503050405090304" pitchFamily="18" charset="0"/>
                <a:cs typeface="Times New Roman" panose="02020503050405090304" pitchFamily="18" charset="0"/>
              </a:rPr>
              <a:t>用什么类型的变量来存放变量的地址呢？</a:t>
            </a:r>
            <a:endParaRPr lang="zh-CN" altLang="en-US" sz="2800" dirty="0">
              <a:latin typeface="Times New Roman" panose="02020503050405090304" pitchFamily="18" charset="0"/>
              <a:cs typeface="Times New Roman" panose="02020503050405090304" pitchFamily="18" charset="0"/>
            </a:endParaRPr>
          </a:p>
          <a:p>
            <a:pPr lvl="1" eaLnBrk="1">
              <a:spcBef>
                <a:spcPct val="20000"/>
              </a:spcBef>
              <a:buClr>
                <a:schemeClr val="tx2"/>
              </a:buClr>
              <a:buSzPct val="50000"/>
              <a:buFont typeface="Wingdings 2" panose="05020102010507070707" pitchFamily="18" charset="2"/>
            </a:pPr>
            <a:r>
              <a:rPr lang="zh-CN" altLang="en-US" sz="2400" dirty="0"/>
              <a:t>指针（</a:t>
            </a:r>
            <a:r>
              <a:rPr lang="en-US" altLang="zh-CN" sz="2400" dirty="0"/>
              <a:t>Pointer</a:t>
            </a:r>
            <a:r>
              <a:rPr lang="zh-CN" altLang="en-US" sz="2400" dirty="0"/>
              <a:t>）类型</a:t>
            </a:r>
            <a:endParaRPr lang="zh-CN" altLang="en-US" sz="2400" dirty="0"/>
          </a:p>
          <a:p>
            <a:pPr eaLnBrk="1">
              <a:spcBef>
                <a:spcPct val="20000"/>
              </a:spcBef>
              <a:buClr>
                <a:schemeClr val="tx2"/>
              </a:buClr>
              <a:buSzPct val="50000"/>
              <a:buFont typeface="Wingdings" panose="05000000000000000000" pitchFamily="2" charset="2"/>
            </a:pPr>
            <a:r>
              <a:rPr lang="zh-CN" altLang="en-US" sz="2800" dirty="0">
                <a:latin typeface="Times New Roman" panose="02020503050405090304" pitchFamily="18" charset="0"/>
                <a:cs typeface="Times New Roman" panose="02020503050405090304" pitchFamily="18" charset="0"/>
              </a:rPr>
              <a:t>指针变量</a:t>
            </a:r>
            <a:r>
              <a:rPr lang="en-US" altLang="zh-CN" sz="2800" dirty="0">
                <a:latin typeface="Times New Roman" panose="02020503050405090304" pitchFamily="18" charset="0"/>
                <a:ea typeface="Times New Roman" panose="02020503050405090304" pitchFamily="18" charset="0"/>
              </a:rPr>
              <a:t>——</a:t>
            </a:r>
            <a:r>
              <a:rPr lang="zh-CN" altLang="en-US" sz="2800" dirty="0">
                <a:latin typeface="Times New Roman" panose="02020503050405090304" pitchFamily="18" charset="0"/>
                <a:cs typeface="Times New Roman" panose="02020503050405090304" pitchFamily="18" charset="0"/>
              </a:rPr>
              <a:t>具有指针类型的变量</a:t>
            </a:r>
            <a:endParaRPr lang="zh-CN" altLang="en-US" sz="2800" dirty="0">
              <a:latin typeface="Times New Roman" panose="02020503050405090304" pitchFamily="18" charset="0"/>
              <a:cs typeface="Times New Roman" panose="02020503050405090304" pitchFamily="18" charset="0"/>
            </a:endParaRPr>
          </a:p>
          <a:p>
            <a:pPr eaLnBrk="1">
              <a:spcBef>
                <a:spcPct val="20000"/>
              </a:spcBef>
              <a:buClr>
                <a:schemeClr val="tx2"/>
              </a:buClr>
              <a:buSzPct val="50000"/>
              <a:buFont typeface="Wingdings" panose="05000000000000000000" pitchFamily="2" charset="2"/>
            </a:pPr>
            <a:r>
              <a:rPr lang="zh-CN" altLang="en-US" sz="2800" dirty="0">
                <a:latin typeface="Times New Roman" panose="02020503050405090304" pitchFamily="18" charset="0"/>
                <a:cs typeface="Times New Roman" panose="02020503050405090304" pitchFamily="18" charset="0"/>
              </a:rPr>
              <a:t>变量的指针</a:t>
            </a:r>
            <a:r>
              <a:rPr lang="en-US" altLang="zh-CN" sz="2800" dirty="0">
                <a:latin typeface="Times New Roman" panose="02020503050405090304" pitchFamily="18" charset="0"/>
                <a:cs typeface="Times New Roman" panose="02020503050405090304" pitchFamily="18" charset="0"/>
              </a:rPr>
              <a:t>←→</a:t>
            </a:r>
            <a:r>
              <a:rPr lang="zh-CN" altLang="en-US" sz="2800" dirty="0">
                <a:latin typeface="Times New Roman" panose="02020503050405090304" pitchFamily="18" charset="0"/>
                <a:cs typeface="Times New Roman" panose="02020503050405090304" pitchFamily="18" charset="0"/>
              </a:rPr>
              <a:t>变量的地址</a:t>
            </a:r>
            <a:endParaRPr lang="zh-CN" altLang="en-US" sz="2800" dirty="0">
              <a:latin typeface="Times New Roman" panose="02020503050405090304" pitchFamily="18" charset="0"/>
              <a:ea typeface="Times New Roman" panose="02020503050405090304" pitchFamily="18" charset="0"/>
            </a:endParaRPr>
          </a:p>
        </p:txBody>
      </p:sp>
      <p:grpSp>
        <p:nvGrpSpPr>
          <p:cNvPr id="2" name="Group 14"/>
          <p:cNvGrpSpPr/>
          <p:nvPr/>
        </p:nvGrpSpPr>
        <p:grpSpPr>
          <a:xfrm>
            <a:off x="2495550" y="3717925"/>
            <a:ext cx="7200900" cy="2519363"/>
            <a:chOff x="720" y="2475"/>
            <a:chExt cx="4512" cy="1682"/>
          </a:xfrm>
        </p:grpSpPr>
        <p:grpSp>
          <p:nvGrpSpPr>
            <p:cNvPr id="45062" name="Group 4"/>
            <p:cNvGrpSpPr/>
            <p:nvPr/>
          </p:nvGrpSpPr>
          <p:grpSpPr>
            <a:xfrm>
              <a:off x="720" y="2475"/>
              <a:ext cx="4512" cy="1682"/>
              <a:chOff x="720" y="2302"/>
              <a:chExt cx="4512" cy="1682"/>
            </a:xfrm>
          </p:grpSpPr>
          <p:sp>
            <p:nvSpPr>
              <p:cNvPr id="45064" name="Rectangle 5"/>
              <p:cNvSpPr/>
              <p:nvPr/>
            </p:nvSpPr>
            <p:spPr>
              <a:xfrm>
                <a:off x="720" y="2302"/>
                <a:ext cx="4512" cy="1682"/>
              </a:xfrm>
              <a:prstGeom prst="rect">
                <a:avLst/>
              </a:prstGeom>
              <a:noFill/>
              <a:ln w="9525">
                <a:noFill/>
              </a:ln>
            </p:spPr>
            <p:txBody>
              <a:bodyPr wrap="none"/>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ts val="590"/>
                  </a:spcBef>
                  <a:spcAft>
                    <a:spcPts val="590"/>
                  </a:spcAft>
                  <a:buSzPct val="80000"/>
                  <a:buNone/>
                </a:pPr>
                <a:endParaRPr lang="zh-CN" altLang="en-US" sz="2000" dirty="0">
                  <a:ea typeface="宋体" pitchFamily="2" charset="-122"/>
                </a:endParaRPr>
              </a:p>
              <a:p>
                <a:pPr marL="0" lvl="0" indent="0" eaLnBrk="1" hangingPunct="1">
                  <a:lnSpc>
                    <a:spcPct val="90000"/>
                  </a:lnSpc>
                  <a:spcBef>
                    <a:spcPct val="0"/>
                  </a:spcBef>
                  <a:spcAft>
                    <a:spcPts val="600"/>
                  </a:spcAft>
                  <a:buSzPct val="80000"/>
                  <a:buNone/>
                </a:pPr>
                <a:r>
                  <a:rPr lang="zh-CN" altLang="en-US" sz="2000" b="1" dirty="0">
                    <a:solidFill>
                      <a:srgbClr val="000066"/>
                    </a:solidFill>
                    <a:latin typeface="宋体" pitchFamily="2" charset="-122"/>
                    <a:ea typeface="宋体" pitchFamily="2" charset="-122"/>
                  </a:rPr>
                  <a:t>  </a:t>
                </a:r>
                <a:r>
                  <a:rPr lang="zh-CN" altLang="en-US" sz="2400" b="1" dirty="0">
                    <a:solidFill>
                      <a:srgbClr val="000066"/>
                    </a:solidFill>
                    <a:latin typeface="黑体" panose="02010609060101010101" pitchFamily="49" charset="-122"/>
                  </a:rPr>
                  <a:t>指针变量</a:t>
                </a:r>
                <a:endParaRPr lang="zh-CN" altLang="en-US" sz="2400" b="1" dirty="0">
                  <a:solidFill>
                    <a:srgbClr val="000066"/>
                  </a:solidFill>
                  <a:latin typeface="黑体" panose="02010609060101010101" pitchFamily="49" charset="-122"/>
                </a:endParaRPr>
              </a:p>
              <a:p>
                <a:pPr marL="0" lvl="0" indent="0" eaLnBrk="1" hangingPunct="1">
                  <a:lnSpc>
                    <a:spcPct val="100000"/>
                  </a:lnSpc>
                  <a:spcBef>
                    <a:spcPct val="0"/>
                  </a:spcBef>
                  <a:buSzPct val="80000"/>
                  <a:buNone/>
                </a:pPr>
                <a:endParaRPr lang="en-US" altLang="zh-CN" sz="2400" dirty="0">
                  <a:latin typeface="楷体_GB2312" pitchFamily="49" charset="-122"/>
                  <a:ea typeface="楷体_GB2312" pitchFamily="49" charset="-122"/>
                </a:endParaRPr>
              </a:p>
              <a:p>
                <a:pPr marL="0" lvl="0" indent="0" eaLnBrk="1" hangingPunct="1">
                  <a:lnSpc>
                    <a:spcPct val="100000"/>
                  </a:lnSpc>
                  <a:spcBef>
                    <a:spcPct val="0"/>
                  </a:spcBef>
                  <a:buSzPct val="80000"/>
                  <a:buNone/>
                </a:pPr>
                <a:r>
                  <a:rPr lang="zh-CN" altLang="en-US" sz="2000" dirty="0">
                    <a:latin typeface="楷体_GB2312" pitchFamily="49" charset="-122"/>
                    <a:ea typeface="楷体_GB2312" pitchFamily="49" charset="-122"/>
                  </a:rPr>
                  <a:t>                    </a:t>
                </a:r>
                <a:r>
                  <a:rPr lang="zh-CN" altLang="en-US" sz="2000" b="1" dirty="0">
                    <a:solidFill>
                      <a:srgbClr val="FF0000"/>
                    </a:solidFill>
                    <a:latin typeface="黑体" panose="02010609060101010101" pitchFamily="49" charset="-122"/>
                  </a:rPr>
                  <a:t>指向</a:t>
                </a:r>
                <a:endParaRPr lang="en-US" altLang="zh-CN" sz="2000" b="1" dirty="0">
                  <a:solidFill>
                    <a:srgbClr val="FF0000"/>
                  </a:solidFill>
                  <a:latin typeface="黑体" panose="02010609060101010101" pitchFamily="49" charset="-122"/>
                </a:endParaRPr>
              </a:p>
              <a:p>
                <a:pPr marL="0" lvl="0" indent="0" eaLnBrk="1" hangingPunct="1">
                  <a:lnSpc>
                    <a:spcPct val="100000"/>
                  </a:lnSpc>
                  <a:spcBef>
                    <a:spcPct val="0"/>
                  </a:spcBef>
                  <a:buSzPct val="80000"/>
                  <a:buNone/>
                </a:pPr>
                <a:r>
                  <a:rPr lang="zh-CN" altLang="en-US" sz="2000" dirty="0">
                    <a:latin typeface="楷体_GB2312" pitchFamily="49" charset="-122"/>
                    <a:ea typeface="楷体_GB2312" pitchFamily="49" charset="-122"/>
                  </a:rPr>
                  <a:t>         </a:t>
                </a:r>
                <a:endParaRPr lang="zh-CN" altLang="en-US" sz="2000" dirty="0">
                  <a:latin typeface="楷体_GB2312" pitchFamily="49" charset="-122"/>
                  <a:ea typeface="楷体_GB2312" pitchFamily="49" charset="-122"/>
                </a:endParaRPr>
              </a:p>
              <a:p>
                <a:pPr marL="0" lvl="0" indent="0" eaLnBrk="1" hangingPunct="1">
                  <a:lnSpc>
                    <a:spcPct val="100000"/>
                  </a:lnSpc>
                  <a:spcBef>
                    <a:spcPct val="0"/>
                  </a:spcBef>
                  <a:buSzPct val="80000"/>
                  <a:buNone/>
                </a:pPr>
                <a:r>
                  <a:rPr lang="zh-CN" altLang="en-US" sz="2000" dirty="0">
                    <a:latin typeface="楷体_GB2312" pitchFamily="49" charset="-122"/>
                    <a:ea typeface="楷体_GB2312" pitchFamily="49" charset="-122"/>
                  </a:rPr>
                  <a:t>  </a:t>
                </a:r>
                <a:r>
                  <a:rPr lang="zh-CN" altLang="en-US" sz="2400" b="1" dirty="0">
                    <a:solidFill>
                      <a:srgbClr val="000066"/>
                    </a:solidFill>
                    <a:latin typeface="黑体" panose="02010609060101010101" pitchFamily="49" charset="-122"/>
                  </a:rPr>
                  <a:t>变量的地址</a:t>
                </a:r>
                <a:endParaRPr lang="zh-CN" altLang="en-US" sz="2400" b="1" dirty="0">
                  <a:solidFill>
                    <a:srgbClr val="000066"/>
                  </a:solidFill>
                  <a:latin typeface="黑体" panose="02010609060101010101" pitchFamily="49" charset="-122"/>
                </a:endParaRPr>
              </a:p>
            </p:txBody>
          </p:sp>
          <p:sp>
            <p:nvSpPr>
              <p:cNvPr id="28682" name="Rectangle 6"/>
              <p:cNvSpPr>
                <a:spLocks noChangeArrowheads="1"/>
              </p:cNvSpPr>
              <p:nvPr/>
            </p:nvSpPr>
            <p:spPr bwMode="auto">
              <a:xfrm>
                <a:off x="1872" y="2455"/>
                <a:ext cx="1974" cy="432"/>
              </a:xfrm>
              <a:prstGeom prst="rect">
                <a:avLst/>
              </a:prstGeom>
              <a:solidFill>
                <a:schemeClr val="bg2">
                  <a:lumMod val="90000"/>
                </a:schemeClr>
              </a:solidFill>
              <a:ln w="9525">
                <a:solidFill>
                  <a:schemeClr val="tx1"/>
                </a:solidFill>
                <a:miter lim="800000"/>
              </a:ln>
            </p:spPr>
            <p:txBody>
              <a:bodyPr wrap="none" anchor="ctr"/>
              <a:lstStyle>
                <a:lvl1pPr>
                  <a:lnSpc>
                    <a:spcPct val="120000"/>
                  </a:lnSpc>
                  <a:buClr>
                    <a:schemeClr val="tx2"/>
                  </a:buClr>
                  <a:buSzPct val="50000"/>
                  <a:buFont typeface="Wingdings" panose="05000000000000000000" pitchFamily="2" charset="2"/>
                  <a:buChar char="n"/>
                  <a:defRPr sz="3200">
                    <a:solidFill>
                      <a:schemeClr val="tx1"/>
                    </a:solidFill>
                    <a:latin typeface="Franklin Gothic Book" pitchFamily="34" charset="0"/>
                  </a:defRPr>
                </a:lvl1pPr>
                <a:lvl2pPr marL="742950" indent="-285750">
                  <a:lnSpc>
                    <a:spcPct val="120000"/>
                  </a:lnSpc>
                  <a:buClr>
                    <a:schemeClr val="tx2"/>
                  </a:buClr>
                  <a:buSzPct val="50000"/>
                  <a:buFont typeface="Wingdings 2" panose="05020102010507070707" pitchFamily="18" charset="2"/>
                  <a:buChar char="Þ"/>
                  <a:defRPr sz="2800">
                    <a:solidFill>
                      <a:srgbClr val="333399"/>
                    </a:solidFill>
                    <a:latin typeface="Times New Roman" panose="02020503050405090304" pitchFamily="18" charset="0"/>
                    <a:cs typeface="Times New Roman" panose="02020503050405090304" pitchFamily="18" charset="0"/>
                  </a:defRPr>
                </a:lvl2pPr>
                <a:lvl3pPr marL="1143000" indent="-228600">
                  <a:lnSpc>
                    <a:spcPct val="120000"/>
                  </a:lnSpc>
                  <a:buClr>
                    <a:schemeClr val="tx2"/>
                  </a:buClr>
                  <a:buSzPct val="50000"/>
                  <a:buFont typeface="Wingdings 2" panose="05020102010507070707" pitchFamily="18" charset="2"/>
                  <a:buChar char=""/>
                  <a:defRPr sz="2400">
                    <a:solidFill>
                      <a:srgbClr val="3333CC"/>
                    </a:solidFill>
                    <a:latin typeface="Times New Roman" panose="02020503050405090304" pitchFamily="18" charset="0"/>
                    <a:cs typeface="Times New Roman" panose="02020503050405090304" pitchFamily="18" charset="0"/>
                  </a:defRPr>
                </a:lvl3pPr>
                <a:lvl4pPr marL="1600200" indent="-228600">
                  <a:lnSpc>
                    <a:spcPct val="120000"/>
                  </a:lnSpc>
                  <a:buClr>
                    <a:schemeClr val="tx2"/>
                  </a:buClr>
                  <a:buSzPct val="50000"/>
                  <a:buFont typeface="Wingdings 2" panose="05020102010507070707" pitchFamily="18" charset="2"/>
                  <a:buChar char=""/>
                  <a:defRPr sz="2000">
                    <a:solidFill>
                      <a:schemeClr val="tx1"/>
                    </a:solidFill>
                    <a:latin typeface="Times New Roman" panose="02020503050405090304" pitchFamily="18" charset="0"/>
                    <a:cs typeface="Times New Roman" panose="02020503050405090304" pitchFamily="18" charset="0"/>
                  </a:defRPr>
                </a:lvl4pPr>
                <a:lvl5pPr marL="2057400" indent="-228600">
                  <a:lnSpc>
                    <a:spcPct val="120000"/>
                  </a:lnSpc>
                  <a:buClr>
                    <a:schemeClr val="tx2"/>
                  </a:buClr>
                  <a:buSzPct val="50000"/>
                  <a:buFont typeface="Wingdings 2" panose="05020102010507070707" pitchFamily="18" charset="2"/>
                  <a:buChar char=""/>
                  <a:defRPr sz="2000">
                    <a:solidFill>
                      <a:schemeClr val="tx1"/>
                    </a:solidFill>
                    <a:latin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ct val="0"/>
                  </a:spcBef>
                  <a:spcAft>
                    <a:spcPct val="0"/>
                  </a:spcAft>
                  <a:buClr>
                    <a:schemeClr val="tx2"/>
                  </a:buClr>
                  <a:buSzPct val="50000"/>
                  <a:buFont typeface="Wingdings 2" panose="05020102010507070707" pitchFamily="18" charset="2"/>
                  <a:buChar char=""/>
                  <a:defRPr sz="2000">
                    <a:solidFill>
                      <a:schemeClr val="tx1"/>
                    </a:solidFill>
                    <a:latin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ct val="0"/>
                  </a:spcBef>
                  <a:spcAft>
                    <a:spcPct val="0"/>
                  </a:spcAft>
                  <a:buClr>
                    <a:schemeClr val="tx2"/>
                  </a:buClr>
                  <a:buSzPct val="50000"/>
                  <a:buFont typeface="Wingdings 2" panose="05020102010507070707" pitchFamily="18" charset="2"/>
                  <a:buChar char=""/>
                  <a:defRPr sz="2000">
                    <a:solidFill>
                      <a:schemeClr val="tx1"/>
                    </a:solidFill>
                    <a:latin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ct val="0"/>
                  </a:spcBef>
                  <a:spcAft>
                    <a:spcPct val="0"/>
                  </a:spcAft>
                  <a:buClr>
                    <a:schemeClr val="tx2"/>
                  </a:buClr>
                  <a:buSzPct val="50000"/>
                  <a:buFont typeface="Wingdings 2" panose="05020102010507070707" pitchFamily="18" charset="2"/>
                  <a:buChar char=""/>
                  <a:defRPr sz="2000">
                    <a:solidFill>
                      <a:schemeClr val="tx1"/>
                    </a:solidFill>
                    <a:latin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ct val="0"/>
                  </a:spcBef>
                  <a:spcAft>
                    <a:spcPct val="0"/>
                  </a:spcAft>
                  <a:buClr>
                    <a:schemeClr val="tx2"/>
                  </a:buClr>
                  <a:buSzPct val="50000"/>
                  <a:buFont typeface="Wingdings 2" panose="05020102010507070707" pitchFamily="18" charset="2"/>
                  <a:buChar char=""/>
                  <a:defRPr sz="2000">
                    <a:solidFill>
                      <a:schemeClr val="tx1"/>
                    </a:solidFill>
                    <a:latin typeface="Times New Roman" panose="02020503050405090304" pitchFamily="18" charset="0"/>
                    <a:cs typeface="Times New Roman" panose="02020503050405090304" pitchFamily="18" charset="0"/>
                  </a:defRPr>
                </a:lvl9pPr>
              </a:lstStyle>
              <a:p>
                <a:pPr marL="0" marR="0" lvl="0" indent="0" algn="ctr" defTabSz="914400" rtl="0" eaLnBrk="1" fontAlgn="base" latinLnBrk="0" hangingPunct="1">
                  <a:lnSpc>
                    <a:spcPct val="90000"/>
                  </a:lnSpc>
                  <a:spcBef>
                    <a:spcPts val="590"/>
                  </a:spcBef>
                  <a:spcAft>
                    <a:spcPts val="590"/>
                  </a:spcAft>
                  <a:buClr>
                    <a:schemeClr val="tx2"/>
                  </a:buClr>
                  <a:buSzPct val="80000"/>
                  <a:buFont typeface="Wingdings" panose="05000000000000000000" pitchFamily="2" charset="2"/>
                  <a:buNone/>
                  <a:defRPr/>
                </a:pPr>
                <a:r>
                  <a:rPr kumimoji="1" lang="zh-CN" altLang="en-US" sz="2400" b="1" i="0" u="none" strike="noStrike" kern="1200" cap="none" spc="0" normalizeH="0" baseline="0" noProof="0" dirty="0">
                    <a:ln>
                      <a:noFill/>
                    </a:ln>
                    <a:solidFill>
                      <a:srgbClr val="000066"/>
                    </a:solidFill>
                    <a:effectLst/>
                    <a:uLnTx/>
                    <a:uFillTx/>
                    <a:latin typeface="Arial" panose="020B0604020202090204" pitchFamily="34" charset="0"/>
                    <a:ea typeface="黑体" panose="02010609060101010101" pitchFamily="49" charset="-122"/>
                    <a:cs typeface="+mn-cs"/>
                  </a:rPr>
                  <a:t>变量的地址值</a:t>
                </a:r>
                <a:endParaRPr kumimoji="1" lang="en-US" altLang="zh-CN" sz="2400" b="1" i="0" u="none" strike="noStrike" kern="1200" cap="none" spc="0" normalizeH="0" baseline="0" noProof="0" dirty="0">
                  <a:ln>
                    <a:noFill/>
                  </a:ln>
                  <a:solidFill>
                    <a:srgbClr val="000066"/>
                  </a:solidFill>
                  <a:effectLst/>
                  <a:uLnTx/>
                  <a:uFillTx/>
                  <a:latin typeface="Arial" panose="020B0604020202090204" pitchFamily="34" charset="0"/>
                  <a:ea typeface="黑体" panose="02010609060101010101" pitchFamily="49" charset="-122"/>
                  <a:cs typeface="+mn-cs"/>
                </a:endParaRPr>
              </a:p>
            </p:txBody>
          </p:sp>
          <p:sp>
            <p:nvSpPr>
              <p:cNvPr id="45066" name="Rectangle 7"/>
              <p:cNvSpPr/>
              <p:nvPr/>
            </p:nvSpPr>
            <p:spPr>
              <a:xfrm>
                <a:off x="2400" y="3427"/>
                <a:ext cx="1008" cy="384"/>
              </a:xfrm>
              <a:prstGeom prst="rect">
                <a:avLst/>
              </a:prstGeom>
              <a:solidFill>
                <a:srgbClr val="FFFFCC"/>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algn="ctr" eaLnBrk="1" hangingPunct="1">
                  <a:lnSpc>
                    <a:spcPct val="90000"/>
                  </a:lnSpc>
                  <a:spcBef>
                    <a:spcPts val="590"/>
                  </a:spcBef>
                  <a:spcAft>
                    <a:spcPts val="590"/>
                  </a:spcAft>
                  <a:buSzPct val="80000"/>
                  <a:buNone/>
                </a:pPr>
                <a:r>
                  <a:rPr lang="zh-CN" altLang="en-US" sz="2400" b="1" dirty="0">
                    <a:solidFill>
                      <a:srgbClr val="000066"/>
                    </a:solidFill>
                  </a:rPr>
                  <a:t>变量的值</a:t>
                </a:r>
                <a:endParaRPr lang="zh-CN" altLang="en-US" sz="2400" b="1" dirty="0">
                  <a:solidFill>
                    <a:srgbClr val="000066"/>
                  </a:solidFill>
                </a:endParaRPr>
              </a:p>
            </p:txBody>
          </p:sp>
          <p:sp>
            <p:nvSpPr>
              <p:cNvPr id="45067" name="Line 8"/>
              <p:cNvSpPr/>
              <p:nvPr/>
            </p:nvSpPr>
            <p:spPr>
              <a:xfrm>
                <a:off x="2880" y="2950"/>
                <a:ext cx="0" cy="432"/>
              </a:xfrm>
              <a:prstGeom prst="line">
                <a:avLst/>
              </a:prstGeom>
              <a:ln w="57150" cap="flat" cmpd="thinThick">
                <a:solidFill>
                  <a:srgbClr val="FF0000"/>
                </a:solidFill>
                <a:prstDash val="solid"/>
                <a:headEnd type="none" w="med" len="med"/>
                <a:tailEnd type="stealth" w="med" len="med"/>
              </a:ln>
            </p:spPr>
          </p:sp>
        </p:grpSp>
        <p:sp>
          <p:nvSpPr>
            <p:cNvPr id="45063" name="Rectangle 12"/>
            <p:cNvSpPr/>
            <p:nvPr/>
          </p:nvSpPr>
          <p:spPr>
            <a:xfrm>
              <a:off x="3424" y="3158"/>
              <a:ext cx="1519" cy="247"/>
            </a:xfrm>
            <a:prstGeom prst="rect">
              <a:avLst/>
            </a:prstGeom>
            <a:noFill/>
            <a:ln w="12700">
              <a:noFill/>
            </a:ln>
          </p:spPr>
          <p:txBody>
            <a:bodyPr>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algn="ctr" eaLnBrk="1" hangingPunct="1">
                <a:lnSpc>
                  <a:spcPct val="90000"/>
                </a:lnSpc>
                <a:spcBef>
                  <a:spcPts val="590"/>
                </a:spcBef>
                <a:spcAft>
                  <a:spcPts val="590"/>
                </a:spcAft>
                <a:buSzPct val="80000"/>
                <a:buNone/>
              </a:pPr>
              <a:endParaRPr lang="zh-CN" altLang="en-US" sz="2000" b="1" dirty="0">
                <a:solidFill>
                  <a:srgbClr val="000066"/>
                </a:solidFill>
                <a:latin typeface="楷体_GB2312" pitchFamily="49" charset="-122"/>
                <a:ea typeface="楷体_GB2312" pitchFamily="49" charset="-122"/>
              </a:endParaRPr>
            </a:p>
          </p:txBody>
        </p:sp>
      </p:grpSp>
      <p:pic>
        <p:nvPicPr>
          <p:cNvPr id="45061" name="图片 7" descr="Image3.jpg"/>
          <p:cNvPicPr>
            <a:picLocks noChangeAspect="1"/>
          </p:cNvPicPr>
          <p:nvPr/>
        </p:nvPicPr>
        <p:blipFill>
          <a:blip r:embed="rId1">
            <a:clrChange>
              <a:clrFrom>
                <a:srgbClr val="FFFFFD"/>
              </a:clrFrom>
              <a:clrTo>
                <a:srgbClr val="FFFFFD">
                  <a:alpha val="0"/>
                </a:srgbClr>
              </a:clrTo>
            </a:clrChange>
          </a:blip>
          <a:stretch>
            <a:fillRect/>
          </a:stretch>
        </p:blipFill>
        <p:spPr>
          <a:xfrm>
            <a:off x="9696450" y="4508500"/>
            <a:ext cx="912813" cy="1785938"/>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595971">
                                            <p:txEl>
                                              <p:pRg st="1" end="1"/>
                                            </p:txEl>
                                          </p:spTgt>
                                        </p:tgtEl>
                                        <p:attrNameLst>
                                          <p:attrName>style.visibility</p:attrName>
                                        </p:attrNameLst>
                                      </p:cBhvr>
                                      <p:to>
                                        <p:strVal val="visible"/>
                                      </p:to>
                                    </p:set>
                                    <p:anim calcmode="lin" valueType="num">
                                      <p:cBhvr>
                                        <p:cTn id="7" dur="500" fill="hold"/>
                                        <p:tgtEl>
                                          <p:spTgt spid="595971">
                                            <p:txEl>
                                              <p:pRg st="1" end="1"/>
                                            </p:txEl>
                                          </p:spTgt>
                                        </p:tgtEl>
                                        <p:attrNameLst>
                                          <p:attrName>ppt_w</p:attrName>
                                        </p:attrNameLst>
                                      </p:cBhvr>
                                      <p:tavLst>
                                        <p:tav tm="0">
                                          <p:val>
                                            <p:fltVal val="0"/>
                                          </p:val>
                                        </p:tav>
                                        <p:tav tm="100000">
                                          <p:val>
                                            <p:strVal val="#ppt_w"/>
                                          </p:val>
                                        </p:tav>
                                      </p:tavLst>
                                    </p:anim>
                                    <p:anim calcmode="lin" valueType="num">
                                      <p:cBhvr>
                                        <p:cTn id="8" dur="500" fill="hold"/>
                                        <p:tgtEl>
                                          <p:spTgt spid="595971">
                                            <p:txEl>
                                              <p:pRg st="1" end="1"/>
                                            </p:txEl>
                                          </p:spTgt>
                                        </p:tgtEl>
                                        <p:attrNameLst>
                                          <p:attrName>ppt_h</p:attrName>
                                        </p:attrNameLst>
                                      </p:cBhvr>
                                      <p:tavLst>
                                        <p:tav tm="0">
                                          <p:val>
                                            <p:fltVal val="0"/>
                                          </p:val>
                                        </p:tav>
                                        <p:tav tm="100000">
                                          <p:val>
                                            <p:strVal val="#ppt_h"/>
                                          </p:val>
                                        </p:tav>
                                      </p:tavLst>
                                    </p:anim>
                                    <p:animEffect transition="in" filter="fade">
                                      <p:cBhvr>
                                        <p:cTn id="9" dur="500"/>
                                        <p:tgtEl>
                                          <p:spTgt spid="595971">
                                            <p:txEl>
                                              <p:pRg st="1" end="1"/>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595971">
                                            <p:txEl>
                                              <p:pRg st="2" end="2"/>
                                            </p:txEl>
                                          </p:spTgt>
                                        </p:tgtEl>
                                        <p:attrNameLst>
                                          <p:attrName>style.visibility</p:attrName>
                                        </p:attrNameLst>
                                      </p:cBhvr>
                                      <p:to>
                                        <p:strVal val="visible"/>
                                      </p:to>
                                    </p:set>
                                    <p:anim calcmode="lin" valueType="num">
                                      <p:cBhvr>
                                        <p:cTn id="14" dur="500" fill="hold"/>
                                        <p:tgtEl>
                                          <p:spTgt spid="595971">
                                            <p:txEl>
                                              <p:pRg st="2" end="2"/>
                                            </p:txEl>
                                          </p:spTgt>
                                        </p:tgtEl>
                                        <p:attrNameLst>
                                          <p:attrName>ppt_w</p:attrName>
                                        </p:attrNameLst>
                                      </p:cBhvr>
                                      <p:tavLst>
                                        <p:tav tm="0">
                                          <p:val>
                                            <p:fltVal val="0"/>
                                          </p:val>
                                        </p:tav>
                                        <p:tav tm="100000">
                                          <p:val>
                                            <p:strVal val="#ppt_w"/>
                                          </p:val>
                                        </p:tav>
                                      </p:tavLst>
                                    </p:anim>
                                    <p:anim calcmode="lin" valueType="num">
                                      <p:cBhvr>
                                        <p:cTn id="15" dur="500" fill="hold"/>
                                        <p:tgtEl>
                                          <p:spTgt spid="595971">
                                            <p:txEl>
                                              <p:pRg st="2" end="2"/>
                                            </p:txEl>
                                          </p:spTgt>
                                        </p:tgtEl>
                                        <p:attrNameLst>
                                          <p:attrName>ppt_h</p:attrName>
                                        </p:attrNameLst>
                                      </p:cBhvr>
                                      <p:tavLst>
                                        <p:tav tm="0">
                                          <p:val>
                                            <p:fltVal val="0"/>
                                          </p:val>
                                        </p:tav>
                                        <p:tav tm="100000">
                                          <p:val>
                                            <p:strVal val="#ppt_h"/>
                                          </p:val>
                                        </p:tav>
                                      </p:tavLst>
                                    </p:anim>
                                    <p:animEffect transition="in" filter="fade">
                                      <p:cBhvr>
                                        <p:cTn id="16" dur="500"/>
                                        <p:tgtEl>
                                          <p:spTgt spid="595971">
                                            <p:txEl>
                                              <p:pRg st="2" end="2"/>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nodeType="clickEffect">
                                  <p:stCondLst>
                                    <p:cond delay="0"/>
                                  </p:stCondLst>
                                  <p:childTnLst>
                                    <p:set>
                                      <p:cBhvr>
                                        <p:cTn id="20" dur="1" fill="hold">
                                          <p:stCondLst>
                                            <p:cond delay="0"/>
                                          </p:stCondLst>
                                        </p:cTn>
                                        <p:tgtEl>
                                          <p:spTgt spid="595971">
                                            <p:txEl>
                                              <p:pRg st="3" end="3"/>
                                            </p:txEl>
                                          </p:spTgt>
                                        </p:tgtEl>
                                        <p:attrNameLst>
                                          <p:attrName>style.visibility</p:attrName>
                                        </p:attrNameLst>
                                      </p:cBhvr>
                                      <p:to>
                                        <p:strVal val="visible"/>
                                      </p:to>
                                    </p:set>
                                    <p:anim calcmode="lin" valueType="num">
                                      <p:cBhvr>
                                        <p:cTn id="21" dur="500" fill="hold"/>
                                        <p:tgtEl>
                                          <p:spTgt spid="595971">
                                            <p:txEl>
                                              <p:pRg st="3" end="3"/>
                                            </p:txEl>
                                          </p:spTgt>
                                        </p:tgtEl>
                                        <p:attrNameLst>
                                          <p:attrName>ppt_w</p:attrName>
                                        </p:attrNameLst>
                                      </p:cBhvr>
                                      <p:tavLst>
                                        <p:tav tm="0">
                                          <p:val>
                                            <p:fltVal val="0"/>
                                          </p:val>
                                        </p:tav>
                                        <p:tav tm="100000">
                                          <p:val>
                                            <p:strVal val="#ppt_w"/>
                                          </p:val>
                                        </p:tav>
                                      </p:tavLst>
                                    </p:anim>
                                    <p:anim calcmode="lin" valueType="num">
                                      <p:cBhvr>
                                        <p:cTn id="22" dur="500" fill="hold"/>
                                        <p:tgtEl>
                                          <p:spTgt spid="595971">
                                            <p:txEl>
                                              <p:pRg st="3" end="3"/>
                                            </p:txEl>
                                          </p:spTgt>
                                        </p:tgtEl>
                                        <p:attrNameLst>
                                          <p:attrName>ppt_h</p:attrName>
                                        </p:attrNameLst>
                                      </p:cBhvr>
                                      <p:tavLst>
                                        <p:tav tm="0">
                                          <p:val>
                                            <p:fltVal val="0"/>
                                          </p:val>
                                        </p:tav>
                                        <p:tav tm="100000">
                                          <p:val>
                                            <p:strVal val="#ppt_h"/>
                                          </p:val>
                                        </p:tav>
                                      </p:tavLst>
                                    </p:anim>
                                    <p:animEffect transition="in" filter="fade">
                                      <p:cBhvr>
                                        <p:cTn id="23" dur="500"/>
                                        <p:tgtEl>
                                          <p:spTgt spid="595971">
                                            <p:txEl>
                                              <p:pRg st="3" end="3"/>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3" presetClass="entr" presetSubtype="16" fill="hold" nodeType="clickEffect">
                                  <p:stCondLst>
                                    <p:cond delay="0"/>
                                  </p:stCondLst>
                                  <p:childTnLst>
                                    <p:set>
                                      <p:cBhvr>
                                        <p:cTn id="27" dur="1" fill="hold">
                                          <p:stCondLst>
                                            <p:cond delay="0"/>
                                          </p:stCondLst>
                                        </p:cTn>
                                        <p:tgtEl>
                                          <p:spTgt spid="2"/>
                                        </p:tgtEl>
                                        <p:attrNameLst>
                                          <p:attrName>style.visibility</p:attrName>
                                        </p:attrNameLst>
                                      </p:cBhvr>
                                      <p:to>
                                        <p:strVal val="visible"/>
                                      </p:to>
                                    </p:set>
                                    <p:anim calcmode="lin" valueType="num">
                                      <p:cBhvr>
                                        <p:cTn id="28" dur="500" fill="hold"/>
                                        <p:tgtEl>
                                          <p:spTgt spid="2"/>
                                        </p:tgtEl>
                                        <p:attrNameLst>
                                          <p:attrName>ppt_w</p:attrName>
                                        </p:attrNameLst>
                                      </p:cBhvr>
                                      <p:tavLst>
                                        <p:tav tm="0">
                                          <p:val>
                                            <p:fltVal val="0"/>
                                          </p:val>
                                        </p:tav>
                                        <p:tav tm="100000">
                                          <p:val>
                                            <p:strVal val="#ppt_w"/>
                                          </p:val>
                                        </p:tav>
                                      </p:tavLst>
                                    </p:anim>
                                    <p:anim calcmode="lin" valueType="num">
                                      <p:cBhvr>
                                        <p:cTn id="29" dur="500" fill="hold"/>
                                        <p:tgtEl>
                                          <p:spTgt spid="2"/>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7106" name="Picture 10"/>
          <p:cNvPicPr>
            <a:picLocks noChangeAspect="1"/>
          </p:cNvPicPr>
          <p:nvPr/>
        </p:nvPicPr>
        <p:blipFill>
          <a:blip r:embed="rId1"/>
          <a:stretch>
            <a:fillRect/>
          </a:stretch>
        </p:blipFill>
        <p:spPr>
          <a:xfrm>
            <a:off x="1774825" y="2060575"/>
            <a:ext cx="8667750" cy="3594100"/>
          </a:xfrm>
          <a:prstGeom prst="rect">
            <a:avLst/>
          </a:prstGeom>
          <a:noFill/>
          <a:ln w="50800" cap="flat" cmpd="thickThin">
            <a:solidFill>
              <a:srgbClr val="000080"/>
            </a:solidFill>
            <a:prstDash val="solid"/>
            <a:miter/>
            <a:headEnd type="none" w="sm" len="sm"/>
            <a:tailEnd type="none" w="sm" len="sm"/>
          </a:ln>
        </p:spPr>
      </p:pic>
      <p:sp>
        <p:nvSpPr>
          <p:cNvPr id="47107" name="Rectangle 2"/>
          <p:cNvSpPr>
            <a:spLocks noGrp="1"/>
          </p:cNvSpPr>
          <p:nvPr>
            <p:ph type="title"/>
          </p:nvPr>
        </p:nvSpPr>
        <p:spPr>
          <a:xfrm>
            <a:off x="1530350" y="333375"/>
            <a:ext cx="9167813" cy="839788"/>
          </a:xfrm>
        </p:spPr>
        <p:txBody>
          <a:bodyPr vert="horz" wrap="square" lIns="91440" tIns="45720" rIns="91440" bIns="45720" anchor="ctr" anchorCtr="0"/>
          <a:lstStyle/>
          <a:p>
            <a:r>
              <a:rPr lang="zh-CN" altLang="en-US" kern="1200" dirty="0">
                <a:latin typeface="Arial" panose="020B0604020202090204" pitchFamily="34" charset="0"/>
                <a:ea typeface="楷体_GB2312" pitchFamily="49" charset="-122"/>
                <a:cs typeface="Arial" panose="020B0604020202090204" pitchFamily="34" charset="0"/>
              </a:rPr>
              <a:t> </a:t>
            </a:r>
            <a:r>
              <a:rPr lang="en-US" altLang="zh-CN" sz="4000" kern="1200" dirty="0">
                <a:latin typeface="Arial" panose="020B0604020202090204" pitchFamily="34" charset="0"/>
                <a:ea typeface="黑体" panose="02010609060101010101" pitchFamily="49" charset="-122"/>
                <a:cs typeface="Arial" panose="020B0604020202090204" pitchFamily="34" charset="0"/>
              </a:rPr>
              <a:t>3.2.1 </a:t>
            </a:r>
            <a:r>
              <a:rPr lang="zh-CN" altLang="en-US" sz="4000" kern="1200" dirty="0">
                <a:latin typeface="Arial" panose="020B0604020202090204" pitchFamily="34" charset="0"/>
                <a:ea typeface="黑体" panose="02010609060101010101" pitchFamily="49" charset="-122"/>
                <a:cs typeface="Arial" panose="020B0604020202090204" pitchFamily="34" charset="0"/>
              </a:rPr>
              <a:t>指针变量的定义和初始化</a:t>
            </a:r>
            <a:endParaRPr lang="en-US" altLang="zh-CN" sz="4000" kern="1200" dirty="0">
              <a:latin typeface="Arial" panose="020B0604020202090204" pitchFamily="34" charset="0"/>
              <a:ea typeface="黑体" panose="02010609060101010101" pitchFamily="49" charset="-122"/>
              <a:cs typeface="Arial" panose="020B0604020202090204" pitchFamily="34" charset="0"/>
            </a:endParaRPr>
          </a:p>
        </p:txBody>
      </p:sp>
      <p:sp>
        <p:nvSpPr>
          <p:cNvPr id="47108" name="内容占位符 31"/>
          <p:cNvSpPr>
            <a:spLocks noGrp="1"/>
          </p:cNvSpPr>
          <p:nvPr>
            <p:ph idx="1"/>
          </p:nvPr>
        </p:nvSpPr>
        <p:spPr>
          <a:xfrm>
            <a:off x="1608138" y="1341438"/>
            <a:ext cx="8977312" cy="857250"/>
          </a:xfrm>
        </p:spPr>
        <p:txBody>
          <a:bodyPr vert="horz" wrap="square" lIns="91440" tIns="45720" rIns="91440" bIns="45720" anchor="t" anchorCtr="0"/>
          <a:lstStyle/>
          <a:p>
            <a:pPr eaLnBrk="1">
              <a:spcBef>
                <a:spcPct val="0"/>
              </a:spcBef>
              <a:spcAft>
                <a:spcPct val="0"/>
              </a:spcAft>
              <a:buSzPct val="50000"/>
              <a:buFont typeface="Monotype Sorts"/>
              <a:buNone/>
            </a:pPr>
            <a:r>
              <a:rPr lang="en-US" altLang="zh-CN" kern="1200" dirty="0">
                <a:latin typeface="Arial" panose="020B0604020202090204" pitchFamily="34" charset="0"/>
                <a:ea typeface="黑体" panose="02010609060101010101" pitchFamily="49" charset="-122"/>
                <a:cs typeface="Times New Roman" panose="02020503050405090304" pitchFamily="18" charset="0"/>
              </a:rPr>
              <a:t>【</a:t>
            </a:r>
            <a:r>
              <a:rPr lang="zh-CN" altLang="en-US" kern="1200" dirty="0">
                <a:latin typeface="Arial" panose="020B0604020202090204" pitchFamily="34" charset="0"/>
                <a:ea typeface="黑体" panose="02010609060101010101" pitchFamily="49" charset="-122"/>
                <a:cs typeface="Times New Roman" panose="02020503050405090304" pitchFamily="18" charset="0"/>
              </a:rPr>
              <a:t>例</a:t>
            </a:r>
            <a:r>
              <a:rPr lang="en-US" altLang="zh-CN" kern="1200" dirty="0">
                <a:latin typeface="Arial" panose="020B0604020202090204" pitchFamily="34" charset="0"/>
                <a:ea typeface="黑体" panose="02010609060101010101" pitchFamily="49" charset="-122"/>
                <a:cs typeface="Times New Roman" panose="02020503050405090304" pitchFamily="18" charset="0"/>
              </a:rPr>
              <a:t>9.2】</a:t>
            </a:r>
            <a:r>
              <a:rPr lang="zh-CN" altLang="en-US" kern="1200" dirty="0">
                <a:latin typeface="Arial" panose="020B0604020202090204" pitchFamily="34" charset="0"/>
                <a:ea typeface="黑体" panose="02010609060101010101" pitchFamily="49" charset="-122"/>
                <a:cs typeface="Times New Roman" panose="02020503050405090304" pitchFamily="18" charset="0"/>
              </a:rPr>
              <a:t>使用指针变量在屏幕上显示变量的地址值</a:t>
            </a:r>
            <a:endParaRPr lang="zh-CN" altLang="en-US" kern="1200" dirty="0">
              <a:latin typeface="Arial" panose="020B0604020202090204" pitchFamily="34" charset="0"/>
              <a:ea typeface="Times New Roman" panose="02020503050405090304" pitchFamily="18" charset="0"/>
              <a:cs typeface="+mn-cs"/>
            </a:endParaRPr>
          </a:p>
        </p:txBody>
      </p:sp>
      <p:pic>
        <p:nvPicPr>
          <p:cNvPr id="775171" name="Picture 3"/>
          <p:cNvPicPr>
            <a:picLocks noChangeAspect="1"/>
          </p:cNvPicPr>
          <p:nvPr/>
        </p:nvPicPr>
        <p:blipFill>
          <a:blip r:embed="rId2">
            <a:clrChange>
              <a:clrFrom>
                <a:srgbClr val="FFFFFF"/>
              </a:clrFrom>
              <a:clrTo>
                <a:srgbClr val="FFFFFF">
                  <a:alpha val="0"/>
                </a:srgbClr>
              </a:clrTo>
            </a:clrChange>
          </a:blip>
          <a:stretch>
            <a:fillRect/>
          </a:stretch>
        </p:blipFill>
        <p:spPr>
          <a:xfrm>
            <a:off x="3432175" y="5734050"/>
            <a:ext cx="5365750" cy="928688"/>
          </a:xfrm>
          <a:prstGeom prst="rect">
            <a:avLst/>
          </a:prstGeom>
          <a:noFill/>
          <a:ln w="12700">
            <a:noFill/>
          </a:ln>
        </p:spPr>
      </p:pic>
      <p:sp>
        <p:nvSpPr>
          <p:cNvPr id="30732" name="Rectangle 8"/>
          <p:cNvSpPr/>
          <p:nvPr/>
        </p:nvSpPr>
        <p:spPr>
          <a:xfrm>
            <a:off x="3792538" y="2276475"/>
            <a:ext cx="6910387" cy="1223963"/>
          </a:xfrm>
          <a:prstGeom prst="rect">
            <a:avLst/>
          </a:prstGeom>
          <a:solidFill>
            <a:srgbClr val="FFFFCC"/>
          </a:solidFill>
          <a:ln w="28575" cap="flat" cmpd="sng">
            <a:solidFill>
              <a:srgbClr val="008000"/>
            </a:solidFill>
            <a:prstDash val="solid"/>
            <a:miter/>
            <a:headEnd type="none" w="med" len="med"/>
            <a:tailEnd type="none" w="med" len="med"/>
          </a:ln>
        </p:spPr>
        <p:txBody>
          <a:bodyPr wrap="none" anchor="ctr" anchorCtr="0"/>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algn="ctr" eaLnBrk="1" hangingPunct="1">
              <a:lnSpc>
                <a:spcPct val="90000"/>
              </a:lnSpc>
              <a:spcBef>
                <a:spcPct val="0"/>
              </a:spcBef>
              <a:buSzPct val="80000"/>
              <a:buNone/>
            </a:pPr>
            <a:r>
              <a:rPr lang="zh-CN" altLang="en-US" sz="2400" dirty="0">
                <a:solidFill>
                  <a:srgbClr val="000066"/>
                </a:solidFill>
                <a:latin typeface="Courier New" panose="02070409020205090404" pitchFamily="49" charset="0"/>
                <a:cs typeface="Courier New" panose="02070409020205090404" pitchFamily="49" charset="0"/>
              </a:rPr>
              <a:t>告诉编译器，</a:t>
            </a:r>
            <a:r>
              <a:rPr lang="en-US" altLang="zh-CN" sz="2400" b="1" dirty="0">
                <a:solidFill>
                  <a:srgbClr val="CC0000"/>
                </a:solidFill>
                <a:latin typeface="Courier New" panose="02070409020205090404" pitchFamily="49" charset="0"/>
                <a:cs typeface="Courier New" panose="02070409020205090404" pitchFamily="49" charset="0"/>
              </a:rPr>
              <a:t>pa</a:t>
            </a:r>
            <a:r>
              <a:rPr lang="zh-CN" altLang="en-US" sz="2400" dirty="0">
                <a:solidFill>
                  <a:srgbClr val="000066"/>
                </a:solidFill>
                <a:latin typeface="Courier New" panose="02070409020205090404" pitchFamily="49" charset="0"/>
                <a:cs typeface="Courier New" panose="02070409020205090404" pitchFamily="49" charset="0"/>
              </a:rPr>
              <a:t>是一个指针变量，</a:t>
            </a:r>
            <a:endParaRPr lang="zh-CN" altLang="en-US" sz="2400" dirty="0">
              <a:solidFill>
                <a:srgbClr val="000066"/>
              </a:solidFill>
              <a:latin typeface="Courier New" panose="02070409020205090404" pitchFamily="49" charset="0"/>
              <a:cs typeface="Courier New" panose="02070409020205090404" pitchFamily="49" charset="0"/>
            </a:endParaRPr>
          </a:p>
          <a:p>
            <a:pPr marL="0" lvl="0" indent="0" algn="ctr" eaLnBrk="1" hangingPunct="1">
              <a:lnSpc>
                <a:spcPct val="90000"/>
              </a:lnSpc>
              <a:spcBef>
                <a:spcPct val="0"/>
              </a:spcBef>
              <a:buSzPct val="80000"/>
              <a:buNone/>
            </a:pPr>
            <a:r>
              <a:rPr lang="zh-CN" altLang="en-US" sz="2400" dirty="0">
                <a:solidFill>
                  <a:srgbClr val="000066"/>
                </a:solidFill>
                <a:latin typeface="Courier New" panose="02070409020205090404" pitchFamily="49" charset="0"/>
                <a:cs typeface="Courier New" panose="02070409020205090404" pitchFamily="49" charset="0"/>
              </a:rPr>
              <a:t>需要用一个</a:t>
            </a:r>
            <a:r>
              <a:rPr lang="en-US" altLang="zh-CN" sz="2400" b="1" dirty="0">
                <a:solidFill>
                  <a:srgbClr val="CC0000"/>
                </a:solidFill>
                <a:latin typeface="Courier New" panose="02070409020205090404" pitchFamily="49" charset="0"/>
                <a:cs typeface="Courier New" panose="02070409020205090404" pitchFamily="49" charset="0"/>
              </a:rPr>
              <a:t>int</a:t>
            </a:r>
            <a:r>
              <a:rPr lang="zh-CN" altLang="en-US" sz="2400" dirty="0">
                <a:solidFill>
                  <a:srgbClr val="000066"/>
                </a:solidFill>
                <a:latin typeface="Courier New" panose="02070409020205090404" pitchFamily="49" charset="0"/>
                <a:cs typeface="Courier New" panose="02070409020205090404" pitchFamily="49" charset="0"/>
              </a:rPr>
              <a:t>型变量的地址给它赋值，</a:t>
            </a:r>
            <a:endParaRPr lang="zh-CN" altLang="en-US" sz="2400" dirty="0">
              <a:solidFill>
                <a:srgbClr val="000066"/>
              </a:solidFill>
              <a:latin typeface="Courier New" panose="02070409020205090404" pitchFamily="49" charset="0"/>
              <a:cs typeface="Courier New" panose="02070409020205090404" pitchFamily="49" charset="0"/>
            </a:endParaRPr>
          </a:p>
          <a:p>
            <a:pPr marL="0" lvl="0" indent="0" algn="ctr" eaLnBrk="1" hangingPunct="1">
              <a:lnSpc>
                <a:spcPct val="90000"/>
              </a:lnSpc>
              <a:spcBef>
                <a:spcPct val="0"/>
              </a:spcBef>
              <a:buSzPct val="80000"/>
              <a:buNone/>
            </a:pPr>
            <a:r>
              <a:rPr lang="zh-CN" altLang="en-US" sz="2400" dirty="0">
                <a:solidFill>
                  <a:srgbClr val="000066"/>
                </a:solidFill>
                <a:latin typeface="Courier New" panose="02070409020205090404" pitchFamily="49" charset="0"/>
                <a:cs typeface="Courier New" panose="02070409020205090404" pitchFamily="49" charset="0"/>
              </a:rPr>
              <a:t>但</a:t>
            </a:r>
            <a:r>
              <a:rPr lang="en-US" altLang="zh-CN" sz="2400" b="1" dirty="0">
                <a:solidFill>
                  <a:srgbClr val="CC0000"/>
                </a:solidFill>
                <a:latin typeface="Courier New" panose="02070409020205090404" pitchFamily="49" charset="0"/>
                <a:cs typeface="Courier New" panose="02070409020205090404" pitchFamily="49" charset="0"/>
              </a:rPr>
              <a:t>pa</a:t>
            </a:r>
            <a:r>
              <a:rPr lang="zh-CN" altLang="en-US" sz="2400" dirty="0">
                <a:solidFill>
                  <a:srgbClr val="000066"/>
                </a:solidFill>
                <a:latin typeface="Courier New" panose="02070409020205090404" pitchFamily="49" charset="0"/>
                <a:cs typeface="Courier New" panose="02070409020205090404" pitchFamily="49" charset="0"/>
              </a:rPr>
              <a:t>并未具体指向某个</a:t>
            </a:r>
            <a:r>
              <a:rPr lang="en-US" altLang="zh-CN" sz="2400" b="1" dirty="0">
                <a:solidFill>
                  <a:srgbClr val="000066"/>
                </a:solidFill>
                <a:latin typeface="Courier New" panose="02070409020205090404" pitchFamily="49" charset="0"/>
                <a:cs typeface="Courier New" panose="02070409020205090404" pitchFamily="49" charset="0"/>
              </a:rPr>
              <a:t>int</a:t>
            </a:r>
            <a:r>
              <a:rPr lang="zh-CN" altLang="en-US" sz="2400" dirty="0">
                <a:solidFill>
                  <a:srgbClr val="000066"/>
                </a:solidFill>
                <a:latin typeface="Courier New" panose="02070409020205090404" pitchFamily="49" charset="0"/>
                <a:cs typeface="Courier New" panose="02070409020205090404" pitchFamily="49" charset="0"/>
              </a:rPr>
              <a:t>型变量</a:t>
            </a:r>
            <a:endParaRPr lang="zh-CN" altLang="en-US" sz="2400" dirty="0">
              <a:solidFill>
                <a:srgbClr val="000066"/>
              </a:solidFill>
              <a:latin typeface="Courier New" panose="02070409020205090404" pitchFamily="49" charset="0"/>
              <a:ea typeface="Courier New" panose="02070409020205090404" pitchFamily="49" charset="0"/>
            </a:endParaRPr>
          </a:p>
        </p:txBody>
      </p:sp>
      <p:sp>
        <p:nvSpPr>
          <p:cNvPr id="30733" name="Freeform 9"/>
          <p:cNvSpPr/>
          <p:nvPr/>
        </p:nvSpPr>
        <p:spPr>
          <a:xfrm>
            <a:off x="3432175" y="3284538"/>
            <a:ext cx="360363" cy="381000"/>
          </a:xfrm>
          <a:custGeom>
            <a:avLst/>
            <a:gdLst>
              <a:gd name="txL" fmla="*/ 0 w 381"/>
              <a:gd name="txT" fmla="*/ 0 h 328"/>
              <a:gd name="txR" fmla="*/ 381 w 381"/>
              <a:gd name="txB" fmla="*/ 328 h 328"/>
            </a:gdLst>
            <a:ahLst/>
            <a:cxnLst>
              <a:cxn ang="0">
                <a:pos x="2147483646" y="0"/>
              </a:cxn>
              <a:cxn ang="0">
                <a:pos x="0" y="2147483646"/>
              </a:cxn>
            </a:cxnLst>
            <a:rect l="txL" t="txT" r="txR" b="txB"/>
            <a:pathLst>
              <a:path w="381" h="328">
                <a:moveTo>
                  <a:pt x="381" y="0"/>
                </a:moveTo>
                <a:lnTo>
                  <a:pt x="0" y="328"/>
                </a:lnTo>
              </a:path>
            </a:pathLst>
          </a:custGeom>
          <a:solidFill>
            <a:srgbClr val="FFFFCC">
              <a:alpha val="100000"/>
            </a:srgbClr>
          </a:solidFill>
          <a:ln w="38100" cap="flat" cmpd="sng">
            <a:solidFill>
              <a:srgbClr val="008000">
                <a:alpha val="100000"/>
              </a:srgbClr>
            </a:solidFill>
            <a:prstDash val="solid"/>
            <a:round/>
            <a:headEnd type="none" w="med" len="med"/>
            <a:tailEnd type="stealth" w="med" len="lg"/>
          </a:ln>
        </p:spPr>
        <p:txBody>
          <a:bodyPr/>
          <a:lstStyle/>
          <a:p>
            <a:endParaRPr lang="zh-CN" altLang="en-US"/>
          </a:p>
        </p:txBody>
      </p:sp>
      <p:sp>
        <p:nvSpPr>
          <p:cNvPr id="622627" name="Rectangle 35"/>
          <p:cNvSpPr>
            <a:spLocks noChangeArrowheads="1"/>
          </p:cNvSpPr>
          <p:nvPr/>
        </p:nvSpPr>
        <p:spPr bwMode="auto">
          <a:xfrm>
            <a:off x="2673350" y="3551238"/>
            <a:ext cx="646113" cy="627063"/>
          </a:xfrm>
          <a:prstGeom prst="rect">
            <a:avLst/>
          </a:prstGeom>
          <a:noFill/>
          <a:ln w="38100">
            <a:solidFill>
              <a:srgbClr val="008000"/>
            </a:solidFill>
            <a:miter lim="800000"/>
            <a:headEnd type="none" w="sm" len="sm"/>
            <a:tailEnd type="none" w="sm" len="sm"/>
          </a:ln>
        </p:spPr>
        <p:txBody>
          <a:bodyPr wrap="none" anchor="ct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grpSp>
        <p:nvGrpSpPr>
          <p:cNvPr id="2" name="Group 3"/>
          <p:cNvGrpSpPr/>
          <p:nvPr/>
        </p:nvGrpSpPr>
        <p:grpSpPr>
          <a:xfrm>
            <a:off x="1992313" y="1557338"/>
            <a:ext cx="5737225" cy="1873250"/>
            <a:chOff x="2381" y="945"/>
            <a:chExt cx="3195" cy="1170"/>
          </a:xfrm>
        </p:grpSpPr>
        <p:sp>
          <p:nvSpPr>
            <p:cNvPr id="47114" name="Rectangle 4"/>
            <p:cNvSpPr/>
            <p:nvPr/>
          </p:nvSpPr>
          <p:spPr>
            <a:xfrm>
              <a:off x="2381" y="945"/>
              <a:ext cx="3195" cy="386"/>
            </a:xfrm>
            <a:prstGeom prst="rect">
              <a:avLst/>
            </a:prstGeom>
            <a:solidFill>
              <a:srgbClr val="FFFFCC"/>
            </a:solidFill>
            <a:ln w="28575" cap="flat" cmpd="sng">
              <a:solidFill>
                <a:srgbClr val="008000"/>
              </a:solidFill>
              <a:prstDash val="solid"/>
              <a:miter/>
              <a:headEnd type="none" w="med" len="med"/>
              <a:tailEnd type="none" w="med" len="med"/>
            </a:ln>
          </p:spPr>
          <p:txBody>
            <a:bodyPr wrap="none" anchor="ctr" anchorCtr="0"/>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algn="ctr" eaLnBrk="1" hangingPunct="1">
                <a:lnSpc>
                  <a:spcPct val="90000"/>
                </a:lnSpc>
                <a:spcBef>
                  <a:spcPts val="590"/>
                </a:spcBef>
                <a:spcAft>
                  <a:spcPts val="590"/>
                </a:spcAft>
                <a:buSzPct val="80000"/>
                <a:buNone/>
              </a:pPr>
              <a:r>
                <a:rPr lang="zh-CN" altLang="en-US" sz="2400" dirty="0">
                  <a:solidFill>
                    <a:srgbClr val="000066"/>
                  </a:solidFill>
                  <a:latin typeface="黑体" panose="02010609060101010101" pitchFamily="49" charset="-122"/>
                </a:rPr>
                <a:t>指针变量指向的数据类型</a:t>
              </a:r>
              <a:r>
                <a:rPr lang="en-US" altLang="zh-CN" sz="2400" dirty="0">
                  <a:solidFill>
                    <a:srgbClr val="000066"/>
                  </a:solidFill>
                  <a:latin typeface="黑体" panose="02010609060101010101" pitchFamily="49" charset="-122"/>
                </a:rPr>
                <a:t>,</a:t>
              </a:r>
              <a:r>
                <a:rPr lang="zh-CN" altLang="en-US" sz="2400" dirty="0">
                  <a:solidFill>
                    <a:srgbClr val="000066"/>
                  </a:solidFill>
                  <a:latin typeface="黑体" panose="02010609060101010101" pitchFamily="49" charset="-122"/>
                </a:rPr>
                <a:t>称为</a:t>
              </a:r>
              <a:r>
                <a:rPr lang="zh-CN" altLang="en-US" sz="2400" dirty="0">
                  <a:solidFill>
                    <a:srgbClr val="CC0000"/>
                  </a:solidFill>
                  <a:latin typeface="黑体" panose="02010609060101010101" pitchFamily="49" charset="-122"/>
                </a:rPr>
                <a:t>基类型</a:t>
              </a:r>
              <a:endParaRPr lang="zh-CN" altLang="en-US" sz="2400" dirty="0">
                <a:solidFill>
                  <a:srgbClr val="CC0000"/>
                </a:solidFill>
                <a:latin typeface="黑体" panose="02010609060101010101" pitchFamily="49" charset="-122"/>
              </a:endParaRPr>
            </a:p>
          </p:txBody>
        </p:sp>
        <p:sp>
          <p:nvSpPr>
            <p:cNvPr id="47115" name="Freeform 5"/>
            <p:cNvSpPr/>
            <p:nvPr/>
          </p:nvSpPr>
          <p:spPr>
            <a:xfrm flipH="1">
              <a:off x="2499" y="1324"/>
              <a:ext cx="287" cy="791"/>
            </a:xfrm>
            <a:custGeom>
              <a:avLst/>
              <a:gdLst>
                <a:gd name="txL" fmla="*/ 0 w 381"/>
                <a:gd name="txT" fmla="*/ 0 h 328"/>
                <a:gd name="txR" fmla="*/ 381 w 381"/>
                <a:gd name="txB" fmla="*/ 328 h 328"/>
              </a:gdLst>
              <a:ahLst/>
              <a:cxnLst>
                <a:cxn ang="0">
                  <a:pos x="2" y="0"/>
                </a:cxn>
                <a:cxn ang="0">
                  <a:pos x="0" y="2147483646"/>
                </a:cxn>
              </a:cxnLst>
              <a:rect l="txL" t="txT" r="txR" b="txB"/>
              <a:pathLst>
                <a:path w="381" h="328">
                  <a:moveTo>
                    <a:pt x="381" y="0"/>
                  </a:moveTo>
                  <a:lnTo>
                    <a:pt x="0" y="328"/>
                  </a:lnTo>
                </a:path>
              </a:pathLst>
            </a:custGeom>
            <a:solidFill>
              <a:srgbClr val="FFFFCC">
                <a:alpha val="100000"/>
              </a:srgbClr>
            </a:solidFill>
            <a:ln w="38100" cap="flat" cmpd="sng">
              <a:solidFill>
                <a:srgbClr val="008000">
                  <a:alpha val="100000"/>
                </a:srgbClr>
              </a:solidFill>
              <a:prstDash val="solid"/>
              <a:round/>
              <a:headEnd type="none" w="med" len="med"/>
              <a:tailEnd type="stealth" w="med" len="lg"/>
            </a:ln>
          </p:spPr>
          <p:txBody>
            <a:bodyP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1" nodeType="clickEffect">
                                  <p:stCondLst>
                                    <p:cond delay="0"/>
                                  </p:stCondLst>
                                  <p:childTnLst>
                                    <p:set>
                                      <p:cBhvr>
                                        <p:cTn id="6" dur="1" fill="hold">
                                          <p:stCondLst>
                                            <p:cond delay="0"/>
                                          </p:stCondLst>
                                        </p:cTn>
                                        <p:tgtEl>
                                          <p:spTgt spid="622627"/>
                                        </p:tgtEl>
                                        <p:attrNameLst>
                                          <p:attrName>style.visibility</p:attrName>
                                        </p:attrNameLst>
                                      </p:cBhvr>
                                      <p:to>
                                        <p:strVal val="visible"/>
                                      </p:to>
                                    </p:set>
                                    <p:animEffect transition="in" filter="box(in)">
                                      <p:cBhvr>
                                        <p:cTn id="7" dur="500"/>
                                        <p:tgtEl>
                                          <p:spTgt spid="622627"/>
                                        </p:tgtEl>
                                      </p:cBhvr>
                                    </p:animEffect>
                                  </p:childTnLst>
                                </p:cTn>
                              </p:par>
                              <p:par>
                                <p:cTn id="8" presetID="53" presetClass="entr" presetSubtype="16"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 calcmode="lin" valueType="num">
                                      <p:cBhvr>
                                        <p:cTn id="10" dur="500" fill="hold"/>
                                        <p:tgtEl>
                                          <p:spTgt spid="2"/>
                                        </p:tgtEl>
                                        <p:attrNameLst>
                                          <p:attrName>ppt_w</p:attrName>
                                        </p:attrNameLst>
                                      </p:cBhvr>
                                      <p:tavLst>
                                        <p:tav tm="0">
                                          <p:val>
                                            <p:fltVal val="0"/>
                                          </p:val>
                                        </p:tav>
                                        <p:tav tm="100000">
                                          <p:val>
                                            <p:strVal val="#ppt_w"/>
                                          </p:val>
                                        </p:tav>
                                      </p:tavLst>
                                    </p:anim>
                                    <p:anim calcmode="lin" valueType="num">
                                      <p:cBhvr>
                                        <p:cTn id="11" dur="500" fill="hold"/>
                                        <p:tgtEl>
                                          <p:spTgt spid="2"/>
                                        </p:tgtEl>
                                        <p:attrNameLst>
                                          <p:attrName>ppt_h</p:attrName>
                                        </p:attrNameLst>
                                      </p:cBhvr>
                                      <p:tavLst>
                                        <p:tav tm="0">
                                          <p:val>
                                            <p:fltVal val="0"/>
                                          </p:val>
                                        </p:tav>
                                        <p:tav tm="100000">
                                          <p:val>
                                            <p:strVal val="#ppt_h"/>
                                          </p:val>
                                        </p:tav>
                                      </p:tavLst>
                                    </p:anim>
                                    <p:animEffect transition="in" filter="fade">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xit" presetSubtype="0" fill="hold" grpId="0" nodeType="clickEffect">
                                  <p:stCondLst>
                                    <p:cond delay="0"/>
                                  </p:stCondLst>
                                  <p:childTnLst>
                                    <p:set>
                                      <p:cBhvr>
                                        <p:cTn id="16" dur="1" fill="hold">
                                          <p:stCondLst>
                                            <p:cond delay="0"/>
                                          </p:stCondLst>
                                        </p:cTn>
                                        <p:tgtEl>
                                          <p:spTgt spid="622627"/>
                                        </p:tgtEl>
                                        <p:attrNameLst>
                                          <p:attrName>style.visibility</p:attrName>
                                        </p:attrNameLst>
                                      </p:cBhvr>
                                      <p:to>
                                        <p:strVal val="hidden"/>
                                      </p:to>
                                    </p:set>
                                  </p:childTnLst>
                                </p:cTn>
                              </p:par>
                              <p:par>
                                <p:cTn id="17" presetID="1" presetClass="exit" presetSubtype="0" fill="hold" nodeType="withEffect">
                                  <p:stCondLst>
                                    <p:cond delay="0"/>
                                  </p:stCondLst>
                                  <p:childTnLst>
                                    <p:set>
                                      <p:cBhvr>
                                        <p:cTn id="18" dur="1" fill="hold">
                                          <p:stCondLst>
                                            <p:cond delay="0"/>
                                          </p:stCondLst>
                                        </p:cTn>
                                        <p:tgtEl>
                                          <p:spTgt spid="2"/>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nodeType="clickEffect">
                                  <p:stCondLst>
                                    <p:cond delay="0"/>
                                  </p:stCondLst>
                                  <p:childTnLst>
                                    <p:set>
                                      <p:cBhvr>
                                        <p:cTn id="22" dur="1" fill="hold">
                                          <p:stCondLst>
                                            <p:cond delay="0"/>
                                          </p:stCondLst>
                                        </p:cTn>
                                        <p:tgtEl>
                                          <p:spTgt spid="30733"/>
                                        </p:tgtEl>
                                        <p:attrNameLst>
                                          <p:attrName>style.visibility</p:attrName>
                                        </p:attrNameLst>
                                      </p:cBhvr>
                                      <p:to>
                                        <p:strVal val="visible"/>
                                      </p:to>
                                    </p:set>
                                    <p:animEffect transition="in" filter="wipe(down)">
                                      <p:cBhvr>
                                        <p:cTn id="23" dur="500"/>
                                        <p:tgtEl>
                                          <p:spTgt spid="30733"/>
                                        </p:tgtEl>
                                      </p:cBhvr>
                                    </p:animEffect>
                                  </p:childTnLst>
                                </p:cTn>
                              </p:par>
                              <p:par>
                                <p:cTn id="24" presetID="22" presetClass="entr" presetSubtype="4" fill="hold" grpId="0" nodeType="withEffect">
                                  <p:stCondLst>
                                    <p:cond delay="0"/>
                                  </p:stCondLst>
                                  <p:childTnLst>
                                    <p:set>
                                      <p:cBhvr>
                                        <p:cTn id="25" dur="1" fill="hold">
                                          <p:stCondLst>
                                            <p:cond delay="0"/>
                                          </p:stCondLst>
                                        </p:cTn>
                                        <p:tgtEl>
                                          <p:spTgt spid="30732"/>
                                        </p:tgtEl>
                                        <p:attrNameLst>
                                          <p:attrName>style.visibility</p:attrName>
                                        </p:attrNameLst>
                                      </p:cBhvr>
                                      <p:to>
                                        <p:strVal val="visible"/>
                                      </p:to>
                                    </p:set>
                                    <p:animEffect transition="in" filter="wipe(down)">
                                      <p:cBhvr>
                                        <p:cTn id="26" dur="500"/>
                                        <p:tgtEl>
                                          <p:spTgt spid="30732"/>
                                        </p:tgtEl>
                                      </p:cBhvr>
                                    </p:animEffect>
                                  </p:childTnLst>
                                </p:cTn>
                              </p:par>
                            </p:childTnLst>
                          </p:cTn>
                        </p:par>
                      </p:childTnLst>
                    </p:cTn>
                  </p:par>
                  <p:par>
                    <p:cTn id="27" fill="hold">
                      <p:stCondLst>
                        <p:cond delay="indefinite"/>
                      </p:stCondLst>
                      <p:childTnLst>
                        <p:par>
                          <p:cTn id="28" fill="hold">
                            <p:stCondLst>
                              <p:cond delay="0"/>
                            </p:stCondLst>
                            <p:childTnLst>
                              <p:par>
                                <p:cTn id="29" presetID="4" presetClass="entr" presetSubtype="32" fill="hold" nodeType="clickEffect">
                                  <p:stCondLst>
                                    <p:cond delay="0"/>
                                  </p:stCondLst>
                                  <p:childTnLst>
                                    <p:set>
                                      <p:cBhvr>
                                        <p:cTn id="30" dur="1" fill="hold">
                                          <p:stCondLst>
                                            <p:cond delay="0"/>
                                          </p:stCondLst>
                                        </p:cTn>
                                        <p:tgtEl>
                                          <p:spTgt spid="775171"/>
                                        </p:tgtEl>
                                        <p:attrNameLst>
                                          <p:attrName>style.visibility</p:attrName>
                                        </p:attrNameLst>
                                      </p:cBhvr>
                                      <p:to>
                                        <p:strVal val="visible"/>
                                      </p:to>
                                    </p:set>
                                    <p:animEffect transition="in" filter="box(out)">
                                      <p:cBhvr>
                                        <p:cTn id="31" dur="500"/>
                                        <p:tgtEl>
                                          <p:spTgt spid="7751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32" grpId="0" animBg="1"/>
      <p:bldP spid="622627" grpId="0" animBg="1"/>
      <p:bldP spid="622627" grpId="1" animBg="1"/>
    </p:bldLst>
  </p:timing>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9154" name="Picture 19"/>
          <p:cNvPicPr>
            <a:picLocks noChangeAspect="1"/>
          </p:cNvPicPr>
          <p:nvPr/>
        </p:nvPicPr>
        <p:blipFill>
          <a:blip r:embed="rId1"/>
          <a:stretch>
            <a:fillRect/>
          </a:stretch>
        </p:blipFill>
        <p:spPr>
          <a:xfrm>
            <a:off x="1487488" y="1989138"/>
            <a:ext cx="8974137" cy="3643312"/>
          </a:xfrm>
          <a:prstGeom prst="rect">
            <a:avLst/>
          </a:prstGeom>
          <a:noFill/>
          <a:ln w="50800" cap="flat" cmpd="thickThin">
            <a:solidFill>
              <a:srgbClr val="000080"/>
            </a:solidFill>
            <a:prstDash val="solid"/>
            <a:miter/>
            <a:headEnd type="none" w="sm" len="sm"/>
            <a:tailEnd type="none" w="sm" len="sm"/>
          </a:ln>
        </p:spPr>
      </p:pic>
      <p:sp>
        <p:nvSpPr>
          <p:cNvPr id="49155" name="Rectangle 2"/>
          <p:cNvSpPr>
            <a:spLocks noGrp="1"/>
          </p:cNvSpPr>
          <p:nvPr>
            <p:ph type="title"/>
          </p:nvPr>
        </p:nvSpPr>
        <p:spPr>
          <a:xfrm>
            <a:off x="1452563" y="404813"/>
            <a:ext cx="9167812" cy="839787"/>
          </a:xfrm>
        </p:spPr>
        <p:txBody>
          <a:bodyPr vert="horz" wrap="square" lIns="91440" tIns="45720" rIns="91440" bIns="45720" anchor="ctr" anchorCtr="0"/>
          <a:lstStyle/>
          <a:p>
            <a:r>
              <a:rPr lang="zh-CN" altLang="en-US" kern="1200" dirty="0">
                <a:latin typeface="Arial" panose="020B0604020202090204" pitchFamily="34" charset="0"/>
                <a:ea typeface="楷体_GB2312" pitchFamily="49" charset="-122"/>
                <a:cs typeface="Arial" panose="020B0604020202090204" pitchFamily="34" charset="0"/>
              </a:rPr>
              <a:t> </a:t>
            </a:r>
            <a:r>
              <a:rPr lang="en-US" altLang="zh-CN" sz="4000" kern="1200" dirty="0">
                <a:latin typeface="Arial" panose="020B0604020202090204" pitchFamily="34" charset="0"/>
                <a:ea typeface="黑体" panose="02010609060101010101" pitchFamily="49" charset="-122"/>
                <a:cs typeface="Arial" panose="020B0604020202090204" pitchFamily="34" charset="0"/>
              </a:rPr>
              <a:t>3.2.2  </a:t>
            </a:r>
            <a:r>
              <a:rPr lang="zh-CN" altLang="en-US" sz="4000" kern="1200" dirty="0">
                <a:latin typeface="Arial" panose="020B0604020202090204" pitchFamily="34" charset="0"/>
                <a:ea typeface="黑体" panose="02010609060101010101" pitchFamily="49" charset="-122"/>
                <a:cs typeface="Arial" panose="020B0604020202090204" pitchFamily="34" charset="0"/>
              </a:rPr>
              <a:t>间接寻址运算符</a:t>
            </a:r>
            <a:endParaRPr lang="en-US" altLang="zh-CN" kern="1200" dirty="0">
              <a:latin typeface="Arial" panose="020B0604020202090204" pitchFamily="34" charset="0"/>
              <a:ea typeface="黑体" panose="02010609060101010101" pitchFamily="49" charset="-122"/>
              <a:cs typeface="Arial" panose="020B0604020202090204" pitchFamily="34" charset="0"/>
            </a:endParaRPr>
          </a:p>
        </p:txBody>
      </p:sp>
      <p:sp>
        <p:nvSpPr>
          <p:cNvPr id="49156" name="内容占位符 31"/>
          <p:cNvSpPr>
            <a:spLocks noGrp="1"/>
          </p:cNvSpPr>
          <p:nvPr>
            <p:ph idx="1"/>
          </p:nvPr>
        </p:nvSpPr>
        <p:spPr>
          <a:xfrm>
            <a:off x="1608138" y="1268413"/>
            <a:ext cx="9440862" cy="857250"/>
          </a:xfrm>
        </p:spPr>
        <p:txBody>
          <a:bodyPr vert="horz" wrap="square" lIns="91440" tIns="45720" rIns="91440" bIns="45720" anchor="t" anchorCtr="0"/>
          <a:lstStyle/>
          <a:p>
            <a:pPr eaLnBrk="1">
              <a:spcBef>
                <a:spcPct val="0"/>
              </a:spcBef>
              <a:spcAft>
                <a:spcPct val="0"/>
              </a:spcAft>
              <a:buSzPct val="50000"/>
              <a:buFont typeface="Monotype Sorts"/>
              <a:buNone/>
            </a:pPr>
            <a:r>
              <a:rPr lang="en-US" altLang="zh-CN" kern="1200" dirty="0">
                <a:latin typeface="Arial" panose="020B0604020202090204" pitchFamily="34" charset="0"/>
                <a:ea typeface="黑体" panose="02010609060101010101" pitchFamily="49" charset="-122"/>
                <a:cs typeface="Arial" panose="020B0604020202090204" pitchFamily="34" charset="0"/>
              </a:rPr>
              <a:t>【</a:t>
            </a:r>
            <a:r>
              <a:rPr lang="zh-CN" altLang="en-US" kern="1200" dirty="0">
                <a:latin typeface="Arial" panose="020B0604020202090204" pitchFamily="34" charset="0"/>
                <a:ea typeface="黑体" panose="02010609060101010101" pitchFamily="49" charset="-122"/>
                <a:cs typeface="Arial" panose="020B0604020202090204" pitchFamily="34" charset="0"/>
              </a:rPr>
              <a:t>例</a:t>
            </a:r>
            <a:r>
              <a:rPr lang="en-US" altLang="zh-CN" kern="1200" dirty="0">
                <a:latin typeface="Arial" panose="020B0604020202090204" pitchFamily="34" charset="0"/>
                <a:ea typeface="黑体" panose="02010609060101010101" pitchFamily="49" charset="-122"/>
                <a:cs typeface="Arial" panose="020B0604020202090204" pitchFamily="34" charset="0"/>
              </a:rPr>
              <a:t>】</a:t>
            </a:r>
            <a:r>
              <a:rPr lang="zh-CN" altLang="en-US" kern="1200" dirty="0">
                <a:latin typeface="Arial" panose="020B0604020202090204" pitchFamily="34" charset="0"/>
                <a:ea typeface="黑体" panose="02010609060101010101" pitchFamily="49" charset="-122"/>
                <a:cs typeface="Arial" panose="020B0604020202090204" pitchFamily="34" charset="0"/>
              </a:rPr>
              <a:t>使用指针变量，通过</a:t>
            </a:r>
            <a:r>
              <a:rPr lang="zh-CN" altLang="en-US" kern="1200" dirty="0">
                <a:solidFill>
                  <a:srgbClr val="C00000"/>
                </a:solidFill>
                <a:latin typeface="Arial" panose="020B0604020202090204" pitchFamily="34" charset="0"/>
                <a:ea typeface="黑体" panose="02010609060101010101" pitchFamily="49" charset="-122"/>
                <a:cs typeface="Arial" panose="020B0604020202090204" pitchFamily="34" charset="0"/>
              </a:rPr>
              <a:t>间接寻址</a:t>
            </a:r>
            <a:r>
              <a:rPr lang="zh-CN" altLang="en-US" kern="1200" dirty="0">
                <a:latin typeface="Arial" panose="020B0604020202090204" pitchFamily="34" charset="0"/>
                <a:ea typeface="黑体" panose="02010609060101010101" pitchFamily="49" charset="-122"/>
                <a:cs typeface="Arial" panose="020B0604020202090204" pitchFamily="34" charset="0"/>
              </a:rPr>
              <a:t>输出变量的值</a:t>
            </a:r>
            <a:endParaRPr lang="zh-CN" altLang="en-US" kern="1200" dirty="0">
              <a:latin typeface="Arial" panose="020B0604020202090204" pitchFamily="34" charset="0"/>
              <a:ea typeface="Arial" panose="020B0604020202090204" pitchFamily="34" charset="0"/>
              <a:cs typeface="+mn-cs"/>
            </a:endParaRPr>
          </a:p>
        </p:txBody>
      </p:sp>
      <p:pic>
        <p:nvPicPr>
          <p:cNvPr id="780291" name="Picture 3"/>
          <p:cNvPicPr>
            <a:picLocks noChangeAspect="1"/>
          </p:cNvPicPr>
          <p:nvPr/>
        </p:nvPicPr>
        <p:blipFill>
          <a:blip r:embed="rId2">
            <a:clrChange>
              <a:clrFrom>
                <a:srgbClr val="FFFFFF"/>
              </a:clrFrom>
              <a:clrTo>
                <a:srgbClr val="FFFFFF">
                  <a:alpha val="0"/>
                </a:srgbClr>
              </a:clrTo>
            </a:clrChange>
          </a:blip>
          <a:stretch>
            <a:fillRect/>
          </a:stretch>
        </p:blipFill>
        <p:spPr>
          <a:xfrm>
            <a:off x="2711450" y="5715000"/>
            <a:ext cx="7119938" cy="908050"/>
          </a:xfrm>
          <a:prstGeom prst="rect">
            <a:avLst/>
          </a:prstGeom>
          <a:noFill/>
          <a:ln w="12700">
            <a:noFill/>
          </a:ln>
        </p:spPr>
      </p:pic>
      <p:sp>
        <p:nvSpPr>
          <p:cNvPr id="11" name="Rectangle 59"/>
          <p:cNvSpPr>
            <a:spLocks noChangeArrowheads="1"/>
          </p:cNvSpPr>
          <p:nvPr/>
        </p:nvSpPr>
        <p:spPr bwMode="auto">
          <a:xfrm>
            <a:off x="2279650" y="3933825"/>
            <a:ext cx="1701800" cy="357188"/>
          </a:xfrm>
          <a:prstGeom prst="rect">
            <a:avLst/>
          </a:prstGeom>
          <a:noFill/>
          <a:ln w="25400">
            <a:solidFill>
              <a:srgbClr val="008000"/>
            </a:solidFill>
            <a:miter lim="800000"/>
            <a:headEnd type="none" w="sm" len="sm"/>
            <a:tailEnd type="none" w="sm" len="sm"/>
          </a:ln>
        </p:spPr>
        <p:txBody>
          <a:bodyPr wrap="none" anchor="ct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grpSp>
        <p:nvGrpSpPr>
          <p:cNvPr id="49159" name="Group 11"/>
          <p:cNvGrpSpPr/>
          <p:nvPr/>
        </p:nvGrpSpPr>
        <p:grpSpPr>
          <a:xfrm>
            <a:off x="6978650" y="2276475"/>
            <a:ext cx="3511550" cy="1008063"/>
            <a:chOff x="3560" y="1434"/>
            <a:chExt cx="2042" cy="635"/>
          </a:xfrm>
        </p:grpSpPr>
        <p:sp>
          <p:nvSpPr>
            <p:cNvPr id="637960" name="Rectangle 8"/>
            <p:cNvSpPr>
              <a:spLocks noChangeArrowheads="1"/>
            </p:cNvSpPr>
            <p:nvPr/>
          </p:nvSpPr>
          <p:spPr bwMode="auto">
            <a:xfrm>
              <a:off x="3560" y="1434"/>
              <a:ext cx="1905" cy="635"/>
            </a:xfrm>
            <a:prstGeom prst="rect">
              <a:avLst/>
            </a:prstGeom>
            <a:noFill/>
            <a:ln w="12700">
              <a:solidFill>
                <a:schemeClr val="bg2"/>
              </a:solidFill>
              <a:miter lim="800000"/>
            </a:ln>
            <a:effectLst/>
          </p:spPr>
          <p:txBody>
            <a:bodyPr wrap="none" anchor="ct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49166" name="Line 9"/>
            <p:cNvSpPr/>
            <p:nvPr/>
          </p:nvSpPr>
          <p:spPr>
            <a:xfrm>
              <a:off x="4241" y="1661"/>
              <a:ext cx="381" cy="0"/>
            </a:xfrm>
            <a:prstGeom prst="line">
              <a:avLst/>
            </a:prstGeom>
            <a:ln w="57150" cap="flat" cmpd="sng">
              <a:solidFill>
                <a:srgbClr val="800000"/>
              </a:solidFill>
              <a:prstDash val="solid"/>
              <a:headEnd type="none" w="sm" len="sm"/>
              <a:tailEnd type="triangle" w="med" len="lg"/>
            </a:ln>
          </p:spPr>
        </p:sp>
        <p:sp>
          <p:nvSpPr>
            <p:cNvPr id="637964" name="Text Box 12"/>
            <p:cNvSpPr txBox="1">
              <a:spLocks noChangeArrowheads="1"/>
            </p:cNvSpPr>
            <p:nvPr/>
          </p:nvSpPr>
          <p:spPr bwMode="auto">
            <a:xfrm>
              <a:off x="3651" y="1797"/>
              <a:ext cx="498" cy="237"/>
            </a:xfrm>
            <a:prstGeom prst="rect">
              <a:avLst/>
            </a:prstGeom>
            <a:noFill/>
            <a:ln w="12700">
              <a:noFill/>
              <a:miter lim="800000"/>
              <a:headEnd type="none" w="sm" len="sm"/>
              <a:tailEnd type="none" w="sm" len="sm"/>
            </a:ln>
            <a:effectLst/>
          </p:spPr>
          <p:txBody>
            <a:bodyPr>
              <a:spAutoFit/>
            </a:bodyPr>
            <a:lstStyle/>
            <a:p>
              <a:pPr marR="0" algn="ctr" defTabSz="914400" eaLnBrk="1" hangingPunct="1">
                <a:lnSpc>
                  <a:spcPct val="90000"/>
                </a:lnSpc>
                <a:spcBef>
                  <a:spcPct val="50000"/>
                </a:spcBef>
                <a:spcAft>
                  <a:spcPts val="590"/>
                </a:spcAft>
                <a:buClr>
                  <a:schemeClr val="tx2"/>
                </a:buClr>
                <a:buSzPct val="80000"/>
                <a:buFontTx/>
                <a:buNone/>
                <a:defRPr/>
              </a:pPr>
              <a:r>
                <a:rPr kumimoji="0" lang="en-US" altLang="zh-CN" b="1" kern="1200" cap="none" spc="0" normalizeH="0" baseline="0" noProof="0">
                  <a:effectLst>
                    <a:outerShdw blurRad="38100" dist="38100" dir="2700000" algn="tl">
                      <a:srgbClr val="C0C0C0"/>
                    </a:outerShdw>
                  </a:effectLst>
                  <a:latin typeface="Courier New" panose="02070409020205090404" pitchFamily="49" charset="0"/>
                  <a:ea typeface="宋体" pitchFamily="2" charset="-122"/>
                  <a:cs typeface="+mn-cs"/>
                </a:rPr>
                <a:t>pa</a:t>
              </a:r>
              <a:endParaRPr kumimoji="0" lang="en-US" altLang="zh-CN" b="1" kern="1200" cap="none" spc="0" normalizeH="0" baseline="0" noProof="0">
                <a:effectLst>
                  <a:outerShdw blurRad="38100" dist="38100" dir="2700000" algn="tl">
                    <a:srgbClr val="C0C0C0"/>
                  </a:outerShdw>
                </a:effectLst>
                <a:latin typeface="Courier New" panose="02070409020205090404" pitchFamily="49" charset="0"/>
                <a:ea typeface="宋体" pitchFamily="2" charset="-122"/>
                <a:cs typeface="+mn-cs"/>
              </a:endParaRPr>
            </a:p>
          </p:txBody>
        </p:sp>
        <p:sp>
          <p:nvSpPr>
            <p:cNvPr id="49168" name="Rectangle 14"/>
            <p:cNvSpPr/>
            <p:nvPr/>
          </p:nvSpPr>
          <p:spPr>
            <a:xfrm>
              <a:off x="4649" y="1464"/>
              <a:ext cx="604" cy="309"/>
            </a:xfrm>
            <a:prstGeom prst="rect">
              <a:avLst/>
            </a:prstGeom>
            <a:solidFill>
              <a:srgbClr val="FFFF66"/>
            </a:solidFill>
            <a:ln w="9525" cap="flat" cmpd="sng">
              <a:prstDash val="solid"/>
              <a:miter/>
              <a:headEnd type="none" w="med" len="med"/>
              <a:tailEnd type="none" w="med" len="med"/>
            </a:ln>
            <a:scene3d>
              <a:camera prst="legacyPerspectiveBottom">
                <a:rot lat="0" lon="0" rev="0"/>
              </a:camera>
              <a:lightRig rig="legacyFlat3" dir="t"/>
            </a:scene3d>
            <a:sp3d extrusionH="887400" prstMaterial="legacyMatte">
              <a:bevelT w="13500" h="13500" prst="angle"/>
              <a:bevelB w="13500" h="13500" prst="angle"/>
              <a:extrusionClr>
                <a:srgbClr val="FFFF66"/>
              </a:extrusionClr>
            </a:sp3d>
          </p:spPr>
          <p:txBody>
            <a:bodyPr>
              <a:spAutoFit/>
              <a:flatTx/>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ts val="590"/>
                </a:spcBef>
                <a:spcAft>
                  <a:spcPts val="590"/>
                </a:spcAft>
                <a:buSzPct val="80000"/>
                <a:buNone/>
              </a:pPr>
              <a:r>
                <a:rPr lang="en-US" altLang="zh-CN" sz="2800" b="1" dirty="0">
                  <a:latin typeface="Courier New" panose="02070409020205090404" pitchFamily="49" charset="0"/>
                  <a:ea typeface="宋体" pitchFamily="2" charset="-122"/>
                </a:rPr>
                <a:t> 0</a:t>
              </a:r>
              <a:endParaRPr lang="en-US" altLang="zh-CN" sz="2800" b="1" dirty="0">
                <a:latin typeface="Courier New" panose="02070409020205090404" pitchFamily="49" charset="0"/>
                <a:ea typeface="宋体" pitchFamily="2" charset="-122"/>
              </a:endParaRPr>
            </a:p>
          </p:txBody>
        </p:sp>
        <p:sp>
          <p:nvSpPr>
            <p:cNvPr id="637967" name="Text Box 15"/>
            <p:cNvSpPr txBox="1">
              <a:spLocks noChangeArrowheads="1"/>
            </p:cNvSpPr>
            <p:nvPr/>
          </p:nvSpPr>
          <p:spPr bwMode="auto">
            <a:xfrm>
              <a:off x="4649" y="1797"/>
              <a:ext cx="498" cy="237"/>
            </a:xfrm>
            <a:prstGeom prst="rect">
              <a:avLst/>
            </a:prstGeom>
            <a:noFill/>
            <a:ln w="12700">
              <a:noFill/>
              <a:miter lim="800000"/>
              <a:headEnd type="none" w="sm" len="sm"/>
              <a:tailEnd type="none" w="sm" len="sm"/>
            </a:ln>
            <a:effectLst/>
          </p:spPr>
          <p:txBody>
            <a:bodyPr>
              <a:spAutoFit/>
            </a:bodyPr>
            <a:lstStyle/>
            <a:p>
              <a:pPr marR="0" algn="ctr" defTabSz="914400" eaLnBrk="1" hangingPunct="1">
                <a:lnSpc>
                  <a:spcPct val="90000"/>
                </a:lnSpc>
                <a:spcBef>
                  <a:spcPct val="50000"/>
                </a:spcBef>
                <a:spcAft>
                  <a:spcPts val="590"/>
                </a:spcAft>
                <a:buClr>
                  <a:schemeClr val="tx2"/>
                </a:buClr>
                <a:buSzPct val="80000"/>
                <a:buFontTx/>
                <a:buNone/>
                <a:defRPr/>
              </a:pPr>
              <a:r>
                <a:rPr kumimoji="0" lang="en-US" altLang="zh-CN" b="1" kern="1200" cap="none" spc="0" normalizeH="0" baseline="0" noProof="0">
                  <a:effectLst>
                    <a:outerShdw blurRad="38100" dist="38100" dir="2700000" algn="tl">
                      <a:srgbClr val="C0C0C0"/>
                    </a:outerShdw>
                  </a:effectLst>
                  <a:latin typeface="Courier New" panose="02070409020205090404" pitchFamily="49" charset="0"/>
                  <a:ea typeface="宋体" pitchFamily="2" charset="-122"/>
                  <a:cs typeface="+mn-cs"/>
                </a:rPr>
                <a:t>*pa</a:t>
              </a:r>
              <a:endParaRPr kumimoji="0" lang="en-US" altLang="zh-CN" b="1" kern="1200" cap="none" spc="0" normalizeH="0" baseline="0" noProof="0">
                <a:effectLst>
                  <a:outerShdw blurRad="38100" dist="38100" dir="2700000" algn="tl">
                    <a:srgbClr val="C0C0C0"/>
                  </a:outerShdw>
                </a:effectLst>
                <a:latin typeface="Courier New" panose="02070409020205090404" pitchFamily="49" charset="0"/>
                <a:ea typeface="宋体" pitchFamily="2" charset="-122"/>
                <a:cs typeface="+mn-cs"/>
              </a:endParaRPr>
            </a:p>
          </p:txBody>
        </p:sp>
        <p:sp>
          <p:nvSpPr>
            <p:cNvPr id="49170" name="Rectangle 14"/>
            <p:cNvSpPr/>
            <p:nvPr/>
          </p:nvSpPr>
          <p:spPr>
            <a:xfrm>
              <a:off x="3606" y="1455"/>
              <a:ext cx="604" cy="309"/>
            </a:xfrm>
            <a:prstGeom prst="rect">
              <a:avLst/>
            </a:prstGeom>
            <a:solidFill>
              <a:srgbClr val="FFFF66"/>
            </a:solidFill>
            <a:ln w="9525" cap="flat" cmpd="sng">
              <a:prstDash val="solid"/>
              <a:miter/>
              <a:headEnd type="none" w="med" len="med"/>
              <a:tailEnd type="none" w="med" len="med"/>
            </a:ln>
            <a:scene3d>
              <a:camera prst="legacyPerspectiveBottom">
                <a:rot lat="0" lon="0" rev="0"/>
              </a:camera>
              <a:lightRig rig="legacyFlat3" dir="t"/>
            </a:scene3d>
            <a:sp3d extrusionH="887400" prstMaterial="legacyMatte">
              <a:bevelT w="13500" h="13500" prst="angle"/>
              <a:bevelB w="13500" h="13500" prst="angle"/>
              <a:extrusionClr>
                <a:srgbClr val="FFFF66"/>
              </a:extrusionClr>
            </a:sp3d>
          </p:spPr>
          <p:txBody>
            <a:bodyPr>
              <a:spAutoFit/>
              <a:flatTx/>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ts val="590"/>
                </a:spcBef>
                <a:spcAft>
                  <a:spcPts val="590"/>
                </a:spcAft>
                <a:buSzPct val="80000"/>
                <a:buNone/>
              </a:pPr>
              <a:r>
                <a:rPr lang="en-US" altLang="zh-CN" sz="2800" b="1" dirty="0">
                  <a:latin typeface="Courier New" panose="02070409020205090404" pitchFamily="49" charset="0"/>
                  <a:ea typeface="宋体" pitchFamily="2" charset="-122"/>
                </a:rPr>
                <a:t> &amp;a</a:t>
              </a:r>
              <a:endParaRPr lang="en-US" altLang="zh-CN" sz="2800" b="1" dirty="0">
                <a:latin typeface="Courier New" panose="02070409020205090404" pitchFamily="49" charset="0"/>
                <a:ea typeface="宋体" pitchFamily="2" charset="-122"/>
              </a:endParaRPr>
            </a:p>
          </p:txBody>
        </p:sp>
        <p:sp>
          <p:nvSpPr>
            <p:cNvPr id="3" name="Text Box 12"/>
            <p:cNvSpPr txBox="1">
              <a:spLocks noChangeArrowheads="1"/>
            </p:cNvSpPr>
            <p:nvPr/>
          </p:nvSpPr>
          <p:spPr bwMode="auto">
            <a:xfrm>
              <a:off x="5103" y="1480"/>
              <a:ext cx="499" cy="237"/>
            </a:xfrm>
            <a:prstGeom prst="rect">
              <a:avLst/>
            </a:prstGeom>
            <a:noFill/>
            <a:ln w="12700">
              <a:noFill/>
              <a:miter lim="800000"/>
              <a:headEnd type="none" w="sm" len="sm"/>
              <a:tailEnd type="none" w="sm" len="sm"/>
            </a:ln>
            <a:effectLst/>
          </p:spPr>
          <p:txBody>
            <a:bodyPr>
              <a:spAutoFit/>
            </a:bodyPr>
            <a:lstStyle>
              <a:lvl1pPr>
                <a:defRPr sz="2000">
                  <a:solidFill>
                    <a:schemeClr val="tx1"/>
                  </a:solidFill>
                  <a:latin typeface="Arial" panose="020B0604020202090204" pitchFamily="34" charset="0"/>
                  <a:ea typeface="宋体" pitchFamily="2" charset="-122"/>
                </a:defRPr>
              </a:lvl1pPr>
              <a:lvl2pPr marL="742950" indent="-285750">
                <a:defRPr sz="2000">
                  <a:solidFill>
                    <a:schemeClr val="tx1"/>
                  </a:solidFill>
                  <a:latin typeface="Arial" panose="020B0604020202090204" pitchFamily="34" charset="0"/>
                  <a:ea typeface="宋体" pitchFamily="2" charset="-122"/>
                </a:defRPr>
              </a:lvl2pPr>
              <a:lvl3pPr marL="1143000" indent="-228600">
                <a:defRPr sz="2000">
                  <a:solidFill>
                    <a:schemeClr val="tx1"/>
                  </a:solidFill>
                  <a:latin typeface="Arial" panose="020B0604020202090204" pitchFamily="34" charset="0"/>
                  <a:ea typeface="宋体" pitchFamily="2" charset="-122"/>
                </a:defRPr>
              </a:lvl3pPr>
              <a:lvl4pPr marL="1600200" indent="-228600">
                <a:defRPr sz="2000">
                  <a:solidFill>
                    <a:schemeClr val="tx1"/>
                  </a:solidFill>
                  <a:latin typeface="Arial" panose="020B0604020202090204" pitchFamily="34" charset="0"/>
                  <a:ea typeface="宋体" pitchFamily="2" charset="-122"/>
                </a:defRPr>
              </a:lvl4pPr>
              <a:lvl5pPr marL="2057400" indent="-228600">
                <a:defRPr sz="2000">
                  <a:solidFill>
                    <a:schemeClr val="tx1"/>
                  </a:solidFill>
                  <a:latin typeface="Arial" panose="020B0604020202090204" pitchFamily="34" charset="0"/>
                  <a:ea typeface="宋体" pitchFamily="2" charset="-122"/>
                </a:defRPr>
              </a:lvl5pPr>
              <a:lvl6pPr marL="2514600" indent="-228600" eaLnBrk="0" fontAlgn="base" hangingPunct="0">
                <a:lnSpc>
                  <a:spcPct val="90000"/>
                </a:lnSpc>
                <a:spcBef>
                  <a:spcPts val="590"/>
                </a:spcBef>
                <a:spcAft>
                  <a:spcPts val="590"/>
                </a:spcAft>
                <a:buClr>
                  <a:schemeClr val="tx2"/>
                </a:buClr>
                <a:buSzPct val="80000"/>
                <a:buFont typeface="Wingdings" panose="05000000000000000000" pitchFamily="2" charset="2"/>
                <a:defRPr sz="2000">
                  <a:solidFill>
                    <a:schemeClr val="tx1"/>
                  </a:solidFill>
                  <a:latin typeface="Arial" panose="020B0604020202090204" pitchFamily="34" charset="0"/>
                  <a:ea typeface="宋体" pitchFamily="2" charset="-122"/>
                </a:defRPr>
              </a:lvl6pPr>
              <a:lvl7pPr marL="2971800" indent="-228600" eaLnBrk="0" fontAlgn="base" hangingPunct="0">
                <a:lnSpc>
                  <a:spcPct val="90000"/>
                </a:lnSpc>
                <a:spcBef>
                  <a:spcPts val="590"/>
                </a:spcBef>
                <a:spcAft>
                  <a:spcPts val="590"/>
                </a:spcAft>
                <a:buClr>
                  <a:schemeClr val="tx2"/>
                </a:buClr>
                <a:buSzPct val="80000"/>
                <a:buFont typeface="Wingdings" panose="05000000000000000000" pitchFamily="2" charset="2"/>
                <a:defRPr sz="2000">
                  <a:solidFill>
                    <a:schemeClr val="tx1"/>
                  </a:solidFill>
                  <a:latin typeface="Arial" panose="020B0604020202090204" pitchFamily="34" charset="0"/>
                  <a:ea typeface="宋体" pitchFamily="2" charset="-122"/>
                </a:defRPr>
              </a:lvl7pPr>
              <a:lvl8pPr marL="3429000" indent="-228600" eaLnBrk="0" fontAlgn="base" hangingPunct="0">
                <a:lnSpc>
                  <a:spcPct val="90000"/>
                </a:lnSpc>
                <a:spcBef>
                  <a:spcPts val="590"/>
                </a:spcBef>
                <a:spcAft>
                  <a:spcPts val="590"/>
                </a:spcAft>
                <a:buClr>
                  <a:schemeClr val="tx2"/>
                </a:buClr>
                <a:buSzPct val="80000"/>
                <a:buFont typeface="Wingdings" panose="05000000000000000000" pitchFamily="2" charset="2"/>
                <a:defRPr sz="2000">
                  <a:solidFill>
                    <a:schemeClr val="tx1"/>
                  </a:solidFill>
                  <a:latin typeface="Arial" panose="020B0604020202090204" pitchFamily="34" charset="0"/>
                  <a:ea typeface="宋体" pitchFamily="2" charset="-122"/>
                </a:defRPr>
              </a:lvl8pPr>
              <a:lvl9pPr marL="3886200" indent="-228600" eaLnBrk="0" fontAlgn="base" hangingPunct="0">
                <a:lnSpc>
                  <a:spcPct val="90000"/>
                </a:lnSpc>
                <a:spcBef>
                  <a:spcPts val="590"/>
                </a:spcBef>
                <a:spcAft>
                  <a:spcPts val="590"/>
                </a:spcAft>
                <a:buClr>
                  <a:schemeClr val="tx2"/>
                </a:buClr>
                <a:buSzPct val="80000"/>
                <a:buFont typeface="Wingdings" panose="05000000000000000000" pitchFamily="2" charset="2"/>
                <a:defRPr sz="2000">
                  <a:solidFill>
                    <a:schemeClr val="tx1"/>
                  </a:solidFill>
                  <a:latin typeface="Arial" panose="020B0604020202090204" pitchFamily="34" charset="0"/>
                  <a:ea typeface="宋体" pitchFamily="2" charset="-122"/>
                </a:defRPr>
              </a:lvl9pPr>
            </a:lstStyle>
            <a:p>
              <a:pPr marL="0" marR="0" lvl="0" indent="0" algn="ctr" defTabSz="914400" rtl="0" eaLnBrk="1" fontAlgn="base" latinLnBrk="0" hangingPunct="1">
                <a:lnSpc>
                  <a:spcPct val="90000"/>
                </a:lnSpc>
                <a:spcBef>
                  <a:spcPct val="50000"/>
                </a:spcBef>
                <a:spcAft>
                  <a:spcPts val="590"/>
                </a:spcAft>
                <a:buClr>
                  <a:schemeClr val="tx2"/>
                </a:buClr>
                <a:buSzPct val="80000"/>
                <a:buFontTx/>
                <a:buNone/>
                <a:defRPr/>
              </a:pPr>
              <a:r>
                <a:rPr kumimoji="0" lang="en-US" altLang="zh-CN" sz="2000" b="1" i="0" u="none" strike="noStrike" kern="1200" cap="none" spc="0" normalizeH="0" baseline="0" noProof="0">
                  <a:ln>
                    <a:noFill/>
                  </a:ln>
                  <a:solidFill>
                    <a:schemeClr val="tx1"/>
                  </a:solidFill>
                  <a:effectLst>
                    <a:outerShdw blurRad="38100" dist="38100" dir="2700000" algn="tl">
                      <a:srgbClr val="C0C0C0"/>
                    </a:outerShdw>
                  </a:effectLst>
                  <a:uLnTx/>
                  <a:uFillTx/>
                  <a:latin typeface="Courier New" panose="02070409020205090404" pitchFamily="49" charset="0"/>
                  <a:ea typeface="宋体" pitchFamily="2" charset="-122"/>
                  <a:cs typeface="+mn-cs"/>
                </a:rPr>
                <a:t>a</a:t>
              </a:r>
              <a:endParaRPr kumimoji="0" lang="en-US" altLang="zh-CN" sz="2000" b="1" i="0" u="none" strike="noStrike" kern="1200" cap="none" spc="0" normalizeH="0" baseline="0" noProof="0">
                <a:ln>
                  <a:noFill/>
                </a:ln>
                <a:solidFill>
                  <a:schemeClr val="tx1"/>
                </a:solidFill>
                <a:effectLst>
                  <a:outerShdw blurRad="38100" dist="38100" dir="2700000" algn="tl">
                    <a:srgbClr val="C0C0C0"/>
                  </a:outerShdw>
                </a:effectLst>
                <a:uLnTx/>
                <a:uFillTx/>
                <a:latin typeface="Courier New" panose="02070409020205090404" pitchFamily="49" charset="0"/>
                <a:ea typeface="宋体" pitchFamily="2" charset="-122"/>
                <a:cs typeface="+mn-cs"/>
              </a:endParaRPr>
            </a:p>
          </p:txBody>
        </p:sp>
      </p:grpSp>
      <p:sp>
        <p:nvSpPr>
          <p:cNvPr id="25619" name="Text Box 19"/>
          <p:cNvSpPr txBox="1">
            <a:spLocks noChangeArrowheads="1"/>
          </p:cNvSpPr>
          <p:nvPr/>
        </p:nvSpPr>
        <p:spPr bwMode="auto">
          <a:xfrm>
            <a:off x="9140825" y="2327275"/>
            <a:ext cx="457200" cy="490538"/>
          </a:xfrm>
          <a:prstGeom prst="rect">
            <a:avLst/>
          </a:prstGeom>
          <a:solidFill>
            <a:srgbClr val="BECA1C"/>
          </a:solidFill>
          <a:ln w="12700">
            <a:noFill/>
            <a:miter lim="800000"/>
            <a:headEnd type="none" w="sm" len="sm"/>
            <a:tailEnd type="none" w="sm" len="sm"/>
          </a:ln>
          <a:effectLst/>
        </p:spPr>
        <p:txBody>
          <a:bodyPr lIns="72000" rIns="72000">
            <a:spAutoFit/>
          </a:bodyPr>
          <a:lstStyle>
            <a:lvl1pPr>
              <a:defRPr sz="2000">
                <a:solidFill>
                  <a:schemeClr val="tx1"/>
                </a:solidFill>
                <a:latin typeface="Arial" panose="020B0604020202090204" pitchFamily="34" charset="0"/>
                <a:ea typeface="宋体" pitchFamily="2" charset="-122"/>
              </a:defRPr>
            </a:lvl1pPr>
            <a:lvl2pPr marL="742950" indent="-285750">
              <a:defRPr sz="2000">
                <a:solidFill>
                  <a:schemeClr val="tx1"/>
                </a:solidFill>
                <a:latin typeface="Arial" panose="020B0604020202090204" pitchFamily="34" charset="0"/>
                <a:ea typeface="宋体" pitchFamily="2" charset="-122"/>
              </a:defRPr>
            </a:lvl2pPr>
            <a:lvl3pPr marL="1143000" indent="-228600">
              <a:defRPr sz="2000">
                <a:solidFill>
                  <a:schemeClr val="tx1"/>
                </a:solidFill>
                <a:latin typeface="Arial" panose="020B0604020202090204" pitchFamily="34" charset="0"/>
                <a:ea typeface="宋体" pitchFamily="2" charset="-122"/>
              </a:defRPr>
            </a:lvl3pPr>
            <a:lvl4pPr marL="1600200" indent="-228600">
              <a:defRPr sz="2000">
                <a:solidFill>
                  <a:schemeClr val="tx1"/>
                </a:solidFill>
                <a:latin typeface="Arial" panose="020B0604020202090204" pitchFamily="34" charset="0"/>
                <a:ea typeface="宋体" pitchFamily="2" charset="-122"/>
              </a:defRPr>
            </a:lvl4pPr>
            <a:lvl5pPr marL="2057400" indent="-228600">
              <a:defRPr sz="2000">
                <a:solidFill>
                  <a:schemeClr val="tx1"/>
                </a:solidFill>
                <a:latin typeface="Arial" panose="020B0604020202090204" pitchFamily="34" charset="0"/>
                <a:ea typeface="宋体" pitchFamily="2" charset="-122"/>
              </a:defRPr>
            </a:lvl5pPr>
            <a:lvl6pPr marL="2514600" indent="-228600" eaLnBrk="0" fontAlgn="base" hangingPunct="0">
              <a:lnSpc>
                <a:spcPct val="90000"/>
              </a:lnSpc>
              <a:spcBef>
                <a:spcPts val="590"/>
              </a:spcBef>
              <a:spcAft>
                <a:spcPts val="590"/>
              </a:spcAft>
              <a:buClr>
                <a:schemeClr val="tx2"/>
              </a:buClr>
              <a:buSzPct val="80000"/>
              <a:buFont typeface="Wingdings" panose="05000000000000000000" pitchFamily="2" charset="2"/>
              <a:defRPr sz="2000">
                <a:solidFill>
                  <a:schemeClr val="tx1"/>
                </a:solidFill>
                <a:latin typeface="Arial" panose="020B0604020202090204" pitchFamily="34" charset="0"/>
                <a:ea typeface="宋体" pitchFamily="2" charset="-122"/>
              </a:defRPr>
            </a:lvl6pPr>
            <a:lvl7pPr marL="2971800" indent="-228600" eaLnBrk="0" fontAlgn="base" hangingPunct="0">
              <a:lnSpc>
                <a:spcPct val="90000"/>
              </a:lnSpc>
              <a:spcBef>
                <a:spcPts val="590"/>
              </a:spcBef>
              <a:spcAft>
                <a:spcPts val="590"/>
              </a:spcAft>
              <a:buClr>
                <a:schemeClr val="tx2"/>
              </a:buClr>
              <a:buSzPct val="80000"/>
              <a:buFont typeface="Wingdings" panose="05000000000000000000" pitchFamily="2" charset="2"/>
              <a:defRPr sz="2000">
                <a:solidFill>
                  <a:schemeClr val="tx1"/>
                </a:solidFill>
                <a:latin typeface="Arial" panose="020B0604020202090204" pitchFamily="34" charset="0"/>
                <a:ea typeface="宋体" pitchFamily="2" charset="-122"/>
              </a:defRPr>
            </a:lvl7pPr>
            <a:lvl8pPr marL="3429000" indent="-228600" eaLnBrk="0" fontAlgn="base" hangingPunct="0">
              <a:lnSpc>
                <a:spcPct val="90000"/>
              </a:lnSpc>
              <a:spcBef>
                <a:spcPts val="590"/>
              </a:spcBef>
              <a:spcAft>
                <a:spcPts val="590"/>
              </a:spcAft>
              <a:buClr>
                <a:schemeClr val="tx2"/>
              </a:buClr>
              <a:buSzPct val="80000"/>
              <a:buFont typeface="Wingdings" panose="05000000000000000000" pitchFamily="2" charset="2"/>
              <a:defRPr sz="2000">
                <a:solidFill>
                  <a:schemeClr val="tx1"/>
                </a:solidFill>
                <a:latin typeface="Arial" panose="020B0604020202090204" pitchFamily="34" charset="0"/>
                <a:ea typeface="宋体" pitchFamily="2" charset="-122"/>
              </a:defRPr>
            </a:lvl8pPr>
            <a:lvl9pPr marL="3886200" indent="-228600" eaLnBrk="0" fontAlgn="base" hangingPunct="0">
              <a:lnSpc>
                <a:spcPct val="90000"/>
              </a:lnSpc>
              <a:spcBef>
                <a:spcPts val="590"/>
              </a:spcBef>
              <a:spcAft>
                <a:spcPts val="590"/>
              </a:spcAft>
              <a:buClr>
                <a:schemeClr val="tx2"/>
              </a:buClr>
              <a:buSzPct val="80000"/>
              <a:buFont typeface="Wingdings" panose="05000000000000000000" pitchFamily="2" charset="2"/>
              <a:defRPr sz="2000">
                <a:solidFill>
                  <a:schemeClr val="tx1"/>
                </a:solidFill>
                <a:latin typeface="Arial" panose="020B0604020202090204" pitchFamily="34" charset="0"/>
                <a:ea typeface="宋体" pitchFamily="2" charset="-122"/>
              </a:defRPr>
            </a:lvl9pPr>
          </a:lstStyle>
          <a:p>
            <a:pPr marL="0" marR="0" lvl="0" indent="0" algn="l" defTabSz="914400" rtl="0" eaLnBrk="1" fontAlgn="base" latinLnBrk="0" hangingPunct="1">
              <a:lnSpc>
                <a:spcPct val="90000"/>
              </a:lnSpc>
              <a:spcBef>
                <a:spcPct val="50000"/>
              </a:spcBef>
              <a:spcAft>
                <a:spcPts val="590"/>
              </a:spcAft>
              <a:buClr>
                <a:schemeClr val="tx2"/>
              </a:buClr>
              <a:buSzPct val="80000"/>
              <a:buFontTx/>
              <a:buNone/>
              <a:defRPr/>
            </a:pPr>
            <a:r>
              <a:rPr kumimoji="0" lang="en-US" altLang="zh-CN" sz="2800" b="1" i="0" u="none" strike="noStrike" kern="1200" cap="none" spc="0" normalizeH="0" baseline="0" noProof="0">
                <a:ln>
                  <a:noFill/>
                </a:ln>
                <a:solidFill>
                  <a:srgbClr val="FF0000"/>
                </a:solidFill>
                <a:effectLst>
                  <a:outerShdw blurRad="38100" dist="38100" dir="2700000" algn="tl">
                    <a:srgbClr val="000000"/>
                  </a:outerShdw>
                </a:effectLst>
                <a:uLnTx/>
                <a:uFillTx/>
                <a:latin typeface="Courier New" panose="02070409020205090404" pitchFamily="49" charset="0"/>
                <a:ea typeface="宋体" pitchFamily="2" charset="-122"/>
                <a:cs typeface="+mn-cs"/>
              </a:rPr>
              <a:t>9</a:t>
            </a:r>
            <a:endParaRPr kumimoji="0" lang="en-US" altLang="zh-CN" sz="2800" b="1" i="0" u="none" strike="noStrike" kern="1200" cap="none" spc="0" normalizeH="0" baseline="0" noProof="0">
              <a:ln>
                <a:noFill/>
              </a:ln>
              <a:solidFill>
                <a:srgbClr val="FF0000"/>
              </a:solidFill>
              <a:effectLst>
                <a:outerShdw blurRad="38100" dist="38100" dir="2700000" algn="tl">
                  <a:srgbClr val="000000"/>
                </a:outerShdw>
              </a:effectLst>
              <a:uLnTx/>
              <a:uFillTx/>
              <a:latin typeface="Courier New" panose="02070409020205090404" pitchFamily="49" charset="0"/>
              <a:ea typeface="宋体" pitchFamily="2" charset="-122"/>
              <a:cs typeface="+mn-cs"/>
            </a:endParaRPr>
          </a:p>
        </p:txBody>
      </p:sp>
      <p:grpSp>
        <p:nvGrpSpPr>
          <p:cNvPr id="4" name="Group 20"/>
          <p:cNvGrpSpPr/>
          <p:nvPr/>
        </p:nvGrpSpPr>
        <p:grpSpPr>
          <a:xfrm>
            <a:off x="1847850" y="4292600"/>
            <a:ext cx="8526463" cy="1339850"/>
            <a:chOff x="567" y="2722"/>
            <a:chExt cx="4958" cy="844"/>
          </a:xfrm>
        </p:grpSpPr>
        <p:sp>
          <p:nvSpPr>
            <p:cNvPr id="49163" name="Rectangle 4"/>
            <p:cNvSpPr/>
            <p:nvPr/>
          </p:nvSpPr>
          <p:spPr>
            <a:xfrm>
              <a:off x="567" y="3226"/>
              <a:ext cx="4958" cy="340"/>
            </a:xfrm>
            <a:prstGeom prst="rect">
              <a:avLst/>
            </a:prstGeom>
            <a:solidFill>
              <a:srgbClr val="FFFFCC"/>
            </a:solidFill>
            <a:ln w="28575" cap="flat" cmpd="sng">
              <a:solidFill>
                <a:srgbClr val="008000"/>
              </a:solidFill>
              <a:prstDash val="solid"/>
              <a:miter/>
              <a:headEnd type="none" w="med" len="med"/>
              <a:tailEnd type="none" w="med" len="med"/>
            </a:ln>
          </p:spPr>
          <p:txBody>
            <a:bodyPr wrap="none" anchor="ctr" anchorCtr="0"/>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algn="ctr" eaLnBrk="1" hangingPunct="1">
                <a:lnSpc>
                  <a:spcPct val="90000"/>
                </a:lnSpc>
                <a:spcBef>
                  <a:spcPts val="590"/>
                </a:spcBef>
                <a:spcAft>
                  <a:spcPts val="590"/>
                </a:spcAft>
                <a:buSzPct val="80000"/>
                <a:buNone/>
              </a:pPr>
              <a:r>
                <a:rPr lang="zh-CN" altLang="en-US" sz="2000" b="1" dirty="0">
                  <a:solidFill>
                    <a:srgbClr val="000066"/>
                  </a:solidFill>
                  <a:cs typeface="Arial" panose="020B0604020202090204" pitchFamily="34" charset="0"/>
                </a:rPr>
                <a:t>引用指针指向的变量的值，称为指针的解引用</a:t>
              </a:r>
              <a:r>
                <a:rPr lang="en-US" altLang="zh-CN" sz="2000" b="1" dirty="0">
                  <a:solidFill>
                    <a:srgbClr val="000066"/>
                  </a:solidFill>
                  <a:cs typeface="Arial" panose="020B0604020202090204" pitchFamily="34" charset="0"/>
                </a:rPr>
                <a:t>(Pointer Dereference)</a:t>
              </a:r>
              <a:endParaRPr lang="zh-CN" altLang="en-US" sz="2000" b="1" dirty="0">
                <a:solidFill>
                  <a:srgbClr val="000066"/>
                </a:solidFill>
                <a:ea typeface="Arial" panose="020B0604020202090204" pitchFamily="34" charset="0"/>
              </a:endParaRPr>
            </a:p>
          </p:txBody>
        </p:sp>
        <p:sp>
          <p:nvSpPr>
            <p:cNvPr id="49164" name="Freeform 5"/>
            <p:cNvSpPr/>
            <p:nvPr/>
          </p:nvSpPr>
          <p:spPr>
            <a:xfrm flipH="1" flipV="1">
              <a:off x="576" y="2722"/>
              <a:ext cx="272" cy="499"/>
            </a:xfrm>
            <a:custGeom>
              <a:avLst/>
              <a:gdLst>
                <a:gd name="txL" fmla="*/ 0 w 381"/>
                <a:gd name="txT" fmla="*/ 0 h 328"/>
                <a:gd name="txR" fmla="*/ 381 w 381"/>
                <a:gd name="txB" fmla="*/ 328 h 328"/>
              </a:gdLst>
              <a:ahLst/>
              <a:cxnLst>
                <a:cxn ang="0">
                  <a:pos x="1" y="0"/>
                </a:cxn>
                <a:cxn ang="0">
                  <a:pos x="0" y="1446931"/>
                </a:cxn>
              </a:cxnLst>
              <a:rect l="txL" t="txT" r="txR" b="txB"/>
              <a:pathLst>
                <a:path w="381" h="328">
                  <a:moveTo>
                    <a:pt x="381" y="0"/>
                  </a:moveTo>
                  <a:lnTo>
                    <a:pt x="0" y="328"/>
                  </a:lnTo>
                </a:path>
              </a:pathLst>
            </a:custGeom>
            <a:solidFill>
              <a:srgbClr val="FFFFCC">
                <a:alpha val="100000"/>
              </a:srgbClr>
            </a:solidFill>
            <a:ln w="38100" cap="flat" cmpd="sng">
              <a:solidFill>
                <a:srgbClr val="008000">
                  <a:alpha val="100000"/>
                </a:srgbClr>
              </a:solidFill>
              <a:prstDash val="solid"/>
              <a:round/>
              <a:headEnd type="none" w="med" len="med"/>
              <a:tailEnd type="stealth" w="med" len="lg"/>
            </a:ln>
          </p:spPr>
          <p:txBody>
            <a:bodyPr/>
            <a:lstStyle/>
            <a:p>
              <a:endParaRPr lang="zh-CN" altLang="en-US"/>
            </a:p>
          </p:txBody>
        </p:sp>
      </p:grpSp>
      <p:sp>
        <p:nvSpPr>
          <p:cNvPr id="23" name="椭圆 22"/>
          <p:cNvSpPr/>
          <p:nvPr/>
        </p:nvSpPr>
        <p:spPr>
          <a:xfrm>
            <a:off x="2600325" y="6553200"/>
            <a:ext cx="73025" cy="7302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lt1"/>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p:cTn id="7" dur="500" fill="hold"/>
                                        <p:tgtEl>
                                          <p:spTgt spid="11"/>
                                        </p:tgtEl>
                                        <p:attrNameLst>
                                          <p:attrName>ppt_w</p:attrName>
                                        </p:attrNameLst>
                                      </p:cBhvr>
                                      <p:tavLst>
                                        <p:tav tm="0">
                                          <p:val>
                                            <p:fltVal val="0"/>
                                          </p:val>
                                        </p:tav>
                                        <p:tav tm="100000">
                                          <p:val>
                                            <p:strVal val="#ppt_w"/>
                                          </p:val>
                                        </p:tav>
                                      </p:tavLst>
                                    </p:anim>
                                    <p:anim calcmode="lin" valueType="num">
                                      <p:cBhvr>
                                        <p:cTn id="8" dur="500" fill="hold"/>
                                        <p:tgtEl>
                                          <p:spTgt spid="11"/>
                                        </p:tgtEl>
                                        <p:attrNameLst>
                                          <p:attrName>ppt_h</p:attrName>
                                        </p:attrNameLst>
                                      </p:cBhvr>
                                      <p:tavLst>
                                        <p:tav tm="0">
                                          <p:val>
                                            <p:fltVal val="0"/>
                                          </p:val>
                                        </p:tav>
                                        <p:tav tm="100000">
                                          <p:val>
                                            <p:strVal val="#ppt_h"/>
                                          </p:val>
                                        </p:tav>
                                      </p:tavLst>
                                    </p:anim>
                                    <p:animEffect transition="in" filter="fade">
                                      <p:cBhvr>
                                        <p:cTn id="9" dur="500"/>
                                        <p:tgtEl>
                                          <p:spTgt spid="11"/>
                                        </p:tgtEl>
                                      </p:cBhvr>
                                    </p:animEffect>
                                  </p:childTnLst>
                                </p:cTn>
                              </p:par>
                              <p:par>
                                <p:cTn id="10" presetID="22" presetClass="entr" presetSubtype="1" fill="hold" nodeType="with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up)">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53" presetClass="entr" presetSubtype="16" fill="hold" grpId="0" nodeType="clickEffect">
                                  <p:stCondLst>
                                    <p:cond delay="0"/>
                                  </p:stCondLst>
                                  <p:childTnLst>
                                    <p:set>
                                      <p:cBhvr>
                                        <p:cTn id="16" dur="1" fill="hold">
                                          <p:stCondLst>
                                            <p:cond delay="0"/>
                                          </p:stCondLst>
                                        </p:cTn>
                                        <p:tgtEl>
                                          <p:spTgt spid="25619"/>
                                        </p:tgtEl>
                                        <p:attrNameLst>
                                          <p:attrName>style.visibility</p:attrName>
                                        </p:attrNameLst>
                                      </p:cBhvr>
                                      <p:to>
                                        <p:strVal val="visible"/>
                                      </p:to>
                                    </p:set>
                                    <p:anim calcmode="lin" valueType="num">
                                      <p:cBhvr>
                                        <p:cTn id="17" dur="500" fill="hold"/>
                                        <p:tgtEl>
                                          <p:spTgt spid="25619"/>
                                        </p:tgtEl>
                                        <p:attrNameLst>
                                          <p:attrName>ppt_w</p:attrName>
                                        </p:attrNameLst>
                                      </p:cBhvr>
                                      <p:tavLst>
                                        <p:tav tm="0">
                                          <p:val>
                                            <p:fltVal val="0"/>
                                          </p:val>
                                        </p:tav>
                                        <p:tav tm="100000">
                                          <p:val>
                                            <p:strVal val="#ppt_w"/>
                                          </p:val>
                                        </p:tav>
                                      </p:tavLst>
                                    </p:anim>
                                    <p:anim calcmode="lin" valueType="num">
                                      <p:cBhvr>
                                        <p:cTn id="18" dur="500" fill="hold"/>
                                        <p:tgtEl>
                                          <p:spTgt spid="25619"/>
                                        </p:tgtEl>
                                        <p:attrNameLst>
                                          <p:attrName>ppt_h</p:attrName>
                                        </p:attrNameLst>
                                      </p:cBhvr>
                                      <p:tavLst>
                                        <p:tav tm="0">
                                          <p:val>
                                            <p:fltVal val="0"/>
                                          </p:val>
                                        </p:tav>
                                        <p:tav tm="100000">
                                          <p:val>
                                            <p:strVal val="#ppt_h"/>
                                          </p:val>
                                        </p:tav>
                                      </p:tavLst>
                                    </p:anim>
                                    <p:animEffect transition="in" filter="fade">
                                      <p:cBhvr>
                                        <p:cTn id="19" dur="500"/>
                                        <p:tgtEl>
                                          <p:spTgt spid="25619"/>
                                        </p:tgtEl>
                                      </p:cBhvr>
                                    </p:animEffect>
                                  </p:childTnLst>
                                </p:cTn>
                              </p:par>
                            </p:childTnLst>
                          </p:cTn>
                        </p:par>
                      </p:childTnLst>
                    </p:cTn>
                  </p:par>
                  <p:par>
                    <p:cTn id="20" fill="hold">
                      <p:stCondLst>
                        <p:cond delay="indefinite"/>
                      </p:stCondLst>
                      <p:childTnLst>
                        <p:par>
                          <p:cTn id="21" fill="hold">
                            <p:stCondLst>
                              <p:cond delay="0"/>
                            </p:stCondLst>
                            <p:childTnLst>
                              <p:par>
                                <p:cTn id="22" presetID="53" presetClass="entr" presetSubtype="16" fill="hold" nodeType="clickEffect">
                                  <p:stCondLst>
                                    <p:cond delay="0"/>
                                  </p:stCondLst>
                                  <p:childTnLst>
                                    <p:set>
                                      <p:cBhvr>
                                        <p:cTn id="23" dur="1" fill="hold">
                                          <p:stCondLst>
                                            <p:cond delay="0"/>
                                          </p:stCondLst>
                                        </p:cTn>
                                        <p:tgtEl>
                                          <p:spTgt spid="780291"/>
                                        </p:tgtEl>
                                        <p:attrNameLst>
                                          <p:attrName>style.visibility</p:attrName>
                                        </p:attrNameLst>
                                      </p:cBhvr>
                                      <p:to>
                                        <p:strVal val="visible"/>
                                      </p:to>
                                    </p:set>
                                    <p:anim calcmode="lin" valueType="num">
                                      <p:cBhvr>
                                        <p:cTn id="24" dur="500" fill="hold"/>
                                        <p:tgtEl>
                                          <p:spTgt spid="780291"/>
                                        </p:tgtEl>
                                        <p:attrNameLst>
                                          <p:attrName>ppt_w</p:attrName>
                                        </p:attrNameLst>
                                      </p:cBhvr>
                                      <p:tavLst>
                                        <p:tav tm="0">
                                          <p:val>
                                            <p:fltVal val="0"/>
                                          </p:val>
                                        </p:tav>
                                        <p:tav tm="100000">
                                          <p:val>
                                            <p:strVal val="#ppt_w"/>
                                          </p:val>
                                        </p:tav>
                                      </p:tavLst>
                                    </p:anim>
                                    <p:anim calcmode="lin" valueType="num">
                                      <p:cBhvr>
                                        <p:cTn id="25" dur="500" fill="hold"/>
                                        <p:tgtEl>
                                          <p:spTgt spid="780291"/>
                                        </p:tgtEl>
                                        <p:attrNameLst>
                                          <p:attrName>ppt_h</p:attrName>
                                        </p:attrNameLst>
                                      </p:cBhvr>
                                      <p:tavLst>
                                        <p:tav tm="0">
                                          <p:val>
                                            <p:fltVal val="0"/>
                                          </p:val>
                                        </p:tav>
                                        <p:tav tm="100000">
                                          <p:val>
                                            <p:strVal val="#ppt_h"/>
                                          </p:val>
                                        </p:tav>
                                      </p:tavLst>
                                    </p:anim>
                                    <p:animEffect transition="in" filter="fade">
                                      <p:cBhvr>
                                        <p:cTn id="26" dur="500"/>
                                        <p:tgtEl>
                                          <p:spTgt spid="7802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25619" grpId="0" animBg="1"/>
    </p:bldLst>
  </p:timing>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33156" name="Rectangle 4"/>
          <p:cNvSpPr>
            <a:spLocks noChangeArrowheads="1"/>
          </p:cNvSpPr>
          <p:nvPr/>
        </p:nvSpPr>
        <p:spPr bwMode="auto">
          <a:xfrm>
            <a:off x="6521450" y="1449388"/>
            <a:ext cx="4425950" cy="4967288"/>
          </a:xfrm>
          <a:prstGeom prst="rect">
            <a:avLst/>
          </a:prstGeom>
          <a:solidFill>
            <a:srgbClr val="FFFFFF"/>
          </a:solidFill>
          <a:ln>
            <a:noFill/>
          </a:ln>
          <a:effectLst>
            <a:outerShdw dist="107763" dir="18900000" algn="ctr" rotWithShape="0">
              <a:schemeClr val="tx2"/>
            </a:outerShdw>
          </a:effectLst>
        </p:spPr>
        <p:txBody>
          <a:bodyPr wrap="none" anchor="ct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41987" name="Rectangle 5"/>
          <p:cNvSpPr/>
          <p:nvPr/>
        </p:nvSpPr>
        <p:spPr>
          <a:xfrm>
            <a:off x="6527800" y="3994150"/>
            <a:ext cx="4392613" cy="2519363"/>
          </a:xfrm>
          <a:prstGeom prst="rect">
            <a:avLst/>
          </a:prstGeom>
          <a:solidFill>
            <a:schemeClr val="bg2"/>
          </a:solidFill>
          <a:ln w="9525">
            <a:noFill/>
          </a:ln>
        </p:spPr>
        <p:txBody>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ts val="590"/>
              </a:spcBef>
              <a:spcAft>
                <a:spcPts val="590"/>
              </a:spcAft>
              <a:buSzPct val="80000"/>
              <a:buNone/>
            </a:pPr>
            <a:endParaRPr lang="en-US" altLang="zh-CN" sz="2000" b="1" dirty="0">
              <a:latin typeface="Courier New" panose="02070409020205090404" pitchFamily="49" charset="0"/>
              <a:ea typeface="宋体" pitchFamily="2" charset="-122"/>
            </a:endParaRPr>
          </a:p>
          <a:p>
            <a:pPr marL="0" lvl="0" indent="0" eaLnBrk="1" hangingPunct="1">
              <a:lnSpc>
                <a:spcPct val="90000"/>
              </a:lnSpc>
              <a:spcBef>
                <a:spcPct val="0"/>
              </a:spcBef>
              <a:buSzPct val="80000"/>
              <a:buNone/>
            </a:pPr>
            <a:r>
              <a:rPr lang="en-US" altLang="zh-CN" sz="2000" b="1" dirty="0">
                <a:latin typeface="Courier New" panose="02070409020205090404" pitchFamily="49" charset="0"/>
                <a:ea typeface="宋体" pitchFamily="2" charset="-122"/>
              </a:rPr>
              <a:t>void Swap( int *x, int *y )</a:t>
            </a:r>
            <a:endParaRPr lang="en-US" altLang="zh-CN" sz="2000" b="1" dirty="0">
              <a:latin typeface="Courier New" panose="02070409020205090404" pitchFamily="49" charset="0"/>
              <a:ea typeface="宋体" pitchFamily="2" charset="-122"/>
            </a:endParaRPr>
          </a:p>
          <a:p>
            <a:pPr marL="0" lvl="0" indent="0" eaLnBrk="1" hangingPunct="1">
              <a:lnSpc>
                <a:spcPct val="90000"/>
              </a:lnSpc>
              <a:spcBef>
                <a:spcPct val="0"/>
              </a:spcBef>
              <a:buSzPct val="80000"/>
              <a:buNone/>
            </a:pPr>
            <a:r>
              <a:rPr lang="en-US" altLang="zh-CN" sz="2000" b="1" dirty="0">
                <a:latin typeface="Courier New" panose="02070409020205090404" pitchFamily="49" charset="0"/>
                <a:ea typeface="宋体" pitchFamily="2" charset="-122"/>
              </a:rPr>
              <a:t>{ </a:t>
            </a:r>
            <a:endParaRPr lang="en-US" altLang="zh-CN" sz="2000" b="1" dirty="0">
              <a:latin typeface="Courier New" panose="02070409020205090404" pitchFamily="49" charset="0"/>
              <a:ea typeface="宋体" pitchFamily="2" charset="-122"/>
            </a:endParaRPr>
          </a:p>
          <a:p>
            <a:pPr marL="0" lvl="0" indent="0" eaLnBrk="1" hangingPunct="1">
              <a:lnSpc>
                <a:spcPct val="90000"/>
              </a:lnSpc>
              <a:spcBef>
                <a:spcPct val="0"/>
              </a:spcBef>
              <a:buSzPct val="80000"/>
              <a:buNone/>
            </a:pPr>
            <a:r>
              <a:rPr lang="en-US" altLang="zh-CN" sz="2000" b="1" dirty="0">
                <a:latin typeface="Courier New" panose="02070409020205090404" pitchFamily="49" charset="0"/>
                <a:ea typeface="宋体" pitchFamily="2" charset="-122"/>
              </a:rPr>
              <a:t>    int temp;</a:t>
            </a:r>
            <a:endParaRPr lang="en-US" altLang="zh-CN" sz="2000" b="1" dirty="0">
              <a:latin typeface="Courier New" panose="02070409020205090404" pitchFamily="49" charset="0"/>
              <a:ea typeface="宋体" pitchFamily="2" charset="-122"/>
            </a:endParaRPr>
          </a:p>
          <a:p>
            <a:pPr marL="0" lvl="0" indent="0" eaLnBrk="1" hangingPunct="1">
              <a:lnSpc>
                <a:spcPct val="90000"/>
              </a:lnSpc>
              <a:spcBef>
                <a:spcPct val="0"/>
              </a:spcBef>
              <a:buSzPct val="80000"/>
              <a:buNone/>
            </a:pPr>
            <a:r>
              <a:rPr lang="en-US" altLang="zh-CN" sz="2000" b="1" dirty="0">
                <a:latin typeface="Courier New" panose="02070409020205090404" pitchFamily="49" charset="0"/>
                <a:ea typeface="宋体" pitchFamily="2" charset="-122"/>
              </a:rPr>
              <a:t>    temp = *x;</a:t>
            </a:r>
            <a:endParaRPr lang="en-US" altLang="zh-CN" sz="2000" b="1" dirty="0">
              <a:latin typeface="Courier New" panose="02070409020205090404" pitchFamily="49" charset="0"/>
              <a:ea typeface="宋体" pitchFamily="2" charset="-122"/>
            </a:endParaRPr>
          </a:p>
          <a:p>
            <a:pPr marL="0" lvl="0" indent="0" eaLnBrk="1" hangingPunct="1">
              <a:lnSpc>
                <a:spcPct val="90000"/>
              </a:lnSpc>
              <a:spcBef>
                <a:spcPct val="0"/>
              </a:spcBef>
              <a:buSzPct val="80000"/>
              <a:buNone/>
            </a:pPr>
            <a:r>
              <a:rPr lang="en-US" altLang="zh-CN" sz="2000" b="1" dirty="0">
                <a:latin typeface="Courier New" panose="02070409020205090404" pitchFamily="49" charset="0"/>
                <a:ea typeface="宋体" pitchFamily="2" charset="-122"/>
              </a:rPr>
              <a:t>    *x = *y;</a:t>
            </a:r>
            <a:endParaRPr lang="en-US" altLang="zh-CN" sz="2000" b="1" dirty="0">
              <a:latin typeface="Courier New" panose="02070409020205090404" pitchFamily="49" charset="0"/>
              <a:ea typeface="宋体" pitchFamily="2" charset="-122"/>
            </a:endParaRPr>
          </a:p>
          <a:p>
            <a:pPr marL="0" lvl="0" indent="0" eaLnBrk="1" hangingPunct="1">
              <a:lnSpc>
                <a:spcPct val="90000"/>
              </a:lnSpc>
              <a:spcBef>
                <a:spcPct val="0"/>
              </a:spcBef>
              <a:buSzPct val="80000"/>
              <a:buNone/>
            </a:pPr>
            <a:r>
              <a:rPr lang="en-US" altLang="zh-CN" sz="2000" b="1" dirty="0">
                <a:latin typeface="Courier New" panose="02070409020205090404" pitchFamily="49" charset="0"/>
                <a:ea typeface="宋体" pitchFamily="2" charset="-122"/>
              </a:rPr>
              <a:t>    *y = temp;</a:t>
            </a:r>
            <a:endParaRPr lang="en-US" altLang="zh-CN" sz="2000" b="1" dirty="0">
              <a:latin typeface="Courier New" panose="02070409020205090404" pitchFamily="49" charset="0"/>
              <a:ea typeface="宋体" pitchFamily="2" charset="-122"/>
            </a:endParaRPr>
          </a:p>
          <a:p>
            <a:pPr marL="0" lvl="0" indent="0" eaLnBrk="1" hangingPunct="1">
              <a:lnSpc>
                <a:spcPct val="90000"/>
              </a:lnSpc>
              <a:spcBef>
                <a:spcPct val="0"/>
              </a:spcBef>
              <a:buSzPct val="80000"/>
              <a:buNone/>
            </a:pPr>
            <a:r>
              <a:rPr lang="en-US" altLang="zh-CN" sz="2000" b="1" dirty="0">
                <a:latin typeface="Courier New" panose="02070409020205090404" pitchFamily="49" charset="0"/>
                <a:ea typeface="宋体" pitchFamily="2" charset="-122"/>
              </a:rPr>
              <a:t>}</a:t>
            </a:r>
            <a:endParaRPr lang="en-US" altLang="zh-CN" sz="2000" b="1" dirty="0">
              <a:latin typeface="Courier New" panose="02070409020205090404" pitchFamily="49" charset="0"/>
              <a:ea typeface="宋体" pitchFamily="2" charset="-122"/>
            </a:endParaRPr>
          </a:p>
          <a:p>
            <a:pPr marL="0" lvl="0" indent="0" eaLnBrk="1" hangingPunct="1">
              <a:lnSpc>
                <a:spcPct val="90000"/>
              </a:lnSpc>
              <a:spcBef>
                <a:spcPts val="590"/>
              </a:spcBef>
              <a:spcAft>
                <a:spcPts val="590"/>
              </a:spcAft>
              <a:buSzPct val="80000"/>
              <a:buNone/>
            </a:pPr>
            <a:endParaRPr lang="zh-CN" altLang="en-US" sz="2000" b="1" dirty="0">
              <a:latin typeface="Courier New" panose="02070409020205090404" pitchFamily="49" charset="0"/>
              <a:ea typeface="宋体" pitchFamily="2" charset="-122"/>
            </a:endParaRPr>
          </a:p>
        </p:txBody>
      </p:sp>
      <p:sp>
        <p:nvSpPr>
          <p:cNvPr id="433158" name="Rectangle 6"/>
          <p:cNvSpPr>
            <a:spLocks noChangeArrowheads="1"/>
          </p:cNvSpPr>
          <p:nvPr/>
        </p:nvSpPr>
        <p:spPr bwMode="auto">
          <a:xfrm>
            <a:off x="6519863" y="1479550"/>
            <a:ext cx="4491038" cy="2919413"/>
          </a:xfrm>
          <a:prstGeom prst="rect">
            <a:avLst/>
          </a:prstGeom>
          <a:solidFill>
            <a:schemeClr val="bg2"/>
          </a:solidFill>
          <a:ln w="9525">
            <a:noFill/>
            <a:miter lim="800000"/>
          </a:ln>
          <a:effectLst/>
        </p:spPr>
        <p:txBody>
          <a:bodyPr>
            <a:spAutoFit/>
          </a:bodyPr>
          <a:lstStyle/>
          <a:p>
            <a:pPr marL="0" marR="0" lvl="0" indent="0" algn="l" defTabSz="914400" rtl="0" eaLnBrk="1" fontAlgn="base" latinLnBrk="0" hangingPunct="1">
              <a:lnSpc>
                <a:spcPts val="2200"/>
              </a:lnSpc>
              <a:spcBef>
                <a:spcPts val="0"/>
              </a:spcBef>
              <a:spcAft>
                <a:spcPts val="0"/>
              </a:spcAft>
              <a:buClr>
                <a:schemeClr val="tx2"/>
              </a:buClr>
              <a:buSzPct val="80000"/>
              <a:buFontTx/>
              <a:buNone/>
              <a:defRPr/>
            </a:pPr>
            <a:r>
              <a:rPr kumimoji="1" lang="en-US" altLang="zh-CN" sz="2000" b="1" i="0" u="none" strike="noStrike" kern="1200" cap="none" spc="0" normalizeH="0" baseline="0" noProof="0" dirty="0" err="1">
                <a:ln>
                  <a:noFill/>
                </a:ln>
                <a:solidFill>
                  <a:schemeClr val="tx1"/>
                </a:solidFill>
                <a:effectLst/>
                <a:uLnTx/>
                <a:uFillTx/>
                <a:latin typeface="Courier New" panose="02070409020205090404" pitchFamily="49" charset="0"/>
                <a:ea typeface="宋体" pitchFamily="2" charset="-122"/>
                <a:cs typeface="+mn-cs"/>
              </a:rPr>
              <a:t>int</a:t>
            </a:r>
            <a:r>
              <a:rPr kumimoji="1" lang="en-US" altLang="zh-CN" sz="2000" b="1" i="0" u="none" strike="noStrike" kern="1200" cap="none" spc="0" normalizeH="0" baseline="0" noProof="0" dirty="0">
                <a:ln>
                  <a:noFill/>
                </a:ln>
                <a:solidFill>
                  <a:schemeClr val="tx1"/>
                </a:solidFill>
                <a:effectLst/>
                <a:uLnTx/>
                <a:uFillTx/>
                <a:latin typeface="Courier New" panose="02070409020205090404" pitchFamily="49" charset="0"/>
                <a:ea typeface="宋体" pitchFamily="2" charset="-122"/>
                <a:cs typeface="+mn-cs"/>
              </a:rPr>
              <a:t> main()</a:t>
            </a:r>
            <a:endParaRPr kumimoji="1" lang="en-US" altLang="zh-CN" sz="2000" b="1" i="0" u="none" strike="noStrike" kern="1200" cap="none" spc="0" normalizeH="0" baseline="0" noProof="0" dirty="0">
              <a:ln>
                <a:noFill/>
              </a:ln>
              <a:solidFill>
                <a:schemeClr val="tx1"/>
              </a:solidFill>
              <a:effectLst/>
              <a:uLnTx/>
              <a:uFillTx/>
              <a:latin typeface="Courier New" panose="02070409020205090404" pitchFamily="49" charset="0"/>
              <a:ea typeface="宋体" pitchFamily="2" charset="-122"/>
              <a:cs typeface="+mn-cs"/>
            </a:endParaRPr>
          </a:p>
          <a:p>
            <a:pPr marL="0" marR="0" lvl="0" indent="0" algn="l" defTabSz="914400" rtl="0" eaLnBrk="1" fontAlgn="base" latinLnBrk="0" hangingPunct="1">
              <a:lnSpc>
                <a:spcPts val="2200"/>
              </a:lnSpc>
              <a:spcBef>
                <a:spcPts val="0"/>
              </a:spcBef>
              <a:spcAft>
                <a:spcPts val="0"/>
              </a:spcAft>
              <a:buClr>
                <a:schemeClr val="tx2"/>
              </a:buClr>
              <a:buSzPct val="80000"/>
              <a:buFontTx/>
              <a:buNone/>
              <a:defRPr/>
            </a:pPr>
            <a:r>
              <a:rPr kumimoji="1" lang="en-US" altLang="zh-CN" sz="2000" b="1" i="0" u="none" strike="noStrike" kern="1200" cap="none" spc="0" normalizeH="0" baseline="0" noProof="0" dirty="0">
                <a:ln>
                  <a:noFill/>
                </a:ln>
                <a:solidFill>
                  <a:schemeClr val="tx1"/>
                </a:solidFill>
                <a:effectLst/>
                <a:uLnTx/>
                <a:uFillTx/>
                <a:latin typeface="Courier New" panose="02070409020205090404" pitchFamily="49" charset="0"/>
                <a:ea typeface="宋体" pitchFamily="2" charset="-122"/>
                <a:cs typeface="+mn-cs"/>
              </a:rPr>
              <a:t>{</a:t>
            </a:r>
            <a:endParaRPr kumimoji="1" lang="en-US" altLang="zh-CN" sz="2000" b="1" i="0" u="none" strike="noStrike" kern="1200" cap="none" spc="0" normalizeH="0" baseline="0" noProof="0" dirty="0">
              <a:ln>
                <a:noFill/>
              </a:ln>
              <a:solidFill>
                <a:schemeClr val="tx1"/>
              </a:solidFill>
              <a:effectLst/>
              <a:uLnTx/>
              <a:uFillTx/>
              <a:latin typeface="Courier New" panose="02070409020205090404" pitchFamily="49" charset="0"/>
              <a:ea typeface="宋体" pitchFamily="2" charset="-122"/>
              <a:cs typeface="+mn-cs"/>
            </a:endParaRPr>
          </a:p>
          <a:p>
            <a:pPr marL="0" marR="0" lvl="0" indent="0" algn="l" defTabSz="914400" rtl="0" eaLnBrk="1" fontAlgn="base" latinLnBrk="0" hangingPunct="1">
              <a:lnSpc>
                <a:spcPts val="2200"/>
              </a:lnSpc>
              <a:spcBef>
                <a:spcPts val="0"/>
              </a:spcBef>
              <a:spcAft>
                <a:spcPts val="0"/>
              </a:spcAft>
              <a:buClr>
                <a:schemeClr val="tx2"/>
              </a:buClr>
              <a:buSzPct val="80000"/>
              <a:buFontTx/>
              <a:buNone/>
              <a:defRPr/>
            </a:pPr>
            <a:r>
              <a:rPr kumimoji="1" lang="en-US" altLang="zh-CN" sz="2000" b="1" i="0" u="none" strike="noStrike" kern="1200" cap="none" spc="0" normalizeH="0" baseline="0" noProof="0" dirty="0">
                <a:ln>
                  <a:noFill/>
                </a:ln>
                <a:solidFill>
                  <a:schemeClr val="tx1"/>
                </a:solidFill>
                <a:effectLst/>
                <a:uLnTx/>
                <a:uFillTx/>
                <a:latin typeface="Courier New" panose="02070409020205090404" pitchFamily="49" charset="0"/>
                <a:ea typeface="宋体" pitchFamily="2" charset="-122"/>
                <a:cs typeface="+mn-cs"/>
              </a:rPr>
              <a:t>  </a:t>
            </a:r>
            <a:r>
              <a:rPr kumimoji="1" lang="en-US" altLang="zh-CN" sz="2000" b="1" i="0" u="none" strike="noStrike" kern="1200" cap="none" spc="0" normalizeH="0" baseline="0" noProof="0" dirty="0" err="1">
                <a:ln>
                  <a:noFill/>
                </a:ln>
                <a:solidFill>
                  <a:schemeClr val="tx1"/>
                </a:solidFill>
                <a:effectLst/>
                <a:uLnTx/>
                <a:uFillTx/>
                <a:latin typeface="Courier New" panose="02070409020205090404" pitchFamily="49" charset="0"/>
                <a:ea typeface="宋体" pitchFamily="2" charset="-122"/>
                <a:cs typeface="+mn-cs"/>
              </a:rPr>
              <a:t>int</a:t>
            </a:r>
            <a:r>
              <a:rPr kumimoji="1" lang="en-US" altLang="zh-CN" sz="2000" b="1" i="0" u="none" strike="noStrike" kern="1200" cap="none" spc="0" normalizeH="0" baseline="0" noProof="0" dirty="0">
                <a:ln>
                  <a:noFill/>
                </a:ln>
                <a:solidFill>
                  <a:schemeClr val="tx1"/>
                </a:solidFill>
                <a:effectLst/>
                <a:uLnTx/>
                <a:uFillTx/>
                <a:latin typeface="Courier New" panose="02070409020205090404" pitchFamily="49" charset="0"/>
                <a:ea typeface="宋体" pitchFamily="2" charset="-122"/>
                <a:cs typeface="+mn-cs"/>
              </a:rPr>
              <a:t> a, b;</a:t>
            </a:r>
            <a:endParaRPr kumimoji="1" lang="en-US" altLang="zh-CN" sz="2000" b="1" i="0" u="none" strike="noStrike" kern="1200" cap="none" spc="0" normalizeH="0" baseline="0" noProof="0" dirty="0">
              <a:ln>
                <a:noFill/>
              </a:ln>
              <a:solidFill>
                <a:schemeClr val="tx1"/>
              </a:solidFill>
              <a:effectLst/>
              <a:uLnTx/>
              <a:uFillTx/>
              <a:latin typeface="Courier New" panose="02070409020205090404" pitchFamily="49" charset="0"/>
              <a:ea typeface="宋体" pitchFamily="2" charset="-122"/>
              <a:cs typeface="+mn-cs"/>
            </a:endParaRPr>
          </a:p>
          <a:p>
            <a:pPr marL="0" marR="0" lvl="0" indent="0" algn="l" defTabSz="914400" rtl="0" eaLnBrk="1" fontAlgn="base" latinLnBrk="0" hangingPunct="1">
              <a:lnSpc>
                <a:spcPts val="2200"/>
              </a:lnSpc>
              <a:spcBef>
                <a:spcPts val="0"/>
              </a:spcBef>
              <a:spcAft>
                <a:spcPts val="0"/>
              </a:spcAft>
              <a:buClr>
                <a:schemeClr val="tx2"/>
              </a:buClr>
              <a:buSzPct val="80000"/>
              <a:buFontTx/>
              <a:buNone/>
              <a:defRPr/>
            </a:pPr>
            <a:r>
              <a:rPr kumimoji="1" lang="en-US" altLang="zh-CN" sz="2000" b="1" i="0" u="none" strike="noStrike" kern="1200" cap="none" spc="0" normalizeH="0" baseline="0" noProof="0" dirty="0">
                <a:ln>
                  <a:noFill/>
                </a:ln>
                <a:solidFill>
                  <a:schemeClr val="tx1"/>
                </a:solidFill>
                <a:effectLst/>
                <a:uLnTx/>
                <a:uFillTx/>
                <a:latin typeface="Courier New" panose="02070409020205090404" pitchFamily="49" charset="0"/>
                <a:ea typeface="宋体" pitchFamily="2" charset="-122"/>
                <a:cs typeface="+mn-cs"/>
              </a:rPr>
              <a:t>  a = 5;</a:t>
            </a:r>
            <a:endParaRPr kumimoji="1" lang="en-US" altLang="zh-CN" sz="2000" b="1" i="0" u="none" strike="noStrike" kern="1200" cap="none" spc="0" normalizeH="0" baseline="0" noProof="0" dirty="0">
              <a:ln>
                <a:noFill/>
              </a:ln>
              <a:solidFill>
                <a:schemeClr val="tx1"/>
              </a:solidFill>
              <a:effectLst/>
              <a:uLnTx/>
              <a:uFillTx/>
              <a:latin typeface="Courier New" panose="02070409020205090404" pitchFamily="49" charset="0"/>
              <a:ea typeface="宋体" pitchFamily="2" charset="-122"/>
              <a:cs typeface="+mn-cs"/>
            </a:endParaRPr>
          </a:p>
          <a:p>
            <a:pPr marL="0" marR="0" lvl="0" indent="0" algn="l" defTabSz="914400" rtl="0" eaLnBrk="1" fontAlgn="base" latinLnBrk="0" hangingPunct="1">
              <a:lnSpc>
                <a:spcPts val="2200"/>
              </a:lnSpc>
              <a:spcBef>
                <a:spcPts val="0"/>
              </a:spcBef>
              <a:spcAft>
                <a:spcPts val="0"/>
              </a:spcAft>
              <a:buClr>
                <a:schemeClr val="tx2"/>
              </a:buClr>
              <a:buSzPct val="80000"/>
              <a:buFontTx/>
              <a:buNone/>
              <a:defRPr/>
            </a:pPr>
            <a:r>
              <a:rPr kumimoji="1" lang="en-US" altLang="zh-CN" sz="2000" b="1" i="0" u="none" strike="noStrike" kern="1200" cap="none" spc="0" normalizeH="0" baseline="0" noProof="0" dirty="0">
                <a:ln>
                  <a:noFill/>
                </a:ln>
                <a:solidFill>
                  <a:schemeClr val="tx1"/>
                </a:solidFill>
                <a:effectLst/>
                <a:uLnTx/>
                <a:uFillTx/>
                <a:latin typeface="Courier New" panose="02070409020205090404" pitchFamily="49" charset="0"/>
                <a:ea typeface="宋体" pitchFamily="2" charset="-122"/>
                <a:cs typeface="+mn-cs"/>
              </a:rPr>
              <a:t>  b = 9;</a:t>
            </a:r>
            <a:endParaRPr kumimoji="1" lang="en-US" altLang="zh-CN" sz="2000" b="1" i="0" u="none" strike="noStrike" kern="1200" cap="none" spc="0" normalizeH="0" baseline="0" noProof="0" dirty="0">
              <a:ln>
                <a:noFill/>
              </a:ln>
              <a:solidFill>
                <a:schemeClr val="tx1"/>
              </a:solidFill>
              <a:effectLst/>
              <a:uLnTx/>
              <a:uFillTx/>
              <a:latin typeface="Courier New" panose="02070409020205090404" pitchFamily="49" charset="0"/>
              <a:ea typeface="宋体" pitchFamily="2" charset="-122"/>
              <a:cs typeface="+mn-cs"/>
            </a:endParaRPr>
          </a:p>
          <a:p>
            <a:pPr marL="0" marR="0" lvl="0" indent="0" algn="l" defTabSz="914400" rtl="0" eaLnBrk="1" fontAlgn="base" latinLnBrk="0" hangingPunct="1">
              <a:lnSpc>
                <a:spcPts val="2200"/>
              </a:lnSpc>
              <a:spcBef>
                <a:spcPts val="0"/>
              </a:spcBef>
              <a:spcAft>
                <a:spcPts val="0"/>
              </a:spcAft>
              <a:buClr>
                <a:schemeClr val="tx2"/>
              </a:buClr>
              <a:buSzPct val="80000"/>
              <a:buFontTx/>
              <a:buNone/>
              <a:defRPr/>
            </a:pPr>
            <a:r>
              <a:rPr kumimoji="1" lang="en-US" altLang="zh-CN" sz="2000" b="1" i="0" u="none" strike="noStrike" kern="1200" cap="none" spc="0" normalizeH="0" baseline="0" noProof="0" dirty="0">
                <a:ln>
                  <a:noFill/>
                </a:ln>
                <a:solidFill>
                  <a:schemeClr val="tx1"/>
                </a:solidFill>
                <a:effectLst/>
                <a:uLnTx/>
                <a:uFillTx/>
                <a:latin typeface="Courier New" panose="02070409020205090404" pitchFamily="49" charset="0"/>
                <a:ea typeface="宋体" pitchFamily="2" charset="-122"/>
                <a:cs typeface="+mn-cs"/>
              </a:rPr>
              <a:t>  Swap( &amp;a, &amp;b );</a:t>
            </a:r>
            <a:endParaRPr kumimoji="1" lang="en-US" altLang="zh-CN" sz="2000" b="1" i="0" u="none" strike="noStrike" kern="1200" cap="none" spc="0" normalizeH="0" baseline="0" noProof="0" dirty="0">
              <a:ln>
                <a:noFill/>
              </a:ln>
              <a:solidFill>
                <a:schemeClr val="tx1"/>
              </a:solidFill>
              <a:effectLst/>
              <a:uLnTx/>
              <a:uFillTx/>
              <a:latin typeface="Courier New" panose="02070409020205090404" pitchFamily="49" charset="0"/>
              <a:ea typeface="宋体" pitchFamily="2" charset="-122"/>
              <a:cs typeface="+mn-cs"/>
            </a:endParaRPr>
          </a:p>
          <a:p>
            <a:pPr marL="0" marR="0" lvl="0" indent="0" algn="l" defTabSz="914400" rtl="0" eaLnBrk="1" fontAlgn="base" latinLnBrk="0" hangingPunct="1">
              <a:lnSpc>
                <a:spcPts val="2200"/>
              </a:lnSpc>
              <a:spcBef>
                <a:spcPts val="0"/>
              </a:spcBef>
              <a:spcAft>
                <a:spcPts val="0"/>
              </a:spcAft>
              <a:buClr>
                <a:schemeClr val="tx2"/>
              </a:buClr>
              <a:buSzPct val="80000"/>
              <a:buFontTx/>
              <a:buNone/>
              <a:defRPr/>
            </a:pPr>
            <a:r>
              <a:rPr kumimoji="1" lang="en-US" altLang="zh-CN" sz="2000" b="1" i="0" u="none" strike="noStrike" kern="1200" cap="none" spc="0" normalizeH="0" baseline="0" noProof="0" dirty="0">
                <a:ln>
                  <a:noFill/>
                </a:ln>
                <a:solidFill>
                  <a:schemeClr val="tx1"/>
                </a:solidFill>
                <a:effectLst/>
                <a:uLnTx/>
                <a:uFillTx/>
                <a:latin typeface="Courier New" panose="02070409020205090404" pitchFamily="49" charset="0"/>
                <a:ea typeface="宋体" pitchFamily="2" charset="-122"/>
                <a:cs typeface="+mn-cs"/>
              </a:rPr>
              <a:t>  </a:t>
            </a:r>
            <a:r>
              <a:rPr kumimoji="1" lang="en-US" altLang="zh-CN" sz="2000" b="1" i="0" u="none" strike="noStrike" kern="1200" cap="none" spc="0" normalizeH="0" baseline="0" noProof="0" dirty="0" err="1">
                <a:ln>
                  <a:noFill/>
                </a:ln>
                <a:solidFill>
                  <a:schemeClr val="tx1"/>
                </a:solidFill>
                <a:effectLst/>
                <a:uLnTx/>
                <a:uFillTx/>
                <a:latin typeface="Courier New" panose="02070409020205090404" pitchFamily="49" charset="0"/>
                <a:ea typeface="宋体" pitchFamily="2" charset="-122"/>
                <a:cs typeface="+mn-cs"/>
              </a:rPr>
              <a:t>printf</a:t>
            </a:r>
            <a:r>
              <a:rPr kumimoji="1" lang="en-US" altLang="zh-CN" sz="2000" b="1" i="0" u="none" strike="noStrike" kern="1200" cap="none" spc="0" normalizeH="0" baseline="0" noProof="0" dirty="0">
                <a:ln>
                  <a:noFill/>
                </a:ln>
                <a:solidFill>
                  <a:schemeClr val="tx1"/>
                </a:solidFill>
                <a:effectLst/>
                <a:uLnTx/>
                <a:uFillTx/>
                <a:latin typeface="Courier New" panose="02070409020205090404" pitchFamily="49" charset="0"/>
                <a:ea typeface="宋体" pitchFamily="2" charset="-122"/>
                <a:cs typeface="+mn-cs"/>
              </a:rPr>
              <a:t>(</a:t>
            </a:r>
            <a:r>
              <a:rPr kumimoji="0" lang="en-US" altLang="zh-CN" sz="20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rPr>
              <a:t>"</a:t>
            </a:r>
            <a:r>
              <a:rPr kumimoji="1" lang="en-US" altLang="zh-CN" sz="2000" b="1" i="0" u="none" strike="noStrike" kern="1200" cap="none" spc="0" normalizeH="0" baseline="0" noProof="0" dirty="0">
                <a:ln>
                  <a:noFill/>
                </a:ln>
                <a:solidFill>
                  <a:schemeClr val="tx1"/>
                </a:solidFill>
                <a:effectLst/>
                <a:uLnTx/>
                <a:uFillTx/>
                <a:latin typeface="Courier New" panose="02070409020205090404" pitchFamily="49" charset="0"/>
                <a:ea typeface="宋体" pitchFamily="2" charset="-122"/>
                <a:cs typeface="+mn-cs"/>
              </a:rPr>
              <a:t>a=%</a:t>
            </a:r>
            <a:r>
              <a:rPr kumimoji="1" lang="en-US" altLang="zh-CN" sz="2000" b="1" i="0" u="none" strike="noStrike" kern="1200" cap="none" spc="0" normalizeH="0" baseline="0" noProof="0" dirty="0" err="1">
                <a:ln>
                  <a:noFill/>
                </a:ln>
                <a:solidFill>
                  <a:schemeClr val="tx1"/>
                </a:solidFill>
                <a:effectLst/>
                <a:uLnTx/>
                <a:uFillTx/>
                <a:latin typeface="Courier New" panose="02070409020205090404" pitchFamily="49" charset="0"/>
                <a:ea typeface="宋体" pitchFamily="2" charset="-122"/>
                <a:cs typeface="+mn-cs"/>
              </a:rPr>
              <a:t>d,b</a:t>
            </a:r>
            <a:r>
              <a:rPr kumimoji="1" lang="en-US" altLang="zh-CN" sz="2000" b="1" i="0" u="none" strike="noStrike" kern="1200" cap="none" spc="0" normalizeH="0" baseline="0" noProof="0" dirty="0">
                <a:ln>
                  <a:noFill/>
                </a:ln>
                <a:solidFill>
                  <a:schemeClr val="tx1"/>
                </a:solidFill>
                <a:effectLst/>
                <a:uLnTx/>
                <a:uFillTx/>
                <a:latin typeface="Courier New" panose="02070409020205090404" pitchFamily="49" charset="0"/>
                <a:ea typeface="宋体" pitchFamily="2" charset="-122"/>
                <a:cs typeface="+mn-cs"/>
              </a:rPr>
              <a:t>=%</a:t>
            </a:r>
            <a:r>
              <a:rPr kumimoji="1" lang="en-US" altLang="zh-CN" sz="2000" b="1" i="0" u="none" strike="noStrike" kern="1200" cap="none" spc="0" normalizeH="0" baseline="0" noProof="0" dirty="0" err="1">
                <a:ln>
                  <a:noFill/>
                </a:ln>
                <a:solidFill>
                  <a:schemeClr val="tx1"/>
                </a:solidFill>
                <a:effectLst/>
                <a:uLnTx/>
                <a:uFillTx/>
                <a:latin typeface="Courier New" panose="02070409020205090404" pitchFamily="49" charset="0"/>
                <a:ea typeface="宋体" pitchFamily="2" charset="-122"/>
                <a:cs typeface="+mn-cs"/>
              </a:rPr>
              <a:t>d</a:t>
            </a:r>
            <a:r>
              <a:rPr kumimoji="0" lang="en-US" altLang="zh-CN" sz="2000" b="1" i="0" u="none" strike="noStrike" kern="1200" cap="none" spc="0" normalizeH="0" baseline="0" noProof="0" dirty="0" err="1">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rPr>
              <a:t>"</a:t>
            </a:r>
            <a:r>
              <a:rPr kumimoji="1" lang="en-US" altLang="zh-CN" sz="2000" b="1" i="0" u="none" strike="noStrike" kern="1200" cap="none" spc="0" normalizeH="0" baseline="0" noProof="0" dirty="0" err="1">
                <a:ln>
                  <a:noFill/>
                </a:ln>
                <a:solidFill>
                  <a:schemeClr val="tx1"/>
                </a:solidFill>
                <a:effectLst/>
                <a:uLnTx/>
                <a:uFillTx/>
                <a:latin typeface="Courier New" panose="02070409020205090404" pitchFamily="49" charset="0"/>
                <a:ea typeface="宋体" pitchFamily="2" charset="-122"/>
                <a:cs typeface="+mn-cs"/>
              </a:rPr>
              <a:t>,a,b</a:t>
            </a:r>
            <a:r>
              <a:rPr kumimoji="1" lang="en-US" altLang="zh-CN" sz="2000" b="1" i="0" u="none" strike="noStrike" kern="1200" cap="none" spc="0" normalizeH="0" baseline="0" noProof="0" dirty="0">
                <a:ln>
                  <a:noFill/>
                </a:ln>
                <a:solidFill>
                  <a:schemeClr val="tx1"/>
                </a:solidFill>
                <a:effectLst/>
                <a:uLnTx/>
                <a:uFillTx/>
                <a:latin typeface="Courier New" panose="02070409020205090404" pitchFamily="49" charset="0"/>
                <a:ea typeface="宋体" pitchFamily="2" charset="-122"/>
                <a:cs typeface="+mn-cs"/>
              </a:rPr>
              <a:t>);</a:t>
            </a:r>
            <a:endParaRPr kumimoji="1" lang="en-US" altLang="zh-CN" sz="2000" b="1" i="0" u="none" strike="noStrike" kern="1200" cap="none" spc="0" normalizeH="0" baseline="0" noProof="0" dirty="0">
              <a:ln>
                <a:noFill/>
              </a:ln>
              <a:solidFill>
                <a:schemeClr val="tx1"/>
              </a:solidFill>
              <a:effectLst/>
              <a:uLnTx/>
              <a:uFillTx/>
              <a:latin typeface="Courier New" panose="02070409020205090404" pitchFamily="49" charset="0"/>
              <a:ea typeface="宋体" pitchFamily="2" charset="-122"/>
              <a:cs typeface="+mn-cs"/>
            </a:endParaRPr>
          </a:p>
          <a:p>
            <a:pPr marL="0" marR="0" lvl="0" indent="0" algn="l" defTabSz="914400" rtl="0" eaLnBrk="1" fontAlgn="base" latinLnBrk="0" hangingPunct="1">
              <a:lnSpc>
                <a:spcPts val="2200"/>
              </a:lnSpc>
              <a:spcBef>
                <a:spcPts val="0"/>
              </a:spcBef>
              <a:spcAft>
                <a:spcPts val="0"/>
              </a:spcAft>
              <a:buClr>
                <a:schemeClr val="tx2"/>
              </a:buClr>
              <a:buSzPct val="80000"/>
              <a:buFontTx/>
              <a:buNone/>
              <a:defRPr/>
            </a:pPr>
            <a:r>
              <a:rPr kumimoji="1" lang="en-US" altLang="zh-CN" sz="2000" b="1" i="0" u="none" strike="noStrike" kern="1200" cap="none" spc="0" normalizeH="0" baseline="0" noProof="0" dirty="0">
                <a:ln>
                  <a:noFill/>
                </a:ln>
                <a:solidFill>
                  <a:schemeClr val="tx1"/>
                </a:solidFill>
                <a:effectLst/>
                <a:uLnTx/>
                <a:uFillTx/>
                <a:latin typeface="Courier New" panose="02070409020205090404" pitchFamily="49" charset="0"/>
                <a:ea typeface="宋体" pitchFamily="2" charset="-122"/>
                <a:cs typeface="+mn-cs"/>
              </a:rPr>
              <a:t>  return 0;</a:t>
            </a:r>
            <a:endParaRPr kumimoji="1" lang="en-US" altLang="zh-CN" sz="2000" b="1" i="0" u="none" strike="noStrike" kern="1200" cap="none" spc="0" normalizeH="0" baseline="0" noProof="0" dirty="0">
              <a:ln>
                <a:noFill/>
              </a:ln>
              <a:solidFill>
                <a:schemeClr val="tx1"/>
              </a:solidFill>
              <a:effectLst/>
              <a:uLnTx/>
              <a:uFillTx/>
              <a:latin typeface="Courier New" panose="02070409020205090404" pitchFamily="49" charset="0"/>
              <a:ea typeface="宋体" pitchFamily="2" charset="-122"/>
              <a:cs typeface="+mn-cs"/>
            </a:endParaRPr>
          </a:p>
          <a:p>
            <a:pPr marL="0" marR="0" lvl="0" indent="0" algn="l" defTabSz="914400" rtl="0" eaLnBrk="1" fontAlgn="base" latinLnBrk="0" hangingPunct="1">
              <a:lnSpc>
                <a:spcPts val="2200"/>
              </a:lnSpc>
              <a:spcBef>
                <a:spcPts val="0"/>
              </a:spcBef>
              <a:spcAft>
                <a:spcPts val="0"/>
              </a:spcAft>
              <a:buClr>
                <a:schemeClr val="tx2"/>
              </a:buClr>
              <a:buSzPct val="80000"/>
              <a:buFontTx/>
              <a:buNone/>
              <a:defRPr/>
            </a:pPr>
            <a:r>
              <a:rPr kumimoji="1" lang="en-US" altLang="zh-CN" sz="2000" b="1" i="0" u="none" strike="noStrike" kern="1200" cap="none" spc="0" normalizeH="0" baseline="0" noProof="0" dirty="0">
                <a:ln>
                  <a:noFill/>
                </a:ln>
                <a:solidFill>
                  <a:schemeClr val="tx1"/>
                </a:solidFill>
                <a:effectLst/>
                <a:uLnTx/>
                <a:uFillTx/>
                <a:latin typeface="Courier New" panose="02070409020205090404" pitchFamily="49" charset="0"/>
                <a:ea typeface="宋体" pitchFamily="2" charset="-122"/>
                <a:cs typeface="+mn-cs"/>
              </a:rPr>
              <a:t>} </a:t>
            </a:r>
            <a:br>
              <a:rPr kumimoji="1" lang="en-US" altLang="zh-CN" sz="2000" b="1" i="0" u="none" strike="noStrike" kern="1200" cap="none" spc="0" normalizeH="0" baseline="0" noProof="0" dirty="0">
                <a:ln>
                  <a:noFill/>
                </a:ln>
                <a:solidFill>
                  <a:schemeClr val="tx1"/>
                </a:solidFill>
                <a:effectLst/>
                <a:uLnTx/>
                <a:uFillTx/>
                <a:latin typeface="Courier New" panose="02070409020205090404" pitchFamily="49" charset="0"/>
                <a:ea typeface="宋体" pitchFamily="2" charset="-122"/>
                <a:cs typeface="+mn-cs"/>
              </a:rPr>
            </a:br>
            <a:endParaRPr kumimoji="1" lang="en-US" altLang="zh-CN" sz="2000" b="1" i="0" u="none" strike="noStrike" kern="1200" cap="none" spc="0" normalizeH="0" baseline="0" noProof="0" dirty="0">
              <a:ln>
                <a:noFill/>
              </a:ln>
              <a:solidFill>
                <a:schemeClr val="tx1"/>
              </a:solidFill>
              <a:effectLst/>
              <a:uLnTx/>
              <a:uFillTx/>
              <a:latin typeface="Courier New" panose="02070409020205090404" pitchFamily="49" charset="0"/>
              <a:ea typeface="宋体" pitchFamily="2" charset="-122"/>
              <a:cs typeface="+mn-cs"/>
            </a:endParaRPr>
          </a:p>
        </p:txBody>
      </p:sp>
      <p:sp>
        <p:nvSpPr>
          <p:cNvPr id="50181" name="Rectangle 8"/>
          <p:cNvSpPr/>
          <p:nvPr/>
        </p:nvSpPr>
        <p:spPr>
          <a:xfrm>
            <a:off x="1273175" y="1463675"/>
            <a:ext cx="4097338" cy="4962525"/>
          </a:xfrm>
          <a:prstGeom prst="rect">
            <a:avLst/>
          </a:prstGeom>
          <a:solidFill>
            <a:schemeClr val="bg2"/>
          </a:solidFill>
          <a:ln w="12700">
            <a:noFill/>
          </a:ln>
          <a:effectLst>
            <a:outerShdw dist="107763" dir="13499999" algn="ctr" rotWithShape="0">
              <a:schemeClr val="tx2"/>
            </a:outerShdw>
          </a:effectLst>
        </p:spPr>
        <p:txBody>
          <a:bodyPr wrap="none" anchor="ctr" anchorCtr="0"/>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ts val="590"/>
              </a:spcBef>
              <a:spcAft>
                <a:spcPts val="590"/>
              </a:spcAft>
              <a:buSzPct val="80000"/>
              <a:buNone/>
            </a:pPr>
            <a:endParaRPr lang="zh-CN" altLang="en-US" sz="2000" dirty="0">
              <a:ea typeface="宋体" pitchFamily="2" charset="-122"/>
            </a:endParaRPr>
          </a:p>
        </p:txBody>
      </p:sp>
      <p:sp>
        <p:nvSpPr>
          <p:cNvPr id="50182" name="Rectangle 9"/>
          <p:cNvSpPr>
            <a:spLocks noGrp="1"/>
          </p:cNvSpPr>
          <p:nvPr>
            <p:ph idx="1"/>
          </p:nvPr>
        </p:nvSpPr>
        <p:spPr>
          <a:xfrm>
            <a:off x="1271588" y="3749675"/>
            <a:ext cx="4070350" cy="2774950"/>
          </a:xfrm>
        </p:spPr>
        <p:txBody>
          <a:bodyPr vert="horz" wrap="square" lIns="91440" tIns="45720" rIns="91440" bIns="45720" anchor="t" anchorCtr="0"/>
          <a:lstStyle/>
          <a:p>
            <a:pPr eaLnBrk="1">
              <a:lnSpc>
                <a:spcPct val="85000"/>
              </a:lnSpc>
              <a:spcBef>
                <a:spcPct val="0"/>
              </a:spcBef>
              <a:spcAft>
                <a:spcPct val="0"/>
              </a:spcAft>
              <a:buSzPct val="50000"/>
              <a:buFont typeface="Monotype Sorts"/>
              <a:buNone/>
            </a:pPr>
            <a:endParaRPr lang="zh-CN" altLang="en-US" kern="1200" dirty="0">
              <a:latin typeface="Times New Roman" panose="02020503050405090304" pitchFamily="18" charset="0"/>
              <a:ea typeface="宋体" pitchFamily="2" charset="-122"/>
              <a:cs typeface="+mn-cs"/>
            </a:endParaRPr>
          </a:p>
          <a:p>
            <a:pPr eaLnBrk="1">
              <a:lnSpc>
                <a:spcPct val="85000"/>
              </a:lnSpc>
              <a:spcBef>
                <a:spcPct val="0"/>
              </a:spcBef>
              <a:spcAft>
                <a:spcPct val="0"/>
              </a:spcAft>
              <a:buSzPct val="50000"/>
              <a:buFont typeface="Monotype Sorts"/>
              <a:buNone/>
            </a:pPr>
            <a:endParaRPr lang="en-US" altLang="zh-CN" sz="2000" kern="1200" dirty="0">
              <a:latin typeface="Courier New" panose="02070409020205090404" pitchFamily="49" charset="0"/>
              <a:ea typeface="宋体" pitchFamily="2" charset="-122"/>
              <a:cs typeface="+mn-cs"/>
            </a:endParaRPr>
          </a:p>
          <a:p>
            <a:pPr eaLnBrk="1">
              <a:lnSpc>
                <a:spcPct val="85000"/>
              </a:lnSpc>
              <a:spcBef>
                <a:spcPct val="0"/>
              </a:spcBef>
              <a:spcAft>
                <a:spcPct val="0"/>
              </a:spcAft>
              <a:buSzPct val="50000"/>
              <a:buFont typeface="Monotype Sorts"/>
              <a:buNone/>
            </a:pPr>
            <a:r>
              <a:rPr lang="en-US" altLang="zh-CN" sz="2000" b="1" kern="1200" dirty="0">
                <a:latin typeface="Courier New" panose="02070409020205090404" pitchFamily="49" charset="0"/>
                <a:ea typeface="宋体" pitchFamily="2" charset="-122"/>
                <a:cs typeface="+mn-cs"/>
              </a:rPr>
              <a:t>void Swap( int x, int y )</a:t>
            </a:r>
            <a:endParaRPr lang="en-US" altLang="zh-CN" sz="2000" b="1" kern="1200" dirty="0">
              <a:latin typeface="Courier New" panose="02070409020205090404" pitchFamily="49" charset="0"/>
              <a:ea typeface="宋体" pitchFamily="2" charset="-122"/>
              <a:cs typeface="+mn-cs"/>
            </a:endParaRPr>
          </a:p>
          <a:p>
            <a:pPr eaLnBrk="1">
              <a:lnSpc>
                <a:spcPct val="90000"/>
              </a:lnSpc>
              <a:spcBef>
                <a:spcPct val="0"/>
              </a:spcBef>
              <a:spcAft>
                <a:spcPct val="0"/>
              </a:spcAft>
              <a:buSzPct val="50000"/>
              <a:buFont typeface="Monotype Sorts"/>
              <a:buNone/>
            </a:pPr>
            <a:r>
              <a:rPr lang="en-US" altLang="zh-CN" sz="2000" b="1" kern="1200" dirty="0">
                <a:latin typeface="Courier New" panose="02070409020205090404" pitchFamily="49" charset="0"/>
                <a:ea typeface="宋体" pitchFamily="2" charset="-122"/>
                <a:cs typeface="+mn-cs"/>
              </a:rPr>
              <a:t>{ </a:t>
            </a:r>
            <a:endParaRPr lang="en-US" altLang="zh-CN" sz="2000" b="1" kern="1200" dirty="0">
              <a:latin typeface="Courier New" panose="02070409020205090404" pitchFamily="49" charset="0"/>
              <a:ea typeface="宋体" pitchFamily="2" charset="-122"/>
              <a:cs typeface="+mn-cs"/>
            </a:endParaRPr>
          </a:p>
          <a:p>
            <a:pPr eaLnBrk="1">
              <a:lnSpc>
                <a:spcPct val="90000"/>
              </a:lnSpc>
              <a:spcBef>
                <a:spcPct val="0"/>
              </a:spcBef>
              <a:spcAft>
                <a:spcPct val="0"/>
              </a:spcAft>
              <a:buSzPct val="50000"/>
              <a:buFont typeface="Monotype Sorts"/>
              <a:buNone/>
            </a:pPr>
            <a:r>
              <a:rPr lang="en-US" altLang="zh-CN" sz="2000" b="1" kern="1200" dirty="0">
                <a:latin typeface="Courier New" panose="02070409020205090404" pitchFamily="49" charset="0"/>
                <a:ea typeface="宋体" pitchFamily="2" charset="-122"/>
                <a:cs typeface="+mn-cs"/>
              </a:rPr>
              <a:t>    int temp;</a:t>
            </a:r>
            <a:endParaRPr lang="en-US" altLang="zh-CN" sz="2000" b="1" kern="1200" dirty="0">
              <a:latin typeface="Courier New" panose="02070409020205090404" pitchFamily="49" charset="0"/>
              <a:ea typeface="宋体" pitchFamily="2" charset="-122"/>
              <a:cs typeface="+mn-cs"/>
            </a:endParaRPr>
          </a:p>
          <a:p>
            <a:pPr eaLnBrk="1">
              <a:lnSpc>
                <a:spcPct val="90000"/>
              </a:lnSpc>
              <a:spcBef>
                <a:spcPct val="0"/>
              </a:spcBef>
              <a:spcAft>
                <a:spcPct val="0"/>
              </a:spcAft>
              <a:buSzPct val="50000"/>
              <a:buFont typeface="Monotype Sorts"/>
              <a:buNone/>
            </a:pPr>
            <a:r>
              <a:rPr lang="en-US" altLang="zh-CN" sz="2000" b="1" kern="1200" dirty="0">
                <a:latin typeface="Courier New" panose="02070409020205090404" pitchFamily="49" charset="0"/>
                <a:ea typeface="宋体" pitchFamily="2" charset="-122"/>
                <a:cs typeface="+mn-cs"/>
              </a:rPr>
              <a:t>    temp = x;</a:t>
            </a:r>
            <a:endParaRPr lang="en-US" altLang="zh-CN" sz="2000" b="1" kern="1200" dirty="0">
              <a:latin typeface="Courier New" panose="02070409020205090404" pitchFamily="49" charset="0"/>
              <a:ea typeface="宋体" pitchFamily="2" charset="-122"/>
              <a:cs typeface="+mn-cs"/>
            </a:endParaRPr>
          </a:p>
          <a:p>
            <a:pPr eaLnBrk="1">
              <a:lnSpc>
                <a:spcPct val="90000"/>
              </a:lnSpc>
              <a:spcBef>
                <a:spcPct val="0"/>
              </a:spcBef>
              <a:spcAft>
                <a:spcPct val="0"/>
              </a:spcAft>
              <a:buSzPct val="50000"/>
              <a:buFont typeface="Monotype Sorts"/>
              <a:buNone/>
            </a:pPr>
            <a:r>
              <a:rPr lang="en-US" altLang="zh-CN" sz="2000" b="1" kern="1200" dirty="0">
                <a:latin typeface="Courier New" panose="02070409020205090404" pitchFamily="49" charset="0"/>
                <a:ea typeface="宋体" pitchFamily="2" charset="-122"/>
                <a:cs typeface="+mn-cs"/>
              </a:rPr>
              <a:t>    x = y;</a:t>
            </a:r>
            <a:endParaRPr lang="en-US" altLang="zh-CN" sz="2000" b="1" kern="1200" dirty="0">
              <a:latin typeface="Courier New" panose="02070409020205090404" pitchFamily="49" charset="0"/>
              <a:ea typeface="宋体" pitchFamily="2" charset="-122"/>
              <a:cs typeface="+mn-cs"/>
            </a:endParaRPr>
          </a:p>
          <a:p>
            <a:pPr eaLnBrk="1">
              <a:lnSpc>
                <a:spcPct val="90000"/>
              </a:lnSpc>
              <a:spcBef>
                <a:spcPct val="0"/>
              </a:spcBef>
              <a:spcAft>
                <a:spcPct val="0"/>
              </a:spcAft>
              <a:buSzPct val="50000"/>
              <a:buFont typeface="Monotype Sorts"/>
              <a:buNone/>
            </a:pPr>
            <a:r>
              <a:rPr lang="en-US" altLang="zh-CN" sz="2000" b="1" kern="1200" dirty="0">
                <a:latin typeface="Courier New" panose="02070409020205090404" pitchFamily="49" charset="0"/>
                <a:ea typeface="宋体" pitchFamily="2" charset="-122"/>
                <a:cs typeface="+mn-cs"/>
              </a:rPr>
              <a:t>    y = temp;</a:t>
            </a:r>
            <a:endParaRPr lang="en-US" altLang="zh-CN" sz="2000" b="1" kern="1200" dirty="0">
              <a:latin typeface="Courier New" panose="02070409020205090404" pitchFamily="49" charset="0"/>
              <a:ea typeface="宋体" pitchFamily="2" charset="-122"/>
              <a:cs typeface="+mn-cs"/>
            </a:endParaRPr>
          </a:p>
          <a:p>
            <a:pPr eaLnBrk="1">
              <a:lnSpc>
                <a:spcPct val="90000"/>
              </a:lnSpc>
              <a:spcBef>
                <a:spcPct val="0"/>
              </a:spcBef>
              <a:spcAft>
                <a:spcPct val="0"/>
              </a:spcAft>
              <a:buSzPct val="50000"/>
              <a:buFont typeface="Monotype Sorts"/>
              <a:buNone/>
            </a:pPr>
            <a:r>
              <a:rPr lang="en-US" altLang="zh-CN" sz="2000" b="1" kern="1200" dirty="0">
                <a:latin typeface="Courier New" panose="02070409020205090404" pitchFamily="49" charset="0"/>
                <a:ea typeface="宋体" pitchFamily="2" charset="-122"/>
                <a:cs typeface="+mn-cs"/>
              </a:rPr>
              <a:t>}</a:t>
            </a:r>
            <a:endParaRPr lang="en-US" altLang="zh-CN" sz="2000" b="1" kern="1200" dirty="0">
              <a:latin typeface="Courier New" panose="02070409020205090404" pitchFamily="49" charset="0"/>
              <a:ea typeface="宋体" pitchFamily="2" charset="-122"/>
              <a:cs typeface="+mn-cs"/>
            </a:endParaRPr>
          </a:p>
        </p:txBody>
      </p:sp>
      <p:sp>
        <p:nvSpPr>
          <p:cNvPr id="433162" name="Rectangle 10"/>
          <p:cNvSpPr>
            <a:spLocks noChangeArrowheads="1"/>
          </p:cNvSpPr>
          <p:nvPr/>
        </p:nvSpPr>
        <p:spPr bwMode="auto">
          <a:xfrm>
            <a:off x="1335088" y="1531938"/>
            <a:ext cx="4121150" cy="2638425"/>
          </a:xfrm>
          <a:prstGeom prst="rect">
            <a:avLst/>
          </a:prstGeom>
          <a:noFill/>
          <a:ln w="12700" cap="sq">
            <a:noFill/>
            <a:miter lim="800000"/>
            <a:headEnd type="none" w="sm" len="sm"/>
            <a:tailEnd type="none" w="sm" len="sm"/>
          </a:ln>
          <a:effectLst/>
        </p:spPr>
        <p:txBody>
          <a:bodyPr wrap="none">
            <a:spAutoFit/>
          </a:bodyPr>
          <a:lstStyle/>
          <a:p>
            <a:pPr marL="0" marR="0" lvl="0" indent="0" algn="l" defTabSz="914400" rtl="0" eaLnBrk="1" fontAlgn="base" latinLnBrk="0" hangingPunct="1">
              <a:lnSpc>
                <a:spcPts val="2200"/>
              </a:lnSpc>
              <a:spcBef>
                <a:spcPct val="0"/>
              </a:spcBef>
              <a:spcAft>
                <a:spcPct val="0"/>
              </a:spcAft>
              <a:buClr>
                <a:schemeClr val="tx2"/>
              </a:buClr>
              <a:buSzPct val="80000"/>
              <a:buFontTx/>
              <a:buNone/>
              <a:defRPr/>
            </a:pPr>
            <a:r>
              <a:rPr kumimoji="1" lang="en-US" altLang="zh-CN" sz="2000" b="1" i="0" u="none" strike="noStrike" kern="1200" cap="none" spc="0" normalizeH="0" baseline="0" noProof="0">
                <a:ln>
                  <a:noFill/>
                </a:ln>
                <a:solidFill>
                  <a:schemeClr val="tx1"/>
                </a:solidFill>
                <a:effectLst/>
                <a:uLnTx/>
                <a:uFillTx/>
                <a:latin typeface="Courier New" panose="02070409020205090404" pitchFamily="49" charset="0"/>
                <a:ea typeface="宋体" pitchFamily="2" charset="-122"/>
                <a:cs typeface="+mn-cs"/>
              </a:rPr>
              <a:t>int main()</a:t>
            </a:r>
            <a:endParaRPr kumimoji="1" lang="en-US" altLang="zh-CN" sz="2000" b="1" i="0" u="none" strike="noStrike" kern="1200" cap="none" spc="0" normalizeH="0" baseline="0" noProof="0">
              <a:ln>
                <a:noFill/>
              </a:ln>
              <a:solidFill>
                <a:schemeClr val="tx1"/>
              </a:solidFill>
              <a:effectLst/>
              <a:uLnTx/>
              <a:uFillTx/>
              <a:latin typeface="Courier New" panose="02070409020205090404" pitchFamily="49" charset="0"/>
              <a:ea typeface="宋体" pitchFamily="2" charset="-122"/>
              <a:cs typeface="+mn-cs"/>
            </a:endParaRPr>
          </a:p>
          <a:p>
            <a:pPr marL="0" marR="0" lvl="0" indent="0" algn="l" defTabSz="914400" rtl="0" eaLnBrk="1" fontAlgn="base" latinLnBrk="0" hangingPunct="1">
              <a:lnSpc>
                <a:spcPts val="2200"/>
              </a:lnSpc>
              <a:spcBef>
                <a:spcPct val="0"/>
              </a:spcBef>
              <a:spcAft>
                <a:spcPct val="0"/>
              </a:spcAft>
              <a:buClr>
                <a:schemeClr val="tx2"/>
              </a:buClr>
              <a:buSzPct val="80000"/>
              <a:buFontTx/>
              <a:buNone/>
              <a:defRPr/>
            </a:pPr>
            <a:r>
              <a:rPr kumimoji="1" lang="en-US" altLang="zh-CN" sz="2000" b="1" i="0" u="none" strike="noStrike" kern="1200" cap="none" spc="0" normalizeH="0" baseline="0" noProof="0">
                <a:ln>
                  <a:noFill/>
                </a:ln>
                <a:solidFill>
                  <a:schemeClr val="tx1"/>
                </a:solidFill>
                <a:effectLst/>
                <a:uLnTx/>
                <a:uFillTx/>
                <a:latin typeface="Courier New" panose="02070409020205090404" pitchFamily="49" charset="0"/>
                <a:ea typeface="宋体" pitchFamily="2" charset="-122"/>
                <a:cs typeface="+mn-cs"/>
              </a:rPr>
              <a:t>{</a:t>
            </a:r>
            <a:endParaRPr kumimoji="1" lang="en-US" altLang="zh-CN" sz="2000" b="1" i="0" u="none" strike="noStrike" kern="1200" cap="none" spc="0" normalizeH="0" baseline="0" noProof="0">
              <a:ln>
                <a:noFill/>
              </a:ln>
              <a:solidFill>
                <a:schemeClr val="tx1"/>
              </a:solidFill>
              <a:effectLst/>
              <a:uLnTx/>
              <a:uFillTx/>
              <a:latin typeface="Courier New" panose="02070409020205090404" pitchFamily="49" charset="0"/>
              <a:ea typeface="宋体" pitchFamily="2" charset="-122"/>
              <a:cs typeface="+mn-cs"/>
            </a:endParaRPr>
          </a:p>
          <a:p>
            <a:pPr marL="0" marR="0" lvl="0" indent="0" algn="l" defTabSz="914400" rtl="0" eaLnBrk="1" fontAlgn="base" latinLnBrk="0" hangingPunct="1">
              <a:lnSpc>
                <a:spcPts val="2200"/>
              </a:lnSpc>
              <a:spcBef>
                <a:spcPct val="0"/>
              </a:spcBef>
              <a:spcAft>
                <a:spcPct val="0"/>
              </a:spcAft>
              <a:buClr>
                <a:schemeClr val="tx2"/>
              </a:buClr>
              <a:buSzPct val="80000"/>
              <a:buFontTx/>
              <a:buNone/>
              <a:defRPr/>
            </a:pPr>
            <a:r>
              <a:rPr kumimoji="1" lang="en-US" altLang="zh-CN" sz="2000" b="1" i="0" u="none" strike="noStrike" kern="1200" cap="none" spc="0" normalizeH="0" baseline="0" noProof="0">
                <a:ln>
                  <a:noFill/>
                </a:ln>
                <a:solidFill>
                  <a:schemeClr val="tx1"/>
                </a:solidFill>
                <a:effectLst/>
                <a:uLnTx/>
                <a:uFillTx/>
                <a:latin typeface="Courier New" panose="02070409020205090404" pitchFamily="49" charset="0"/>
                <a:ea typeface="宋体" pitchFamily="2" charset="-122"/>
                <a:cs typeface="+mn-cs"/>
              </a:rPr>
              <a:t>  int a, b;</a:t>
            </a:r>
            <a:endParaRPr kumimoji="1" lang="en-US" altLang="zh-CN" sz="2000" b="1" i="0" u="none" strike="noStrike" kern="1200" cap="none" spc="0" normalizeH="0" baseline="0" noProof="0">
              <a:ln>
                <a:noFill/>
              </a:ln>
              <a:solidFill>
                <a:schemeClr val="tx1"/>
              </a:solidFill>
              <a:effectLst/>
              <a:uLnTx/>
              <a:uFillTx/>
              <a:latin typeface="Courier New" panose="02070409020205090404" pitchFamily="49" charset="0"/>
              <a:ea typeface="宋体" pitchFamily="2" charset="-122"/>
              <a:cs typeface="+mn-cs"/>
            </a:endParaRPr>
          </a:p>
          <a:p>
            <a:pPr marL="0" marR="0" lvl="0" indent="0" algn="l" defTabSz="914400" rtl="0" eaLnBrk="1" fontAlgn="base" latinLnBrk="0" hangingPunct="1">
              <a:lnSpc>
                <a:spcPts val="2200"/>
              </a:lnSpc>
              <a:spcBef>
                <a:spcPct val="0"/>
              </a:spcBef>
              <a:spcAft>
                <a:spcPct val="0"/>
              </a:spcAft>
              <a:buClr>
                <a:schemeClr val="tx2"/>
              </a:buClr>
              <a:buSzPct val="80000"/>
              <a:buFontTx/>
              <a:buNone/>
              <a:defRPr/>
            </a:pPr>
            <a:r>
              <a:rPr kumimoji="1" lang="en-US" altLang="zh-CN" sz="2000" b="1" i="0" u="none" strike="noStrike" kern="1200" cap="none" spc="0" normalizeH="0" baseline="0" noProof="0">
                <a:ln>
                  <a:noFill/>
                </a:ln>
                <a:solidFill>
                  <a:schemeClr val="tx1"/>
                </a:solidFill>
                <a:effectLst/>
                <a:uLnTx/>
                <a:uFillTx/>
                <a:latin typeface="Courier New" panose="02070409020205090404" pitchFamily="49" charset="0"/>
                <a:ea typeface="宋体" pitchFamily="2" charset="-122"/>
                <a:cs typeface="+mn-cs"/>
              </a:rPr>
              <a:t>  a = 5;</a:t>
            </a:r>
            <a:endParaRPr kumimoji="1" lang="en-US" altLang="zh-CN" sz="2000" b="1" i="0" u="none" strike="noStrike" kern="1200" cap="none" spc="0" normalizeH="0" baseline="0" noProof="0">
              <a:ln>
                <a:noFill/>
              </a:ln>
              <a:solidFill>
                <a:schemeClr val="tx1"/>
              </a:solidFill>
              <a:effectLst/>
              <a:uLnTx/>
              <a:uFillTx/>
              <a:latin typeface="Courier New" panose="02070409020205090404" pitchFamily="49" charset="0"/>
              <a:ea typeface="宋体" pitchFamily="2" charset="-122"/>
              <a:cs typeface="+mn-cs"/>
            </a:endParaRPr>
          </a:p>
          <a:p>
            <a:pPr marL="0" marR="0" lvl="0" indent="0" algn="l" defTabSz="914400" rtl="0" eaLnBrk="1" fontAlgn="base" latinLnBrk="0" hangingPunct="1">
              <a:lnSpc>
                <a:spcPts val="2200"/>
              </a:lnSpc>
              <a:spcBef>
                <a:spcPct val="0"/>
              </a:spcBef>
              <a:spcAft>
                <a:spcPct val="0"/>
              </a:spcAft>
              <a:buClr>
                <a:schemeClr val="tx2"/>
              </a:buClr>
              <a:buSzPct val="80000"/>
              <a:buFontTx/>
              <a:buNone/>
              <a:defRPr/>
            </a:pPr>
            <a:r>
              <a:rPr kumimoji="1" lang="en-US" altLang="zh-CN" sz="2000" b="1" i="0" u="none" strike="noStrike" kern="1200" cap="none" spc="0" normalizeH="0" baseline="0" noProof="0">
                <a:ln>
                  <a:noFill/>
                </a:ln>
                <a:solidFill>
                  <a:schemeClr val="tx1"/>
                </a:solidFill>
                <a:effectLst/>
                <a:uLnTx/>
                <a:uFillTx/>
                <a:latin typeface="Courier New" panose="02070409020205090404" pitchFamily="49" charset="0"/>
                <a:ea typeface="宋体" pitchFamily="2" charset="-122"/>
                <a:cs typeface="+mn-cs"/>
              </a:rPr>
              <a:t>  b = 9;</a:t>
            </a:r>
            <a:endParaRPr kumimoji="1" lang="en-US" altLang="zh-CN" sz="2000" b="1" i="0" u="none" strike="noStrike" kern="1200" cap="none" spc="0" normalizeH="0" baseline="0" noProof="0">
              <a:ln>
                <a:noFill/>
              </a:ln>
              <a:solidFill>
                <a:schemeClr val="tx1"/>
              </a:solidFill>
              <a:effectLst/>
              <a:uLnTx/>
              <a:uFillTx/>
              <a:latin typeface="Courier New" panose="02070409020205090404" pitchFamily="49" charset="0"/>
              <a:ea typeface="宋体" pitchFamily="2" charset="-122"/>
              <a:cs typeface="+mn-cs"/>
            </a:endParaRPr>
          </a:p>
          <a:p>
            <a:pPr marL="0" marR="0" lvl="0" indent="0" algn="l" defTabSz="914400" rtl="0" eaLnBrk="1" fontAlgn="base" latinLnBrk="0" hangingPunct="1">
              <a:lnSpc>
                <a:spcPts val="2200"/>
              </a:lnSpc>
              <a:spcBef>
                <a:spcPct val="0"/>
              </a:spcBef>
              <a:spcAft>
                <a:spcPct val="0"/>
              </a:spcAft>
              <a:buClr>
                <a:schemeClr val="tx2"/>
              </a:buClr>
              <a:buSzPct val="80000"/>
              <a:buFontTx/>
              <a:buNone/>
              <a:defRPr/>
            </a:pPr>
            <a:r>
              <a:rPr kumimoji="1" lang="en-US" altLang="zh-CN" sz="2000" b="1" i="0" u="none" strike="noStrike" kern="1200" cap="none" spc="0" normalizeH="0" baseline="0" noProof="0">
                <a:ln>
                  <a:noFill/>
                </a:ln>
                <a:solidFill>
                  <a:schemeClr val="tx1"/>
                </a:solidFill>
                <a:effectLst/>
                <a:uLnTx/>
                <a:uFillTx/>
                <a:latin typeface="Courier New" panose="02070409020205090404" pitchFamily="49" charset="0"/>
                <a:ea typeface="宋体" pitchFamily="2" charset="-122"/>
                <a:cs typeface="+mn-cs"/>
              </a:rPr>
              <a:t>  Swap( a, b );</a:t>
            </a:r>
            <a:endParaRPr kumimoji="1" lang="en-US" altLang="zh-CN" sz="2000" b="1" i="0" u="none" strike="noStrike" kern="1200" cap="none" spc="0" normalizeH="0" baseline="0" noProof="0">
              <a:ln>
                <a:noFill/>
              </a:ln>
              <a:solidFill>
                <a:schemeClr val="tx1"/>
              </a:solidFill>
              <a:effectLst/>
              <a:uLnTx/>
              <a:uFillTx/>
              <a:latin typeface="Courier New" panose="02070409020205090404" pitchFamily="49" charset="0"/>
              <a:ea typeface="宋体" pitchFamily="2" charset="-122"/>
              <a:cs typeface="+mn-cs"/>
            </a:endParaRPr>
          </a:p>
          <a:p>
            <a:pPr marL="0" marR="0" lvl="0" indent="0" algn="l" defTabSz="914400" rtl="0" eaLnBrk="1" fontAlgn="base" latinLnBrk="0" hangingPunct="1">
              <a:lnSpc>
                <a:spcPts val="2200"/>
              </a:lnSpc>
              <a:spcBef>
                <a:spcPct val="0"/>
              </a:spcBef>
              <a:spcAft>
                <a:spcPct val="0"/>
              </a:spcAft>
              <a:buClr>
                <a:schemeClr val="tx2"/>
              </a:buClr>
              <a:buSzPct val="80000"/>
              <a:buFontTx/>
              <a:buNone/>
              <a:defRPr/>
            </a:pPr>
            <a:r>
              <a:rPr kumimoji="1" lang="en-US" altLang="zh-CN" sz="2000" b="1" i="0" u="none" strike="noStrike" kern="1200" cap="none" spc="0" normalizeH="0" baseline="0" noProof="0">
                <a:ln>
                  <a:noFill/>
                </a:ln>
                <a:solidFill>
                  <a:schemeClr val="tx1"/>
                </a:solidFill>
                <a:effectLst/>
                <a:uLnTx/>
                <a:uFillTx/>
                <a:latin typeface="Courier New" panose="02070409020205090404" pitchFamily="49" charset="0"/>
                <a:ea typeface="宋体" pitchFamily="2" charset="-122"/>
                <a:cs typeface="+mn-cs"/>
              </a:rPr>
              <a:t>  printf(</a:t>
            </a:r>
            <a:r>
              <a:rPr kumimoji="0" lang="en-US" altLang="zh-CN" sz="2000" b="1"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rPr>
              <a:t>"</a:t>
            </a:r>
            <a:r>
              <a:rPr kumimoji="1" lang="en-US" altLang="zh-CN" sz="2000" b="1" i="0" u="none" strike="noStrike" kern="1200" cap="none" spc="0" normalizeH="0" baseline="0" noProof="0">
                <a:ln>
                  <a:noFill/>
                </a:ln>
                <a:solidFill>
                  <a:schemeClr val="tx1"/>
                </a:solidFill>
                <a:effectLst/>
                <a:uLnTx/>
                <a:uFillTx/>
                <a:latin typeface="Courier New" panose="02070409020205090404" pitchFamily="49" charset="0"/>
                <a:ea typeface="宋体" pitchFamily="2" charset="-122"/>
                <a:cs typeface="+mn-cs"/>
              </a:rPr>
              <a:t>a=%d,b=%d</a:t>
            </a:r>
            <a:r>
              <a:rPr kumimoji="0" lang="en-US" altLang="zh-CN" sz="2000" b="1"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rPr>
              <a:t>"</a:t>
            </a:r>
            <a:r>
              <a:rPr kumimoji="1" lang="en-US" altLang="zh-CN" sz="2000" b="1" i="0" u="none" strike="noStrike" kern="1200" cap="none" spc="0" normalizeH="0" baseline="0" noProof="0">
                <a:ln>
                  <a:noFill/>
                </a:ln>
                <a:solidFill>
                  <a:schemeClr val="tx1"/>
                </a:solidFill>
                <a:effectLst/>
                <a:uLnTx/>
                <a:uFillTx/>
                <a:latin typeface="Courier New" panose="02070409020205090404" pitchFamily="49" charset="0"/>
                <a:ea typeface="宋体" pitchFamily="2" charset="-122"/>
                <a:cs typeface="+mn-cs"/>
              </a:rPr>
              <a:t>,a,b);</a:t>
            </a:r>
            <a:endParaRPr kumimoji="1" lang="en-US" altLang="zh-CN" sz="2000" b="1" i="0" u="none" strike="noStrike" kern="1200" cap="none" spc="0" normalizeH="0" baseline="0" noProof="0">
              <a:ln>
                <a:noFill/>
              </a:ln>
              <a:solidFill>
                <a:schemeClr val="tx1"/>
              </a:solidFill>
              <a:effectLst/>
              <a:uLnTx/>
              <a:uFillTx/>
              <a:latin typeface="Courier New" panose="02070409020205090404" pitchFamily="49" charset="0"/>
              <a:ea typeface="宋体" pitchFamily="2" charset="-122"/>
              <a:cs typeface="+mn-cs"/>
            </a:endParaRPr>
          </a:p>
          <a:p>
            <a:pPr marL="0" marR="0" lvl="0" indent="0" algn="l" defTabSz="914400" rtl="0" eaLnBrk="1" fontAlgn="base" latinLnBrk="0" hangingPunct="1">
              <a:lnSpc>
                <a:spcPts val="2200"/>
              </a:lnSpc>
              <a:spcBef>
                <a:spcPct val="0"/>
              </a:spcBef>
              <a:spcAft>
                <a:spcPct val="0"/>
              </a:spcAft>
              <a:buClr>
                <a:schemeClr val="tx2"/>
              </a:buClr>
              <a:buSzPct val="80000"/>
              <a:buFontTx/>
              <a:buNone/>
              <a:defRPr/>
            </a:pPr>
            <a:r>
              <a:rPr kumimoji="1" lang="en-US" altLang="zh-CN" sz="2000" b="1" i="0" u="none" strike="noStrike" kern="1200" cap="none" spc="0" normalizeH="0" baseline="0" noProof="0">
                <a:ln>
                  <a:noFill/>
                </a:ln>
                <a:solidFill>
                  <a:schemeClr val="tx1"/>
                </a:solidFill>
                <a:effectLst/>
                <a:uLnTx/>
                <a:uFillTx/>
                <a:latin typeface="Courier New" panose="02070409020205090404" pitchFamily="49" charset="0"/>
                <a:ea typeface="宋体" pitchFamily="2" charset="-122"/>
                <a:cs typeface="+mn-cs"/>
              </a:rPr>
              <a:t>  return 0;</a:t>
            </a:r>
            <a:endParaRPr kumimoji="1" lang="en-US" altLang="zh-CN" sz="2000" b="1" i="0" u="none" strike="noStrike" kern="1200" cap="none" spc="0" normalizeH="0" baseline="0" noProof="0">
              <a:ln>
                <a:noFill/>
              </a:ln>
              <a:solidFill>
                <a:schemeClr val="tx1"/>
              </a:solidFill>
              <a:effectLst/>
              <a:uLnTx/>
              <a:uFillTx/>
              <a:latin typeface="Courier New" panose="02070409020205090404" pitchFamily="49" charset="0"/>
              <a:ea typeface="宋体" pitchFamily="2" charset="-122"/>
              <a:cs typeface="+mn-cs"/>
            </a:endParaRPr>
          </a:p>
          <a:p>
            <a:pPr marL="0" marR="0" lvl="0" indent="0" algn="l" defTabSz="914400" rtl="0" eaLnBrk="1" fontAlgn="base" latinLnBrk="0" hangingPunct="1">
              <a:lnSpc>
                <a:spcPts val="2200"/>
              </a:lnSpc>
              <a:spcBef>
                <a:spcPct val="0"/>
              </a:spcBef>
              <a:spcAft>
                <a:spcPct val="0"/>
              </a:spcAft>
              <a:buClr>
                <a:schemeClr val="tx2"/>
              </a:buClr>
              <a:buSzPct val="80000"/>
              <a:buFontTx/>
              <a:buNone/>
              <a:defRPr/>
            </a:pPr>
            <a:r>
              <a:rPr kumimoji="1" lang="en-US" altLang="zh-CN" sz="2000" b="1" i="0" u="none" strike="noStrike" kern="1200" cap="none" spc="0" normalizeH="0" baseline="0" noProof="0">
                <a:ln>
                  <a:noFill/>
                </a:ln>
                <a:solidFill>
                  <a:schemeClr val="tx1"/>
                </a:solidFill>
                <a:effectLst/>
                <a:uLnTx/>
                <a:uFillTx/>
                <a:latin typeface="Courier New" panose="02070409020205090404" pitchFamily="49" charset="0"/>
                <a:ea typeface="宋体" pitchFamily="2" charset="-122"/>
                <a:cs typeface="+mn-cs"/>
              </a:rPr>
              <a:t>}</a:t>
            </a:r>
            <a:endParaRPr kumimoji="1" lang="en-US" altLang="zh-CN" sz="2000" b="1" i="0" u="none" strike="noStrike" kern="1200" cap="none" spc="0" normalizeH="0" baseline="0" noProof="0">
              <a:ln>
                <a:noFill/>
              </a:ln>
              <a:solidFill>
                <a:schemeClr val="tx1"/>
              </a:solidFill>
              <a:effectLst/>
              <a:uLnTx/>
              <a:uFillTx/>
              <a:latin typeface="Courier New" panose="02070409020205090404" pitchFamily="49" charset="0"/>
              <a:ea typeface="宋体" pitchFamily="2" charset="-122"/>
              <a:cs typeface="+mn-cs"/>
            </a:endParaRPr>
          </a:p>
        </p:txBody>
      </p:sp>
      <p:sp>
        <p:nvSpPr>
          <p:cNvPr id="433174" name="Oval 22"/>
          <p:cNvSpPr>
            <a:spLocks noChangeArrowheads="1"/>
          </p:cNvSpPr>
          <p:nvPr/>
        </p:nvSpPr>
        <p:spPr bwMode="auto">
          <a:xfrm>
            <a:off x="2573338" y="2952750"/>
            <a:ext cx="820738" cy="288925"/>
          </a:xfrm>
          <a:prstGeom prst="ellipse">
            <a:avLst/>
          </a:prstGeom>
          <a:noFill/>
          <a:ln w="19050" cap="sq">
            <a:solidFill>
              <a:srgbClr val="009900"/>
            </a:solidFill>
            <a:round/>
            <a:headEnd type="none" w="sm" len="sm"/>
            <a:tailEnd type="none" w="sm" len="sm"/>
          </a:ln>
        </p:spPr>
        <p:txBody>
          <a:bodyPr wrap="none" anchor="ct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433175" name="Oval 23"/>
          <p:cNvSpPr>
            <a:spLocks noChangeArrowheads="1"/>
          </p:cNvSpPr>
          <p:nvPr/>
        </p:nvSpPr>
        <p:spPr bwMode="auto">
          <a:xfrm>
            <a:off x="7751763" y="2852738"/>
            <a:ext cx="1152525" cy="390525"/>
          </a:xfrm>
          <a:prstGeom prst="ellipse">
            <a:avLst/>
          </a:prstGeom>
          <a:noFill/>
          <a:ln w="19050" cap="sq">
            <a:solidFill>
              <a:srgbClr val="009900"/>
            </a:solidFill>
            <a:round/>
            <a:headEnd type="none" w="sm" len="sm"/>
            <a:tailEnd type="none" w="sm" len="sm"/>
          </a:ln>
        </p:spPr>
        <p:txBody>
          <a:bodyPr wrap="none" anchor="ct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433176" name="Oval 24"/>
          <p:cNvSpPr/>
          <p:nvPr/>
        </p:nvSpPr>
        <p:spPr>
          <a:xfrm>
            <a:off x="4981575" y="2971800"/>
            <a:ext cx="1585913" cy="390525"/>
          </a:xfrm>
          <a:prstGeom prst="ellipse">
            <a:avLst/>
          </a:prstGeom>
          <a:solidFill>
            <a:srgbClr val="FFFFC2"/>
          </a:solidFill>
          <a:ln w="28575" cap="sq" cmpd="sng">
            <a:solidFill>
              <a:srgbClr val="009900"/>
            </a:solidFill>
            <a:prstDash val="solid"/>
            <a:headEnd type="none" w="sm" len="sm"/>
            <a:tailEnd type="none" w="sm" len="sm"/>
          </a:ln>
        </p:spPr>
        <p:txBody>
          <a:bodyPr wrap="none" anchor="ctr" anchorCtr="0"/>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algn="ctr" eaLnBrk="1" hangingPunct="1">
              <a:lnSpc>
                <a:spcPct val="90000"/>
              </a:lnSpc>
              <a:spcBef>
                <a:spcPts val="590"/>
              </a:spcBef>
              <a:spcAft>
                <a:spcPts val="590"/>
              </a:spcAft>
              <a:buSzPct val="80000"/>
              <a:buNone/>
            </a:pPr>
            <a:r>
              <a:rPr lang="zh-CN" altLang="en-US" sz="2000" dirty="0">
                <a:latin typeface="黑体" panose="02010609060101010101" pitchFamily="49" charset="-122"/>
              </a:rPr>
              <a:t>实参</a:t>
            </a:r>
            <a:endParaRPr lang="zh-CN" altLang="en-US" sz="2000" dirty="0">
              <a:latin typeface="黑体" panose="02010609060101010101" pitchFamily="49" charset="-122"/>
            </a:endParaRPr>
          </a:p>
        </p:txBody>
      </p:sp>
      <p:sp>
        <p:nvSpPr>
          <p:cNvPr id="433177" name="Line 25"/>
          <p:cNvSpPr/>
          <p:nvPr/>
        </p:nvSpPr>
        <p:spPr>
          <a:xfrm flipH="1">
            <a:off x="3363913" y="3179763"/>
            <a:ext cx="1616075" cy="0"/>
          </a:xfrm>
          <a:prstGeom prst="line">
            <a:avLst/>
          </a:prstGeom>
          <a:ln w="28575" cap="sq" cmpd="sng">
            <a:solidFill>
              <a:srgbClr val="009900"/>
            </a:solidFill>
            <a:prstDash val="solid"/>
            <a:headEnd type="triangle" w="med" len="med"/>
            <a:tailEnd type="none" w="med" len="med"/>
          </a:ln>
        </p:spPr>
      </p:sp>
      <p:sp>
        <p:nvSpPr>
          <p:cNvPr id="433178" name="Line 26"/>
          <p:cNvSpPr/>
          <p:nvPr/>
        </p:nvSpPr>
        <p:spPr>
          <a:xfrm>
            <a:off x="6581775" y="3170238"/>
            <a:ext cx="1223963" cy="0"/>
          </a:xfrm>
          <a:prstGeom prst="line">
            <a:avLst/>
          </a:prstGeom>
          <a:ln w="28575" cap="sq" cmpd="sng">
            <a:solidFill>
              <a:srgbClr val="009900"/>
            </a:solidFill>
            <a:prstDash val="solid"/>
            <a:headEnd type="triangle" w="med" len="med"/>
            <a:tailEnd type="none" w="med" len="med"/>
          </a:ln>
        </p:spPr>
      </p:sp>
      <p:sp>
        <p:nvSpPr>
          <p:cNvPr id="433179" name="Oval 27"/>
          <p:cNvSpPr>
            <a:spLocks noChangeArrowheads="1"/>
          </p:cNvSpPr>
          <p:nvPr/>
        </p:nvSpPr>
        <p:spPr bwMode="auto">
          <a:xfrm>
            <a:off x="2927350" y="4240213"/>
            <a:ext cx="2089150" cy="431800"/>
          </a:xfrm>
          <a:prstGeom prst="ellipse">
            <a:avLst/>
          </a:prstGeom>
          <a:noFill/>
          <a:ln w="28575" cap="sq">
            <a:solidFill>
              <a:srgbClr val="009900"/>
            </a:solidFill>
            <a:round/>
            <a:headEnd type="none" w="sm" len="sm"/>
            <a:tailEnd type="none" w="sm" len="sm"/>
          </a:ln>
        </p:spPr>
        <p:txBody>
          <a:bodyPr wrap="none" anchor="ct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433180" name="Oval 28"/>
          <p:cNvSpPr>
            <a:spLocks noChangeArrowheads="1"/>
          </p:cNvSpPr>
          <p:nvPr/>
        </p:nvSpPr>
        <p:spPr bwMode="auto">
          <a:xfrm>
            <a:off x="8183563" y="4259263"/>
            <a:ext cx="2376488" cy="431800"/>
          </a:xfrm>
          <a:prstGeom prst="ellipse">
            <a:avLst/>
          </a:prstGeom>
          <a:noFill/>
          <a:ln w="28575" cap="sq">
            <a:solidFill>
              <a:srgbClr val="009900"/>
            </a:solidFill>
            <a:round/>
            <a:headEnd type="none" w="sm" len="sm"/>
            <a:tailEnd type="none" w="sm" len="sm"/>
          </a:ln>
        </p:spPr>
        <p:txBody>
          <a:bodyPr wrap="none" anchor="ct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433181" name="Oval 29"/>
          <p:cNvSpPr/>
          <p:nvPr/>
        </p:nvSpPr>
        <p:spPr>
          <a:xfrm>
            <a:off x="4889500" y="4767263"/>
            <a:ext cx="1711325" cy="390525"/>
          </a:xfrm>
          <a:prstGeom prst="ellipse">
            <a:avLst/>
          </a:prstGeom>
          <a:solidFill>
            <a:srgbClr val="FFFFC2"/>
          </a:solidFill>
          <a:ln w="28575" cap="sq" cmpd="sng">
            <a:solidFill>
              <a:srgbClr val="009900"/>
            </a:solidFill>
            <a:prstDash val="solid"/>
            <a:headEnd type="none" w="sm" len="sm"/>
            <a:tailEnd type="none" w="sm" len="sm"/>
          </a:ln>
        </p:spPr>
        <p:txBody>
          <a:bodyPr wrap="none" anchor="ctr" anchorCtr="0"/>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algn="ctr" eaLnBrk="1" hangingPunct="1">
              <a:lnSpc>
                <a:spcPct val="90000"/>
              </a:lnSpc>
              <a:spcBef>
                <a:spcPts val="590"/>
              </a:spcBef>
              <a:spcAft>
                <a:spcPts val="590"/>
              </a:spcAft>
              <a:buSzPct val="80000"/>
              <a:buNone/>
            </a:pPr>
            <a:r>
              <a:rPr lang="zh-CN" altLang="en-US" sz="2000" dirty="0">
                <a:latin typeface="黑体" panose="02010609060101010101" pitchFamily="49" charset="-122"/>
              </a:rPr>
              <a:t>形参</a:t>
            </a:r>
            <a:endParaRPr lang="zh-CN" altLang="en-US" sz="2000" dirty="0">
              <a:latin typeface="黑体" panose="02010609060101010101" pitchFamily="49" charset="-122"/>
            </a:endParaRPr>
          </a:p>
        </p:txBody>
      </p:sp>
      <p:sp>
        <p:nvSpPr>
          <p:cNvPr id="433182" name="Line 30"/>
          <p:cNvSpPr/>
          <p:nvPr/>
        </p:nvSpPr>
        <p:spPr>
          <a:xfrm flipV="1">
            <a:off x="6600825" y="4624388"/>
            <a:ext cx="1943100" cy="360362"/>
          </a:xfrm>
          <a:prstGeom prst="line">
            <a:avLst/>
          </a:prstGeom>
          <a:ln w="28575" cap="sq" cmpd="sng">
            <a:solidFill>
              <a:srgbClr val="009900"/>
            </a:solidFill>
            <a:prstDash val="solid"/>
            <a:headEnd type="triangle" w="med" len="med"/>
            <a:tailEnd type="none" w="med" len="med"/>
          </a:ln>
        </p:spPr>
      </p:sp>
      <p:sp>
        <p:nvSpPr>
          <p:cNvPr id="433183" name="Line 31"/>
          <p:cNvSpPr/>
          <p:nvPr/>
        </p:nvSpPr>
        <p:spPr>
          <a:xfrm flipH="1" flipV="1">
            <a:off x="3811588" y="4697413"/>
            <a:ext cx="1079500" cy="215900"/>
          </a:xfrm>
          <a:prstGeom prst="line">
            <a:avLst/>
          </a:prstGeom>
          <a:ln w="28575" cap="sq" cmpd="sng">
            <a:solidFill>
              <a:srgbClr val="009900"/>
            </a:solidFill>
            <a:prstDash val="solid"/>
            <a:headEnd type="triangle" w="med" len="med"/>
            <a:tailEnd type="none" w="med" len="med"/>
          </a:ln>
        </p:spPr>
      </p:sp>
      <p:sp>
        <p:nvSpPr>
          <p:cNvPr id="50194" name="Line 33"/>
          <p:cNvSpPr/>
          <p:nvPr/>
        </p:nvSpPr>
        <p:spPr>
          <a:xfrm>
            <a:off x="1271588" y="4221163"/>
            <a:ext cx="4289425" cy="0"/>
          </a:xfrm>
          <a:prstGeom prst="line">
            <a:avLst/>
          </a:prstGeom>
          <a:ln w="57150" cap="sq" cmpd="thinThick">
            <a:solidFill>
              <a:schemeClr val="tx1"/>
            </a:solidFill>
            <a:prstDash val="solid"/>
            <a:headEnd type="none" w="sm" len="sm"/>
            <a:tailEnd type="none" w="sm" len="sm"/>
          </a:ln>
        </p:spPr>
      </p:sp>
      <p:sp>
        <p:nvSpPr>
          <p:cNvPr id="50195" name="Line 34"/>
          <p:cNvSpPr/>
          <p:nvPr/>
        </p:nvSpPr>
        <p:spPr>
          <a:xfrm>
            <a:off x="6562725" y="4221163"/>
            <a:ext cx="4329113" cy="0"/>
          </a:xfrm>
          <a:prstGeom prst="line">
            <a:avLst/>
          </a:prstGeom>
          <a:ln w="57150" cap="sq" cmpd="thinThick">
            <a:solidFill>
              <a:schemeClr val="tx1"/>
            </a:solidFill>
            <a:prstDash val="solid"/>
            <a:headEnd type="none" w="sm" len="sm"/>
            <a:tailEnd type="none" w="sm" len="sm"/>
          </a:ln>
        </p:spPr>
      </p:sp>
      <p:sp>
        <p:nvSpPr>
          <p:cNvPr id="433187" name="WordArt 35"/>
          <p:cNvSpPr>
            <a:spLocks noChangeArrowheads="1" noChangeShapeType="1" noTextEdit="1"/>
          </p:cNvSpPr>
          <p:nvPr/>
        </p:nvSpPr>
        <p:spPr bwMode="auto">
          <a:xfrm>
            <a:off x="2722484" y="5814242"/>
            <a:ext cx="2829045" cy="692943"/>
          </a:xfrm>
          <a:prstGeom prst="rect">
            <a:avLst/>
          </a:prstGeom>
        </p:spPr>
        <p:txBody>
          <a:bodyPr wrap="none" numCol="1" fromWordArt="1">
            <a:prstTxWarp prst="textSlantUp">
              <a:avLst>
                <a:gd name="adj" fmla="val 55556"/>
              </a:avLst>
            </a:prstTxWarp>
          </a:bodyPr>
          <a:lstStyle/>
          <a:p>
            <a:pPr marL="0" marR="0" lvl="0" indent="0" algn="ctr" defTabSz="914400" rtl="0" eaLnBrk="1" fontAlgn="base" latinLnBrk="0" hangingPunct="1">
              <a:lnSpc>
                <a:spcPct val="90000"/>
              </a:lnSpc>
              <a:spcBef>
                <a:spcPts val="590"/>
              </a:spcBef>
              <a:spcAft>
                <a:spcPts val="590"/>
              </a:spcAft>
              <a:buClr>
                <a:schemeClr val="tx2"/>
              </a:buClr>
              <a:buSzPct val="80000"/>
              <a:buFontTx/>
              <a:buNone/>
              <a:defRPr/>
            </a:pPr>
            <a:r>
              <a:rPr kumimoji="0" lang="en-US" altLang="zh-CN" sz="3600" b="1" i="0" u="none" strike="noStrike" kern="10" cap="none" spc="0" normalizeH="0" baseline="0" noProof="0" dirty="0">
                <a:ln w="9525">
                  <a:solidFill>
                    <a:srgbClr val="FF0000"/>
                  </a:solidFill>
                  <a:round/>
                  <a:headEnd type="none" w="sm" len="sm"/>
                  <a:tailEnd type="none" w="sm" len="sm"/>
                </a:ln>
                <a:solidFill>
                  <a:srgbClr val="FF0000"/>
                </a:solidFill>
                <a:effectLst/>
                <a:uLnTx/>
                <a:uFillTx/>
                <a:latin typeface="Academy Engraved LET" panose="02000000000000000000"/>
                <a:ea typeface="宋体" pitchFamily="2" charset="-122"/>
                <a:cs typeface="+mn-cs"/>
              </a:rPr>
              <a:t>Not Work</a:t>
            </a:r>
            <a:r>
              <a:rPr kumimoji="0" lang="zh-CN" altLang="en-US" sz="3600" b="1" i="0" u="none" strike="noStrike" kern="10" cap="none" spc="0" normalizeH="0" baseline="0" noProof="0" dirty="0">
                <a:ln w="9525">
                  <a:solidFill>
                    <a:srgbClr val="FF0000"/>
                  </a:solidFill>
                  <a:round/>
                  <a:headEnd type="none" w="sm" len="sm"/>
                  <a:tailEnd type="none" w="sm" len="sm"/>
                </a:ln>
                <a:solidFill>
                  <a:srgbClr val="FF0000"/>
                </a:solidFill>
                <a:effectLst/>
                <a:uLnTx/>
                <a:uFillTx/>
                <a:latin typeface="Academy Engraved LET" panose="02000000000000000000"/>
                <a:ea typeface="宋体" pitchFamily="2" charset="-122"/>
                <a:cs typeface="+mn-cs"/>
              </a:rPr>
              <a:t>！</a:t>
            </a:r>
            <a:r>
              <a:rPr kumimoji="0" lang="en-US" altLang="zh-CN" sz="3600" b="1" i="0" u="none" strike="noStrike" kern="10" cap="none" spc="0" normalizeH="0" baseline="0" noProof="0" dirty="0">
                <a:ln w="9525">
                  <a:solidFill>
                    <a:srgbClr val="FF0000"/>
                  </a:solidFill>
                  <a:round/>
                  <a:headEnd type="none" w="sm" len="sm"/>
                  <a:tailEnd type="none" w="sm" len="sm"/>
                </a:ln>
                <a:solidFill>
                  <a:srgbClr val="FF0000"/>
                </a:solidFill>
                <a:effectLst/>
                <a:uLnTx/>
                <a:uFillTx/>
                <a:latin typeface="Academy Engraved LET" panose="02000000000000000000"/>
                <a:ea typeface="宋体" pitchFamily="2" charset="-122"/>
                <a:cs typeface="+mn-cs"/>
              </a:rPr>
              <a:t>Why?</a:t>
            </a:r>
            <a:endParaRPr kumimoji="0" lang="zh-CN" altLang="en-US" sz="3600" b="1" i="0" u="none" strike="noStrike" kern="10" cap="none" spc="0" normalizeH="0" baseline="0" noProof="0" dirty="0">
              <a:ln w="9525">
                <a:solidFill>
                  <a:srgbClr val="FF0000"/>
                </a:solidFill>
                <a:round/>
                <a:headEnd type="none" w="sm" len="sm"/>
                <a:tailEnd type="none" w="sm" len="sm"/>
              </a:ln>
              <a:solidFill>
                <a:srgbClr val="FF0000"/>
              </a:solidFill>
              <a:effectLst/>
              <a:uLnTx/>
              <a:uFillTx/>
              <a:latin typeface="Academy Engraved LET" panose="02000000000000000000"/>
              <a:ea typeface="宋体" pitchFamily="2" charset="-122"/>
              <a:cs typeface="+mn-cs"/>
            </a:endParaRPr>
          </a:p>
        </p:txBody>
      </p:sp>
      <p:sp>
        <p:nvSpPr>
          <p:cNvPr id="50197" name="Rectangle 13"/>
          <p:cNvSpPr/>
          <p:nvPr/>
        </p:nvSpPr>
        <p:spPr>
          <a:xfrm>
            <a:off x="1484313" y="227013"/>
            <a:ext cx="9213850" cy="558800"/>
          </a:xfrm>
          <a:prstGeom prst="rect">
            <a:avLst/>
          </a:prstGeom>
          <a:noFill/>
          <a:ln w="9525">
            <a:noFill/>
          </a:ln>
        </p:spPr>
        <p:txBody>
          <a:bodyPr>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algn="ctr" eaLnBrk="1" hangingPunct="1">
              <a:lnSpc>
                <a:spcPct val="85000"/>
              </a:lnSpc>
              <a:spcBef>
                <a:spcPts val="590"/>
              </a:spcBef>
              <a:spcAft>
                <a:spcPts val="590"/>
              </a:spcAft>
              <a:buSzPct val="80000"/>
              <a:buNone/>
            </a:pPr>
            <a:r>
              <a:rPr lang="en-US" altLang="zh-CN" sz="3600" dirty="0"/>
              <a:t>3.2.2  </a:t>
            </a:r>
            <a:r>
              <a:rPr lang="zh-CN" altLang="en-US" sz="3600" dirty="0"/>
              <a:t>间接寻址运算符</a:t>
            </a:r>
            <a:endParaRPr lang="zh-CN" altLang="en-US" sz="3600" dirty="0"/>
          </a:p>
        </p:txBody>
      </p:sp>
      <p:sp>
        <p:nvSpPr>
          <p:cNvPr id="50198" name="Text Box 11"/>
          <p:cNvSpPr txBox="1"/>
          <p:nvPr/>
        </p:nvSpPr>
        <p:spPr>
          <a:xfrm>
            <a:off x="1263650" y="908050"/>
            <a:ext cx="4616450" cy="366713"/>
          </a:xfrm>
          <a:prstGeom prst="rect">
            <a:avLst/>
          </a:prstGeom>
          <a:noFill/>
          <a:ln w="12700">
            <a:noFill/>
          </a:ln>
        </p:spPr>
        <p:txBody>
          <a:bodyPr>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ts val="590"/>
              </a:spcBef>
              <a:spcAft>
                <a:spcPts val="590"/>
              </a:spcAft>
              <a:buSzPct val="80000"/>
              <a:buNone/>
            </a:pPr>
            <a:r>
              <a:rPr lang="zh-CN" altLang="en-US" sz="2000" b="1" dirty="0">
                <a:latin typeface="黑体" panose="02010609060101010101" pitchFamily="49" charset="-122"/>
              </a:rPr>
              <a:t>程序 </a:t>
            </a:r>
            <a:r>
              <a:rPr lang="en-US" altLang="zh-CN" sz="2000" b="1" dirty="0">
                <a:latin typeface="黑体" panose="02010609060101010101" pitchFamily="49" charset="-122"/>
              </a:rPr>
              <a:t>1</a:t>
            </a:r>
            <a:r>
              <a:rPr lang="zh-CN" altLang="en-US" sz="2000" b="1" dirty="0">
                <a:latin typeface="黑体" panose="02010609060101010101" pitchFamily="49" charset="-122"/>
              </a:rPr>
              <a:t>：简单变量作函数参数</a:t>
            </a:r>
            <a:endParaRPr lang="en-US" altLang="zh-CN" sz="2000" b="1" dirty="0">
              <a:latin typeface="黑体" panose="02010609060101010101" pitchFamily="49" charset="-122"/>
            </a:endParaRPr>
          </a:p>
        </p:txBody>
      </p:sp>
      <p:sp>
        <p:nvSpPr>
          <p:cNvPr id="50199" name="Text Box 11"/>
          <p:cNvSpPr txBox="1"/>
          <p:nvPr/>
        </p:nvSpPr>
        <p:spPr>
          <a:xfrm>
            <a:off x="6472238" y="884238"/>
            <a:ext cx="4576762" cy="366712"/>
          </a:xfrm>
          <a:prstGeom prst="rect">
            <a:avLst/>
          </a:prstGeom>
          <a:noFill/>
          <a:ln w="12700">
            <a:noFill/>
          </a:ln>
        </p:spPr>
        <p:txBody>
          <a:bodyPr>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ts val="590"/>
              </a:spcBef>
              <a:spcAft>
                <a:spcPts val="590"/>
              </a:spcAft>
              <a:buSzPct val="80000"/>
              <a:buNone/>
            </a:pPr>
            <a:r>
              <a:rPr lang="zh-CN" altLang="en-US" sz="2000" b="1" dirty="0">
                <a:latin typeface="黑体" panose="02010609060101010101" pitchFamily="49" charset="-122"/>
              </a:rPr>
              <a:t>程序 </a:t>
            </a:r>
            <a:r>
              <a:rPr lang="en-US" altLang="zh-CN" sz="2000" b="1" dirty="0">
                <a:latin typeface="黑体" panose="02010609060101010101" pitchFamily="49" charset="-122"/>
              </a:rPr>
              <a:t>2</a:t>
            </a:r>
            <a:r>
              <a:rPr lang="zh-CN" altLang="en-US" sz="2000" b="1" dirty="0">
                <a:latin typeface="黑体" panose="02010609060101010101" pitchFamily="49" charset="-122"/>
              </a:rPr>
              <a:t>：指针变量作函数参数</a:t>
            </a:r>
            <a:endParaRPr lang="en-US" altLang="zh-CN" sz="2000" b="1" dirty="0">
              <a:latin typeface="黑体" panose="02010609060101010101" pitchFamily="49" charset="-122"/>
            </a:endParaRPr>
          </a:p>
        </p:txBody>
      </p:sp>
      <p:pic>
        <p:nvPicPr>
          <p:cNvPr id="50200" name="ImgPreview" descr="文件名: PE02408_.wmf&#13;关键字: buildings, 人物, 任务 ...&#13;文件大小: 5 KB"/>
          <p:cNvPicPr>
            <a:picLocks noChangeAspect="1"/>
          </p:cNvPicPr>
          <p:nvPr/>
        </p:nvPicPr>
        <p:blipFill>
          <a:blip r:embed="rId1">
            <a:clrChange>
              <a:clrFrom>
                <a:srgbClr val="FFFFFF"/>
              </a:clrFrom>
              <a:clrTo>
                <a:srgbClr val="FFFFFF">
                  <a:alpha val="0"/>
                </a:srgbClr>
              </a:clrTo>
            </a:clrChange>
          </a:blip>
          <a:stretch>
            <a:fillRect/>
          </a:stretch>
        </p:blipFill>
        <p:spPr>
          <a:xfrm>
            <a:off x="10098088" y="476250"/>
            <a:ext cx="750887" cy="692150"/>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3315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198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433174"/>
                                        </p:tgtEl>
                                        <p:attrNameLst>
                                          <p:attrName>style.visibility</p:attrName>
                                        </p:attrNameLst>
                                      </p:cBhvr>
                                      <p:to>
                                        <p:strVal val="visible"/>
                                      </p:to>
                                    </p:set>
                                    <p:animEffect transition="in" filter="wipe(left)">
                                      <p:cBhvr>
                                        <p:cTn id="15" dur="500"/>
                                        <p:tgtEl>
                                          <p:spTgt spid="433174"/>
                                        </p:tgtEl>
                                      </p:cBhvr>
                                    </p:animEffect>
                                  </p:childTnLst>
                                </p:cTn>
                              </p:par>
                            </p:childTnLst>
                          </p:cTn>
                        </p:par>
                        <p:par>
                          <p:cTn id="16" fill="hold">
                            <p:stCondLst>
                              <p:cond delay="500"/>
                            </p:stCondLst>
                            <p:childTnLst>
                              <p:par>
                                <p:cTn id="17" presetID="22" presetClass="entr" presetSubtype="8" fill="hold" nodeType="afterEffect">
                                  <p:stCondLst>
                                    <p:cond delay="0"/>
                                  </p:stCondLst>
                                  <p:childTnLst>
                                    <p:set>
                                      <p:cBhvr>
                                        <p:cTn id="18" dur="1" fill="hold">
                                          <p:stCondLst>
                                            <p:cond delay="0"/>
                                          </p:stCondLst>
                                        </p:cTn>
                                        <p:tgtEl>
                                          <p:spTgt spid="433177"/>
                                        </p:tgtEl>
                                        <p:attrNameLst>
                                          <p:attrName>style.visibility</p:attrName>
                                        </p:attrNameLst>
                                      </p:cBhvr>
                                      <p:to>
                                        <p:strVal val="visible"/>
                                      </p:to>
                                    </p:set>
                                    <p:animEffect transition="in" filter="wipe(left)">
                                      <p:cBhvr>
                                        <p:cTn id="19" dur="500"/>
                                        <p:tgtEl>
                                          <p:spTgt spid="433177"/>
                                        </p:tgtEl>
                                      </p:cBhvr>
                                    </p:animEffect>
                                  </p:childTnLst>
                                </p:cTn>
                              </p:par>
                            </p:childTnLst>
                          </p:cTn>
                        </p:par>
                        <p:par>
                          <p:cTn id="20" fill="hold">
                            <p:stCondLst>
                              <p:cond delay="1000"/>
                            </p:stCondLst>
                            <p:childTnLst>
                              <p:par>
                                <p:cTn id="21" presetID="22" presetClass="entr" presetSubtype="2" fill="hold" grpId="0" nodeType="afterEffect">
                                  <p:stCondLst>
                                    <p:cond delay="0"/>
                                  </p:stCondLst>
                                  <p:childTnLst>
                                    <p:set>
                                      <p:cBhvr>
                                        <p:cTn id="22" dur="1" fill="hold">
                                          <p:stCondLst>
                                            <p:cond delay="0"/>
                                          </p:stCondLst>
                                        </p:cTn>
                                        <p:tgtEl>
                                          <p:spTgt spid="433175"/>
                                        </p:tgtEl>
                                        <p:attrNameLst>
                                          <p:attrName>style.visibility</p:attrName>
                                        </p:attrNameLst>
                                      </p:cBhvr>
                                      <p:to>
                                        <p:strVal val="visible"/>
                                      </p:to>
                                    </p:set>
                                    <p:animEffect transition="in" filter="wipe(right)">
                                      <p:cBhvr>
                                        <p:cTn id="23" dur="500"/>
                                        <p:tgtEl>
                                          <p:spTgt spid="433175"/>
                                        </p:tgtEl>
                                      </p:cBhvr>
                                    </p:animEffect>
                                  </p:childTnLst>
                                </p:cTn>
                              </p:par>
                            </p:childTnLst>
                          </p:cTn>
                        </p:par>
                        <p:par>
                          <p:cTn id="24" fill="hold">
                            <p:stCondLst>
                              <p:cond delay="1500"/>
                            </p:stCondLst>
                            <p:childTnLst>
                              <p:par>
                                <p:cTn id="25" presetID="22" presetClass="entr" presetSubtype="2" fill="hold" nodeType="afterEffect">
                                  <p:stCondLst>
                                    <p:cond delay="0"/>
                                  </p:stCondLst>
                                  <p:childTnLst>
                                    <p:set>
                                      <p:cBhvr>
                                        <p:cTn id="26" dur="1" fill="hold">
                                          <p:stCondLst>
                                            <p:cond delay="0"/>
                                          </p:stCondLst>
                                        </p:cTn>
                                        <p:tgtEl>
                                          <p:spTgt spid="433178"/>
                                        </p:tgtEl>
                                        <p:attrNameLst>
                                          <p:attrName>style.visibility</p:attrName>
                                        </p:attrNameLst>
                                      </p:cBhvr>
                                      <p:to>
                                        <p:strVal val="visible"/>
                                      </p:to>
                                    </p:set>
                                    <p:animEffect transition="in" filter="wipe(right)">
                                      <p:cBhvr>
                                        <p:cTn id="27" dur="500"/>
                                        <p:tgtEl>
                                          <p:spTgt spid="433178"/>
                                        </p:tgtEl>
                                      </p:cBhvr>
                                    </p:animEffect>
                                  </p:childTnLst>
                                </p:cTn>
                              </p:par>
                            </p:childTnLst>
                          </p:cTn>
                        </p:par>
                        <p:par>
                          <p:cTn id="28" fill="hold">
                            <p:stCondLst>
                              <p:cond delay="2000"/>
                            </p:stCondLst>
                            <p:childTnLst>
                              <p:par>
                                <p:cTn id="29" presetID="16" presetClass="entr" presetSubtype="21" fill="hold" grpId="0" nodeType="afterEffect">
                                  <p:stCondLst>
                                    <p:cond delay="0"/>
                                  </p:stCondLst>
                                  <p:childTnLst>
                                    <p:set>
                                      <p:cBhvr>
                                        <p:cTn id="30" dur="1" fill="hold">
                                          <p:stCondLst>
                                            <p:cond delay="0"/>
                                          </p:stCondLst>
                                        </p:cTn>
                                        <p:tgtEl>
                                          <p:spTgt spid="433176"/>
                                        </p:tgtEl>
                                        <p:attrNameLst>
                                          <p:attrName>style.visibility</p:attrName>
                                        </p:attrNameLst>
                                      </p:cBhvr>
                                      <p:to>
                                        <p:strVal val="visible"/>
                                      </p:to>
                                    </p:set>
                                    <p:animEffect transition="in" filter="barn(inVertical)">
                                      <p:cBhvr>
                                        <p:cTn id="31" dur="500"/>
                                        <p:tgtEl>
                                          <p:spTgt spid="433176"/>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433179"/>
                                        </p:tgtEl>
                                        <p:attrNameLst>
                                          <p:attrName>style.visibility</p:attrName>
                                        </p:attrNameLst>
                                      </p:cBhvr>
                                      <p:to>
                                        <p:strVal val="visible"/>
                                      </p:to>
                                    </p:set>
                                    <p:animEffect transition="in" filter="wipe(left)">
                                      <p:cBhvr>
                                        <p:cTn id="36" dur="500"/>
                                        <p:tgtEl>
                                          <p:spTgt spid="433179"/>
                                        </p:tgtEl>
                                      </p:cBhvr>
                                    </p:animEffect>
                                  </p:childTnLst>
                                </p:cTn>
                              </p:par>
                            </p:childTnLst>
                          </p:cTn>
                        </p:par>
                        <p:par>
                          <p:cTn id="37" fill="hold">
                            <p:stCondLst>
                              <p:cond delay="500"/>
                            </p:stCondLst>
                            <p:childTnLst>
                              <p:par>
                                <p:cTn id="38" presetID="22" presetClass="entr" presetSubtype="1" fill="hold" nodeType="afterEffect">
                                  <p:stCondLst>
                                    <p:cond delay="0"/>
                                  </p:stCondLst>
                                  <p:childTnLst>
                                    <p:set>
                                      <p:cBhvr>
                                        <p:cTn id="39" dur="1" fill="hold">
                                          <p:stCondLst>
                                            <p:cond delay="0"/>
                                          </p:stCondLst>
                                        </p:cTn>
                                        <p:tgtEl>
                                          <p:spTgt spid="433183"/>
                                        </p:tgtEl>
                                        <p:attrNameLst>
                                          <p:attrName>style.visibility</p:attrName>
                                        </p:attrNameLst>
                                      </p:cBhvr>
                                      <p:to>
                                        <p:strVal val="visible"/>
                                      </p:to>
                                    </p:set>
                                    <p:animEffect transition="in" filter="wipe(up)">
                                      <p:cBhvr>
                                        <p:cTn id="40" dur="500"/>
                                        <p:tgtEl>
                                          <p:spTgt spid="433183"/>
                                        </p:tgtEl>
                                      </p:cBhvr>
                                    </p:animEffect>
                                  </p:childTnLst>
                                </p:cTn>
                              </p:par>
                            </p:childTnLst>
                          </p:cTn>
                        </p:par>
                        <p:par>
                          <p:cTn id="41" fill="hold">
                            <p:stCondLst>
                              <p:cond delay="1000"/>
                            </p:stCondLst>
                            <p:childTnLst>
                              <p:par>
                                <p:cTn id="42" presetID="22" presetClass="entr" presetSubtype="2" fill="hold" grpId="0" nodeType="afterEffect">
                                  <p:stCondLst>
                                    <p:cond delay="0"/>
                                  </p:stCondLst>
                                  <p:childTnLst>
                                    <p:set>
                                      <p:cBhvr>
                                        <p:cTn id="43" dur="1" fill="hold">
                                          <p:stCondLst>
                                            <p:cond delay="0"/>
                                          </p:stCondLst>
                                        </p:cTn>
                                        <p:tgtEl>
                                          <p:spTgt spid="433180"/>
                                        </p:tgtEl>
                                        <p:attrNameLst>
                                          <p:attrName>style.visibility</p:attrName>
                                        </p:attrNameLst>
                                      </p:cBhvr>
                                      <p:to>
                                        <p:strVal val="visible"/>
                                      </p:to>
                                    </p:set>
                                    <p:animEffect transition="in" filter="wipe(right)">
                                      <p:cBhvr>
                                        <p:cTn id="44" dur="500"/>
                                        <p:tgtEl>
                                          <p:spTgt spid="433180"/>
                                        </p:tgtEl>
                                      </p:cBhvr>
                                    </p:animEffect>
                                  </p:childTnLst>
                                </p:cTn>
                              </p:par>
                            </p:childTnLst>
                          </p:cTn>
                        </p:par>
                        <p:par>
                          <p:cTn id="45" fill="hold">
                            <p:stCondLst>
                              <p:cond delay="1500"/>
                            </p:stCondLst>
                            <p:childTnLst>
                              <p:par>
                                <p:cTn id="46" presetID="22" presetClass="entr" presetSubtype="1" fill="hold" nodeType="afterEffect">
                                  <p:stCondLst>
                                    <p:cond delay="0"/>
                                  </p:stCondLst>
                                  <p:childTnLst>
                                    <p:set>
                                      <p:cBhvr>
                                        <p:cTn id="47" dur="1" fill="hold">
                                          <p:stCondLst>
                                            <p:cond delay="0"/>
                                          </p:stCondLst>
                                        </p:cTn>
                                        <p:tgtEl>
                                          <p:spTgt spid="433182"/>
                                        </p:tgtEl>
                                        <p:attrNameLst>
                                          <p:attrName>style.visibility</p:attrName>
                                        </p:attrNameLst>
                                      </p:cBhvr>
                                      <p:to>
                                        <p:strVal val="visible"/>
                                      </p:to>
                                    </p:set>
                                    <p:animEffect transition="in" filter="wipe(up)">
                                      <p:cBhvr>
                                        <p:cTn id="48" dur="500"/>
                                        <p:tgtEl>
                                          <p:spTgt spid="433182"/>
                                        </p:tgtEl>
                                      </p:cBhvr>
                                    </p:animEffect>
                                  </p:childTnLst>
                                </p:cTn>
                              </p:par>
                            </p:childTnLst>
                          </p:cTn>
                        </p:par>
                        <p:par>
                          <p:cTn id="49" fill="hold">
                            <p:stCondLst>
                              <p:cond delay="2000"/>
                            </p:stCondLst>
                            <p:childTnLst>
                              <p:par>
                                <p:cTn id="50" presetID="16" presetClass="entr" presetSubtype="21" fill="hold" grpId="0" nodeType="afterEffect">
                                  <p:stCondLst>
                                    <p:cond delay="0"/>
                                  </p:stCondLst>
                                  <p:childTnLst>
                                    <p:set>
                                      <p:cBhvr>
                                        <p:cTn id="51" dur="1" fill="hold">
                                          <p:stCondLst>
                                            <p:cond delay="0"/>
                                          </p:stCondLst>
                                        </p:cTn>
                                        <p:tgtEl>
                                          <p:spTgt spid="433181"/>
                                        </p:tgtEl>
                                        <p:attrNameLst>
                                          <p:attrName>style.visibility</p:attrName>
                                        </p:attrNameLst>
                                      </p:cBhvr>
                                      <p:to>
                                        <p:strVal val="visible"/>
                                      </p:to>
                                    </p:set>
                                    <p:animEffect transition="in" filter="barn(inVertical)">
                                      <p:cBhvr>
                                        <p:cTn id="52" dur="500"/>
                                        <p:tgtEl>
                                          <p:spTgt spid="433181"/>
                                        </p:tgtEl>
                                      </p:cBhvr>
                                    </p:animEffect>
                                  </p:childTnLst>
                                </p:cTn>
                              </p:par>
                            </p:childTnLst>
                          </p:cTn>
                        </p:par>
                      </p:childTnLst>
                    </p:cTn>
                  </p:par>
                  <p:par>
                    <p:cTn id="53" fill="hold">
                      <p:stCondLst>
                        <p:cond delay="indefinite"/>
                      </p:stCondLst>
                      <p:childTnLst>
                        <p:par>
                          <p:cTn id="54" fill="hold">
                            <p:stCondLst>
                              <p:cond delay="0"/>
                            </p:stCondLst>
                            <p:childTnLst>
                              <p:par>
                                <p:cTn id="55" presetID="2" presetClass="entr" presetSubtype="8" fill="hold" nodeType="clickEffect">
                                  <p:stCondLst>
                                    <p:cond delay="0"/>
                                  </p:stCondLst>
                                  <p:childTnLst>
                                    <p:set>
                                      <p:cBhvr>
                                        <p:cTn id="56" dur="1" fill="hold">
                                          <p:stCondLst>
                                            <p:cond delay="0"/>
                                          </p:stCondLst>
                                        </p:cTn>
                                        <p:tgtEl>
                                          <p:spTgt spid="433187"/>
                                        </p:tgtEl>
                                        <p:attrNameLst>
                                          <p:attrName>style.visibility</p:attrName>
                                        </p:attrNameLst>
                                      </p:cBhvr>
                                      <p:to>
                                        <p:strVal val="visible"/>
                                      </p:to>
                                    </p:set>
                                    <p:anim calcmode="lin" valueType="num">
                                      <p:cBhvr additive="base">
                                        <p:cTn id="57" dur="500" fill="hold"/>
                                        <p:tgtEl>
                                          <p:spTgt spid="433187"/>
                                        </p:tgtEl>
                                        <p:attrNameLst>
                                          <p:attrName>ppt_x</p:attrName>
                                        </p:attrNameLst>
                                      </p:cBhvr>
                                      <p:tavLst>
                                        <p:tav tm="0">
                                          <p:val>
                                            <p:strVal val="0-#ppt_w/2"/>
                                          </p:val>
                                        </p:tav>
                                        <p:tav tm="100000">
                                          <p:val>
                                            <p:strVal val="#ppt_x"/>
                                          </p:val>
                                        </p:tav>
                                      </p:tavLst>
                                    </p:anim>
                                    <p:anim calcmode="lin" valueType="num">
                                      <p:cBhvr additive="base">
                                        <p:cTn id="58" dur="500" fill="hold"/>
                                        <p:tgtEl>
                                          <p:spTgt spid="43318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87" grpId="0" animBg="1"/>
      <p:bldP spid="433158" grpId="0" animBg="1"/>
      <p:bldP spid="433174" grpId="0" animBg="1"/>
      <p:bldP spid="433175" grpId="0" animBg="1"/>
      <p:bldP spid="433176" grpId="0" animBg="1"/>
      <p:bldP spid="433179" grpId="0" animBg="1"/>
      <p:bldP spid="433180" grpId="0" animBg="1"/>
      <p:bldP spid="433181" grpId="0" animBg="1"/>
    </p:bldLst>
  </p:timing>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2226" name="Rectangle 2"/>
          <p:cNvSpPr>
            <a:spLocks noGrp="1"/>
          </p:cNvSpPr>
          <p:nvPr>
            <p:ph type="title"/>
          </p:nvPr>
        </p:nvSpPr>
        <p:spPr>
          <a:xfrm>
            <a:off x="1374775" y="404813"/>
            <a:ext cx="9442450" cy="839787"/>
          </a:xfrm>
        </p:spPr>
        <p:txBody>
          <a:bodyPr vert="horz" wrap="square" lIns="91440" tIns="45720" rIns="91440" bIns="45720" anchor="ctr" anchorCtr="0"/>
          <a:lstStyle/>
          <a:p>
            <a:r>
              <a:rPr lang="en-US" altLang="zh-CN" sz="4000" kern="1200" dirty="0">
                <a:latin typeface="Arial" panose="020B0604020202090204" pitchFamily="34" charset="0"/>
                <a:ea typeface="黑体" panose="02010609060101010101" pitchFamily="49" charset="-122"/>
                <a:cs typeface="Arial" panose="020B0604020202090204" pitchFamily="34" charset="0"/>
              </a:rPr>
              <a:t>3.2.3 </a:t>
            </a:r>
            <a:r>
              <a:rPr lang="zh-CN" altLang="en-US" sz="4000" kern="1200" dirty="0">
                <a:latin typeface="Arial" panose="020B0604020202090204" pitchFamily="34" charset="0"/>
                <a:ea typeface="黑体" panose="02010609060101010101" pitchFamily="49" charset="-122"/>
                <a:cs typeface="Arial" panose="020B0604020202090204" pitchFamily="34" charset="0"/>
              </a:rPr>
              <a:t>函数指针及其应用 </a:t>
            </a:r>
            <a:endParaRPr lang="zh-CN" altLang="en-US" sz="4000" kern="1200" dirty="0">
              <a:latin typeface="Arial" panose="020B0604020202090204" pitchFamily="34" charset="0"/>
              <a:ea typeface="黑体" panose="02010609060101010101" pitchFamily="49" charset="-122"/>
              <a:cs typeface="Arial" panose="020B0604020202090204" pitchFamily="34" charset="0"/>
            </a:endParaRPr>
          </a:p>
        </p:txBody>
      </p:sp>
      <p:sp>
        <p:nvSpPr>
          <p:cNvPr id="761859" name="Rectangle 3"/>
          <p:cNvSpPr>
            <a:spLocks noGrp="1"/>
          </p:cNvSpPr>
          <p:nvPr>
            <p:ph idx="1"/>
          </p:nvPr>
        </p:nvSpPr>
        <p:spPr>
          <a:xfrm>
            <a:off x="1541463" y="2565400"/>
            <a:ext cx="9478962" cy="3743325"/>
          </a:xfrm>
        </p:spPr>
        <p:txBody>
          <a:bodyPr vert="horz" wrap="square" lIns="91440" tIns="45720" rIns="91440" bIns="45720" anchor="t" anchorCtr="0"/>
          <a:lstStyle/>
          <a:p>
            <a:pPr eaLnBrk="1">
              <a:spcBef>
                <a:spcPct val="0"/>
              </a:spcBef>
              <a:spcAft>
                <a:spcPct val="0"/>
              </a:spcAft>
              <a:buSzPct val="50000"/>
              <a:buFont typeface="Monotype Sorts"/>
              <a:buChar char=""/>
            </a:pPr>
            <a:r>
              <a:rPr lang="zh-CN" altLang="en-US" kern="1200" dirty="0">
                <a:latin typeface="黑体" panose="02010609060101010101" pitchFamily="49" charset="-122"/>
                <a:ea typeface="黑体" panose="02010609060101010101" pitchFamily="49" charset="-122"/>
                <a:cs typeface="Times New Roman" panose="02020503050405090304" pitchFamily="18" charset="0"/>
              </a:rPr>
              <a:t>例</a:t>
            </a:r>
            <a:r>
              <a:rPr lang="zh-CN" altLang="en-US" sz="2400" kern="1200" dirty="0">
                <a:latin typeface="黑体" panose="02010609060101010101" pitchFamily="49" charset="-122"/>
                <a:ea typeface="黑体" panose="02010609060101010101" pitchFamily="49" charset="-122"/>
                <a:cs typeface="Times New Roman" panose="02020503050405090304" pitchFamily="18" charset="0"/>
              </a:rPr>
              <a:t>：    </a:t>
            </a:r>
            <a:r>
              <a:rPr lang="zh-CN" altLang="en-US" sz="2400" kern="1200" dirty="0">
                <a:latin typeface="Courier New" panose="02070409020205090404" pitchFamily="49" charset="0"/>
                <a:ea typeface="仿宋_GB2312" pitchFamily="1" charset="-122"/>
                <a:cs typeface="+mn-cs"/>
              </a:rPr>
              <a:t>      </a:t>
            </a:r>
            <a:endParaRPr lang="zh-CN" altLang="en-US" sz="2400" kern="1200" dirty="0">
              <a:latin typeface="Courier New" panose="02070409020205090404" pitchFamily="49" charset="0"/>
              <a:ea typeface="仿宋_GB2312" pitchFamily="1" charset="-122"/>
              <a:cs typeface="+mn-cs"/>
            </a:endParaRPr>
          </a:p>
          <a:p>
            <a:pPr eaLnBrk="1">
              <a:spcBef>
                <a:spcPct val="0"/>
              </a:spcBef>
              <a:spcAft>
                <a:spcPct val="0"/>
              </a:spcAft>
              <a:buSzPct val="50000"/>
              <a:buFont typeface="Monotype Sorts"/>
              <a:buNone/>
            </a:pPr>
            <a:r>
              <a:rPr lang="zh-CN" altLang="en-US" sz="2400" kern="1200" dirty="0">
                <a:latin typeface="Courier New" panose="02070409020205090404" pitchFamily="49" charset="0"/>
                <a:ea typeface="仿宋_GB2312" pitchFamily="1" charset="-122"/>
                <a:cs typeface="+mn-cs"/>
              </a:rPr>
              <a:t>          </a:t>
            </a:r>
            <a:r>
              <a:rPr lang="en-US" altLang="zh-CN" b="1" kern="1200" dirty="0">
                <a:latin typeface="Courier New" panose="02070409020205090404" pitchFamily="49" charset="0"/>
                <a:ea typeface="仿宋_GB2312" pitchFamily="1" charset="-122"/>
                <a:cs typeface="+mn-cs"/>
              </a:rPr>
              <a:t>int  </a:t>
            </a:r>
            <a:r>
              <a:rPr lang="en-US" altLang="zh-CN" b="1" kern="1200" dirty="0">
                <a:solidFill>
                  <a:srgbClr val="A50021"/>
                </a:solidFill>
                <a:latin typeface="Courier New" panose="02070409020205090404" pitchFamily="49" charset="0"/>
                <a:ea typeface="仿宋_GB2312" pitchFamily="1" charset="-122"/>
                <a:cs typeface="+mn-cs"/>
              </a:rPr>
              <a:t>(*f)</a:t>
            </a:r>
            <a:r>
              <a:rPr lang="en-US" altLang="zh-CN" b="1" kern="1200" dirty="0">
                <a:latin typeface="Courier New" panose="02070409020205090404" pitchFamily="49" charset="0"/>
                <a:ea typeface="仿宋_GB2312" pitchFamily="1" charset="-122"/>
                <a:cs typeface="+mn-cs"/>
              </a:rPr>
              <a:t>(int a, int b);</a:t>
            </a:r>
            <a:endParaRPr lang="en-US" altLang="zh-CN" b="1" kern="1200" dirty="0">
              <a:latin typeface="Courier New" panose="02070409020205090404" pitchFamily="49" charset="0"/>
              <a:ea typeface="仿宋_GB2312" pitchFamily="1" charset="-122"/>
              <a:cs typeface="+mn-cs"/>
            </a:endParaRPr>
          </a:p>
          <a:p>
            <a:pPr eaLnBrk="1">
              <a:spcBef>
                <a:spcPct val="0"/>
              </a:spcBef>
              <a:spcAft>
                <a:spcPct val="0"/>
              </a:spcAft>
              <a:buSzPct val="50000"/>
            </a:pPr>
            <a:r>
              <a:rPr lang="zh-CN" altLang="en-US" kern="1200" dirty="0">
                <a:latin typeface="黑体" panose="02010609060101010101" pitchFamily="49" charset="-122"/>
                <a:ea typeface="仿宋_GB2312" pitchFamily="1" charset="-122"/>
                <a:cs typeface="+mn-cs"/>
              </a:rPr>
              <a:t>函数指针</a:t>
            </a:r>
            <a:r>
              <a:rPr lang="en-US" altLang="zh-CN" b="1" kern="1200" dirty="0">
                <a:latin typeface="Courier New" panose="02070409020205090404" pitchFamily="49" charset="0"/>
                <a:ea typeface="仿宋_GB2312" pitchFamily="1" charset="-122"/>
                <a:cs typeface="+mn-cs"/>
              </a:rPr>
              <a:t>f</a:t>
            </a:r>
            <a:r>
              <a:rPr lang="zh-CN" altLang="en-US" kern="1200" dirty="0">
                <a:latin typeface="黑体" panose="02010609060101010101" pitchFamily="49" charset="-122"/>
                <a:ea typeface="仿宋_GB2312" pitchFamily="1" charset="-122"/>
                <a:cs typeface="+mn-cs"/>
              </a:rPr>
              <a:t>指向的函数原型为：</a:t>
            </a:r>
            <a:endParaRPr lang="zh-CN" altLang="en-US" kern="1200" dirty="0">
              <a:latin typeface="黑体" panose="02010609060101010101" pitchFamily="49" charset="-122"/>
              <a:ea typeface="仿宋_GB2312" pitchFamily="1" charset="-122"/>
              <a:cs typeface="+mn-cs"/>
            </a:endParaRPr>
          </a:p>
          <a:p>
            <a:pPr eaLnBrk="1">
              <a:spcBef>
                <a:spcPct val="0"/>
              </a:spcBef>
              <a:spcAft>
                <a:spcPct val="0"/>
              </a:spcAft>
              <a:buSzPct val="50000"/>
              <a:buFont typeface="Monotype Sorts"/>
              <a:buNone/>
            </a:pPr>
            <a:r>
              <a:rPr lang="en-US" altLang="zh-CN" sz="2400" kern="1200" dirty="0">
                <a:latin typeface="Courier New" panose="02070409020205090404" pitchFamily="49" charset="0"/>
                <a:ea typeface="仿宋_GB2312" pitchFamily="1" charset="-122"/>
                <a:cs typeface="+mn-cs"/>
              </a:rPr>
              <a:t>          </a:t>
            </a:r>
            <a:r>
              <a:rPr lang="en-US" altLang="zh-CN" b="1" kern="1200" dirty="0">
                <a:latin typeface="Courier New" panose="02070409020205090404" pitchFamily="49" charset="0"/>
                <a:ea typeface="仿宋_GB2312" pitchFamily="1" charset="-122"/>
                <a:cs typeface="+mn-cs"/>
              </a:rPr>
              <a:t>int </a:t>
            </a:r>
            <a:r>
              <a:rPr lang="zh-CN" altLang="en-US" kern="1200" dirty="0">
                <a:solidFill>
                  <a:srgbClr val="A50021"/>
                </a:solidFill>
                <a:latin typeface="黑体" panose="02010609060101010101" pitchFamily="49" charset="-122"/>
                <a:ea typeface="黑体" panose="02010609060101010101" pitchFamily="49" charset="-122"/>
                <a:cs typeface="Times New Roman" panose="02020503050405090304" pitchFamily="18" charset="0"/>
              </a:rPr>
              <a:t>函数名</a:t>
            </a:r>
            <a:r>
              <a:rPr lang="en-US" altLang="zh-CN" b="1" kern="1200" dirty="0">
                <a:latin typeface="Courier New" panose="02070409020205090404" pitchFamily="49" charset="0"/>
                <a:ea typeface="仿宋_GB2312" pitchFamily="1" charset="-122"/>
                <a:cs typeface="+mn-cs"/>
              </a:rPr>
              <a:t>(int a, int b);</a:t>
            </a:r>
            <a:endParaRPr lang="en-US" altLang="zh-CN" b="1" kern="1200" dirty="0">
              <a:latin typeface="Courier New" panose="02070409020205090404" pitchFamily="49" charset="0"/>
              <a:ea typeface="仿宋_GB2312" pitchFamily="1" charset="-122"/>
              <a:cs typeface="+mn-cs"/>
            </a:endParaRPr>
          </a:p>
          <a:p>
            <a:pPr eaLnBrk="1">
              <a:spcBef>
                <a:spcPct val="0"/>
              </a:spcBef>
              <a:spcAft>
                <a:spcPct val="0"/>
              </a:spcAft>
              <a:buSzPct val="50000"/>
            </a:pPr>
            <a:r>
              <a:rPr lang="zh-CN" altLang="en-US" kern="1200" dirty="0">
                <a:latin typeface="黑体" panose="02010609060101010101" pitchFamily="49" charset="-122"/>
                <a:ea typeface="黑体" panose="02010609060101010101" pitchFamily="49" charset="-122"/>
                <a:cs typeface="Times New Roman" panose="02020503050405090304" pitchFamily="18" charset="0"/>
              </a:rPr>
              <a:t>令</a:t>
            </a:r>
            <a:r>
              <a:rPr lang="en-US" altLang="zh-CN" b="1" kern="1200" dirty="0">
                <a:solidFill>
                  <a:srgbClr val="A50021"/>
                </a:solidFill>
                <a:latin typeface="Courier New" panose="02070409020205090404" pitchFamily="49" charset="0"/>
                <a:ea typeface="仿宋_GB2312" pitchFamily="1" charset="-122"/>
                <a:cs typeface="+mn-cs"/>
              </a:rPr>
              <a:t>f = Fun</a:t>
            </a:r>
            <a:r>
              <a:rPr lang="zh-CN" altLang="en-US" kern="1200" dirty="0">
                <a:latin typeface="黑体" panose="02010609060101010101" pitchFamily="49" charset="-122"/>
                <a:ea typeface="黑体" panose="02010609060101010101" pitchFamily="49" charset="-122"/>
                <a:cs typeface="Times New Roman" panose="02020503050405090304" pitchFamily="18" charset="0"/>
              </a:rPr>
              <a:t>，就是让</a:t>
            </a:r>
            <a:r>
              <a:rPr lang="en-US" altLang="zh-CN" b="1" kern="1200" dirty="0">
                <a:latin typeface="Courier New" panose="02070409020205090404" pitchFamily="49" charset="0"/>
                <a:ea typeface="黑体" panose="02010609060101010101" pitchFamily="49" charset="-122"/>
                <a:cs typeface="Courier New" panose="02070409020205090404" pitchFamily="49" charset="0"/>
              </a:rPr>
              <a:t>f</a:t>
            </a:r>
            <a:r>
              <a:rPr lang="zh-CN" altLang="en-US" kern="1200" dirty="0">
                <a:latin typeface="黑体" panose="02010609060101010101" pitchFamily="49" charset="-122"/>
                <a:ea typeface="黑体" panose="02010609060101010101" pitchFamily="49" charset="-122"/>
                <a:cs typeface="Times New Roman" panose="02020503050405090304" pitchFamily="18" charset="0"/>
              </a:rPr>
              <a:t>指向函数</a:t>
            </a:r>
            <a:r>
              <a:rPr lang="en-US" altLang="zh-CN" b="1" kern="1200" dirty="0">
                <a:latin typeface="Courier New" panose="02070409020205090404" pitchFamily="49" charset="0"/>
                <a:ea typeface="仿宋_GB2312" pitchFamily="1" charset="-122"/>
                <a:cs typeface="+mn-cs"/>
              </a:rPr>
              <a:t>fun()</a:t>
            </a:r>
            <a:endParaRPr lang="en-US" altLang="zh-CN" b="1" kern="1200" dirty="0">
              <a:latin typeface="Courier New" panose="02070409020205090404" pitchFamily="49" charset="0"/>
              <a:ea typeface="仿宋_GB2312" pitchFamily="1" charset="-122"/>
              <a:cs typeface="+mn-cs"/>
            </a:endParaRPr>
          </a:p>
          <a:p>
            <a:pPr eaLnBrk="1">
              <a:spcBef>
                <a:spcPct val="0"/>
              </a:spcBef>
              <a:spcAft>
                <a:spcPct val="0"/>
              </a:spcAft>
              <a:buSzPct val="50000"/>
            </a:pPr>
            <a:r>
              <a:rPr lang="zh-CN" altLang="en-US" kern="1200" dirty="0">
                <a:latin typeface="黑体" panose="02010609060101010101" pitchFamily="49" charset="-122"/>
                <a:ea typeface="黑体" panose="02010609060101010101" pitchFamily="49" charset="-122"/>
                <a:cs typeface="Times New Roman" panose="02020503050405090304" pitchFamily="18" charset="0"/>
              </a:rPr>
              <a:t>编译器将</a:t>
            </a:r>
            <a:r>
              <a:rPr lang="zh-CN" altLang="en-US" kern="1200" dirty="0">
                <a:solidFill>
                  <a:srgbClr val="A50021"/>
                </a:solidFill>
                <a:latin typeface="黑体" panose="02010609060101010101" pitchFamily="49" charset="-122"/>
                <a:ea typeface="黑体" panose="02010609060101010101" pitchFamily="49" charset="-122"/>
                <a:cs typeface="Times New Roman" panose="02020503050405090304" pitchFamily="18" charset="0"/>
              </a:rPr>
              <a:t>不带</a:t>
            </a:r>
            <a:r>
              <a:rPr lang="en-US" altLang="zh-CN" kern="1200" dirty="0">
                <a:solidFill>
                  <a:srgbClr val="A50021"/>
                </a:solidFill>
                <a:latin typeface="黑体" panose="02010609060101010101" pitchFamily="49" charset="-122"/>
                <a:ea typeface="黑体" panose="02010609060101010101" pitchFamily="49" charset="-122"/>
                <a:cs typeface="Times New Roman" panose="02020503050405090304" pitchFamily="18" charset="0"/>
              </a:rPr>
              <a:t>()</a:t>
            </a:r>
            <a:r>
              <a:rPr lang="zh-CN" altLang="en-US" kern="1200" dirty="0">
                <a:solidFill>
                  <a:srgbClr val="A50021"/>
                </a:solidFill>
                <a:latin typeface="黑体" panose="02010609060101010101" pitchFamily="49" charset="-122"/>
                <a:ea typeface="黑体" panose="02010609060101010101" pitchFamily="49" charset="-122"/>
                <a:cs typeface="Times New Roman" panose="02020503050405090304" pitchFamily="18" charset="0"/>
              </a:rPr>
              <a:t>的函数名</a:t>
            </a:r>
            <a:r>
              <a:rPr lang="zh-CN" altLang="en-US" kern="1200" dirty="0">
                <a:latin typeface="黑体" panose="02010609060101010101" pitchFamily="49" charset="-122"/>
                <a:ea typeface="黑体" panose="02010609060101010101" pitchFamily="49" charset="-122"/>
                <a:cs typeface="Times New Roman" panose="02020503050405090304" pitchFamily="18" charset="0"/>
              </a:rPr>
              <a:t>解释为该</a:t>
            </a:r>
            <a:r>
              <a:rPr lang="zh-CN" altLang="en-US" kern="1200" dirty="0">
                <a:solidFill>
                  <a:srgbClr val="A50021"/>
                </a:solidFill>
                <a:latin typeface="黑体" panose="02010609060101010101" pitchFamily="49" charset="-122"/>
                <a:ea typeface="黑体" panose="02010609060101010101" pitchFamily="49" charset="-122"/>
                <a:cs typeface="Times New Roman" panose="02020503050405090304" pitchFamily="18" charset="0"/>
              </a:rPr>
              <a:t>函数的入口地址</a:t>
            </a:r>
            <a:endParaRPr lang="zh-CN" altLang="en-US" kern="1200" dirty="0">
              <a:solidFill>
                <a:srgbClr val="A50021"/>
              </a:solidFill>
              <a:latin typeface="黑体" panose="02010609060101010101" pitchFamily="49" charset="-122"/>
              <a:ea typeface="黑体" panose="02010609060101010101" pitchFamily="49" charset="-122"/>
              <a:cs typeface="Times New Roman" panose="02020503050405090304" pitchFamily="18" charset="0"/>
            </a:endParaRPr>
          </a:p>
          <a:p>
            <a:pPr eaLnBrk="1">
              <a:spcBef>
                <a:spcPct val="0"/>
              </a:spcBef>
              <a:spcAft>
                <a:spcPct val="0"/>
              </a:spcAft>
              <a:buSzPct val="50000"/>
            </a:pPr>
            <a:r>
              <a:rPr lang="zh-CN" altLang="en-US" kern="1200" dirty="0">
                <a:latin typeface="黑体" panose="02010609060101010101" pitchFamily="49" charset="-122"/>
                <a:ea typeface="黑体" panose="02010609060101010101" pitchFamily="49" charset="-122"/>
                <a:cs typeface="Times New Roman" panose="02020503050405090304" pitchFamily="18" charset="0"/>
              </a:rPr>
              <a:t>函数指针变量存储的是函数在内存中的入口地址</a:t>
            </a:r>
            <a:endParaRPr lang="en-US" altLang="zh-CN" kern="1200" dirty="0">
              <a:latin typeface="黑体" panose="02010609060101010101" pitchFamily="49" charset="-122"/>
              <a:ea typeface="黑体" panose="02010609060101010101" pitchFamily="49" charset="-122"/>
              <a:cs typeface="Times New Roman" panose="02020503050405090304" pitchFamily="18" charset="0"/>
            </a:endParaRPr>
          </a:p>
          <a:p>
            <a:pPr eaLnBrk="1">
              <a:spcBef>
                <a:spcPct val="0"/>
              </a:spcBef>
              <a:spcAft>
                <a:spcPct val="0"/>
              </a:spcAft>
              <a:buSzPct val="50000"/>
              <a:buFont typeface="Monotype Sorts"/>
              <a:buNone/>
            </a:pPr>
            <a:endParaRPr lang="zh-CN" altLang="en-US" kern="1200" dirty="0">
              <a:solidFill>
                <a:srgbClr val="000066"/>
              </a:solidFill>
              <a:latin typeface="华文仿宋" panose="02010600040101010101" pitchFamily="2" charset="-122"/>
              <a:ea typeface="华文仿宋" panose="02010600040101010101" pitchFamily="2" charset="-122"/>
              <a:cs typeface="+mn-cs"/>
            </a:endParaRPr>
          </a:p>
        </p:txBody>
      </p:sp>
      <p:sp>
        <p:nvSpPr>
          <p:cNvPr id="2" name="Rectangle 3"/>
          <p:cNvSpPr/>
          <p:nvPr/>
        </p:nvSpPr>
        <p:spPr>
          <a:xfrm>
            <a:off x="1535113" y="1411288"/>
            <a:ext cx="9050337" cy="504825"/>
          </a:xfrm>
          <a:prstGeom prst="rect">
            <a:avLst/>
          </a:prstGeom>
          <a:noFill/>
          <a:ln w="9525">
            <a:noFill/>
          </a:ln>
        </p:spPr>
        <p:txBody>
          <a:bodyPr lIns="92075" tIns="46037" rIns="92075" bIns="46037"/>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374650" lvl="0" indent="-374650" eaLnBrk="1" hangingPunct="1">
              <a:lnSpc>
                <a:spcPct val="105000"/>
              </a:lnSpc>
              <a:spcBef>
                <a:spcPct val="20000"/>
              </a:spcBef>
              <a:spcAft>
                <a:spcPts val="590"/>
              </a:spcAft>
              <a:buClr>
                <a:schemeClr val="tx1"/>
              </a:buClr>
            </a:pPr>
            <a:r>
              <a:rPr lang="zh-CN" altLang="en-US" sz="2800" dirty="0">
                <a:cs typeface="Times New Roman" panose="02020503050405090304" pitchFamily="18" charset="0"/>
              </a:rPr>
              <a:t>函数指针</a:t>
            </a:r>
            <a:r>
              <a:rPr lang="en-US" altLang="zh-CN" sz="2800" dirty="0">
                <a:cs typeface="Times New Roman" panose="02020503050405090304" pitchFamily="18" charset="0"/>
              </a:rPr>
              <a:t>(Function Pointer)</a:t>
            </a:r>
            <a:r>
              <a:rPr lang="zh-CN" altLang="en-US" sz="2800" dirty="0">
                <a:cs typeface="Times New Roman" panose="02020503050405090304" pitchFamily="18" charset="0"/>
              </a:rPr>
              <a:t>就是指向函数的指针变量</a:t>
            </a:r>
            <a:endParaRPr lang="en-US" altLang="zh-CN" sz="3600" dirty="0">
              <a:solidFill>
                <a:srgbClr val="A50021"/>
              </a:solidFill>
              <a:ea typeface="Times New Roman" panose="02020503050405090304" pitchFamily="18" charset="0"/>
            </a:endParaRPr>
          </a:p>
        </p:txBody>
      </p:sp>
      <p:sp>
        <p:nvSpPr>
          <p:cNvPr id="663615" name="Rectangle 63"/>
          <p:cNvSpPr/>
          <p:nvPr/>
        </p:nvSpPr>
        <p:spPr>
          <a:xfrm>
            <a:off x="3143250" y="2060575"/>
            <a:ext cx="6134100" cy="720725"/>
          </a:xfrm>
          <a:prstGeom prst="rect">
            <a:avLst/>
          </a:prstGeom>
          <a:noFill/>
          <a:ln w="28575">
            <a:noFill/>
          </a:ln>
        </p:spPr>
        <p:txBody>
          <a:bodyPr wrap="none" anchor="ctr" anchorCtr="0"/>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algn="ctr" eaLnBrk="1" hangingPunct="1">
              <a:lnSpc>
                <a:spcPct val="90000"/>
              </a:lnSpc>
              <a:spcBef>
                <a:spcPts val="590"/>
              </a:spcBef>
              <a:spcAft>
                <a:spcPts val="590"/>
              </a:spcAft>
              <a:buSzPct val="80000"/>
              <a:buNone/>
            </a:pPr>
            <a:r>
              <a:rPr lang="zh-CN" altLang="en-US" sz="2800" dirty="0">
                <a:solidFill>
                  <a:srgbClr val="000066"/>
                </a:solidFill>
                <a:latin typeface="Courier New" panose="02070409020205090404" pitchFamily="49" charset="0"/>
                <a:cs typeface="Courier New" panose="02070409020205090404" pitchFamily="49" charset="0"/>
              </a:rPr>
              <a:t>数据类型 </a:t>
            </a:r>
            <a:r>
              <a:rPr lang="en-US" altLang="zh-CN" sz="2800" dirty="0">
                <a:solidFill>
                  <a:srgbClr val="000066"/>
                </a:solidFill>
                <a:latin typeface="Courier New" panose="02070409020205090404" pitchFamily="49" charset="0"/>
                <a:cs typeface="Courier New" panose="02070409020205090404" pitchFamily="49" charset="0"/>
              </a:rPr>
              <a:t>(</a:t>
            </a:r>
            <a:r>
              <a:rPr lang="en-US" altLang="zh-CN" sz="2800" b="1" dirty="0">
                <a:solidFill>
                  <a:srgbClr val="000066"/>
                </a:solidFill>
                <a:latin typeface="Courier New" panose="02070409020205090404" pitchFamily="49" charset="0"/>
                <a:cs typeface="Courier New" panose="02070409020205090404" pitchFamily="49" charset="0"/>
              </a:rPr>
              <a:t>*</a:t>
            </a:r>
            <a:r>
              <a:rPr lang="zh-CN" altLang="en-US" sz="2800" dirty="0">
                <a:solidFill>
                  <a:srgbClr val="000066"/>
                </a:solidFill>
                <a:latin typeface="Courier New" panose="02070409020205090404" pitchFamily="49" charset="0"/>
                <a:cs typeface="Courier New" panose="02070409020205090404" pitchFamily="49" charset="0"/>
              </a:rPr>
              <a:t>指针变量名</a:t>
            </a:r>
            <a:r>
              <a:rPr lang="en-US" altLang="zh-CN" sz="2800" dirty="0">
                <a:solidFill>
                  <a:srgbClr val="000066"/>
                </a:solidFill>
                <a:latin typeface="Courier New" panose="02070409020205090404" pitchFamily="49" charset="0"/>
                <a:cs typeface="Courier New" panose="02070409020205090404" pitchFamily="49" charset="0"/>
              </a:rPr>
              <a:t>)(</a:t>
            </a:r>
            <a:r>
              <a:rPr lang="zh-CN" altLang="en-US" sz="2800" dirty="0">
                <a:solidFill>
                  <a:srgbClr val="000066"/>
                </a:solidFill>
                <a:latin typeface="Courier New" panose="02070409020205090404" pitchFamily="49" charset="0"/>
                <a:cs typeface="Courier New" panose="02070409020205090404" pitchFamily="49" charset="0"/>
              </a:rPr>
              <a:t>形参列表</a:t>
            </a:r>
            <a:r>
              <a:rPr lang="en-US" altLang="zh-CN" sz="2800" dirty="0">
                <a:solidFill>
                  <a:srgbClr val="000066"/>
                </a:solidFill>
                <a:latin typeface="Courier New" panose="02070409020205090404" pitchFamily="49" charset="0"/>
                <a:cs typeface="Courier New" panose="02070409020205090404" pitchFamily="49" charset="0"/>
              </a:rPr>
              <a:t>);</a:t>
            </a:r>
            <a:endParaRPr lang="zh-CN" altLang="en-US" sz="2800" dirty="0">
              <a:solidFill>
                <a:srgbClr val="000066"/>
              </a:solidFill>
              <a:latin typeface="Courier New" panose="02070409020205090404" pitchFamily="49" charset="0"/>
              <a:ea typeface="Courier New" panose="02070409020205090404" pitchFamily="49"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p:cTn id="7" dur="500" fill="hold"/>
                                        <p:tgtEl>
                                          <p:spTgt spid="2">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2">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2">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663615"/>
                                        </p:tgtEl>
                                        <p:attrNameLst>
                                          <p:attrName>style.visibility</p:attrName>
                                        </p:attrNameLst>
                                      </p:cBhvr>
                                      <p:to>
                                        <p:strVal val="visible"/>
                                      </p:to>
                                    </p:set>
                                    <p:anim calcmode="lin" valueType="num">
                                      <p:cBhvr>
                                        <p:cTn id="14" dur="500" fill="hold"/>
                                        <p:tgtEl>
                                          <p:spTgt spid="663615"/>
                                        </p:tgtEl>
                                        <p:attrNameLst>
                                          <p:attrName>ppt_w</p:attrName>
                                        </p:attrNameLst>
                                      </p:cBhvr>
                                      <p:tavLst>
                                        <p:tav tm="0">
                                          <p:val>
                                            <p:fltVal val="0"/>
                                          </p:val>
                                        </p:tav>
                                        <p:tav tm="100000">
                                          <p:val>
                                            <p:strVal val="#ppt_w"/>
                                          </p:val>
                                        </p:tav>
                                      </p:tavLst>
                                    </p:anim>
                                    <p:anim calcmode="lin" valueType="num">
                                      <p:cBhvr>
                                        <p:cTn id="15" dur="500" fill="hold"/>
                                        <p:tgtEl>
                                          <p:spTgt spid="663615"/>
                                        </p:tgtEl>
                                        <p:attrNameLst>
                                          <p:attrName>ppt_h</p:attrName>
                                        </p:attrNameLst>
                                      </p:cBhvr>
                                      <p:tavLst>
                                        <p:tav tm="0">
                                          <p:val>
                                            <p:fltVal val="0"/>
                                          </p:val>
                                        </p:tav>
                                        <p:tav tm="100000">
                                          <p:val>
                                            <p:strVal val="#ppt_h"/>
                                          </p:val>
                                        </p:tav>
                                      </p:tavLst>
                                    </p:anim>
                                    <p:animEffect transition="in" filter="fade">
                                      <p:cBhvr>
                                        <p:cTn id="16" dur="500"/>
                                        <p:tgtEl>
                                          <p:spTgt spid="663615"/>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nodeType="clickEffect">
                                  <p:stCondLst>
                                    <p:cond delay="0"/>
                                  </p:stCondLst>
                                  <p:childTnLst>
                                    <p:set>
                                      <p:cBhvr>
                                        <p:cTn id="20" dur="1" fill="hold">
                                          <p:stCondLst>
                                            <p:cond delay="0"/>
                                          </p:stCondLst>
                                        </p:cTn>
                                        <p:tgtEl>
                                          <p:spTgt spid="761859">
                                            <p:txEl>
                                              <p:pRg st="0" end="0"/>
                                            </p:txEl>
                                          </p:spTgt>
                                        </p:tgtEl>
                                        <p:attrNameLst>
                                          <p:attrName>style.visibility</p:attrName>
                                        </p:attrNameLst>
                                      </p:cBhvr>
                                      <p:to>
                                        <p:strVal val="visible"/>
                                      </p:to>
                                    </p:set>
                                    <p:anim calcmode="lin" valueType="num">
                                      <p:cBhvr>
                                        <p:cTn id="21" dur="500" fill="hold"/>
                                        <p:tgtEl>
                                          <p:spTgt spid="761859">
                                            <p:txEl>
                                              <p:pRg st="0" end="0"/>
                                            </p:txEl>
                                          </p:spTgt>
                                        </p:tgtEl>
                                        <p:attrNameLst>
                                          <p:attrName>ppt_w</p:attrName>
                                        </p:attrNameLst>
                                      </p:cBhvr>
                                      <p:tavLst>
                                        <p:tav tm="0">
                                          <p:val>
                                            <p:fltVal val="0"/>
                                          </p:val>
                                        </p:tav>
                                        <p:tav tm="100000">
                                          <p:val>
                                            <p:strVal val="#ppt_w"/>
                                          </p:val>
                                        </p:tav>
                                      </p:tavLst>
                                    </p:anim>
                                    <p:anim calcmode="lin" valueType="num">
                                      <p:cBhvr>
                                        <p:cTn id="22" dur="500" fill="hold"/>
                                        <p:tgtEl>
                                          <p:spTgt spid="761859">
                                            <p:txEl>
                                              <p:pRg st="0" end="0"/>
                                            </p:txEl>
                                          </p:spTgt>
                                        </p:tgtEl>
                                        <p:attrNameLst>
                                          <p:attrName>ppt_h</p:attrName>
                                        </p:attrNameLst>
                                      </p:cBhvr>
                                      <p:tavLst>
                                        <p:tav tm="0">
                                          <p:val>
                                            <p:fltVal val="0"/>
                                          </p:val>
                                        </p:tav>
                                        <p:tav tm="100000">
                                          <p:val>
                                            <p:strVal val="#ppt_h"/>
                                          </p:val>
                                        </p:tav>
                                      </p:tavLst>
                                    </p:anim>
                                    <p:animEffect transition="in" filter="fade">
                                      <p:cBhvr>
                                        <p:cTn id="23" dur="500"/>
                                        <p:tgtEl>
                                          <p:spTgt spid="761859">
                                            <p:txEl>
                                              <p:pRg st="0" end="0"/>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nodeType="clickEffect">
                                  <p:stCondLst>
                                    <p:cond delay="0"/>
                                  </p:stCondLst>
                                  <p:childTnLst>
                                    <p:set>
                                      <p:cBhvr>
                                        <p:cTn id="27" dur="1" fill="hold">
                                          <p:stCondLst>
                                            <p:cond delay="0"/>
                                          </p:stCondLst>
                                        </p:cTn>
                                        <p:tgtEl>
                                          <p:spTgt spid="761859">
                                            <p:txEl>
                                              <p:pRg st="1" end="1"/>
                                            </p:txEl>
                                          </p:spTgt>
                                        </p:tgtEl>
                                        <p:attrNameLst>
                                          <p:attrName>style.visibility</p:attrName>
                                        </p:attrNameLst>
                                      </p:cBhvr>
                                      <p:to>
                                        <p:strVal val="visible"/>
                                      </p:to>
                                    </p:set>
                                    <p:anim calcmode="lin" valueType="num">
                                      <p:cBhvr>
                                        <p:cTn id="28" dur="500" fill="hold"/>
                                        <p:tgtEl>
                                          <p:spTgt spid="761859">
                                            <p:txEl>
                                              <p:pRg st="1" end="1"/>
                                            </p:txEl>
                                          </p:spTgt>
                                        </p:tgtEl>
                                        <p:attrNameLst>
                                          <p:attrName>ppt_w</p:attrName>
                                        </p:attrNameLst>
                                      </p:cBhvr>
                                      <p:tavLst>
                                        <p:tav tm="0">
                                          <p:val>
                                            <p:fltVal val="0"/>
                                          </p:val>
                                        </p:tav>
                                        <p:tav tm="100000">
                                          <p:val>
                                            <p:strVal val="#ppt_w"/>
                                          </p:val>
                                        </p:tav>
                                      </p:tavLst>
                                    </p:anim>
                                    <p:anim calcmode="lin" valueType="num">
                                      <p:cBhvr>
                                        <p:cTn id="29" dur="500" fill="hold"/>
                                        <p:tgtEl>
                                          <p:spTgt spid="761859">
                                            <p:txEl>
                                              <p:pRg st="1" end="1"/>
                                            </p:txEl>
                                          </p:spTgt>
                                        </p:tgtEl>
                                        <p:attrNameLst>
                                          <p:attrName>ppt_h</p:attrName>
                                        </p:attrNameLst>
                                      </p:cBhvr>
                                      <p:tavLst>
                                        <p:tav tm="0">
                                          <p:val>
                                            <p:fltVal val="0"/>
                                          </p:val>
                                        </p:tav>
                                        <p:tav tm="100000">
                                          <p:val>
                                            <p:strVal val="#ppt_h"/>
                                          </p:val>
                                        </p:tav>
                                      </p:tavLst>
                                    </p:anim>
                                    <p:animEffect transition="in" filter="fade">
                                      <p:cBhvr>
                                        <p:cTn id="30" dur="500"/>
                                        <p:tgtEl>
                                          <p:spTgt spid="761859">
                                            <p:txEl>
                                              <p:pRg st="1" end="1"/>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53" presetClass="entr" presetSubtype="16" fill="hold" nodeType="clickEffect">
                                  <p:stCondLst>
                                    <p:cond delay="0"/>
                                  </p:stCondLst>
                                  <p:childTnLst>
                                    <p:set>
                                      <p:cBhvr>
                                        <p:cTn id="34" dur="1" fill="hold">
                                          <p:stCondLst>
                                            <p:cond delay="0"/>
                                          </p:stCondLst>
                                        </p:cTn>
                                        <p:tgtEl>
                                          <p:spTgt spid="761859">
                                            <p:txEl>
                                              <p:pRg st="2" end="2"/>
                                            </p:txEl>
                                          </p:spTgt>
                                        </p:tgtEl>
                                        <p:attrNameLst>
                                          <p:attrName>style.visibility</p:attrName>
                                        </p:attrNameLst>
                                      </p:cBhvr>
                                      <p:to>
                                        <p:strVal val="visible"/>
                                      </p:to>
                                    </p:set>
                                    <p:anim calcmode="lin" valueType="num">
                                      <p:cBhvr>
                                        <p:cTn id="35" dur="500" fill="hold"/>
                                        <p:tgtEl>
                                          <p:spTgt spid="761859">
                                            <p:txEl>
                                              <p:pRg st="2" end="2"/>
                                            </p:txEl>
                                          </p:spTgt>
                                        </p:tgtEl>
                                        <p:attrNameLst>
                                          <p:attrName>ppt_w</p:attrName>
                                        </p:attrNameLst>
                                      </p:cBhvr>
                                      <p:tavLst>
                                        <p:tav tm="0">
                                          <p:val>
                                            <p:fltVal val="0"/>
                                          </p:val>
                                        </p:tav>
                                        <p:tav tm="100000">
                                          <p:val>
                                            <p:strVal val="#ppt_w"/>
                                          </p:val>
                                        </p:tav>
                                      </p:tavLst>
                                    </p:anim>
                                    <p:anim calcmode="lin" valueType="num">
                                      <p:cBhvr>
                                        <p:cTn id="36" dur="500" fill="hold"/>
                                        <p:tgtEl>
                                          <p:spTgt spid="761859">
                                            <p:txEl>
                                              <p:pRg st="2" end="2"/>
                                            </p:txEl>
                                          </p:spTgt>
                                        </p:tgtEl>
                                        <p:attrNameLst>
                                          <p:attrName>ppt_h</p:attrName>
                                        </p:attrNameLst>
                                      </p:cBhvr>
                                      <p:tavLst>
                                        <p:tav tm="0">
                                          <p:val>
                                            <p:fltVal val="0"/>
                                          </p:val>
                                        </p:tav>
                                        <p:tav tm="100000">
                                          <p:val>
                                            <p:strVal val="#ppt_h"/>
                                          </p:val>
                                        </p:tav>
                                      </p:tavLst>
                                    </p:anim>
                                    <p:animEffect transition="in" filter="fade">
                                      <p:cBhvr>
                                        <p:cTn id="37" dur="500"/>
                                        <p:tgtEl>
                                          <p:spTgt spid="761859">
                                            <p:txEl>
                                              <p:pRg st="2" end="2"/>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53" presetClass="entr" presetSubtype="16" fill="hold" nodeType="clickEffect">
                                  <p:stCondLst>
                                    <p:cond delay="0"/>
                                  </p:stCondLst>
                                  <p:childTnLst>
                                    <p:set>
                                      <p:cBhvr>
                                        <p:cTn id="41" dur="1" fill="hold">
                                          <p:stCondLst>
                                            <p:cond delay="0"/>
                                          </p:stCondLst>
                                        </p:cTn>
                                        <p:tgtEl>
                                          <p:spTgt spid="761859">
                                            <p:txEl>
                                              <p:pRg st="3" end="3"/>
                                            </p:txEl>
                                          </p:spTgt>
                                        </p:tgtEl>
                                        <p:attrNameLst>
                                          <p:attrName>style.visibility</p:attrName>
                                        </p:attrNameLst>
                                      </p:cBhvr>
                                      <p:to>
                                        <p:strVal val="visible"/>
                                      </p:to>
                                    </p:set>
                                    <p:anim calcmode="lin" valueType="num">
                                      <p:cBhvr>
                                        <p:cTn id="42" dur="500" fill="hold"/>
                                        <p:tgtEl>
                                          <p:spTgt spid="761859">
                                            <p:txEl>
                                              <p:pRg st="3" end="3"/>
                                            </p:txEl>
                                          </p:spTgt>
                                        </p:tgtEl>
                                        <p:attrNameLst>
                                          <p:attrName>ppt_w</p:attrName>
                                        </p:attrNameLst>
                                      </p:cBhvr>
                                      <p:tavLst>
                                        <p:tav tm="0">
                                          <p:val>
                                            <p:fltVal val="0"/>
                                          </p:val>
                                        </p:tav>
                                        <p:tav tm="100000">
                                          <p:val>
                                            <p:strVal val="#ppt_w"/>
                                          </p:val>
                                        </p:tav>
                                      </p:tavLst>
                                    </p:anim>
                                    <p:anim calcmode="lin" valueType="num">
                                      <p:cBhvr>
                                        <p:cTn id="43" dur="500" fill="hold"/>
                                        <p:tgtEl>
                                          <p:spTgt spid="761859">
                                            <p:txEl>
                                              <p:pRg st="3" end="3"/>
                                            </p:txEl>
                                          </p:spTgt>
                                        </p:tgtEl>
                                        <p:attrNameLst>
                                          <p:attrName>ppt_h</p:attrName>
                                        </p:attrNameLst>
                                      </p:cBhvr>
                                      <p:tavLst>
                                        <p:tav tm="0">
                                          <p:val>
                                            <p:fltVal val="0"/>
                                          </p:val>
                                        </p:tav>
                                        <p:tav tm="100000">
                                          <p:val>
                                            <p:strVal val="#ppt_h"/>
                                          </p:val>
                                        </p:tav>
                                      </p:tavLst>
                                    </p:anim>
                                    <p:animEffect transition="in" filter="fade">
                                      <p:cBhvr>
                                        <p:cTn id="44" dur="500"/>
                                        <p:tgtEl>
                                          <p:spTgt spid="761859">
                                            <p:txEl>
                                              <p:pRg st="3" end="3"/>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53" presetClass="entr" presetSubtype="16" fill="hold" nodeType="clickEffect">
                                  <p:stCondLst>
                                    <p:cond delay="0"/>
                                  </p:stCondLst>
                                  <p:childTnLst>
                                    <p:set>
                                      <p:cBhvr>
                                        <p:cTn id="48" dur="1" fill="hold">
                                          <p:stCondLst>
                                            <p:cond delay="0"/>
                                          </p:stCondLst>
                                        </p:cTn>
                                        <p:tgtEl>
                                          <p:spTgt spid="761859">
                                            <p:txEl>
                                              <p:pRg st="4" end="4"/>
                                            </p:txEl>
                                          </p:spTgt>
                                        </p:tgtEl>
                                        <p:attrNameLst>
                                          <p:attrName>style.visibility</p:attrName>
                                        </p:attrNameLst>
                                      </p:cBhvr>
                                      <p:to>
                                        <p:strVal val="visible"/>
                                      </p:to>
                                    </p:set>
                                    <p:anim calcmode="lin" valueType="num">
                                      <p:cBhvr>
                                        <p:cTn id="49" dur="500" fill="hold"/>
                                        <p:tgtEl>
                                          <p:spTgt spid="761859">
                                            <p:txEl>
                                              <p:pRg st="4" end="4"/>
                                            </p:txEl>
                                          </p:spTgt>
                                        </p:tgtEl>
                                        <p:attrNameLst>
                                          <p:attrName>ppt_w</p:attrName>
                                        </p:attrNameLst>
                                      </p:cBhvr>
                                      <p:tavLst>
                                        <p:tav tm="0">
                                          <p:val>
                                            <p:fltVal val="0"/>
                                          </p:val>
                                        </p:tav>
                                        <p:tav tm="100000">
                                          <p:val>
                                            <p:strVal val="#ppt_w"/>
                                          </p:val>
                                        </p:tav>
                                      </p:tavLst>
                                    </p:anim>
                                    <p:anim calcmode="lin" valueType="num">
                                      <p:cBhvr>
                                        <p:cTn id="50" dur="500" fill="hold"/>
                                        <p:tgtEl>
                                          <p:spTgt spid="761859">
                                            <p:txEl>
                                              <p:pRg st="4" end="4"/>
                                            </p:txEl>
                                          </p:spTgt>
                                        </p:tgtEl>
                                        <p:attrNameLst>
                                          <p:attrName>ppt_h</p:attrName>
                                        </p:attrNameLst>
                                      </p:cBhvr>
                                      <p:tavLst>
                                        <p:tav tm="0">
                                          <p:val>
                                            <p:fltVal val="0"/>
                                          </p:val>
                                        </p:tav>
                                        <p:tav tm="100000">
                                          <p:val>
                                            <p:strVal val="#ppt_h"/>
                                          </p:val>
                                        </p:tav>
                                      </p:tavLst>
                                    </p:anim>
                                    <p:animEffect transition="in" filter="fade">
                                      <p:cBhvr>
                                        <p:cTn id="51" dur="500"/>
                                        <p:tgtEl>
                                          <p:spTgt spid="761859">
                                            <p:txEl>
                                              <p:pRg st="4" end="4"/>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53" presetClass="entr" presetSubtype="16" fill="hold" nodeType="clickEffect">
                                  <p:stCondLst>
                                    <p:cond delay="0"/>
                                  </p:stCondLst>
                                  <p:childTnLst>
                                    <p:set>
                                      <p:cBhvr>
                                        <p:cTn id="55" dur="1" fill="hold">
                                          <p:stCondLst>
                                            <p:cond delay="0"/>
                                          </p:stCondLst>
                                        </p:cTn>
                                        <p:tgtEl>
                                          <p:spTgt spid="761859">
                                            <p:txEl>
                                              <p:pRg st="5" end="5"/>
                                            </p:txEl>
                                          </p:spTgt>
                                        </p:tgtEl>
                                        <p:attrNameLst>
                                          <p:attrName>style.visibility</p:attrName>
                                        </p:attrNameLst>
                                      </p:cBhvr>
                                      <p:to>
                                        <p:strVal val="visible"/>
                                      </p:to>
                                    </p:set>
                                    <p:anim calcmode="lin" valueType="num">
                                      <p:cBhvr>
                                        <p:cTn id="56" dur="500" fill="hold"/>
                                        <p:tgtEl>
                                          <p:spTgt spid="761859">
                                            <p:txEl>
                                              <p:pRg st="5" end="5"/>
                                            </p:txEl>
                                          </p:spTgt>
                                        </p:tgtEl>
                                        <p:attrNameLst>
                                          <p:attrName>ppt_w</p:attrName>
                                        </p:attrNameLst>
                                      </p:cBhvr>
                                      <p:tavLst>
                                        <p:tav tm="0">
                                          <p:val>
                                            <p:fltVal val="0"/>
                                          </p:val>
                                        </p:tav>
                                        <p:tav tm="100000">
                                          <p:val>
                                            <p:strVal val="#ppt_w"/>
                                          </p:val>
                                        </p:tav>
                                      </p:tavLst>
                                    </p:anim>
                                    <p:anim calcmode="lin" valueType="num">
                                      <p:cBhvr>
                                        <p:cTn id="57" dur="500" fill="hold"/>
                                        <p:tgtEl>
                                          <p:spTgt spid="761859">
                                            <p:txEl>
                                              <p:pRg st="5" end="5"/>
                                            </p:txEl>
                                          </p:spTgt>
                                        </p:tgtEl>
                                        <p:attrNameLst>
                                          <p:attrName>ppt_h</p:attrName>
                                        </p:attrNameLst>
                                      </p:cBhvr>
                                      <p:tavLst>
                                        <p:tav tm="0">
                                          <p:val>
                                            <p:fltVal val="0"/>
                                          </p:val>
                                        </p:tav>
                                        <p:tav tm="100000">
                                          <p:val>
                                            <p:strVal val="#ppt_h"/>
                                          </p:val>
                                        </p:tav>
                                      </p:tavLst>
                                    </p:anim>
                                    <p:animEffect transition="in" filter="fade">
                                      <p:cBhvr>
                                        <p:cTn id="58" dur="500"/>
                                        <p:tgtEl>
                                          <p:spTgt spid="761859">
                                            <p:txEl>
                                              <p:pRg st="5" end="5"/>
                                            </p:txEl>
                                          </p:spTgt>
                                        </p:tgtEl>
                                      </p:cBhvr>
                                    </p:animEffect>
                                  </p:childTnLst>
                                </p:cTn>
                              </p:par>
                            </p:childTnLst>
                          </p:cTn>
                        </p:par>
                      </p:childTnLst>
                    </p:cTn>
                  </p:par>
                  <p:par>
                    <p:cTn id="59" fill="hold">
                      <p:stCondLst>
                        <p:cond delay="indefinite"/>
                      </p:stCondLst>
                      <p:childTnLst>
                        <p:par>
                          <p:cTn id="60" fill="hold">
                            <p:stCondLst>
                              <p:cond delay="0"/>
                            </p:stCondLst>
                            <p:childTnLst>
                              <p:par>
                                <p:cTn id="61" presetID="53" presetClass="entr" presetSubtype="16" fill="hold" nodeType="clickEffect">
                                  <p:stCondLst>
                                    <p:cond delay="0"/>
                                  </p:stCondLst>
                                  <p:childTnLst>
                                    <p:set>
                                      <p:cBhvr>
                                        <p:cTn id="62" dur="1" fill="hold">
                                          <p:stCondLst>
                                            <p:cond delay="0"/>
                                          </p:stCondLst>
                                        </p:cTn>
                                        <p:tgtEl>
                                          <p:spTgt spid="761859">
                                            <p:txEl>
                                              <p:pRg st="6" end="6"/>
                                            </p:txEl>
                                          </p:spTgt>
                                        </p:tgtEl>
                                        <p:attrNameLst>
                                          <p:attrName>style.visibility</p:attrName>
                                        </p:attrNameLst>
                                      </p:cBhvr>
                                      <p:to>
                                        <p:strVal val="visible"/>
                                      </p:to>
                                    </p:set>
                                    <p:anim calcmode="lin" valueType="num">
                                      <p:cBhvr>
                                        <p:cTn id="63" dur="500" fill="hold"/>
                                        <p:tgtEl>
                                          <p:spTgt spid="761859">
                                            <p:txEl>
                                              <p:pRg st="6" end="6"/>
                                            </p:txEl>
                                          </p:spTgt>
                                        </p:tgtEl>
                                        <p:attrNameLst>
                                          <p:attrName>ppt_w</p:attrName>
                                        </p:attrNameLst>
                                      </p:cBhvr>
                                      <p:tavLst>
                                        <p:tav tm="0">
                                          <p:val>
                                            <p:fltVal val="0"/>
                                          </p:val>
                                        </p:tav>
                                        <p:tav tm="100000">
                                          <p:val>
                                            <p:strVal val="#ppt_w"/>
                                          </p:val>
                                        </p:tav>
                                      </p:tavLst>
                                    </p:anim>
                                    <p:anim calcmode="lin" valueType="num">
                                      <p:cBhvr>
                                        <p:cTn id="64" dur="500" fill="hold"/>
                                        <p:tgtEl>
                                          <p:spTgt spid="761859">
                                            <p:txEl>
                                              <p:pRg st="6" end="6"/>
                                            </p:txEl>
                                          </p:spTgt>
                                        </p:tgtEl>
                                        <p:attrNameLst>
                                          <p:attrName>ppt_h</p:attrName>
                                        </p:attrNameLst>
                                      </p:cBhvr>
                                      <p:tavLst>
                                        <p:tav tm="0">
                                          <p:val>
                                            <p:fltVal val="0"/>
                                          </p:val>
                                        </p:tav>
                                        <p:tav tm="100000">
                                          <p:val>
                                            <p:strVal val="#ppt_h"/>
                                          </p:val>
                                        </p:tav>
                                      </p:tavLst>
                                    </p:anim>
                                    <p:animEffect transition="in" filter="fade">
                                      <p:cBhvr>
                                        <p:cTn id="65" dur="500"/>
                                        <p:tgtEl>
                                          <p:spTgt spid="761859">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3615" grpId="0"/>
    </p:bldLst>
  </p:timing>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3250" name="Text Box 5"/>
          <p:cNvSpPr txBox="1"/>
          <p:nvPr/>
        </p:nvSpPr>
        <p:spPr>
          <a:xfrm>
            <a:off x="1506538" y="1257300"/>
            <a:ext cx="8566150" cy="420688"/>
          </a:xfrm>
          <a:prstGeom prst="rect">
            <a:avLst/>
          </a:prstGeom>
          <a:noFill/>
          <a:ln w="9525">
            <a:noFill/>
          </a:ln>
        </p:spPr>
        <p:txBody>
          <a:bodyPr wrap="none">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ts val="590"/>
              </a:spcBef>
              <a:spcAft>
                <a:spcPts val="590"/>
              </a:spcAft>
              <a:buSzPct val="80000"/>
              <a:buNone/>
            </a:pPr>
            <a:r>
              <a:rPr lang="zh-CN" altLang="en-US" sz="2400" dirty="0">
                <a:latin typeface="黑体" panose="02010609060101010101" pitchFamily="49" charset="-122"/>
              </a:rPr>
              <a:t>例</a:t>
            </a:r>
            <a:r>
              <a:rPr lang="en-US" altLang="zh-CN" sz="2400" dirty="0">
                <a:latin typeface="黑体" panose="02010609060101010101" pitchFamily="49" charset="-122"/>
              </a:rPr>
              <a:t>:</a:t>
            </a:r>
            <a:r>
              <a:rPr lang="zh-CN" altLang="en-US" sz="2400" dirty="0">
                <a:latin typeface="黑体" panose="02010609060101010101" pitchFamily="49" charset="-122"/>
              </a:rPr>
              <a:t>用函数指针变量作函数参数，求最大值、最小值和两数之和</a:t>
            </a:r>
            <a:endParaRPr lang="zh-CN" altLang="en-US" sz="2400" dirty="0">
              <a:latin typeface="黑体" panose="02010609060101010101" pitchFamily="49" charset="-122"/>
            </a:endParaRPr>
          </a:p>
        </p:txBody>
      </p:sp>
      <p:grpSp>
        <p:nvGrpSpPr>
          <p:cNvPr id="53251" name="Group 6"/>
          <p:cNvGrpSpPr/>
          <p:nvPr/>
        </p:nvGrpSpPr>
        <p:grpSpPr>
          <a:xfrm>
            <a:off x="1209675" y="1785938"/>
            <a:ext cx="9777413" cy="4970462"/>
            <a:chOff x="278" y="856"/>
            <a:chExt cx="4858" cy="3131"/>
          </a:xfrm>
        </p:grpSpPr>
        <p:sp>
          <p:nvSpPr>
            <p:cNvPr id="53259" name="Text Box 7"/>
            <p:cNvSpPr txBox="1"/>
            <p:nvPr/>
          </p:nvSpPr>
          <p:spPr>
            <a:xfrm>
              <a:off x="278" y="858"/>
              <a:ext cx="3108" cy="3129"/>
            </a:xfrm>
            <a:prstGeom prst="rect">
              <a:avLst/>
            </a:prstGeom>
            <a:solidFill>
              <a:schemeClr val="bg1"/>
            </a:solidFill>
            <a:ln w="57150" cap="flat" cmpd="thickThin">
              <a:solidFill>
                <a:srgbClr val="000080"/>
              </a:solidFill>
              <a:prstDash val="solid"/>
              <a:miter/>
              <a:headEnd type="none" w="med" len="med"/>
              <a:tailEnd type="none" w="med" len="med"/>
            </a:ln>
          </p:spPr>
          <p:txBody>
            <a:bodyPr>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100000"/>
                </a:lnSpc>
                <a:spcBef>
                  <a:spcPts val="590"/>
                </a:spcBef>
                <a:buSzPct val="80000"/>
                <a:buNone/>
              </a:pPr>
              <a:r>
                <a:rPr lang="en-US" altLang="zh-CN" sz="1800" b="1" dirty="0">
                  <a:latin typeface="Courier New" panose="02070409020205090404" pitchFamily="49" charset="0"/>
                  <a:ea typeface="宋体" pitchFamily="2" charset="-122"/>
                </a:rPr>
                <a:t>void Fun(int x, int y, int (*f)(int, int));</a:t>
              </a:r>
              <a:endParaRPr lang="en-US" altLang="zh-CN" sz="1800" b="1" dirty="0">
                <a:latin typeface="Courier New" panose="02070409020205090404" pitchFamily="49" charset="0"/>
                <a:ea typeface="宋体" pitchFamily="2" charset="-122"/>
              </a:endParaRPr>
            </a:p>
            <a:p>
              <a:pPr marL="0" lvl="0" indent="0" eaLnBrk="1" hangingPunct="1">
                <a:lnSpc>
                  <a:spcPct val="100000"/>
                </a:lnSpc>
                <a:spcBef>
                  <a:spcPts val="590"/>
                </a:spcBef>
                <a:buSzPct val="80000"/>
                <a:buNone/>
              </a:pPr>
              <a:r>
                <a:rPr lang="en-US" altLang="zh-CN" sz="1800" b="1" dirty="0">
                  <a:latin typeface="Courier New" panose="02070409020205090404" pitchFamily="49" charset="0"/>
                  <a:ea typeface="宋体" pitchFamily="2" charset="-122"/>
                </a:rPr>
                <a:t>int main()</a:t>
              </a:r>
              <a:endParaRPr lang="en-US" altLang="zh-CN" sz="1800" b="1" dirty="0">
                <a:latin typeface="Courier New" panose="02070409020205090404" pitchFamily="49" charset="0"/>
                <a:ea typeface="宋体" pitchFamily="2" charset="-122"/>
              </a:endParaRPr>
            </a:p>
            <a:p>
              <a:pPr marL="0" lvl="0" indent="0" eaLnBrk="1" hangingPunct="1">
                <a:lnSpc>
                  <a:spcPct val="100000"/>
                </a:lnSpc>
                <a:spcBef>
                  <a:spcPts val="590"/>
                </a:spcBef>
                <a:buSzPct val="80000"/>
                <a:buNone/>
              </a:pPr>
              <a:r>
                <a:rPr lang="en-US" altLang="zh-CN" sz="1800" b="1" dirty="0">
                  <a:latin typeface="Courier New" panose="02070409020205090404" pitchFamily="49" charset="0"/>
                  <a:ea typeface="宋体" pitchFamily="2" charset="-122"/>
                </a:rPr>
                <a:t>{   int a, b;</a:t>
              </a:r>
              <a:endParaRPr lang="en-US" altLang="zh-CN" sz="1800" b="1" dirty="0">
                <a:latin typeface="Courier New" panose="02070409020205090404" pitchFamily="49" charset="0"/>
                <a:ea typeface="宋体" pitchFamily="2" charset="-122"/>
              </a:endParaRPr>
            </a:p>
            <a:p>
              <a:pPr marL="0" lvl="0" indent="0" eaLnBrk="1" hangingPunct="1">
                <a:lnSpc>
                  <a:spcPct val="100000"/>
                </a:lnSpc>
                <a:spcBef>
                  <a:spcPts val="590"/>
                </a:spcBef>
                <a:buSzPct val="80000"/>
                <a:buNone/>
              </a:pPr>
              <a:r>
                <a:rPr lang="en-US" altLang="zh-CN" sz="1800" b="1" dirty="0">
                  <a:latin typeface="Courier New" panose="02070409020205090404" pitchFamily="49" charset="0"/>
                  <a:ea typeface="宋体" pitchFamily="2" charset="-122"/>
                </a:rPr>
                <a:t>    scanf("%d,%d", &amp;a, &amp;b);</a:t>
              </a:r>
              <a:endParaRPr lang="en-US" altLang="zh-CN" sz="1800" b="1" dirty="0">
                <a:latin typeface="Courier New" panose="02070409020205090404" pitchFamily="49" charset="0"/>
                <a:ea typeface="宋体" pitchFamily="2" charset="-122"/>
              </a:endParaRPr>
            </a:p>
            <a:p>
              <a:pPr marL="0" lvl="0" indent="0" eaLnBrk="1" hangingPunct="1">
                <a:lnSpc>
                  <a:spcPct val="100000"/>
                </a:lnSpc>
                <a:spcBef>
                  <a:spcPts val="590"/>
                </a:spcBef>
                <a:buSzPct val="80000"/>
                <a:buNone/>
              </a:pPr>
              <a:r>
                <a:rPr lang="en-US" altLang="zh-CN" sz="1800" b="1" dirty="0">
                  <a:latin typeface="Courier New" panose="02070409020205090404" pitchFamily="49" charset="0"/>
                  <a:ea typeface="宋体" pitchFamily="2" charset="-122"/>
                </a:rPr>
                <a:t>    </a:t>
              </a:r>
              <a:r>
                <a:rPr lang="en-US" altLang="zh-CN" sz="1800" b="1" dirty="0">
                  <a:solidFill>
                    <a:srgbClr val="C00000"/>
                  </a:solidFill>
                  <a:latin typeface="Courier New" panose="02070409020205090404" pitchFamily="49" charset="0"/>
                  <a:ea typeface="宋体" pitchFamily="2" charset="-122"/>
                </a:rPr>
                <a:t>Fun</a:t>
              </a:r>
              <a:r>
                <a:rPr lang="en-US" altLang="zh-CN" sz="1800" b="1" dirty="0">
                  <a:latin typeface="Courier New" panose="02070409020205090404" pitchFamily="49" charset="0"/>
                  <a:ea typeface="宋体" pitchFamily="2" charset="-122"/>
                </a:rPr>
                <a:t>(a, b, </a:t>
              </a:r>
              <a:r>
                <a:rPr lang="en-US" altLang="zh-CN" sz="1800" b="1" dirty="0">
                  <a:solidFill>
                    <a:srgbClr val="FF33CC"/>
                  </a:solidFill>
                  <a:latin typeface="Courier New" panose="02070409020205090404" pitchFamily="49" charset="0"/>
                  <a:ea typeface="宋体" pitchFamily="2" charset="-122"/>
                </a:rPr>
                <a:t>Max</a:t>
              </a:r>
              <a:r>
                <a:rPr lang="en-US" altLang="zh-CN" sz="1800" b="1" dirty="0">
                  <a:latin typeface="Courier New" panose="02070409020205090404" pitchFamily="49" charset="0"/>
                  <a:ea typeface="宋体" pitchFamily="2" charset="-122"/>
                </a:rPr>
                <a:t>);</a:t>
              </a:r>
              <a:endParaRPr lang="en-US" altLang="zh-CN" sz="1800" b="1" dirty="0">
                <a:latin typeface="Courier New" panose="02070409020205090404" pitchFamily="49" charset="0"/>
                <a:ea typeface="宋体" pitchFamily="2" charset="-122"/>
              </a:endParaRPr>
            </a:p>
            <a:p>
              <a:pPr marL="0" lvl="0" indent="0" eaLnBrk="1" hangingPunct="1">
                <a:lnSpc>
                  <a:spcPct val="100000"/>
                </a:lnSpc>
                <a:spcBef>
                  <a:spcPts val="590"/>
                </a:spcBef>
                <a:buSzPct val="80000"/>
                <a:buNone/>
              </a:pPr>
              <a:r>
                <a:rPr lang="en-US" altLang="zh-CN" sz="1800" b="1" dirty="0">
                  <a:latin typeface="Courier New" panose="02070409020205090404" pitchFamily="49" charset="0"/>
                  <a:ea typeface="宋体" pitchFamily="2" charset="-122"/>
                </a:rPr>
                <a:t>    </a:t>
              </a:r>
              <a:r>
                <a:rPr lang="en-US" altLang="zh-CN" sz="1800" b="1" dirty="0">
                  <a:solidFill>
                    <a:srgbClr val="C00000"/>
                  </a:solidFill>
                  <a:latin typeface="Courier New" panose="02070409020205090404" pitchFamily="49" charset="0"/>
                  <a:ea typeface="宋体" pitchFamily="2" charset="-122"/>
                </a:rPr>
                <a:t>Fun</a:t>
              </a:r>
              <a:r>
                <a:rPr lang="en-US" altLang="zh-CN" sz="1800" b="1" dirty="0">
                  <a:latin typeface="Courier New" panose="02070409020205090404" pitchFamily="49" charset="0"/>
                  <a:ea typeface="宋体" pitchFamily="2" charset="-122"/>
                </a:rPr>
                <a:t>(a, b, </a:t>
              </a:r>
              <a:r>
                <a:rPr lang="en-US" altLang="zh-CN" sz="1800" b="1" dirty="0">
                  <a:solidFill>
                    <a:srgbClr val="339933"/>
                  </a:solidFill>
                  <a:latin typeface="Courier New" panose="02070409020205090404" pitchFamily="49" charset="0"/>
                  <a:ea typeface="宋体" pitchFamily="2" charset="-122"/>
                </a:rPr>
                <a:t>Min</a:t>
              </a:r>
              <a:r>
                <a:rPr lang="en-US" altLang="zh-CN" sz="1800" b="1" dirty="0">
                  <a:latin typeface="Courier New" panose="02070409020205090404" pitchFamily="49" charset="0"/>
                  <a:ea typeface="宋体" pitchFamily="2" charset="-122"/>
                </a:rPr>
                <a:t>);</a:t>
              </a:r>
              <a:endParaRPr lang="en-US" altLang="zh-CN" sz="1800" b="1" dirty="0">
                <a:latin typeface="Courier New" panose="02070409020205090404" pitchFamily="49" charset="0"/>
                <a:ea typeface="宋体" pitchFamily="2" charset="-122"/>
              </a:endParaRPr>
            </a:p>
            <a:p>
              <a:pPr marL="0" lvl="0" indent="0" eaLnBrk="1" hangingPunct="1">
                <a:lnSpc>
                  <a:spcPct val="100000"/>
                </a:lnSpc>
                <a:spcBef>
                  <a:spcPts val="590"/>
                </a:spcBef>
                <a:buSzPct val="80000"/>
                <a:buNone/>
              </a:pPr>
              <a:r>
                <a:rPr lang="en-US" altLang="zh-CN" sz="1800" b="1" dirty="0">
                  <a:latin typeface="Courier New" panose="02070409020205090404" pitchFamily="49" charset="0"/>
                  <a:ea typeface="宋体" pitchFamily="2" charset="-122"/>
                </a:rPr>
                <a:t>    </a:t>
              </a:r>
              <a:r>
                <a:rPr lang="en-US" altLang="zh-CN" sz="1800" b="1" dirty="0">
                  <a:solidFill>
                    <a:srgbClr val="C00000"/>
                  </a:solidFill>
                  <a:latin typeface="Courier New" panose="02070409020205090404" pitchFamily="49" charset="0"/>
                  <a:ea typeface="宋体" pitchFamily="2" charset="-122"/>
                </a:rPr>
                <a:t>Fun</a:t>
              </a:r>
              <a:r>
                <a:rPr lang="en-US" altLang="zh-CN" sz="1800" b="1" dirty="0">
                  <a:latin typeface="Courier New" panose="02070409020205090404" pitchFamily="49" charset="0"/>
                  <a:ea typeface="宋体" pitchFamily="2" charset="-122"/>
                </a:rPr>
                <a:t>(a, b, </a:t>
              </a:r>
              <a:r>
                <a:rPr lang="en-US" altLang="zh-CN" sz="1800" b="1" dirty="0">
                  <a:solidFill>
                    <a:srgbClr val="3333CC"/>
                  </a:solidFill>
                  <a:latin typeface="Courier New" panose="02070409020205090404" pitchFamily="49" charset="0"/>
                  <a:ea typeface="宋体" pitchFamily="2" charset="-122"/>
                </a:rPr>
                <a:t>Add</a:t>
              </a:r>
              <a:r>
                <a:rPr lang="en-US" altLang="zh-CN" sz="1800" b="1" dirty="0">
                  <a:latin typeface="Courier New" panose="02070409020205090404" pitchFamily="49" charset="0"/>
                  <a:ea typeface="宋体" pitchFamily="2" charset="-122"/>
                </a:rPr>
                <a:t>);</a:t>
              </a:r>
              <a:endParaRPr lang="en-US" altLang="zh-CN" sz="1800" b="1" dirty="0">
                <a:latin typeface="Courier New" panose="02070409020205090404" pitchFamily="49" charset="0"/>
                <a:ea typeface="宋体" pitchFamily="2" charset="-122"/>
              </a:endParaRPr>
            </a:p>
            <a:p>
              <a:pPr marL="0" lvl="0" indent="0" eaLnBrk="1" hangingPunct="1">
                <a:lnSpc>
                  <a:spcPct val="100000"/>
                </a:lnSpc>
                <a:spcBef>
                  <a:spcPts val="590"/>
                </a:spcBef>
                <a:buSzPct val="80000"/>
                <a:buNone/>
              </a:pPr>
              <a:r>
                <a:rPr lang="en-US" altLang="zh-CN" sz="1800" b="1" dirty="0">
                  <a:latin typeface="Courier New" panose="02070409020205090404" pitchFamily="49" charset="0"/>
                  <a:ea typeface="宋体" pitchFamily="2" charset="-122"/>
                </a:rPr>
                <a:t>    return 0;</a:t>
              </a:r>
              <a:endParaRPr lang="en-US" altLang="zh-CN" sz="1800" b="1" dirty="0">
                <a:latin typeface="Courier New" panose="02070409020205090404" pitchFamily="49" charset="0"/>
                <a:ea typeface="宋体" pitchFamily="2" charset="-122"/>
              </a:endParaRPr>
            </a:p>
            <a:p>
              <a:pPr marL="0" lvl="0" indent="0" eaLnBrk="1" hangingPunct="1">
                <a:lnSpc>
                  <a:spcPct val="100000"/>
                </a:lnSpc>
                <a:spcBef>
                  <a:spcPts val="590"/>
                </a:spcBef>
                <a:buSzPct val="80000"/>
                <a:buNone/>
              </a:pPr>
              <a:r>
                <a:rPr lang="en-US" altLang="zh-CN" sz="1800" b="1" dirty="0">
                  <a:latin typeface="Courier New" panose="02070409020205090404" pitchFamily="49" charset="0"/>
                  <a:ea typeface="宋体" pitchFamily="2" charset="-122"/>
                </a:rPr>
                <a:t>}</a:t>
              </a:r>
              <a:endParaRPr lang="en-US" altLang="zh-CN" sz="1800" b="1" dirty="0">
                <a:latin typeface="Courier New" panose="02070409020205090404" pitchFamily="49" charset="0"/>
                <a:ea typeface="宋体" pitchFamily="2" charset="-122"/>
              </a:endParaRPr>
            </a:p>
            <a:p>
              <a:pPr marL="0" lvl="0" indent="0" eaLnBrk="1" hangingPunct="1">
                <a:lnSpc>
                  <a:spcPct val="100000"/>
                </a:lnSpc>
                <a:spcBef>
                  <a:spcPts val="590"/>
                </a:spcBef>
                <a:buSzPct val="80000"/>
                <a:buNone/>
              </a:pPr>
              <a:r>
                <a:rPr lang="en-US" altLang="zh-CN" sz="1800" b="1" dirty="0">
                  <a:latin typeface="Courier New" panose="02070409020205090404" pitchFamily="49" charset="0"/>
                  <a:ea typeface="宋体" pitchFamily="2" charset="-122"/>
                </a:rPr>
                <a:t>void</a:t>
              </a:r>
              <a:r>
                <a:rPr lang="en-US" altLang="zh-CN" sz="1800" b="1" dirty="0">
                  <a:solidFill>
                    <a:schemeClr val="accent2"/>
                  </a:solidFill>
                  <a:latin typeface="Courier New" panose="02070409020205090404" pitchFamily="49" charset="0"/>
                  <a:ea typeface="宋体" pitchFamily="2" charset="-122"/>
                </a:rPr>
                <a:t> </a:t>
              </a:r>
              <a:r>
                <a:rPr lang="en-US" altLang="zh-CN" sz="1800" b="1" dirty="0">
                  <a:solidFill>
                    <a:srgbClr val="C00000"/>
                  </a:solidFill>
                  <a:latin typeface="Courier New" panose="02070409020205090404" pitchFamily="49" charset="0"/>
                  <a:ea typeface="宋体" pitchFamily="2" charset="-122"/>
                </a:rPr>
                <a:t>Fun</a:t>
              </a:r>
              <a:r>
                <a:rPr lang="en-US" altLang="zh-CN" sz="1800" b="1" dirty="0">
                  <a:latin typeface="Courier New" panose="02070409020205090404" pitchFamily="49" charset="0"/>
                  <a:ea typeface="宋体" pitchFamily="2" charset="-122"/>
                </a:rPr>
                <a:t>(int x, int y, </a:t>
              </a:r>
              <a:r>
                <a:rPr lang="en-US" altLang="zh-CN" sz="1800" b="1" dirty="0">
                  <a:solidFill>
                    <a:srgbClr val="CC0000"/>
                  </a:solidFill>
                  <a:latin typeface="Courier New" panose="02070409020205090404" pitchFamily="49" charset="0"/>
                  <a:ea typeface="宋体" pitchFamily="2" charset="-122"/>
                </a:rPr>
                <a:t>int (*f)(int, int)</a:t>
              </a:r>
              <a:r>
                <a:rPr lang="en-US" altLang="zh-CN" sz="1800" b="1" dirty="0">
                  <a:latin typeface="Courier New" panose="02070409020205090404" pitchFamily="49" charset="0"/>
                  <a:ea typeface="宋体" pitchFamily="2" charset="-122"/>
                </a:rPr>
                <a:t>)</a:t>
              </a:r>
              <a:endParaRPr lang="en-US" altLang="zh-CN" sz="1800" b="1" dirty="0">
                <a:latin typeface="Courier New" panose="02070409020205090404" pitchFamily="49" charset="0"/>
                <a:ea typeface="宋体" pitchFamily="2" charset="-122"/>
              </a:endParaRPr>
            </a:p>
            <a:p>
              <a:pPr marL="0" lvl="0" indent="0" eaLnBrk="1" hangingPunct="1">
                <a:lnSpc>
                  <a:spcPct val="100000"/>
                </a:lnSpc>
                <a:spcBef>
                  <a:spcPts val="590"/>
                </a:spcBef>
                <a:buSzPct val="80000"/>
                <a:buNone/>
              </a:pPr>
              <a:r>
                <a:rPr lang="en-US" altLang="zh-CN" sz="1800" b="1" dirty="0">
                  <a:latin typeface="Courier New" panose="02070409020205090404" pitchFamily="49" charset="0"/>
                  <a:ea typeface="宋体" pitchFamily="2" charset="-122"/>
                </a:rPr>
                <a:t>{   int result;</a:t>
              </a:r>
              <a:endParaRPr lang="en-US" altLang="zh-CN" sz="1800" b="1" dirty="0">
                <a:latin typeface="Courier New" panose="02070409020205090404" pitchFamily="49" charset="0"/>
                <a:ea typeface="宋体" pitchFamily="2" charset="-122"/>
              </a:endParaRPr>
            </a:p>
            <a:p>
              <a:pPr marL="0" lvl="0" indent="0" eaLnBrk="1" hangingPunct="1">
                <a:lnSpc>
                  <a:spcPct val="100000"/>
                </a:lnSpc>
                <a:spcBef>
                  <a:spcPts val="590"/>
                </a:spcBef>
                <a:buSzPct val="80000"/>
                <a:buNone/>
              </a:pPr>
              <a:r>
                <a:rPr lang="en-US" altLang="zh-CN" sz="1800" b="1" dirty="0">
                  <a:latin typeface="Courier New" panose="02070409020205090404" pitchFamily="49" charset="0"/>
                  <a:ea typeface="宋体" pitchFamily="2" charset="-122"/>
                </a:rPr>
                <a:t>    result =</a:t>
              </a:r>
              <a:r>
                <a:rPr lang="en-US" altLang="zh-CN" sz="1800" b="1" dirty="0">
                  <a:solidFill>
                    <a:schemeClr val="accent2"/>
                  </a:solidFill>
                  <a:latin typeface="Courier New" panose="02070409020205090404" pitchFamily="49" charset="0"/>
                  <a:ea typeface="宋体" pitchFamily="2" charset="-122"/>
                </a:rPr>
                <a:t> </a:t>
              </a:r>
              <a:r>
                <a:rPr lang="en-US" altLang="zh-CN" sz="1800" b="1" dirty="0">
                  <a:solidFill>
                    <a:srgbClr val="CC0000"/>
                  </a:solidFill>
                  <a:latin typeface="Courier New" panose="02070409020205090404" pitchFamily="49" charset="0"/>
                  <a:ea typeface="宋体" pitchFamily="2" charset="-122"/>
                </a:rPr>
                <a:t>(*f)(x, y)</a:t>
              </a:r>
              <a:r>
                <a:rPr lang="en-US" altLang="zh-CN" sz="1800" b="1" dirty="0">
                  <a:solidFill>
                    <a:schemeClr val="accent2"/>
                  </a:solidFill>
                  <a:latin typeface="Courier New" panose="02070409020205090404" pitchFamily="49" charset="0"/>
                  <a:ea typeface="宋体" pitchFamily="2" charset="-122"/>
                </a:rPr>
                <a:t> ;</a:t>
              </a:r>
              <a:endParaRPr lang="en-US" altLang="zh-CN" sz="1800" b="1" dirty="0">
                <a:latin typeface="Courier New" panose="02070409020205090404" pitchFamily="49" charset="0"/>
                <a:ea typeface="宋体" pitchFamily="2" charset="-122"/>
              </a:endParaRPr>
            </a:p>
            <a:p>
              <a:pPr marL="0" lvl="0" indent="0" eaLnBrk="1" hangingPunct="1">
                <a:lnSpc>
                  <a:spcPct val="100000"/>
                </a:lnSpc>
                <a:spcBef>
                  <a:spcPts val="590"/>
                </a:spcBef>
                <a:buSzPct val="80000"/>
                <a:buNone/>
              </a:pPr>
              <a:r>
                <a:rPr lang="en-US" altLang="zh-CN" sz="1800" b="1" dirty="0">
                  <a:latin typeface="Courier New" panose="02070409020205090404" pitchFamily="49" charset="0"/>
                  <a:ea typeface="宋体" pitchFamily="2" charset="-122"/>
                </a:rPr>
                <a:t>    printf("%d\n", result);</a:t>
              </a:r>
              <a:endParaRPr lang="en-US" altLang="zh-CN" sz="1800" b="1" dirty="0">
                <a:latin typeface="Courier New" panose="02070409020205090404" pitchFamily="49" charset="0"/>
                <a:ea typeface="宋体" pitchFamily="2" charset="-122"/>
              </a:endParaRPr>
            </a:p>
            <a:p>
              <a:pPr marL="0" lvl="0" indent="0" eaLnBrk="1" hangingPunct="1">
                <a:lnSpc>
                  <a:spcPct val="100000"/>
                </a:lnSpc>
                <a:spcBef>
                  <a:spcPts val="590"/>
                </a:spcBef>
                <a:buSzPct val="80000"/>
                <a:buNone/>
              </a:pPr>
              <a:r>
                <a:rPr lang="en-US" altLang="zh-CN" sz="1800" b="1" dirty="0">
                  <a:latin typeface="Courier New" panose="02070409020205090404" pitchFamily="49" charset="0"/>
                  <a:ea typeface="宋体" pitchFamily="2" charset="-122"/>
                </a:rPr>
                <a:t>}</a:t>
              </a:r>
              <a:endParaRPr lang="en-US" altLang="zh-CN" sz="1800" b="1" dirty="0">
                <a:latin typeface="Courier New" panose="02070409020205090404" pitchFamily="49" charset="0"/>
                <a:ea typeface="宋体" pitchFamily="2" charset="-122"/>
              </a:endParaRPr>
            </a:p>
          </p:txBody>
        </p:sp>
        <p:sp>
          <p:nvSpPr>
            <p:cNvPr id="53260" name="Text Box 8"/>
            <p:cNvSpPr txBox="1"/>
            <p:nvPr/>
          </p:nvSpPr>
          <p:spPr>
            <a:xfrm>
              <a:off x="3398" y="856"/>
              <a:ext cx="1738" cy="3129"/>
            </a:xfrm>
            <a:prstGeom prst="rect">
              <a:avLst/>
            </a:prstGeom>
            <a:solidFill>
              <a:schemeClr val="bg1"/>
            </a:solidFill>
            <a:ln w="57150" cap="flat" cmpd="thickThin">
              <a:solidFill>
                <a:srgbClr val="000080"/>
              </a:solidFill>
              <a:prstDash val="solid"/>
              <a:miter/>
              <a:headEnd type="none" w="med" len="med"/>
              <a:tailEnd type="none" w="med" len="med"/>
            </a:ln>
          </p:spPr>
          <p:txBody>
            <a:bodyPr>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80000"/>
                </a:lnSpc>
                <a:spcBef>
                  <a:spcPts val="590"/>
                </a:spcBef>
                <a:buSzPct val="80000"/>
                <a:buNone/>
              </a:pPr>
              <a:r>
                <a:rPr lang="en-US" altLang="zh-CN" sz="1800" b="1" dirty="0">
                  <a:latin typeface="Courier New" panose="02070409020205090404" pitchFamily="49" charset="0"/>
                  <a:ea typeface="宋体" pitchFamily="2" charset="-122"/>
                </a:rPr>
                <a:t>int Max(int x, int y);</a:t>
              </a:r>
              <a:endParaRPr lang="en-US" altLang="zh-CN" sz="1800" b="1" dirty="0">
                <a:latin typeface="Courier New" panose="02070409020205090404" pitchFamily="49" charset="0"/>
                <a:ea typeface="宋体" pitchFamily="2" charset="-122"/>
              </a:endParaRPr>
            </a:p>
            <a:p>
              <a:pPr marL="0" lvl="0" indent="0" eaLnBrk="1" hangingPunct="1">
                <a:lnSpc>
                  <a:spcPct val="80000"/>
                </a:lnSpc>
                <a:spcBef>
                  <a:spcPts val="590"/>
                </a:spcBef>
                <a:buSzPct val="80000"/>
                <a:buNone/>
              </a:pPr>
              <a:r>
                <a:rPr lang="en-US" altLang="zh-CN" sz="1800" b="1" dirty="0">
                  <a:latin typeface="Courier New" panose="02070409020205090404" pitchFamily="49" charset="0"/>
                  <a:ea typeface="宋体" pitchFamily="2" charset="-122"/>
                </a:rPr>
                <a:t>int Min(int x, int y);</a:t>
              </a:r>
              <a:endParaRPr lang="en-US" altLang="zh-CN" sz="1800" b="1" dirty="0">
                <a:latin typeface="Courier New" panose="02070409020205090404" pitchFamily="49" charset="0"/>
                <a:ea typeface="宋体" pitchFamily="2" charset="-122"/>
              </a:endParaRPr>
            </a:p>
            <a:p>
              <a:pPr marL="0" lvl="0" indent="0" eaLnBrk="1" hangingPunct="1">
                <a:lnSpc>
                  <a:spcPct val="80000"/>
                </a:lnSpc>
                <a:spcBef>
                  <a:spcPts val="590"/>
                </a:spcBef>
                <a:buSzPct val="80000"/>
                <a:buNone/>
              </a:pPr>
              <a:r>
                <a:rPr lang="en-US" altLang="zh-CN" sz="1800" b="1" dirty="0">
                  <a:latin typeface="Courier New" panose="02070409020205090404" pitchFamily="49" charset="0"/>
                  <a:ea typeface="宋体" pitchFamily="2" charset="-122"/>
                </a:rPr>
                <a:t>int Add(int x, int y);</a:t>
              </a:r>
              <a:endParaRPr lang="en-US" altLang="zh-CN" sz="1800" b="1" dirty="0">
                <a:latin typeface="Courier New" panose="02070409020205090404" pitchFamily="49" charset="0"/>
                <a:ea typeface="宋体" pitchFamily="2" charset="-122"/>
              </a:endParaRPr>
            </a:p>
            <a:p>
              <a:pPr marL="0" lvl="0" indent="0" eaLnBrk="1" hangingPunct="1">
                <a:lnSpc>
                  <a:spcPct val="90000"/>
                </a:lnSpc>
                <a:spcBef>
                  <a:spcPts val="590"/>
                </a:spcBef>
                <a:buSzPct val="80000"/>
                <a:buNone/>
              </a:pPr>
              <a:r>
                <a:rPr lang="en-US" altLang="zh-CN" sz="1800" b="1" dirty="0">
                  <a:solidFill>
                    <a:srgbClr val="C00000"/>
                  </a:solidFill>
                  <a:latin typeface="Courier New" panose="02070409020205090404" pitchFamily="49" charset="0"/>
                  <a:ea typeface="宋体" pitchFamily="2" charset="-122"/>
                </a:rPr>
                <a:t>int</a:t>
              </a:r>
              <a:r>
                <a:rPr lang="en-US" altLang="zh-CN" sz="1800" b="1" dirty="0">
                  <a:solidFill>
                    <a:srgbClr val="0000FF"/>
                  </a:solidFill>
                  <a:latin typeface="Courier New" panose="02070409020205090404" pitchFamily="49" charset="0"/>
                  <a:ea typeface="宋体" pitchFamily="2" charset="-122"/>
                </a:rPr>
                <a:t> </a:t>
              </a:r>
              <a:r>
                <a:rPr lang="en-US" altLang="zh-CN" sz="1800" b="1" dirty="0">
                  <a:solidFill>
                    <a:srgbClr val="FF33CC"/>
                  </a:solidFill>
                  <a:latin typeface="Courier New" panose="02070409020205090404" pitchFamily="49" charset="0"/>
                  <a:ea typeface="宋体" pitchFamily="2" charset="-122"/>
                </a:rPr>
                <a:t>Max</a:t>
              </a:r>
              <a:r>
                <a:rPr lang="en-US" altLang="zh-CN" sz="1800" b="1" dirty="0">
                  <a:latin typeface="Courier New" panose="02070409020205090404" pitchFamily="49" charset="0"/>
                  <a:ea typeface="宋体" pitchFamily="2" charset="-122"/>
                </a:rPr>
                <a:t>(</a:t>
              </a:r>
              <a:r>
                <a:rPr lang="en-US" altLang="zh-CN" sz="1800" b="1" dirty="0">
                  <a:solidFill>
                    <a:srgbClr val="C00000"/>
                  </a:solidFill>
                  <a:latin typeface="Courier New" panose="02070409020205090404" pitchFamily="49" charset="0"/>
                  <a:ea typeface="宋体" pitchFamily="2" charset="-122"/>
                </a:rPr>
                <a:t>int</a:t>
              </a:r>
              <a:r>
                <a:rPr lang="en-US" altLang="zh-CN" sz="1800" b="1" dirty="0">
                  <a:solidFill>
                    <a:srgbClr val="0000FF"/>
                  </a:solidFill>
                  <a:latin typeface="Courier New" panose="02070409020205090404" pitchFamily="49" charset="0"/>
                  <a:ea typeface="宋体" pitchFamily="2" charset="-122"/>
                </a:rPr>
                <a:t> </a:t>
              </a:r>
              <a:r>
                <a:rPr lang="en-US" altLang="zh-CN" sz="1800" b="1" dirty="0">
                  <a:latin typeface="Courier New" panose="02070409020205090404" pitchFamily="49" charset="0"/>
                  <a:ea typeface="宋体" pitchFamily="2" charset="-122"/>
                </a:rPr>
                <a:t>x,</a:t>
              </a:r>
              <a:r>
                <a:rPr lang="en-US" altLang="zh-CN" sz="1800" b="1" dirty="0">
                  <a:solidFill>
                    <a:srgbClr val="0000FF"/>
                  </a:solidFill>
                  <a:latin typeface="Courier New" panose="02070409020205090404" pitchFamily="49" charset="0"/>
                  <a:ea typeface="宋体" pitchFamily="2" charset="-122"/>
                </a:rPr>
                <a:t> </a:t>
              </a:r>
              <a:r>
                <a:rPr lang="en-US" altLang="zh-CN" sz="1800" b="1" dirty="0">
                  <a:solidFill>
                    <a:srgbClr val="C00000"/>
                  </a:solidFill>
                  <a:latin typeface="Courier New" panose="02070409020205090404" pitchFamily="49" charset="0"/>
                  <a:ea typeface="宋体" pitchFamily="2" charset="-122"/>
                </a:rPr>
                <a:t>int</a:t>
              </a:r>
              <a:r>
                <a:rPr lang="en-US" altLang="zh-CN" sz="1800" b="1" dirty="0">
                  <a:solidFill>
                    <a:srgbClr val="0000FF"/>
                  </a:solidFill>
                  <a:latin typeface="Courier New" panose="02070409020205090404" pitchFamily="49" charset="0"/>
                  <a:ea typeface="宋体" pitchFamily="2" charset="-122"/>
                </a:rPr>
                <a:t> </a:t>
              </a:r>
              <a:r>
                <a:rPr lang="en-US" altLang="zh-CN" sz="1800" b="1" dirty="0">
                  <a:latin typeface="Courier New" panose="02070409020205090404" pitchFamily="49" charset="0"/>
                  <a:ea typeface="宋体" pitchFamily="2" charset="-122"/>
                </a:rPr>
                <a:t>y)</a:t>
              </a:r>
              <a:endParaRPr lang="en-US" altLang="zh-CN" sz="1800" b="1" dirty="0">
                <a:latin typeface="Courier New" panose="02070409020205090404" pitchFamily="49" charset="0"/>
                <a:ea typeface="宋体" pitchFamily="2" charset="-122"/>
              </a:endParaRPr>
            </a:p>
            <a:p>
              <a:pPr marL="0" lvl="0" indent="0" eaLnBrk="1" hangingPunct="1">
                <a:lnSpc>
                  <a:spcPct val="90000"/>
                </a:lnSpc>
                <a:spcBef>
                  <a:spcPts val="590"/>
                </a:spcBef>
                <a:buSzPct val="80000"/>
                <a:buNone/>
              </a:pPr>
              <a:r>
                <a:rPr lang="en-US" altLang="zh-CN" sz="1800" b="1" dirty="0">
                  <a:latin typeface="Courier New" panose="02070409020205090404" pitchFamily="49" charset="0"/>
                  <a:ea typeface="宋体" pitchFamily="2" charset="-122"/>
                </a:rPr>
                <a:t>{   printf("max=");</a:t>
              </a:r>
              <a:endParaRPr lang="en-US" altLang="zh-CN" sz="1800" b="1" dirty="0">
                <a:latin typeface="Courier New" panose="02070409020205090404" pitchFamily="49" charset="0"/>
                <a:ea typeface="宋体" pitchFamily="2" charset="-122"/>
              </a:endParaRPr>
            </a:p>
            <a:p>
              <a:pPr marL="0" lvl="0" indent="0" eaLnBrk="1" hangingPunct="1">
                <a:lnSpc>
                  <a:spcPct val="90000"/>
                </a:lnSpc>
                <a:spcBef>
                  <a:spcPts val="590"/>
                </a:spcBef>
                <a:buSzPct val="80000"/>
                <a:buNone/>
              </a:pPr>
              <a:r>
                <a:rPr lang="en-US" altLang="zh-CN" sz="1800" b="1" dirty="0">
                  <a:latin typeface="Courier New" panose="02070409020205090404" pitchFamily="49" charset="0"/>
                  <a:ea typeface="宋体" pitchFamily="2" charset="-122"/>
                </a:rPr>
                <a:t>    return  x&gt;y? x : y;</a:t>
              </a:r>
              <a:endParaRPr lang="en-US" altLang="zh-CN" sz="1800" b="1" dirty="0">
                <a:latin typeface="Courier New" panose="02070409020205090404" pitchFamily="49" charset="0"/>
                <a:ea typeface="宋体" pitchFamily="2" charset="-122"/>
              </a:endParaRPr>
            </a:p>
            <a:p>
              <a:pPr marL="0" lvl="0" indent="0" eaLnBrk="1" hangingPunct="1">
                <a:lnSpc>
                  <a:spcPct val="90000"/>
                </a:lnSpc>
                <a:spcBef>
                  <a:spcPts val="590"/>
                </a:spcBef>
                <a:buSzPct val="80000"/>
                <a:buNone/>
              </a:pPr>
              <a:r>
                <a:rPr lang="en-US" altLang="zh-CN" sz="1800" b="1" dirty="0">
                  <a:latin typeface="Courier New" panose="02070409020205090404" pitchFamily="49" charset="0"/>
                  <a:ea typeface="宋体" pitchFamily="2" charset="-122"/>
                </a:rPr>
                <a:t>}</a:t>
              </a:r>
              <a:endParaRPr lang="en-US" altLang="zh-CN" sz="1800" b="1" dirty="0">
                <a:latin typeface="Courier New" panose="02070409020205090404" pitchFamily="49" charset="0"/>
                <a:ea typeface="宋体" pitchFamily="2" charset="-122"/>
              </a:endParaRPr>
            </a:p>
            <a:p>
              <a:pPr marL="0" lvl="0" indent="0" eaLnBrk="1" hangingPunct="1">
                <a:lnSpc>
                  <a:spcPct val="90000"/>
                </a:lnSpc>
                <a:spcBef>
                  <a:spcPts val="590"/>
                </a:spcBef>
                <a:buSzPct val="80000"/>
                <a:buNone/>
              </a:pPr>
              <a:r>
                <a:rPr lang="en-US" altLang="zh-CN" sz="1800" b="1" dirty="0">
                  <a:solidFill>
                    <a:srgbClr val="C00000"/>
                  </a:solidFill>
                  <a:latin typeface="Courier New" panose="02070409020205090404" pitchFamily="49" charset="0"/>
                  <a:ea typeface="宋体" pitchFamily="2" charset="-122"/>
                </a:rPr>
                <a:t>int</a:t>
              </a:r>
              <a:r>
                <a:rPr lang="en-US" altLang="zh-CN" sz="1800" b="1" dirty="0">
                  <a:solidFill>
                    <a:srgbClr val="0000FF"/>
                  </a:solidFill>
                  <a:latin typeface="Courier New" panose="02070409020205090404" pitchFamily="49" charset="0"/>
                  <a:ea typeface="宋体" pitchFamily="2" charset="-122"/>
                </a:rPr>
                <a:t> </a:t>
              </a:r>
              <a:r>
                <a:rPr lang="en-US" altLang="zh-CN" sz="1800" b="1" dirty="0">
                  <a:solidFill>
                    <a:srgbClr val="009900"/>
                  </a:solidFill>
                  <a:latin typeface="Courier New" panose="02070409020205090404" pitchFamily="49" charset="0"/>
                  <a:ea typeface="宋体" pitchFamily="2" charset="-122"/>
                </a:rPr>
                <a:t>Min</a:t>
              </a:r>
              <a:r>
                <a:rPr lang="en-US" altLang="zh-CN" sz="1800" b="1" dirty="0">
                  <a:latin typeface="Courier New" panose="02070409020205090404" pitchFamily="49" charset="0"/>
                  <a:ea typeface="宋体" pitchFamily="2" charset="-122"/>
                </a:rPr>
                <a:t>(</a:t>
              </a:r>
              <a:r>
                <a:rPr lang="en-US" altLang="zh-CN" sz="1800" b="1" dirty="0">
                  <a:solidFill>
                    <a:srgbClr val="C00000"/>
                  </a:solidFill>
                  <a:latin typeface="Courier New" panose="02070409020205090404" pitchFamily="49" charset="0"/>
                  <a:ea typeface="宋体" pitchFamily="2" charset="-122"/>
                </a:rPr>
                <a:t>int </a:t>
              </a:r>
              <a:r>
                <a:rPr lang="en-US" altLang="zh-CN" sz="1800" b="1" dirty="0">
                  <a:latin typeface="Courier New" panose="02070409020205090404" pitchFamily="49" charset="0"/>
                  <a:ea typeface="宋体" pitchFamily="2" charset="-122"/>
                </a:rPr>
                <a:t>x,</a:t>
              </a:r>
              <a:r>
                <a:rPr lang="en-US" altLang="zh-CN" sz="1800" b="1" dirty="0">
                  <a:solidFill>
                    <a:srgbClr val="0000FF"/>
                  </a:solidFill>
                  <a:latin typeface="Courier New" panose="02070409020205090404" pitchFamily="49" charset="0"/>
                  <a:ea typeface="宋体" pitchFamily="2" charset="-122"/>
                </a:rPr>
                <a:t> </a:t>
              </a:r>
              <a:r>
                <a:rPr lang="en-US" altLang="zh-CN" sz="1800" b="1" dirty="0">
                  <a:solidFill>
                    <a:srgbClr val="C00000"/>
                  </a:solidFill>
                  <a:latin typeface="Courier New" panose="02070409020205090404" pitchFamily="49" charset="0"/>
                  <a:ea typeface="宋体" pitchFamily="2" charset="-122"/>
                </a:rPr>
                <a:t>int</a:t>
              </a:r>
              <a:r>
                <a:rPr lang="en-US" altLang="zh-CN" sz="1800" b="1" dirty="0">
                  <a:solidFill>
                    <a:srgbClr val="0000FF"/>
                  </a:solidFill>
                  <a:latin typeface="Courier New" panose="02070409020205090404" pitchFamily="49" charset="0"/>
                  <a:ea typeface="宋体" pitchFamily="2" charset="-122"/>
                </a:rPr>
                <a:t> </a:t>
              </a:r>
              <a:r>
                <a:rPr lang="en-US" altLang="zh-CN" sz="1800" b="1" dirty="0">
                  <a:latin typeface="Courier New" panose="02070409020205090404" pitchFamily="49" charset="0"/>
                  <a:ea typeface="宋体" pitchFamily="2" charset="-122"/>
                </a:rPr>
                <a:t>y)</a:t>
              </a:r>
              <a:endParaRPr lang="en-US" altLang="zh-CN" sz="1800" b="1" dirty="0">
                <a:latin typeface="Courier New" panose="02070409020205090404" pitchFamily="49" charset="0"/>
                <a:ea typeface="宋体" pitchFamily="2" charset="-122"/>
              </a:endParaRPr>
            </a:p>
            <a:p>
              <a:pPr marL="0" lvl="0" indent="0" eaLnBrk="1" hangingPunct="1">
                <a:lnSpc>
                  <a:spcPct val="90000"/>
                </a:lnSpc>
                <a:spcBef>
                  <a:spcPts val="590"/>
                </a:spcBef>
                <a:buSzPct val="80000"/>
                <a:buNone/>
              </a:pPr>
              <a:r>
                <a:rPr lang="en-US" altLang="zh-CN" sz="1800" b="1" dirty="0">
                  <a:latin typeface="Courier New" panose="02070409020205090404" pitchFamily="49" charset="0"/>
                  <a:ea typeface="宋体" pitchFamily="2" charset="-122"/>
                </a:rPr>
                <a:t>{   printf("min=");</a:t>
              </a:r>
              <a:endParaRPr lang="en-US" altLang="zh-CN" sz="1800" b="1" dirty="0">
                <a:latin typeface="Courier New" panose="02070409020205090404" pitchFamily="49" charset="0"/>
                <a:ea typeface="宋体" pitchFamily="2" charset="-122"/>
              </a:endParaRPr>
            </a:p>
            <a:p>
              <a:pPr marL="0" lvl="0" indent="0" eaLnBrk="1" hangingPunct="1">
                <a:lnSpc>
                  <a:spcPct val="90000"/>
                </a:lnSpc>
                <a:spcBef>
                  <a:spcPts val="590"/>
                </a:spcBef>
                <a:buSzPct val="80000"/>
                <a:buNone/>
              </a:pPr>
              <a:r>
                <a:rPr lang="en-US" altLang="zh-CN" sz="1800" b="1" dirty="0">
                  <a:latin typeface="Courier New" panose="02070409020205090404" pitchFamily="49" charset="0"/>
                  <a:ea typeface="宋体" pitchFamily="2" charset="-122"/>
                </a:rPr>
                <a:t>    return  x&lt;y? x : y;</a:t>
              </a:r>
              <a:endParaRPr lang="en-US" altLang="zh-CN" sz="1800" b="1" dirty="0">
                <a:latin typeface="Courier New" panose="02070409020205090404" pitchFamily="49" charset="0"/>
                <a:ea typeface="宋体" pitchFamily="2" charset="-122"/>
              </a:endParaRPr>
            </a:p>
            <a:p>
              <a:pPr marL="0" lvl="0" indent="0" eaLnBrk="1" hangingPunct="1">
                <a:lnSpc>
                  <a:spcPct val="90000"/>
                </a:lnSpc>
                <a:spcBef>
                  <a:spcPts val="590"/>
                </a:spcBef>
                <a:buSzPct val="80000"/>
                <a:buNone/>
              </a:pPr>
              <a:r>
                <a:rPr lang="en-US" altLang="zh-CN" sz="1800" b="1" dirty="0">
                  <a:latin typeface="Courier New" panose="02070409020205090404" pitchFamily="49" charset="0"/>
                  <a:ea typeface="宋体" pitchFamily="2" charset="-122"/>
                </a:rPr>
                <a:t>}</a:t>
              </a:r>
              <a:endParaRPr lang="en-US" altLang="zh-CN" sz="1800" b="1" dirty="0">
                <a:latin typeface="Courier New" panose="02070409020205090404" pitchFamily="49" charset="0"/>
                <a:ea typeface="宋体" pitchFamily="2" charset="-122"/>
              </a:endParaRPr>
            </a:p>
            <a:p>
              <a:pPr marL="0" lvl="0" indent="0" eaLnBrk="1" hangingPunct="1">
                <a:lnSpc>
                  <a:spcPct val="90000"/>
                </a:lnSpc>
                <a:spcBef>
                  <a:spcPts val="590"/>
                </a:spcBef>
                <a:buSzPct val="80000"/>
                <a:buNone/>
              </a:pPr>
              <a:r>
                <a:rPr lang="en-US" altLang="zh-CN" sz="1800" b="1" dirty="0">
                  <a:solidFill>
                    <a:srgbClr val="C00000"/>
                  </a:solidFill>
                  <a:latin typeface="Courier New" panose="02070409020205090404" pitchFamily="49" charset="0"/>
                  <a:ea typeface="宋体" pitchFamily="2" charset="-122"/>
                </a:rPr>
                <a:t>int</a:t>
              </a:r>
              <a:r>
                <a:rPr lang="en-US" altLang="zh-CN" sz="1800" b="1" dirty="0">
                  <a:solidFill>
                    <a:srgbClr val="0000FF"/>
                  </a:solidFill>
                  <a:latin typeface="Courier New" panose="02070409020205090404" pitchFamily="49" charset="0"/>
                  <a:ea typeface="宋体" pitchFamily="2" charset="-122"/>
                </a:rPr>
                <a:t> </a:t>
              </a:r>
              <a:r>
                <a:rPr lang="en-US" altLang="zh-CN" sz="1800" b="1" dirty="0">
                  <a:solidFill>
                    <a:srgbClr val="3333CC"/>
                  </a:solidFill>
                  <a:latin typeface="Courier New" panose="02070409020205090404" pitchFamily="49" charset="0"/>
                  <a:ea typeface="宋体" pitchFamily="2" charset="-122"/>
                </a:rPr>
                <a:t>Add</a:t>
              </a:r>
              <a:r>
                <a:rPr lang="en-US" altLang="zh-CN" sz="1800" b="1" dirty="0">
                  <a:latin typeface="Courier New" panose="02070409020205090404" pitchFamily="49" charset="0"/>
                  <a:ea typeface="宋体" pitchFamily="2" charset="-122"/>
                </a:rPr>
                <a:t>(</a:t>
              </a:r>
              <a:r>
                <a:rPr lang="en-US" altLang="zh-CN" sz="1800" b="1" dirty="0">
                  <a:solidFill>
                    <a:srgbClr val="C00000"/>
                  </a:solidFill>
                  <a:latin typeface="Courier New" panose="02070409020205090404" pitchFamily="49" charset="0"/>
                  <a:ea typeface="宋体" pitchFamily="2" charset="-122"/>
                </a:rPr>
                <a:t>int</a:t>
              </a:r>
              <a:r>
                <a:rPr lang="en-US" altLang="zh-CN" sz="1800" b="1" dirty="0">
                  <a:solidFill>
                    <a:srgbClr val="0000FF"/>
                  </a:solidFill>
                  <a:latin typeface="Courier New" panose="02070409020205090404" pitchFamily="49" charset="0"/>
                  <a:ea typeface="宋体" pitchFamily="2" charset="-122"/>
                </a:rPr>
                <a:t> </a:t>
              </a:r>
              <a:r>
                <a:rPr lang="en-US" altLang="zh-CN" sz="1800" b="1" dirty="0">
                  <a:latin typeface="Courier New" panose="02070409020205090404" pitchFamily="49" charset="0"/>
                  <a:ea typeface="宋体" pitchFamily="2" charset="-122"/>
                </a:rPr>
                <a:t>x,</a:t>
              </a:r>
              <a:r>
                <a:rPr lang="en-US" altLang="zh-CN" sz="1800" b="1" dirty="0">
                  <a:solidFill>
                    <a:srgbClr val="0000FF"/>
                  </a:solidFill>
                  <a:latin typeface="Courier New" panose="02070409020205090404" pitchFamily="49" charset="0"/>
                  <a:ea typeface="宋体" pitchFamily="2" charset="-122"/>
                </a:rPr>
                <a:t> </a:t>
              </a:r>
              <a:r>
                <a:rPr lang="en-US" altLang="zh-CN" sz="1800" b="1" dirty="0">
                  <a:solidFill>
                    <a:srgbClr val="C00000"/>
                  </a:solidFill>
                  <a:latin typeface="Courier New" panose="02070409020205090404" pitchFamily="49" charset="0"/>
                  <a:ea typeface="宋体" pitchFamily="2" charset="-122"/>
                </a:rPr>
                <a:t>int</a:t>
              </a:r>
              <a:r>
                <a:rPr lang="en-US" altLang="zh-CN" sz="1800" b="1" dirty="0">
                  <a:solidFill>
                    <a:srgbClr val="0000FF"/>
                  </a:solidFill>
                  <a:latin typeface="Courier New" panose="02070409020205090404" pitchFamily="49" charset="0"/>
                  <a:ea typeface="宋体" pitchFamily="2" charset="-122"/>
                </a:rPr>
                <a:t> </a:t>
              </a:r>
              <a:r>
                <a:rPr lang="en-US" altLang="zh-CN" sz="1800" b="1" dirty="0">
                  <a:latin typeface="Courier New" panose="02070409020205090404" pitchFamily="49" charset="0"/>
                  <a:ea typeface="宋体" pitchFamily="2" charset="-122"/>
                </a:rPr>
                <a:t>y)</a:t>
              </a:r>
              <a:endParaRPr lang="en-US" altLang="zh-CN" sz="1800" b="1" dirty="0">
                <a:latin typeface="Courier New" panose="02070409020205090404" pitchFamily="49" charset="0"/>
                <a:ea typeface="宋体" pitchFamily="2" charset="-122"/>
              </a:endParaRPr>
            </a:p>
            <a:p>
              <a:pPr marL="0" lvl="0" indent="0" eaLnBrk="1" hangingPunct="1">
                <a:lnSpc>
                  <a:spcPct val="90000"/>
                </a:lnSpc>
                <a:spcBef>
                  <a:spcPts val="590"/>
                </a:spcBef>
                <a:buSzPct val="80000"/>
                <a:buNone/>
              </a:pPr>
              <a:r>
                <a:rPr lang="en-US" altLang="zh-CN" sz="1800" b="1" dirty="0">
                  <a:latin typeface="Courier New" panose="02070409020205090404" pitchFamily="49" charset="0"/>
                  <a:ea typeface="宋体" pitchFamily="2" charset="-122"/>
                </a:rPr>
                <a:t>{   printf("sum=");  </a:t>
              </a:r>
              <a:endParaRPr lang="en-US" altLang="zh-CN" sz="1800" b="1" dirty="0">
                <a:latin typeface="Courier New" panose="02070409020205090404" pitchFamily="49" charset="0"/>
                <a:ea typeface="宋体" pitchFamily="2" charset="-122"/>
              </a:endParaRPr>
            </a:p>
            <a:p>
              <a:pPr marL="0" lvl="0" indent="0" eaLnBrk="1" hangingPunct="1">
                <a:lnSpc>
                  <a:spcPct val="90000"/>
                </a:lnSpc>
                <a:spcBef>
                  <a:spcPts val="590"/>
                </a:spcBef>
                <a:buSzPct val="80000"/>
                <a:buNone/>
              </a:pPr>
              <a:r>
                <a:rPr lang="en-US" altLang="zh-CN" sz="1800" b="1" dirty="0">
                  <a:latin typeface="Courier New" panose="02070409020205090404" pitchFamily="49" charset="0"/>
                  <a:ea typeface="宋体" pitchFamily="2" charset="-122"/>
                </a:rPr>
                <a:t>    return  x+y;</a:t>
              </a:r>
              <a:endParaRPr lang="en-US" altLang="zh-CN" sz="1800" b="1" dirty="0">
                <a:latin typeface="Courier New" panose="02070409020205090404" pitchFamily="49" charset="0"/>
                <a:ea typeface="宋体" pitchFamily="2" charset="-122"/>
              </a:endParaRPr>
            </a:p>
            <a:p>
              <a:pPr marL="0" lvl="0" indent="0" eaLnBrk="1" hangingPunct="1">
                <a:lnSpc>
                  <a:spcPct val="90000"/>
                </a:lnSpc>
                <a:spcBef>
                  <a:spcPts val="590"/>
                </a:spcBef>
                <a:buSzPct val="80000"/>
                <a:buNone/>
              </a:pPr>
              <a:r>
                <a:rPr lang="en-US" altLang="zh-CN" sz="1800" b="1" dirty="0">
                  <a:latin typeface="Courier New" panose="02070409020205090404" pitchFamily="49" charset="0"/>
                  <a:ea typeface="宋体" pitchFamily="2" charset="-122"/>
                </a:rPr>
                <a:t>}</a:t>
              </a:r>
              <a:endParaRPr lang="en-US" altLang="zh-CN" sz="1800" b="1" dirty="0">
                <a:latin typeface="Courier New" panose="02070409020205090404" pitchFamily="49" charset="0"/>
                <a:ea typeface="宋体" pitchFamily="2" charset="-122"/>
              </a:endParaRPr>
            </a:p>
          </p:txBody>
        </p:sp>
      </p:grpSp>
      <p:sp>
        <p:nvSpPr>
          <p:cNvPr id="78858" name="Line 10"/>
          <p:cNvSpPr/>
          <p:nvPr/>
        </p:nvSpPr>
        <p:spPr>
          <a:xfrm>
            <a:off x="3465513" y="3478213"/>
            <a:ext cx="1830387" cy="1519237"/>
          </a:xfrm>
          <a:prstGeom prst="line">
            <a:avLst/>
          </a:prstGeom>
          <a:ln w="38100" cap="flat" cmpd="sng">
            <a:solidFill>
              <a:srgbClr val="FF00FF"/>
            </a:solidFill>
            <a:prstDash val="dash"/>
            <a:headEnd type="none" w="med" len="med"/>
            <a:tailEnd type="triangle" w="med" len="med"/>
          </a:ln>
        </p:spPr>
      </p:sp>
      <p:sp>
        <p:nvSpPr>
          <p:cNvPr id="78859" name="Line 11"/>
          <p:cNvSpPr/>
          <p:nvPr/>
        </p:nvSpPr>
        <p:spPr>
          <a:xfrm flipV="1">
            <a:off x="3575050" y="2828925"/>
            <a:ext cx="4183063" cy="2881313"/>
          </a:xfrm>
          <a:prstGeom prst="line">
            <a:avLst/>
          </a:prstGeom>
          <a:ln w="38100" cap="flat" cmpd="sng">
            <a:solidFill>
              <a:srgbClr val="FF00FF"/>
            </a:solidFill>
            <a:prstDash val="dash"/>
            <a:headEnd type="none" w="med" len="med"/>
            <a:tailEnd type="triangle" w="med" len="med"/>
          </a:ln>
        </p:spPr>
      </p:sp>
      <p:sp>
        <p:nvSpPr>
          <p:cNvPr id="78861" name="Line 13"/>
          <p:cNvSpPr/>
          <p:nvPr/>
        </p:nvSpPr>
        <p:spPr>
          <a:xfrm>
            <a:off x="3525838" y="3824288"/>
            <a:ext cx="1716087" cy="1223962"/>
          </a:xfrm>
          <a:prstGeom prst="line">
            <a:avLst/>
          </a:prstGeom>
          <a:ln w="38100" cap="flat" cmpd="sng">
            <a:solidFill>
              <a:srgbClr val="339933"/>
            </a:solidFill>
            <a:prstDash val="dash"/>
            <a:headEnd type="none" w="med" len="med"/>
            <a:tailEnd type="triangle" w="med" len="med"/>
          </a:ln>
        </p:spPr>
      </p:sp>
      <p:sp>
        <p:nvSpPr>
          <p:cNvPr id="78862" name="Line 14"/>
          <p:cNvSpPr/>
          <p:nvPr/>
        </p:nvSpPr>
        <p:spPr>
          <a:xfrm flipV="1">
            <a:off x="3648075" y="4197350"/>
            <a:ext cx="4086225" cy="1512888"/>
          </a:xfrm>
          <a:prstGeom prst="line">
            <a:avLst/>
          </a:prstGeom>
          <a:ln w="38100" cap="flat" cmpd="sng">
            <a:solidFill>
              <a:srgbClr val="339933"/>
            </a:solidFill>
            <a:prstDash val="dash"/>
            <a:headEnd type="none" w="med" len="med"/>
            <a:tailEnd type="triangle" w="med" len="med"/>
          </a:ln>
        </p:spPr>
      </p:sp>
      <p:sp>
        <p:nvSpPr>
          <p:cNvPr id="78864" name="Line 16"/>
          <p:cNvSpPr/>
          <p:nvPr/>
        </p:nvSpPr>
        <p:spPr>
          <a:xfrm>
            <a:off x="3432175" y="4246563"/>
            <a:ext cx="1793875" cy="790575"/>
          </a:xfrm>
          <a:prstGeom prst="line">
            <a:avLst/>
          </a:prstGeom>
          <a:ln w="38100" cap="flat" cmpd="sng">
            <a:solidFill>
              <a:srgbClr val="3333CC"/>
            </a:solidFill>
            <a:prstDash val="dash"/>
            <a:headEnd type="none" w="med" len="med"/>
            <a:tailEnd type="triangle" w="med" len="med"/>
          </a:ln>
        </p:spPr>
      </p:sp>
      <p:sp>
        <p:nvSpPr>
          <p:cNvPr id="78865" name="Line 17"/>
          <p:cNvSpPr/>
          <p:nvPr/>
        </p:nvSpPr>
        <p:spPr>
          <a:xfrm flipV="1">
            <a:off x="3719513" y="5494338"/>
            <a:ext cx="4038600" cy="215900"/>
          </a:xfrm>
          <a:prstGeom prst="line">
            <a:avLst/>
          </a:prstGeom>
          <a:ln w="38100" cap="flat" cmpd="sng">
            <a:solidFill>
              <a:srgbClr val="3333CC"/>
            </a:solidFill>
            <a:prstDash val="dash"/>
            <a:headEnd type="none" w="med" len="med"/>
            <a:tailEnd type="triangle" w="med" len="med"/>
          </a:ln>
        </p:spPr>
      </p:sp>
      <p:sp>
        <p:nvSpPr>
          <p:cNvPr id="53258" name="Rectangle 2"/>
          <p:cNvSpPr>
            <a:spLocks noGrp="1"/>
          </p:cNvSpPr>
          <p:nvPr>
            <p:ph type="title"/>
          </p:nvPr>
        </p:nvSpPr>
        <p:spPr>
          <a:xfrm>
            <a:off x="1374775" y="333375"/>
            <a:ext cx="9442450" cy="839788"/>
          </a:xfrm>
        </p:spPr>
        <p:txBody>
          <a:bodyPr vert="horz" wrap="square" lIns="91440" tIns="45720" rIns="91440" bIns="45720" anchor="ctr" anchorCtr="0"/>
          <a:lstStyle/>
          <a:p>
            <a:r>
              <a:rPr lang="en-US" altLang="zh-CN" sz="4000" kern="1200" dirty="0">
                <a:solidFill>
                  <a:schemeClr val="tx1"/>
                </a:solidFill>
                <a:latin typeface="Arial" panose="020B0604020202090204" pitchFamily="34" charset="0"/>
                <a:ea typeface="黑体" panose="02010609060101010101" pitchFamily="49" charset="-122"/>
                <a:cs typeface="Arial" panose="020B0604020202090204" pitchFamily="34" charset="0"/>
              </a:rPr>
              <a:t>3.2.3</a:t>
            </a:r>
            <a:r>
              <a:rPr lang="zh-CN" altLang="en-US" sz="4000" kern="1200" dirty="0">
                <a:solidFill>
                  <a:schemeClr val="tx1"/>
                </a:solidFill>
                <a:latin typeface="Arial" panose="020B0604020202090204" pitchFamily="34" charset="0"/>
                <a:ea typeface="黑体" panose="02010609060101010101" pitchFamily="49" charset="-122"/>
                <a:cs typeface="Arial" panose="020B0604020202090204" pitchFamily="34" charset="0"/>
              </a:rPr>
              <a:t>函数指针及其应用 </a:t>
            </a:r>
            <a:endParaRPr lang="zh-CN" altLang="en-US" sz="4000" kern="1200" dirty="0">
              <a:solidFill>
                <a:schemeClr val="tx1"/>
              </a:solidFill>
              <a:latin typeface="Arial" panose="020B0604020202090204" pitchFamily="34" charset="0"/>
              <a:ea typeface="黑体" panose="02010609060101010101" pitchFamily="49" charset="-122"/>
              <a:cs typeface="Arial" panose="020B0604020202090204"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78858"/>
                                        </p:tgtEl>
                                        <p:attrNameLst>
                                          <p:attrName>style.visibility</p:attrName>
                                        </p:attrNameLst>
                                      </p:cBhvr>
                                      <p:to>
                                        <p:strVal val="visible"/>
                                      </p:to>
                                    </p:set>
                                    <p:animEffect transition="in" filter="wipe(up)">
                                      <p:cBhvr>
                                        <p:cTn id="7" dur="500"/>
                                        <p:tgtEl>
                                          <p:spTgt spid="7885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78859"/>
                                        </p:tgtEl>
                                        <p:attrNameLst>
                                          <p:attrName>style.visibility</p:attrName>
                                        </p:attrNameLst>
                                      </p:cBhvr>
                                      <p:to>
                                        <p:strVal val="visible"/>
                                      </p:to>
                                    </p:set>
                                    <p:animEffect transition="in" filter="wipe(down)">
                                      <p:cBhvr>
                                        <p:cTn id="12" dur="500"/>
                                        <p:tgtEl>
                                          <p:spTgt spid="78859"/>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xit" presetSubtype="0" fill="hold" nodeType="clickEffect">
                                  <p:stCondLst>
                                    <p:cond delay="0"/>
                                  </p:stCondLst>
                                  <p:childTnLst>
                                    <p:set>
                                      <p:cBhvr>
                                        <p:cTn id="16" dur="1" fill="hold">
                                          <p:stCondLst>
                                            <p:cond delay="0"/>
                                          </p:stCondLst>
                                        </p:cTn>
                                        <p:tgtEl>
                                          <p:spTgt spid="78858"/>
                                        </p:tgtEl>
                                        <p:attrNameLst>
                                          <p:attrName>style.visibility</p:attrName>
                                        </p:attrNameLst>
                                      </p:cBhvr>
                                      <p:to>
                                        <p:strVal val="hidden"/>
                                      </p:to>
                                    </p:set>
                                  </p:childTnLst>
                                </p:cTn>
                              </p:par>
                              <p:par>
                                <p:cTn id="17" presetID="1" presetClass="exit" presetSubtype="0" fill="hold" nodeType="withEffect">
                                  <p:stCondLst>
                                    <p:cond delay="0"/>
                                  </p:stCondLst>
                                  <p:childTnLst>
                                    <p:set>
                                      <p:cBhvr>
                                        <p:cTn id="18" dur="1" fill="hold">
                                          <p:stCondLst>
                                            <p:cond delay="0"/>
                                          </p:stCondLst>
                                        </p:cTn>
                                        <p:tgtEl>
                                          <p:spTgt spid="78859"/>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78861"/>
                                        </p:tgtEl>
                                        <p:attrNameLst>
                                          <p:attrName>style.visibility</p:attrName>
                                        </p:attrNameLst>
                                      </p:cBhvr>
                                      <p:to>
                                        <p:strVal val="visible"/>
                                      </p:to>
                                    </p:set>
                                    <p:animEffect transition="in" filter="wipe(left)">
                                      <p:cBhvr>
                                        <p:cTn id="23" dur="500"/>
                                        <p:tgtEl>
                                          <p:spTgt spid="78861"/>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4" fill="hold" nodeType="clickEffect">
                                  <p:stCondLst>
                                    <p:cond delay="0"/>
                                  </p:stCondLst>
                                  <p:childTnLst>
                                    <p:set>
                                      <p:cBhvr>
                                        <p:cTn id="27" dur="1" fill="hold">
                                          <p:stCondLst>
                                            <p:cond delay="0"/>
                                          </p:stCondLst>
                                        </p:cTn>
                                        <p:tgtEl>
                                          <p:spTgt spid="78862"/>
                                        </p:tgtEl>
                                        <p:attrNameLst>
                                          <p:attrName>style.visibility</p:attrName>
                                        </p:attrNameLst>
                                      </p:cBhvr>
                                      <p:to>
                                        <p:strVal val="visible"/>
                                      </p:to>
                                    </p:set>
                                    <p:animEffect transition="in" filter="wipe(down)">
                                      <p:cBhvr>
                                        <p:cTn id="28" dur="500"/>
                                        <p:tgtEl>
                                          <p:spTgt spid="78862"/>
                                        </p:tgtEl>
                                      </p:cBhvr>
                                    </p:animEffect>
                                  </p:childTnLst>
                                </p:cTn>
                              </p:par>
                            </p:childTnLst>
                          </p:cTn>
                        </p:par>
                      </p:childTnLst>
                    </p:cTn>
                  </p:par>
                  <p:par>
                    <p:cTn id="29" fill="hold">
                      <p:stCondLst>
                        <p:cond delay="indefinite"/>
                      </p:stCondLst>
                      <p:childTnLst>
                        <p:par>
                          <p:cTn id="30" fill="hold">
                            <p:stCondLst>
                              <p:cond delay="0"/>
                            </p:stCondLst>
                            <p:childTnLst>
                              <p:par>
                                <p:cTn id="31" presetID="1" presetClass="exit" presetSubtype="0" fill="hold" nodeType="clickEffect">
                                  <p:stCondLst>
                                    <p:cond delay="0"/>
                                  </p:stCondLst>
                                  <p:childTnLst>
                                    <p:set>
                                      <p:cBhvr>
                                        <p:cTn id="32" dur="1" fill="hold">
                                          <p:stCondLst>
                                            <p:cond delay="0"/>
                                          </p:stCondLst>
                                        </p:cTn>
                                        <p:tgtEl>
                                          <p:spTgt spid="78861"/>
                                        </p:tgtEl>
                                        <p:attrNameLst>
                                          <p:attrName>style.visibility</p:attrName>
                                        </p:attrNameLst>
                                      </p:cBhvr>
                                      <p:to>
                                        <p:strVal val="hidden"/>
                                      </p:to>
                                    </p:set>
                                  </p:childTnLst>
                                </p:cTn>
                              </p:par>
                              <p:par>
                                <p:cTn id="33" presetID="1" presetClass="exit" presetSubtype="0" fill="hold" nodeType="withEffect">
                                  <p:stCondLst>
                                    <p:cond delay="0"/>
                                  </p:stCondLst>
                                  <p:childTnLst>
                                    <p:set>
                                      <p:cBhvr>
                                        <p:cTn id="34" dur="1" fill="hold">
                                          <p:stCondLst>
                                            <p:cond delay="0"/>
                                          </p:stCondLst>
                                        </p:cTn>
                                        <p:tgtEl>
                                          <p:spTgt spid="78862"/>
                                        </p:tgtEl>
                                        <p:attrNameLst>
                                          <p:attrName>style.visibility</p:attrName>
                                        </p:attrNameLst>
                                      </p:cBhvr>
                                      <p:to>
                                        <p:strVal val="hidden"/>
                                      </p:to>
                                    </p:se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nodeType="clickEffect">
                                  <p:stCondLst>
                                    <p:cond delay="0"/>
                                  </p:stCondLst>
                                  <p:childTnLst>
                                    <p:set>
                                      <p:cBhvr>
                                        <p:cTn id="38" dur="1" fill="hold">
                                          <p:stCondLst>
                                            <p:cond delay="0"/>
                                          </p:stCondLst>
                                        </p:cTn>
                                        <p:tgtEl>
                                          <p:spTgt spid="78864"/>
                                        </p:tgtEl>
                                        <p:attrNameLst>
                                          <p:attrName>style.visibility</p:attrName>
                                        </p:attrNameLst>
                                      </p:cBhvr>
                                      <p:to>
                                        <p:strVal val="visible"/>
                                      </p:to>
                                    </p:set>
                                    <p:animEffect transition="in" filter="wipe(left)">
                                      <p:cBhvr>
                                        <p:cTn id="39" dur="500"/>
                                        <p:tgtEl>
                                          <p:spTgt spid="78864"/>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nodeType="clickEffect">
                                  <p:stCondLst>
                                    <p:cond delay="0"/>
                                  </p:stCondLst>
                                  <p:childTnLst>
                                    <p:set>
                                      <p:cBhvr>
                                        <p:cTn id="43" dur="1" fill="hold">
                                          <p:stCondLst>
                                            <p:cond delay="0"/>
                                          </p:stCondLst>
                                        </p:cTn>
                                        <p:tgtEl>
                                          <p:spTgt spid="78865"/>
                                        </p:tgtEl>
                                        <p:attrNameLst>
                                          <p:attrName>style.visibility</p:attrName>
                                        </p:attrNameLst>
                                      </p:cBhvr>
                                      <p:to>
                                        <p:strVal val="visible"/>
                                      </p:to>
                                    </p:set>
                                    <p:animEffect transition="in" filter="wipe(left)">
                                      <p:cBhvr>
                                        <p:cTn id="44" dur="500"/>
                                        <p:tgtEl>
                                          <p:spTgt spid="788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4274" name="标题 1"/>
          <p:cNvSpPr>
            <a:spLocks noGrp="1"/>
          </p:cNvSpPr>
          <p:nvPr>
            <p:ph type="title"/>
          </p:nvPr>
        </p:nvSpPr>
        <p:spPr>
          <a:xfrm>
            <a:off x="1631950" y="257175"/>
            <a:ext cx="8915400" cy="936625"/>
          </a:xfrm>
        </p:spPr>
        <p:txBody>
          <a:bodyPr vert="horz" wrap="square" lIns="91440" tIns="45720" rIns="91440" bIns="45720" anchor="ctr" anchorCtr="0"/>
          <a:lstStyle/>
          <a:p>
            <a:r>
              <a:rPr lang="en-US" altLang="zh-CN" kern="1200" dirty="0">
                <a:latin typeface="Arial" panose="020B0604020202090204" pitchFamily="34" charset="0"/>
                <a:ea typeface="黑体" panose="02010609060101010101" pitchFamily="49" charset="-122"/>
                <a:cs typeface="Arial" panose="020B0604020202090204" pitchFamily="34" charset="0"/>
              </a:rPr>
              <a:t>3.2.4 </a:t>
            </a:r>
            <a:r>
              <a:rPr lang="zh-CN" altLang="en-US" kern="1200" dirty="0">
                <a:latin typeface="Arial" panose="020B0604020202090204" pitchFamily="34" charset="0"/>
                <a:ea typeface="黑体" panose="02010609060101010101" pitchFamily="49" charset="-122"/>
                <a:cs typeface="Arial" panose="020B0604020202090204" pitchFamily="34" charset="0"/>
              </a:rPr>
              <a:t>指针和一维数组间的关系 </a:t>
            </a:r>
            <a:endParaRPr lang="zh-CN" altLang="en-US" kern="1200" dirty="0">
              <a:latin typeface="Arial" panose="020B0604020202090204" pitchFamily="34" charset="0"/>
              <a:ea typeface="黑体" panose="02010609060101010101" pitchFamily="49" charset="-122"/>
              <a:cs typeface="Arial" panose="020B0604020202090204" pitchFamily="34" charset="0"/>
            </a:endParaRPr>
          </a:p>
        </p:txBody>
      </p:sp>
      <p:sp>
        <p:nvSpPr>
          <p:cNvPr id="7" name="Rectangle 3"/>
          <p:cNvSpPr txBox="1"/>
          <p:nvPr/>
        </p:nvSpPr>
        <p:spPr>
          <a:xfrm>
            <a:off x="1571625" y="1268413"/>
            <a:ext cx="9205913" cy="2108200"/>
          </a:xfrm>
          <a:prstGeom prst="rect">
            <a:avLst/>
          </a:prstGeom>
          <a:noFill/>
          <a:ln w="9525">
            <a:noFill/>
          </a:ln>
        </p:spPr>
        <p:txBody>
          <a:bodyPr lIns="92075" tIns="46037" rIns="92075" bIns="46037"/>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374650" lvl="0" indent="-374650" eaLnBrk="1" hangingPunct="1">
              <a:lnSpc>
                <a:spcPct val="110000"/>
              </a:lnSpc>
              <a:spcBef>
                <a:spcPct val="20000"/>
              </a:spcBef>
              <a:spcAft>
                <a:spcPts val="590"/>
              </a:spcAft>
              <a:buClr>
                <a:schemeClr val="tx1"/>
              </a:buClr>
            </a:pPr>
            <a:r>
              <a:rPr lang="zh-CN" altLang="en-US" sz="2800" dirty="0">
                <a:latin typeface="黑体" panose="02010609060101010101" pitchFamily="49" charset="-122"/>
              </a:rPr>
              <a:t>指针和数组的关系极为密切</a:t>
            </a:r>
            <a:endParaRPr lang="en-US" altLang="zh-CN" sz="2800" dirty="0">
              <a:latin typeface="黑体" panose="02010609060101010101" pitchFamily="49" charset="-122"/>
            </a:endParaRPr>
          </a:p>
          <a:p>
            <a:pPr marL="742950" lvl="1" indent="-285750" eaLnBrk="1" hangingPunct="1">
              <a:lnSpc>
                <a:spcPct val="110000"/>
              </a:lnSpc>
              <a:spcBef>
                <a:spcPct val="20000"/>
              </a:spcBef>
              <a:spcAft>
                <a:spcPts val="590"/>
              </a:spcAft>
              <a:buClr>
                <a:schemeClr val="tx1"/>
              </a:buClr>
              <a:buFont typeface="Wingdings" panose="05000000000000000000" pitchFamily="2" charset="2"/>
              <a:buChar char="n"/>
            </a:pPr>
            <a:r>
              <a:rPr lang="zh-CN" altLang="en-US" sz="2400" dirty="0">
                <a:latin typeface="黑体" panose="02010609060101010101" pitchFamily="49" charset="-122"/>
              </a:rPr>
              <a:t>数组元素的等价引用形式：</a:t>
            </a:r>
            <a:r>
              <a:rPr lang="en-US" altLang="zh-CN" sz="2400" dirty="0">
                <a:solidFill>
                  <a:srgbClr val="C00000"/>
                </a:solidFill>
                <a:latin typeface="Courier New" panose="02070409020205090404" pitchFamily="49" charset="0"/>
                <a:cs typeface="Courier New" panose="02070409020205090404" pitchFamily="49" charset="0"/>
              </a:rPr>
              <a:t>a[i]</a:t>
            </a:r>
            <a:r>
              <a:rPr lang="en-US" altLang="zh-CN" sz="2400" dirty="0">
                <a:solidFill>
                  <a:srgbClr val="C00000"/>
                </a:solidFill>
                <a:cs typeface="Arial" panose="020B0604020202090204" pitchFamily="34" charset="0"/>
              </a:rPr>
              <a:t> ↔ </a:t>
            </a:r>
            <a:r>
              <a:rPr lang="en-US" altLang="zh-CN" sz="2400" dirty="0">
                <a:solidFill>
                  <a:srgbClr val="C00000"/>
                </a:solidFill>
                <a:latin typeface="Courier New" panose="02070409020205090404" pitchFamily="49" charset="0"/>
                <a:cs typeface="Courier New" panose="02070409020205090404" pitchFamily="49" charset="0"/>
              </a:rPr>
              <a:t>*(a+i)</a:t>
            </a:r>
            <a:endParaRPr lang="en-US" altLang="zh-CN" sz="2400" dirty="0">
              <a:solidFill>
                <a:srgbClr val="C00000"/>
              </a:solidFill>
              <a:latin typeface="Courier New" panose="02070409020205090404" pitchFamily="49" charset="0"/>
              <a:cs typeface="Courier New" panose="02070409020205090404" pitchFamily="49" charset="0"/>
            </a:endParaRPr>
          </a:p>
          <a:p>
            <a:pPr marL="742950" lvl="1" indent="-285750" eaLnBrk="1" hangingPunct="1">
              <a:lnSpc>
                <a:spcPct val="110000"/>
              </a:lnSpc>
              <a:spcBef>
                <a:spcPct val="20000"/>
              </a:spcBef>
              <a:spcAft>
                <a:spcPts val="590"/>
              </a:spcAft>
              <a:buClr>
                <a:schemeClr val="tx1"/>
              </a:buClr>
              <a:buFont typeface="Wingdings" panose="05000000000000000000" pitchFamily="2" charset="2"/>
              <a:buChar char="n"/>
            </a:pPr>
            <a:r>
              <a:rPr lang="zh-CN" altLang="en-US" sz="2400" dirty="0">
                <a:latin typeface="黑体" panose="02010609060101010101" pitchFamily="49" charset="-122"/>
              </a:rPr>
              <a:t>数组的名称</a:t>
            </a:r>
            <a:r>
              <a:rPr lang="zh-CN" altLang="en-US" sz="2400" dirty="0">
                <a:solidFill>
                  <a:srgbClr val="FF0000"/>
                </a:solidFill>
                <a:latin typeface="黑体" panose="02010609060101010101" pitchFamily="49" charset="-122"/>
              </a:rPr>
              <a:t>既是标识符又是数组指针</a:t>
            </a:r>
            <a:endParaRPr lang="en-US" altLang="zh-CN" sz="2400" dirty="0">
              <a:solidFill>
                <a:srgbClr val="FF0000"/>
              </a:solidFill>
              <a:latin typeface="黑体" panose="02010609060101010101" pitchFamily="49" charset="-122"/>
            </a:endParaRPr>
          </a:p>
          <a:p>
            <a:pPr marL="742950" lvl="1" indent="-285750" eaLnBrk="1" hangingPunct="1">
              <a:lnSpc>
                <a:spcPct val="110000"/>
              </a:lnSpc>
              <a:spcBef>
                <a:spcPct val="20000"/>
              </a:spcBef>
              <a:spcAft>
                <a:spcPts val="590"/>
              </a:spcAft>
              <a:buClr>
                <a:schemeClr val="tx1"/>
              </a:buClr>
              <a:buFont typeface="Wingdings" panose="05000000000000000000" pitchFamily="2" charset="2"/>
              <a:buChar char="n"/>
            </a:pPr>
            <a:r>
              <a:rPr lang="zh-CN" altLang="en-US" sz="2400" dirty="0">
                <a:latin typeface="Courier New" panose="02070409020205090404" pitchFamily="49" charset="0"/>
              </a:rPr>
              <a:t>用下标形式访问数组元素，本质是计算该元素在内存中的地址</a:t>
            </a:r>
            <a:endParaRPr lang="en-US" altLang="zh-CN" sz="2400" dirty="0">
              <a:latin typeface="Courier New" panose="02070409020205090404" pitchFamily="49" charset="0"/>
            </a:endParaRPr>
          </a:p>
        </p:txBody>
      </p:sp>
      <p:pic>
        <p:nvPicPr>
          <p:cNvPr id="9" name="Picture 8"/>
          <p:cNvPicPr>
            <a:picLocks noChangeAspect="1"/>
          </p:cNvPicPr>
          <p:nvPr/>
        </p:nvPicPr>
        <p:blipFill>
          <a:blip r:embed="rId1"/>
          <a:stretch>
            <a:fillRect/>
          </a:stretch>
        </p:blipFill>
        <p:spPr>
          <a:xfrm>
            <a:off x="4202113" y="3481388"/>
            <a:ext cx="3951287" cy="3376612"/>
          </a:xfrm>
          <a:prstGeom prst="rect">
            <a:avLst/>
          </a:prstGeom>
          <a:noFill/>
          <a:ln w="12700" cap="flat" cmpd="sng">
            <a:solidFill>
              <a:schemeClr val="tx1"/>
            </a:solidFill>
            <a:prstDash val="solid"/>
            <a:miter/>
            <a:headEnd type="none" w="sm" len="sm"/>
            <a:tailEnd type="none" w="sm" len="sm"/>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par>
                                <p:cTn id="9" presetID="22" presetClass="entr" presetSubtype="8" fill="hold" nodeType="with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animEffect transition="in" filter="wipe(left)">
                                      <p:cBhvr>
                                        <p:cTn id="11" dur="500"/>
                                        <p:tgtEl>
                                          <p:spTgt spid="7">
                                            <p:txEl>
                                              <p:pRg st="1" end="1"/>
                                            </p:txEl>
                                          </p:spTgt>
                                        </p:tgtEl>
                                      </p:cBhvr>
                                    </p:animEffect>
                                  </p:childTnLst>
                                </p:cTn>
                              </p:par>
                              <p:par>
                                <p:cTn id="12" presetID="22" presetClass="entr" presetSubtype="8" fill="hold" nodeType="withEffect">
                                  <p:stCondLst>
                                    <p:cond delay="0"/>
                                  </p:stCondLst>
                                  <p:childTnLst>
                                    <p:set>
                                      <p:cBhvr>
                                        <p:cTn id="13" dur="1" fill="hold">
                                          <p:stCondLst>
                                            <p:cond delay="0"/>
                                          </p:stCondLst>
                                        </p:cTn>
                                        <p:tgtEl>
                                          <p:spTgt spid="7">
                                            <p:txEl>
                                              <p:pRg st="2" end="2"/>
                                            </p:txEl>
                                          </p:spTgt>
                                        </p:tgtEl>
                                        <p:attrNameLst>
                                          <p:attrName>style.visibility</p:attrName>
                                        </p:attrNameLst>
                                      </p:cBhvr>
                                      <p:to>
                                        <p:strVal val="visible"/>
                                      </p:to>
                                    </p:set>
                                    <p:animEffect transition="in" filter="wipe(left)">
                                      <p:cBhvr>
                                        <p:cTn id="14" dur="500"/>
                                        <p:tgtEl>
                                          <p:spTgt spid="7">
                                            <p:txEl>
                                              <p:pRg st="2" end="2"/>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nodeType="clickEffect">
                                  <p:stCondLst>
                                    <p:cond delay="0"/>
                                  </p:stCondLst>
                                  <p:childTnLst>
                                    <p:set>
                                      <p:cBhvr>
                                        <p:cTn id="18" dur="1" fill="hold">
                                          <p:stCondLst>
                                            <p:cond delay="0"/>
                                          </p:stCondLst>
                                        </p:cTn>
                                        <p:tgtEl>
                                          <p:spTgt spid="7">
                                            <p:txEl>
                                              <p:pRg st="3" end="3"/>
                                            </p:txEl>
                                          </p:spTgt>
                                        </p:tgtEl>
                                        <p:attrNameLst>
                                          <p:attrName>style.visibility</p:attrName>
                                        </p:attrNameLst>
                                      </p:cBhvr>
                                      <p:to>
                                        <p:strVal val="visible"/>
                                      </p:to>
                                    </p:set>
                                    <p:animEffect transition="in" filter="wipe(left)">
                                      <p:cBhvr>
                                        <p:cTn id="19" dur="500"/>
                                        <p:tgtEl>
                                          <p:spTgt spid="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5298" name="Rectangle 2"/>
          <p:cNvSpPr>
            <a:spLocks noGrp="1"/>
          </p:cNvSpPr>
          <p:nvPr>
            <p:ph type="title"/>
          </p:nvPr>
        </p:nvSpPr>
        <p:spPr>
          <a:xfrm>
            <a:off x="1631950" y="257175"/>
            <a:ext cx="8915400" cy="936625"/>
          </a:xfrm>
        </p:spPr>
        <p:txBody>
          <a:bodyPr vert="horz" wrap="square" lIns="91440" tIns="45720" rIns="91440" bIns="45720" anchor="ctr" anchorCtr="0"/>
          <a:lstStyle/>
          <a:p>
            <a:r>
              <a:rPr lang="en-US" altLang="zh-CN" kern="1200" dirty="0">
                <a:latin typeface="Arial" panose="020B0604020202090204" pitchFamily="34" charset="0"/>
                <a:ea typeface="黑体" panose="02010609060101010101" pitchFamily="49" charset="-122"/>
                <a:cs typeface="Arial" panose="020B0604020202090204" pitchFamily="34" charset="0"/>
              </a:rPr>
              <a:t>3.2.4 </a:t>
            </a:r>
            <a:r>
              <a:rPr lang="zh-CN" altLang="en-US" kern="1200" dirty="0">
                <a:latin typeface="Arial" panose="020B0604020202090204" pitchFamily="34" charset="0"/>
                <a:ea typeface="黑体" panose="02010609060101010101" pitchFamily="49" charset="-122"/>
                <a:cs typeface="Arial" panose="020B0604020202090204" pitchFamily="34" charset="0"/>
              </a:rPr>
              <a:t>指针和一维数组间的关系</a:t>
            </a:r>
            <a:endParaRPr lang="zh-CN" altLang="en-US" kern="1200" dirty="0">
              <a:latin typeface="Arial" panose="020B0604020202090204" pitchFamily="34" charset="0"/>
              <a:ea typeface="黑体" panose="02010609060101010101" pitchFamily="49" charset="-122"/>
              <a:cs typeface="Arial" panose="020B0604020202090204" pitchFamily="34" charset="0"/>
            </a:endParaRPr>
          </a:p>
        </p:txBody>
      </p:sp>
      <p:sp>
        <p:nvSpPr>
          <p:cNvPr id="55299" name="Rectangle 3"/>
          <p:cNvSpPr>
            <a:spLocks noGrp="1"/>
          </p:cNvSpPr>
          <p:nvPr>
            <p:ph idx="1"/>
          </p:nvPr>
        </p:nvSpPr>
        <p:spPr>
          <a:xfrm>
            <a:off x="1416050" y="1268413"/>
            <a:ext cx="8420100" cy="4611687"/>
          </a:xfrm>
        </p:spPr>
        <p:txBody>
          <a:bodyPr vert="horz" wrap="square" lIns="91440" tIns="45720" rIns="91440" bIns="45720" anchor="t" anchorCtr="0"/>
          <a:lstStyle/>
          <a:p>
            <a:pPr>
              <a:buSzPct val="50000"/>
              <a:buFont typeface="Monotype Sorts"/>
              <a:buNone/>
            </a:pPr>
            <a:r>
              <a:rPr lang="en-US" altLang="zh-CN" kern="1200" dirty="0">
                <a:latin typeface="Arial" panose="020B0604020202090204" pitchFamily="34" charset="0"/>
                <a:ea typeface="黑体" panose="02010609060101010101" pitchFamily="49" charset="-122"/>
                <a:cs typeface="Arial" panose="020B0604020202090204" pitchFamily="34" charset="0"/>
              </a:rPr>
              <a:t>【</a:t>
            </a:r>
            <a:r>
              <a:rPr lang="zh-CN" altLang="en-US" kern="1200" dirty="0">
                <a:latin typeface="Arial" panose="020B0604020202090204" pitchFamily="34" charset="0"/>
                <a:ea typeface="黑体" panose="02010609060101010101" pitchFamily="49" charset="-122"/>
                <a:cs typeface="Arial" panose="020B0604020202090204" pitchFamily="34" charset="0"/>
              </a:rPr>
              <a:t>例</a:t>
            </a:r>
            <a:r>
              <a:rPr lang="en-US" altLang="zh-CN" kern="1200" dirty="0">
                <a:latin typeface="Arial" panose="020B0604020202090204" pitchFamily="34" charset="0"/>
                <a:ea typeface="黑体" panose="02010609060101010101" pitchFamily="49" charset="-122"/>
                <a:cs typeface="Arial" panose="020B0604020202090204" pitchFamily="34" charset="0"/>
              </a:rPr>
              <a:t>】</a:t>
            </a:r>
            <a:r>
              <a:rPr lang="zh-CN" altLang="en-US" kern="1200" dirty="0">
                <a:latin typeface="Arial" panose="020B0604020202090204" pitchFamily="34" charset="0"/>
                <a:ea typeface="黑体" panose="02010609060101010101" pitchFamily="49" charset="-122"/>
                <a:cs typeface="Arial" panose="020B0604020202090204" pitchFamily="34" charset="0"/>
              </a:rPr>
              <a:t>演示数组元素的引用方法 </a:t>
            </a:r>
            <a:endParaRPr lang="zh-CN" altLang="en-US" kern="1200" dirty="0">
              <a:latin typeface="Arial" panose="020B0604020202090204" pitchFamily="34" charset="0"/>
              <a:ea typeface="Arial" panose="020B0604020202090204" pitchFamily="34" charset="0"/>
              <a:cs typeface="+mn-cs"/>
            </a:endParaRPr>
          </a:p>
        </p:txBody>
      </p:sp>
      <p:pic>
        <p:nvPicPr>
          <p:cNvPr id="55300" name="Picture 8"/>
          <p:cNvPicPr>
            <a:picLocks noChangeAspect="1"/>
          </p:cNvPicPr>
          <p:nvPr/>
        </p:nvPicPr>
        <p:blipFill>
          <a:blip r:embed="rId1"/>
          <a:stretch>
            <a:fillRect/>
          </a:stretch>
        </p:blipFill>
        <p:spPr>
          <a:xfrm>
            <a:off x="1314450" y="1916113"/>
            <a:ext cx="4624388" cy="3952875"/>
          </a:xfrm>
          <a:prstGeom prst="rect">
            <a:avLst/>
          </a:prstGeom>
          <a:noFill/>
          <a:ln w="12700" cap="flat" cmpd="sng">
            <a:solidFill>
              <a:schemeClr val="tx1"/>
            </a:solidFill>
            <a:prstDash val="solid"/>
            <a:miter/>
            <a:headEnd type="none" w="sm" len="sm"/>
            <a:tailEnd type="none" w="sm" len="sm"/>
          </a:ln>
        </p:spPr>
      </p:pic>
      <p:pic>
        <p:nvPicPr>
          <p:cNvPr id="55301" name="Picture 5"/>
          <p:cNvPicPr>
            <a:picLocks noChangeAspect="1"/>
          </p:cNvPicPr>
          <p:nvPr/>
        </p:nvPicPr>
        <p:blipFill>
          <a:blip r:embed="rId2"/>
          <a:stretch>
            <a:fillRect/>
          </a:stretch>
        </p:blipFill>
        <p:spPr>
          <a:xfrm>
            <a:off x="6057900" y="1925638"/>
            <a:ext cx="4730750" cy="4464050"/>
          </a:xfrm>
          <a:prstGeom prst="rect">
            <a:avLst/>
          </a:prstGeom>
          <a:noFill/>
          <a:ln w="50800" cap="flat" cmpd="thickThin">
            <a:solidFill>
              <a:srgbClr val="000080"/>
            </a:solidFill>
            <a:prstDash val="solid"/>
            <a:miter/>
            <a:headEnd type="none" w="med" len="med"/>
            <a:tailEnd type="none" w="med" len="med"/>
          </a:ln>
        </p:spPr>
      </p:pic>
      <p:sp>
        <p:nvSpPr>
          <p:cNvPr id="12" name="Rectangle 50"/>
          <p:cNvSpPr>
            <a:spLocks noChangeArrowheads="1"/>
          </p:cNvSpPr>
          <p:nvPr/>
        </p:nvSpPr>
        <p:spPr bwMode="auto">
          <a:xfrm>
            <a:off x="1343025" y="5300663"/>
            <a:ext cx="3433763" cy="1104900"/>
          </a:xfrm>
          <a:prstGeom prst="rect">
            <a:avLst/>
          </a:prstGeom>
          <a:solidFill>
            <a:schemeClr val="bg2"/>
          </a:solidFill>
          <a:ln w="28575">
            <a:solidFill>
              <a:srgbClr val="339966"/>
            </a:solidFill>
            <a:miter lim="800000"/>
          </a:ln>
        </p:spPr>
        <p:txBody>
          <a:bodyPr wrap="none" anchor="ctr"/>
          <a:lstStyle/>
          <a:p>
            <a:pPr marL="0" marR="0" lvl="0" indent="0" algn="ctr" defTabSz="914400" rtl="0" eaLnBrk="1" fontAlgn="base" latinLnBrk="0" hangingPunct="1">
              <a:lnSpc>
                <a:spcPct val="90000"/>
              </a:lnSpc>
              <a:spcBef>
                <a:spcPts val="590"/>
              </a:spcBef>
              <a:spcAft>
                <a:spcPts val="590"/>
              </a:spcAft>
              <a:buClr>
                <a:schemeClr val="tx2"/>
              </a:buClr>
              <a:buSzPct val="80000"/>
              <a:buFontTx/>
              <a:buNone/>
              <a:defRPr/>
            </a:pPr>
            <a:r>
              <a:rPr kumimoji="0" lang="en-US" altLang="zh-CN" sz="2800" b="0" i="0" u="none" strike="noStrike" kern="1200" cap="none" spc="0" normalizeH="0" baseline="0" noProof="0" dirty="0">
                <a:ln>
                  <a:noFill/>
                </a:ln>
                <a:solidFill>
                  <a:schemeClr val="tx1"/>
                </a:solidFill>
                <a:effectLst>
                  <a:outerShdw blurRad="38100" dist="38100" dir="2700000" algn="tl">
                    <a:srgbClr val="FFFFFF"/>
                  </a:outerShdw>
                </a:effectLst>
                <a:uLnTx/>
                <a:uFillTx/>
                <a:latin typeface="Courier New" panose="02070409020205090404" pitchFamily="49" charset="0"/>
                <a:ea typeface="楷体_GB2312" pitchFamily="49" charset="-122"/>
                <a:cs typeface="+mn-cs"/>
              </a:rPr>
              <a:t>a[</a:t>
            </a:r>
            <a:r>
              <a:rPr kumimoji="0" lang="en-US" altLang="zh-CN" sz="2800" b="0" i="0" u="none" strike="noStrike" kern="1200" cap="none" spc="0" normalizeH="0" baseline="0" noProof="0" dirty="0">
                <a:ln>
                  <a:noFill/>
                </a:ln>
                <a:solidFill>
                  <a:srgbClr val="C00000"/>
                </a:solidFill>
                <a:effectLst>
                  <a:outerShdw blurRad="38100" dist="38100" dir="2700000" algn="tl">
                    <a:srgbClr val="FFFFFF"/>
                  </a:outerShdw>
                </a:effectLst>
                <a:uLnTx/>
                <a:uFillTx/>
                <a:latin typeface="Courier New" panose="02070409020205090404" pitchFamily="49" charset="0"/>
                <a:ea typeface="楷体_GB2312" pitchFamily="49" charset="-122"/>
                <a:cs typeface="+mn-cs"/>
              </a:rPr>
              <a:t>i</a:t>
            </a:r>
            <a:r>
              <a:rPr kumimoji="0" lang="en-US" altLang="zh-CN" sz="2800" b="0" i="0" u="none" strike="noStrike" kern="1200" cap="none" spc="0" normalizeH="0" baseline="0" noProof="0" dirty="0">
                <a:ln>
                  <a:noFill/>
                </a:ln>
                <a:solidFill>
                  <a:schemeClr val="tx1"/>
                </a:solidFill>
                <a:effectLst>
                  <a:outerShdw blurRad="38100" dist="38100" dir="2700000" algn="tl">
                    <a:srgbClr val="FFFFFF"/>
                  </a:outerShdw>
                </a:effectLst>
                <a:uLnTx/>
                <a:uFillTx/>
                <a:latin typeface="Courier New" panose="02070409020205090404" pitchFamily="49" charset="0"/>
                <a:ea typeface="楷体_GB2312" pitchFamily="49" charset="-122"/>
                <a:cs typeface="+mn-cs"/>
              </a:rPr>
              <a:t>] </a:t>
            </a:r>
            <a:r>
              <a:rPr kumimoji="0" lang="en-US" altLang="zh-CN" sz="2800" b="0" i="0" u="none" strike="noStrike" kern="1200" cap="none" spc="0" normalizeH="0" baseline="0" noProof="0" dirty="0">
                <a:ln>
                  <a:noFill/>
                </a:ln>
                <a:solidFill>
                  <a:schemeClr val="tx1"/>
                </a:solidFill>
                <a:effectLst>
                  <a:outerShdw blurRad="38100" dist="38100" dir="2700000" algn="tl">
                    <a:srgbClr val="FFFFFF"/>
                  </a:outerShdw>
                </a:effectLst>
                <a:uLnTx/>
                <a:uFillTx/>
                <a:latin typeface="Arial" panose="020B0604020202090204" pitchFamily="34" charset="0"/>
                <a:ea typeface="楷体_GB2312" pitchFamily="49" charset="-122"/>
                <a:cs typeface="Arial" panose="020B0604020202090204" pitchFamily="34" charset="0"/>
              </a:rPr>
              <a:t>↔</a:t>
            </a:r>
            <a:r>
              <a:rPr kumimoji="0" lang="en-US" altLang="zh-CN" sz="2800" b="0" i="0" u="none" strike="noStrike" kern="1200" cap="none" spc="0" normalizeH="0" baseline="0" noProof="0" dirty="0">
                <a:ln>
                  <a:noFill/>
                </a:ln>
                <a:solidFill>
                  <a:schemeClr val="tx1"/>
                </a:solidFill>
                <a:effectLst>
                  <a:outerShdw blurRad="38100" dist="38100" dir="2700000" algn="tl">
                    <a:srgbClr val="FFFFFF"/>
                  </a:outerShdw>
                </a:effectLst>
                <a:uLnTx/>
                <a:uFillTx/>
                <a:latin typeface="Courier New" panose="02070409020205090404" pitchFamily="49" charset="0"/>
                <a:ea typeface="楷体_GB2312" pitchFamily="49" charset="-122"/>
                <a:cs typeface="+mn-cs"/>
              </a:rPr>
              <a:t> *(</a:t>
            </a:r>
            <a:r>
              <a:rPr kumimoji="0" lang="en-US" altLang="zh-CN" sz="2800" b="0" i="0" u="none" strike="noStrike" kern="1200" cap="none" spc="0" normalizeH="0" baseline="0" noProof="0" dirty="0" err="1">
                <a:ln>
                  <a:noFill/>
                </a:ln>
                <a:solidFill>
                  <a:schemeClr val="tx1"/>
                </a:solidFill>
                <a:effectLst>
                  <a:outerShdw blurRad="38100" dist="38100" dir="2700000" algn="tl">
                    <a:srgbClr val="FFFFFF"/>
                  </a:outerShdw>
                </a:effectLst>
                <a:uLnTx/>
                <a:uFillTx/>
                <a:latin typeface="Courier New" panose="02070409020205090404" pitchFamily="49" charset="0"/>
                <a:ea typeface="楷体_GB2312" pitchFamily="49" charset="-122"/>
                <a:cs typeface="+mn-cs"/>
              </a:rPr>
              <a:t>a+</a:t>
            </a:r>
            <a:r>
              <a:rPr kumimoji="0" lang="en-US" altLang="zh-CN" sz="2800" b="0" i="0" u="none" strike="noStrike" kern="1200" cap="none" spc="0" normalizeH="0" baseline="0" noProof="0" dirty="0" err="1">
                <a:ln>
                  <a:noFill/>
                </a:ln>
                <a:solidFill>
                  <a:srgbClr val="C00000"/>
                </a:solidFill>
                <a:effectLst>
                  <a:outerShdw blurRad="38100" dist="38100" dir="2700000" algn="tl">
                    <a:srgbClr val="FFFFFF"/>
                  </a:outerShdw>
                </a:effectLst>
                <a:uLnTx/>
                <a:uFillTx/>
                <a:latin typeface="Courier New" panose="02070409020205090404" pitchFamily="49" charset="0"/>
                <a:ea typeface="楷体_GB2312" pitchFamily="49" charset="-122"/>
                <a:cs typeface="+mn-cs"/>
              </a:rPr>
              <a:t>i</a:t>
            </a:r>
            <a:r>
              <a:rPr kumimoji="0" lang="en-US" altLang="zh-CN" sz="2800" b="0" i="0" u="none" strike="noStrike" kern="1200" cap="none" spc="0" normalizeH="0" baseline="0" noProof="0" dirty="0">
                <a:ln>
                  <a:noFill/>
                </a:ln>
                <a:solidFill>
                  <a:schemeClr val="tx1"/>
                </a:solidFill>
                <a:effectLst>
                  <a:outerShdw blurRad="38100" dist="38100" dir="2700000" algn="tl">
                    <a:srgbClr val="FFFFFF"/>
                  </a:outerShdw>
                </a:effectLst>
                <a:uLnTx/>
                <a:uFillTx/>
                <a:latin typeface="Courier New" panose="02070409020205090404" pitchFamily="49" charset="0"/>
                <a:ea typeface="楷体_GB2312" pitchFamily="49" charset="-122"/>
                <a:cs typeface="+mn-cs"/>
              </a:rPr>
              <a:t>)</a:t>
            </a:r>
            <a:endParaRPr kumimoji="0" lang="en-US" altLang="zh-CN" sz="2800" b="0" i="0" u="none" strike="noStrike" kern="1200" cap="none" spc="0" normalizeH="0" baseline="0" noProof="0" dirty="0">
              <a:ln>
                <a:noFill/>
              </a:ln>
              <a:solidFill>
                <a:schemeClr val="tx1"/>
              </a:solidFill>
              <a:effectLst>
                <a:outerShdw blurRad="38100" dist="38100" dir="2700000" algn="tl">
                  <a:srgbClr val="FFFFFF"/>
                </a:outerShdw>
              </a:effectLst>
              <a:uLnTx/>
              <a:uFillTx/>
              <a:latin typeface="Courier New" panose="02070409020205090404" pitchFamily="49" charset="0"/>
              <a:ea typeface="楷体_GB2312" pitchFamily="49" charset="-122"/>
              <a:cs typeface="+mn-cs"/>
            </a:endParaRPr>
          </a:p>
          <a:p>
            <a:pPr marL="0" marR="0" lvl="0" indent="0" algn="ctr" defTabSz="914400" rtl="0" eaLnBrk="1" fontAlgn="base" latinLnBrk="0" hangingPunct="1">
              <a:lnSpc>
                <a:spcPct val="90000"/>
              </a:lnSpc>
              <a:spcBef>
                <a:spcPts val="590"/>
              </a:spcBef>
              <a:spcAft>
                <a:spcPts val="590"/>
              </a:spcAft>
              <a:buClr>
                <a:schemeClr val="tx2"/>
              </a:buClr>
              <a:buSzPct val="80000"/>
              <a:buFontTx/>
              <a:buNone/>
              <a:defRPr/>
            </a:pPr>
            <a:r>
              <a:rPr kumimoji="0" lang="en-US" altLang="zh-CN" sz="2800" b="0" i="0" u="none" strike="noStrike" kern="1200" cap="none" spc="0" normalizeH="0" baseline="0" noProof="0" dirty="0">
                <a:ln>
                  <a:noFill/>
                </a:ln>
                <a:solidFill>
                  <a:schemeClr val="tx1"/>
                </a:solidFill>
                <a:effectLst>
                  <a:outerShdw blurRad="38100" dist="38100" dir="2700000" algn="tl">
                    <a:srgbClr val="FFFFFF"/>
                  </a:outerShdw>
                </a:effectLst>
                <a:uLnTx/>
                <a:uFillTx/>
                <a:latin typeface="Courier New" panose="02070409020205090404" pitchFamily="49" charset="0"/>
                <a:ea typeface="楷体_GB2312" pitchFamily="49" charset="-122"/>
                <a:cs typeface="+mn-cs"/>
              </a:rPr>
              <a:t>&amp;a[</a:t>
            </a:r>
            <a:r>
              <a:rPr kumimoji="0" lang="en-US" altLang="zh-CN" sz="2800" b="0" i="0" u="none" strike="noStrike" kern="1200" cap="none" spc="0" normalizeH="0" baseline="0" noProof="0" dirty="0">
                <a:ln>
                  <a:noFill/>
                </a:ln>
                <a:solidFill>
                  <a:srgbClr val="C00000"/>
                </a:solidFill>
                <a:effectLst>
                  <a:outerShdw blurRad="38100" dist="38100" dir="2700000" algn="tl">
                    <a:srgbClr val="FFFFFF"/>
                  </a:outerShdw>
                </a:effectLst>
                <a:uLnTx/>
                <a:uFillTx/>
                <a:latin typeface="Courier New" panose="02070409020205090404" pitchFamily="49" charset="0"/>
                <a:ea typeface="楷体_GB2312" pitchFamily="49" charset="-122"/>
                <a:cs typeface="+mn-cs"/>
              </a:rPr>
              <a:t>i</a:t>
            </a:r>
            <a:r>
              <a:rPr kumimoji="0" lang="en-US" altLang="zh-CN" sz="2800" b="0" i="0" u="none" strike="noStrike" kern="1200" cap="none" spc="0" normalizeH="0" baseline="0" noProof="0" dirty="0">
                <a:ln>
                  <a:noFill/>
                </a:ln>
                <a:solidFill>
                  <a:schemeClr val="tx1"/>
                </a:solidFill>
                <a:effectLst>
                  <a:outerShdw blurRad="38100" dist="38100" dir="2700000" algn="tl">
                    <a:srgbClr val="FFFFFF"/>
                  </a:outerShdw>
                </a:effectLst>
                <a:uLnTx/>
                <a:uFillTx/>
                <a:latin typeface="Courier New" panose="02070409020205090404" pitchFamily="49" charset="0"/>
                <a:ea typeface="楷体_GB2312" pitchFamily="49" charset="-122"/>
                <a:cs typeface="+mn-cs"/>
              </a:rPr>
              <a:t>] </a:t>
            </a:r>
            <a:r>
              <a:rPr kumimoji="0" lang="en-US" altLang="zh-CN" sz="2800" b="0" i="0" u="none" strike="noStrike" kern="1200" cap="none" spc="0" normalizeH="0" baseline="0" noProof="0" dirty="0">
                <a:ln>
                  <a:noFill/>
                </a:ln>
                <a:solidFill>
                  <a:schemeClr val="tx1"/>
                </a:solidFill>
                <a:effectLst>
                  <a:outerShdw blurRad="38100" dist="38100" dir="2700000" algn="tl">
                    <a:srgbClr val="FFFFFF"/>
                  </a:outerShdw>
                </a:effectLst>
                <a:uLnTx/>
                <a:uFillTx/>
                <a:latin typeface="Arial" panose="020B0604020202090204" pitchFamily="34" charset="0"/>
                <a:ea typeface="楷体_GB2312" pitchFamily="49" charset="-122"/>
                <a:cs typeface="+mn-cs"/>
              </a:rPr>
              <a:t>↔</a:t>
            </a:r>
            <a:r>
              <a:rPr kumimoji="0" lang="en-US" altLang="zh-CN" sz="2800" b="0" i="0" u="none" strike="noStrike" kern="1200" cap="none" spc="0" normalizeH="0" baseline="0" noProof="0" dirty="0">
                <a:ln>
                  <a:noFill/>
                </a:ln>
                <a:solidFill>
                  <a:schemeClr val="tx1"/>
                </a:solidFill>
                <a:effectLst>
                  <a:outerShdw blurRad="38100" dist="38100" dir="2700000" algn="tl">
                    <a:srgbClr val="FFFFFF"/>
                  </a:outerShdw>
                </a:effectLst>
                <a:uLnTx/>
                <a:uFillTx/>
                <a:latin typeface="Courier New" panose="02070409020205090404" pitchFamily="49" charset="0"/>
                <a:ea typeface="楷体_GB2312" pitchFamily="49" charset="-122"/>
                <a:cs typeface="+mn-cs"/>
              </a:rPr>
              <a:t> (</a:t>
            </a:r>
            <a:r>
              <a:rPr kumimoji="0" lang="en-US" altLang="zh-CN" sz="2800" b="0" i="0" u="none" strike="noStrike" kern="1200" cap="none" spc="0" normalizeH="0" baseline="0" noProof="0" dirty="0" err="1">
                <a:ln>
                  <a:noFill/>
                </a:ln>
                <a:solidFill>
                  <a:schemeClr val="tx1"/>
                </a:solidFill>
                <a:effectLst>
                  <a:outerShdw blurRad="38100" dist="38100" dir="2700000" algn="tl">
                    <a:srgbClr val="FFFFFF"/>
                  </a:outerShdw>
                </a:effectLst>
                <a:uLnTx/>
                <a:uFillTx/>
                <a:latin typeface="Courier New" panose="02070409020205090404" pitchFamily="49" charset="0"/>
                <a:ea typeface="楷体_GB2312" pitchFamily="49" charset="-122"/>
                <a:cs typeface="+mn-cs"/>
              </a:rPr>
              <a:t>a+</a:t>
            </a:r>
            <a:r>
              <a:rPr kumimoji="0" lang="en-US" altLang="zh-CN" sz="2800" b="0" i="0" u="none" strike="noStrike" kern="1200" cap="none" spc="0" normalizeH="0" baseline="0" noProof="0" dirty="0" err="1">
                <a:ln>
                  <a:noFill/>
                </a:ln>
                <a:solidFill>
                  <a:srgbClr val="C00000"/>
                </a:solidFill>
                <a:effectLst>
                  <a:outerShdw blurRad="38100" dist="38100" dir="2700000" algn="tl">
                    <a:srgbClr val="FFFFFF"/>
                  </a:outerShdw>
                </a:effectLst>
                <a:uLnTx/>
                <a:uFillTx/>
                <a:latin typeface="Courier New" panose="02070409020205090404" pitchFamily="49" charset="0"/>
                <a:ea typeface="楷体_GB2312" pitchFamily="49" charset="-122"/>
                <a:cs typeface="+mn-cs"/>
              </a:rPr>
              <a:t>i</a:t>
            </a:r>
            <a:r>
              <a:rPr kumimoji="0" lang="en-US" altLang="zh-CN" sz="2800" b="0" i="0" u="none" strike="noStrike" kern="1200" cap="none" spc="0" normalizeH="0" baseline="0" noProof="0" dirty="0">
                <a:ln>
                  <a:noFill/>
                </a:ln>
                <a:solidFill>
                  <a:schemeClr val="tx1"/>
                </a:solidFill>
                <a:effectLst>
                  <a:outerShdw blurRad="38100" dist="38100" dir="2700000" algn="tl">
                    <a:srgbClr val="FFFFFF"/>
                  </a:outerShdw>
                </a:effectLst>
                <a:uLnTx/>
                <a:uFillTx/>
                <a:latin typeface="Courier New" panose="02070409020205090404" pitchFamily="49" charset="0"/>
                <a:ea typeface="楷体_GB2312" pitchFamily="49" charset="-122"/>
                <a:cs typeface="+mn-cs"/>
              </a:rPr>
              <a:t>)</a:t>
            </a:r>
            <a:endParaRPr kumimoji="0" lang="zh-CN" altLang="en-US" sz="2800" b="0" i="0" u="none" strike="noStrike" kern="1200" cap="none" spc="0" normalizeH="0" baseline="0" noProof="0" dirty="0">
              <a:ln>
                <a:noFill/>
              </a:ln>
              <a:solidFill>
                <a:schemeClr val="tx1"/>
              </a:solidFill>
              <a:effectLst>
                <a:outerShdw blurRad="38100" dist="38100" dir="2700000" algn="tl">
                  <a:srgbClr val="FFFFFF"/>
                </a:outerShdw>
              </a:effectLst>
              <a:uLnTx/>
              <a:uFillTx/>
              <a:latin typeface="Courier New" panose="02070409020205090404" pitchFamily="49" charset="0"/>
              <a:ea typeface="楷体_GB2312" pitchFamily="49" charset="-122"/>
              <a:cs typeface="+mn-cs"/>
            </a:endParaRPr>
          </a:p>
        </p:txBody>
      </p:sp>
      <p:sp>
        <p:nvSpPr>
          <p:cNvPr id="55303" name="Line 39"/>
          <p:cNvSpPr/>
          <p:nvPr/>
        </p:nvSpPr>
        <p:spPr>
          <a:xfrm>
            <a:off x="2655888" y="2205038"/>
            <a:ext cx="1247775" cy="0"/>
          </a:xfrm>
          <a:prstGeom prst="line">
            <a:avLst/>
          </a:prstGeom>
          <a:ln w="57150" cap="flat" cmpd="sng">
            <a:solidFill>
              <a:srgbClr val="FF0000"/>
            </a:solidFill>
            <a:prstDash val="solid"/>
            <a:headEnd type="none" w="sm" len="sm"/>
            <a:tailEnd type="triangle" w="med" len="lg"/>
          </a:ln>
        </p:spPr>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0-#ppt_w/2"/>
                                          </p:val>
                                        </p:tav>
                                        <p:tav tm="100000">
                                          <p:val>
                                            <p:strVal val="#ppt_x"/>
                                          </p:val>
                                        </p:tav>
                                      </p:tavLst>
                                    </p:anim>
                                    <p:anim calcmode="lin" valueType="num">
                                      <p:cBhvr additive="base">
                                        <p:cTn id="8" dur="500" fill="hold"/>
                                        <p:tgtEl>
                                          <p:spTgt spid="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56322" name="Picture 9"/>
          <p:cNvPicPr>
            <a:picLocks noChangeAspect="1"/>
          </p:cNvPicPr>
          <p:nvPr/>
        </p:nvPicPr>
        <p:blipFill>
          <a:blip r:embed="rId1"/>
          <a:stretch>
            <a:fillRect/>
          </a:stretch>
        </p:blipFill>
        <p:spPr>
          <a:xfrm>
            <a:off x="1295400" y="1916113"/>
            <a:ext cx="4800600" cy="3754437"/>
          </a:xfrm>
          <a:prstGeom prst="rect">
            <a:avLst/>
          </a:prstGeom>
          <a:noFill/>
          <a:ln w="12700" cap="flat" cmpd="sng">
            <a:solidFill>
              <a:schemeClr val="tx1"/>
            </a:solidFill>
            <a:prstDash val="solid"/>
            <a:miter/>
            <a:headEnd type="none" w="sm" len="sm"/>
            <a:tailEnd type="none" w="sm" len="sm"/>
          </a:ln>
        </p:spPr>
      </p:pic>
      <p:pic>
        <p:nvPicPr>
          <p:cNvPr id="56323" name="Picture 4"/>
          <p:cNvPicPr>
            <a:picLocks noChangeAspect="1"/>
          </p:cNvPicPr>
          <p:nvPr/>
        </p:nvPicPr>
        <p:blipFill>
          <a:blip r:embed="rId2"/>
          <a:stretch>
            <a:fillRect/>
          </a:stretch>
        </p:blipFill>
        <p:spPr>
          <a:xfrm>
            <a:off x="6242050" y="1916113"/>
            <a:ext cx="4678363" cy="4445000"/>
          </a:xfrm>
          <a:prstGeom prst="rect">
            <a:avLst/>
          </a:prstGeom>
          <a:noFill/>
          <a:ln w="50800" cap="flat" cmpd="thickThin">
            <a:solidFill>
              <a:srgbClr val="000080"/>
            </a:solidFill>
            <a:prstDash val="solid"/>
            <a:miter/>
            <a:headEnd type="none" w="med" len="med"/>
            <a:tailEnd type="none" w="med" len="med"/>
          </a:ln>
        </p:spPr>
      </p:pic>
      <p:sp>
        <p:nvSpPr>
          <p:cNvPr id="56324" name="Rectangle 2"/>
          <p:cNvSpPr>
            <a:spLocks noGrp="1"/>
          </p:cNvSpPr>
          <p:nvPr>
            <p:ph type="title"/>
          </p:nvPr>
        </p:nvSpPr>
        <p:spPr>
          <a:xfrm>
            <a:off x="1631950" y="257175"/>
            <a:ext cx="8915400" cy="936625"/>
          </a:xfrm>
        </p:spPr>
        <p:txBody>
          <a:bodyPr vert="horz" wrap="square" lIns="91440" tIns="45720" rIns="91440" bIns="45720" anchor="ctr" anchorCtr="0"/>
          <a:lstStyle/>
          <a:p>
            <a:r>
              <a:rPr lang="en-US" altLang="zh-CN" kern="1200" dirty="0">
                <a:latin typeface="Arial" panose="020B0604020202090204" pitchFamily="34" charset="0"/>
                <a:ea typeface="黑体" panose="02010609060101010101" pitchFamily="49" charset="-122"/>
                <a:cs typeface="Arial" panose="020B0604020202090204" pitchFamily="34" charset="0"/>
              </a:rPr>
              <a:t>3.2.4 </a:t>
            </a:r>
            <a:r>
              <a:rPr lang="zh-CN" altLang="en-US" kern="1200" dirty="0">
                <a:latin typeface="Arial" panose="020B0604020202090204" pitchFamily="34" charset="0"/>
                <a:ea typeface="黑体" panose="02010609060101010101" pitchFamily="49" charset="-122"/>
                <a:cs typeface="Arial" panose="020B0604020202090204" pitchFamily="34" charset="0"/>
              </a:rPr>
              <a:t>指针和一维数组间的关系</a:t>
            </a:r>
            <a:endParaRPr lang="zh-CN" altLang="en-US" kern="1200" dirty="0">
              <a:latin typeface="Arial" panose="020B0604020202090204" pitchFamily="34" charset="0"/>
              <a:ea typeface="黑体" panose="02010609060101010101" pitchFamily="49" charset="-122"/>
              <a:cs typeface="Arial" panose="020B0604020202090204" pitchFamily="34" charset="0"/>
            </a:endParaRPr>
          </a:p>
        </p:txBody>
      </p:sp>
      <p:sp>
        <p:nvSpPr>
          <p:cNvPr id="56325" name="Rectangle 3"/>
          <p:cNvSpPr>
            <a:spLocks noGrp="1"/>
          </p:cNvSpPr>
          <p:nvPr>
            <p:ph idx="1"/>
          </p:nvPr>
        </p:nvSpPr>
        <p:spPr>
          <a:xfrm>
            <a:off x="1416050" y="1268413"/>
            <a:ext cx="8420100" cy="1065212"/>
          </a:xfrm>
        </p:spPr>
        <p:txBody>
          <a:bodyPr vert="horz" wrap="square" lIns="91440" tIns="45720" rIns="91440" bIns="45720" anchor="t" anchorCtr="0"/>
          <a:lstStyle/>
          <a:p>
            <a:pPr>
              <a:buSzPct val="50000"/>
              <a:buFont typeface="Monotype Sorts"/>
              <a:buNone/>
            </a:pPr>
            <a:r>
              <a:rPr lang="en-US" altLang="zh-CN" kern="1200" dirty="0">
                <a:latin typeface="Arial" panose="020B0604020202090204" pitchFamily="34" charset="0"/>
                <a:ea typeface="黑体" panose="02010609060101010101" pitchFamily="49" charset="-122"/>
                <a:cs typeface="Arial" panose="020B0604020202090204" pitchFamily="34" charset="0"/>
              </a:rPr>
              <a:t>【</a:t>
            </a:r>
            <a:r>
              <a:rPr lang="zh-CN" altLang="en-US" kern="1200" dirty="0">
                <a:latin typeface="Arial" panose="020B0604020202090204" pitchFamily="34" charset="0"/>
                <a:ea typeface="黑体" panose="02010609060101010101" pitchFamily="49" charset="-122"/>
                <a:cs typeface="Arial" panose="020B0604020202090204" pitchFamily="34" charset="0"/>
              </a:rPr>
              <a:t>例</a:t>
            </a:r>
            <a:r>
              <a:rPr lang="en-US" altLang="zh-CN" kern="1200" dirty="0">
                <a:latin typeface="Arial" panose="020B0604020202090204" pitchFamily="34" charset="0"/>
                <a:ea typeface="黑体" panose="02010609060101010101" pitchFamily="49" charset="-122"/>
                <a:cs typeface="Arial" panose="020B0604020202090204" pitchFamily="34" charset="0"/>
              </a:rPr>
              <a:t>】</a:t>
            </a:r>
            <a:r>
              <a:rPr lang="zh-CN" altLang="en-US" kern="1200" dirty="0">
                <a:latin typeface="Arial" panose="020B0604020202090204" pitchFamily="34" charset="0"/>
                <a:ea typeface="黑体" panose="02010609060101010101" pitchFamily="49" charset="-122"/>
                <a:cs typeface="Arial" panose="020B0604020202090204" pitchFamily="34" charset="0"/>
              </a:rPr>
              <a:t>演示数组元素的引用方法 </a:t>
            </a:r>
            <a:endParaRPr lang="zh-CN" altLang="en-US" kern="1200" dirty="0">
              <a:latin typeface="Arial" panose="020B0604020202090204" pitchFamily="34" charset="0"/>
              <a:ea typeface="Arial" panose="020B0604020202090204" pitchFamily="34" charset="0"/>
              <a:cs typeface="+mn-cs"/>
            </a:endParaRPr>
          </a:p>
        </p:txBody>
      </p:sp>
      <p:sp>
        <p:nvSpPr>
          <p:cNvPr id="13" name="Line 39"/>
          <p:cNvSpPr/>
          <p:nvPr/>
        </p:nvSpPr>
        <p:spPr>
          <a:xfrm>
            <a:off x="2376488" y="2171700"/>
            <a:ext cx="1247775" cy="0"/>
          </a:xfrm>
          <a:prstGeom prst="line">
            <a:avLst/>
          </a:prstGeom>
          <a:ln w="57150" cap="flat" cmpd="sng">
            <a:solidFill>
              <a:srgbClr val="FF0000"/>
            </a:solidFill>
            <a:prstDash val="solid"/>
            <a:headEnd type="none" w="sm" len="sm"/>
            <a:tailEnd type="triangle" w="med" len="lg"/>
          </a:ln>
        </p:spPr>
      </p:sp>
      <p:sp>
        <p:nvSpPr>
          <p:cNvPr id="14" name="Line 39"/>
          <p:cNvSpPr/>
          <p:nvPr/>
        </p:nvSpPr>
        <p:spPr>
          <a:xfrm>
            <a:off x="2392363" y="2876550"/>
            <a:ext cx="1247775" cy="0"/>
          </a:xfrm>
          <a:prstGeom prst="line">
            <a:avLst/>
          </a:prstGeom>
          <a:ln w="57150" cap="flat" cmpd="sng">
            <a:solidFill>
              <a:srgbClr val="FF0000"/>
            </a:solidFill>
            <a:prstDash val="solid"/>
            <a:headEnd type="none" w="sm" len="sm"/>
            <a:tailEnd type="triangle" w="med" len="lg"/>
          </a:ln>
        </p:spPr>
      </p:sp>
      <p:sp>
        <p:nvSpPr>
          <p:cNvPr id="15" name="Line 39"/>
          <p:cNvSpPr/>
          <p:nvPr/>
        </p:nvSpPr>
        <p:spPr>
          <a:xfrm>
            <a:off x="2433638" y="3573463"/>
            <a:ext cx="1249362" cy="0"/>
          </a:xfrm>
          <a:prstGeom prst="line">
            <a:avLst/>
          </a:prstGeom>
          <a:ln w="57150" cap="flat" cmpd="sng">
            <a:solidFill>
              <a:srgbClr val="FF0000"/>
            </a:solidFill>
            <a:prstDash val="solid"/>
            <a:headEnd type="none" w="sm" len="sm"/>
            <a:tailEnd type="triangle" w="med" len="lg"/>
          </a:ln>
        </p:spPr>
      </p:sp>
      <p:sp>
        <p:nvSpPr>
          <p:cNvPr id="16" name="Line 39"/>
          <p:cNvSpPr/>
          <p:nvPr/>
        </p:nvSpPr>
        <p:spPr>
          <a:xfrm>
            <a:off x="2417763" y="4292600"/>
            <a:ext cx="1249362" cy="0"/>
          </a:xfrm>
          <a:prstGeom prst="line">
            <a:avLst/>
          </a:prstGeom>
          <a:ln w="57150" cap="flat" cmpd="sng">
            <a:solidFill>
              <a:srgbClr val="FF0000"/>
            </a:solidFill>
            <a:prstDash val="solid"/>
            <a:headEnd type="none" w="sm" len="sm"/>
            <a:tailEnd type="triangle" w="med" len="lg"/>
          </a:ln>
        </p:spPr>
      </p:sp>
      <p:sp>
        <p:nvSpPr>
          <p:cNvPr id="17" name="Line 39"/>
          <p:cNvSpPr/>
          <p:nvPr/>
        </p:nvSpPr>
        <p:spPr>
          <a:xfrm>
            <a:off x="2417763" y="5013325"/>
            <a:ext cx="1249362" cy="0"/>
          </a:xfrm>
          <a:prstGeom prst="line">
            <a:avLst/>
          </a:prstGeom>
          <a:ln w="57150" cap="flat" cmpd="sng">
            <a:solidFill>
              <a:srgbClr val="FF0000"/>
            </a:solidFill>
            <a:prstDash val="solid"/>
            <a:headEnd type="none" w="sm" len="sm"/>
            <a:tailEnd type="triangle" w="med" len="lg"/>
          </a:ln>
        </p:spPr>
      </p:sp>
      <p:sp>
        <p:nvSpPr>
          <p:cNvPr id="18" name="Line 39"/>
          <p:cNvSpPr/>
          <p:nvPr/>
        </p:nvSpPr>
        <p:spPr>
          <a:xfrm>
            <a:off x="2408238" y="5661025"/>
            <a:ext cx="1249362" cy="0"/>
          </a:xfrm>
          <a:prstGeom prst="line">
            <a:avLst/>
          </a:prstGeom>
          <a:ln w="57150" cap="flat" cmpd="sng">
            <a:solidFill>
              <a:srgbClr val="FF0000"/>
            </a:solidFill>
            <a:prstDash val="solid"/>
            <a:headEnd type="none" w="sm" len="sm"/>
            <a:tailEnd type="triangle" w="med" len="lg"/>
          </a:ln>
        </p:spPr>
      </p:sp>
      <p:sp>
        <p:nvSpPr>
          <p:cNvPr id="21" name="Rectangle 3"/>
          <p:cNvSpPr txBox="1">
            <a:spLocks noChangeArrowheads="1"/>
          </p:cNvSpPr>
          <p:nvPr/>
        </p:nvSpPr>
        <p:spPr bwMode="auto">
          <a:xfrm>
            <a:off x="1343025" y="5805488"/>
            <a:ext cx="5689600" cy="576263"/>
          </a:xfrm>
          <a:prstGeom prst="rect">
            <a:avLst/>
          </a:prstGeom>
          <a:solidFill>
            <a:schemeClr val="bg2"/>
          </a:solidFill>
          <a:ln w="25400">
            <a:solidFill>
              <a:srgbClr val="009900"/>
            </a:solidFill>
            <a:miter lim="800000"/>
          </a:ln>
          <a:effectLst/>
        </p:spPr>
        <p:txBody>
          <a:bodyPr lIns="92075" tIns="46037" rIns="92075" bIns="46037"/>
          <a:lstStyle/>
          <a:p>
            <a:pPr marR="0" defTabSz="914400" eaLnBrk="1" hangingPunct="1">
              <a:lnSpc>
                <a:spcPct val="120000"/>
              </a:lnSpc>
              <a:spcBef>
                <a:spcPts val="600"/>
              </a:spcBef>
              <a:buClr>
                <a:srgbClr val="FFCC66"/>
              </a:buClr>
              <a:buSzPct val="80000"/>
              <a:buFontTx/>
              <a:buNone/>
              <a:defRPr/>
            </a:pPr>
            <a:r>
              <a:rPr kumimoji="0" lang="en-US" altLang="zh-CN" sz="2400" kern="1200" cap="none" spc="0" normalizeH="0" baseline="0" noProof="0" dirty="0">
                <a:latin typeface="Courier New" panose="02070409020205090404" pitchFamily="49" charset="0"/>
                <a:ea typeface="华文仿宋" panose="02010600040101010101" pitchFamily="2" charset="-122"/>
                <a:cs typeface="Courier New" panose="02070409020205090404" pitchFamily="49" charset="0"/>
              </a:rPr>
              <a:t>p++</a:t>
            </a:r>
            <a:r>
              <a:rPr kumimoji="0" lang="zh-CN" altLang="en-US" sz="2400" kern="1200" cap="none" spc="0" normalizeH="0" baseline="0" noProof="0" dirty="0">
                <a:latin typeface="黑体" panose="02010609060101010101" pitchFamily="49" charset="-122"/>
                <a:ea typeface="黑体" panose="02010609060101010101" pitchFamily="49" charset="-122"/>
                <a:cs typeface="Courier New" panose="02070409020205090404" pitchFamily="49" charset="0"/>
              </a:rPr>
              <a:t>不是增加</a:t>
            </a:r>
            <a:r>
              <a:rPr kumimoji="0" lang="en-US" altLang="zh-CN" sz="2400" kern="1200" cap="none" spc="0" normalizeH="0" baseline="0" noProof="0" dirty="0">
                <a:latin typeface="Arial" panose="020B0604020202090204" pitchFamily="34" charset="0"/>
                <a:ea typeface="黑体" panose="02010609060101010101" pitchFamily="49" charset="-122"/>
                <a:cs typeface="Arial" panose="020B0604020202090204" pitchFamily="34" charset="0"/>
              </a:rPr>
              <a:t>1</a:t>
            </a:r>
            <a:r>
              <a:rPr kumimoji="0" lang="zh-CN" altLang="en-US" sz="2400" kern="1200" cap="none" spc="0" normalizeH="0" baseline="0" noProof="0" dirty="0">
                <a:latin typeface="黑体" panose="02010609060101010101" pitchFamily="49" charset="-122"/>
                <a:ea typeface="黑体" panose="02010609060101010101" pitchFamily="49" charset="-122"/>
                <a:cs typeface="Courier New" panose="02070409020205090404" pitchFamily="49" charset="0"/>
              </a:rPr>
              <a:t>字节，取决于</a:t>
            </a:r>
            <a:r>
              <a:rPr kumimoji="0" lang="en-US" altLang="zh-CN" sz="2400" kern="1200" cap="none" spc="0" normalizeH="0" baseline="0" noProof="0" dirty="0">
                <a:latin typeface="Courier New" panose="02070409020205090404" pitchFamily="49" charset="0"/>
                <a:ea typeface="华文仿宋" panose="02010600040101010101" pitchFamily="2" charset="-122"/>
                <a:cs typeface="Courier New" panose="02070409020205090404" pitchFamily="49" charset="0"/>
              </a:rPr>
              <a:t>p</a:t>
            </a:r>
            <a:r>
              <a:rPr kumimoji="0" lang="zh-CN" altLang="en-US" sz="2400" kern="1200" cap="none" spc="0" normalizeH="0" baseline="0" noProof="0" dirty="0">
                <a:latin typeface="黑体" panose="02010609060101010101" pitchFamily="49" charset="-122"/>
                <a:ea typeface="黑体" panose="02010609060101010101" pitchFamily="49" charset="-122"/>
                <a:cs typeface="Courier New" panose="02070409020205090404" pitchFamily="49" charset="0"/>
              </a:rPr>
              <a:t>的基类型</a:t>
            </a:r>
            <a:endParaRPr kumimoji="0" lang="en-US" altLang="zh-CN" sz="2400" kern="1200" cap="none" spc="0" normalizeH="0" baseline="0" noProof="0" dirty="0">
              <a:effectLst>
                <a:outerShdw blurRad="38100" dist="38100" dir="2700000" algn="tl">
                  <a:srgbClr val="C0C0C0"/>
                </a:outerShdw>
              </a:effectLst>
              <a:latin typeface="Courier New" panose="02070409020205090404" pitchFamily="49" charset="0"/>
              <a:ea typeface="华文仿宋" panose="02010600040101010101" pitchFamily="2" charset="-122"/>
              <a:cs typeface="Courier New" panose="02070409020205090404" pitchFamily="49"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13"/>
                                        </p:tgtEl>
                                        <p:attrNameLst>
                                          <p:attrName>style.visibility</p:attrName>
                                        </p:attrNameLst>
                                      </p:cBhvr>
                                      <p:to>
                                        <p:strVal val="hidden"/>
                                      </p:to>
                                    </p:set>
                                  </p:childTnLst>
                                </p:cTn>
                              </p:par>
                              <p:par>
                                <p:cTn id="7" presetID="2" presetClass="entr" presetSubtype="8" fill="hold" nodeType="withEffect">
                                  <p:stCondLst>
                                    <p:cond delay="0"/>
                                  </p:stCondLst>
                                  <p:childTnLst>
                                    <p:set>
                                      <p:cBhvr>
                                        <p:cTn id="8" dur="1" fill="hold">
                                          <p:stCondLst>
                                            <p:cond delay="0"/>
                                          </p:stCondLst>
                                        </p:cTn>
                                        <p:tgtEl>
                                          <p:spTgt spid="14"/>
                                        </p:tgtEl>
                                        <p:attrNameLst>
                                          <p:attrName>style.visibility</p:attrName>
                                        </p:attrNameLst>
                                      </p:cBhvr>
                                      <p:to>
                                        <p:strVal val="visible"/>
                                      </p:to>
                                    </p:set>
                                    <p:anim calcmode="lin" valueType="num">
                                      <p:cBhvr additive="base">
                                        <p:cTn id="9" dur="500" fill="hold"/>
                                        <p:tgtEl>
                                          <p:spTgt spid="14"/>
                                        </p:tgtEl>
                                        <p:attrNameLst>
                                          <p:attrName>ppt_x</p:attrName>
                                        </p:attrNameLst>
                                      </p:cBhvr>
                                      <p:tavLst>
                                        <p:tav tm="0">
                                          <p:val>
                                            <p:strVal val="0-#ppt_w/2"/>
                                          </p:val>
                                        </p:tav>
                                        <p:tav tm="100000">
                                          <p:val>
                                            <p:strVal val="#ppt_x"/>
                                          </p:val>
                                        </p:tav>
                                      </p:tavLst>
                                    </p:anim>
                                    <p:anim calcmode="lin" valueType="num">
                                      <p:cBhvr additive="base">
                                        <p:cTn id="10" dur="500" fill="hold"/>
                                        <p:tgtEl>
                                          <p:spTgt spid="14"/>
                                        </p:tgtEl>
                                        <p:attrNameLst>
                                          <p:attrName>ppt_y</p:attrName>
                                        </p:attrNameLst>
                                      </p:cBhvr>
                                      <p:tavLst>
                                        <p:tav tm="0">
                                          <p:val>
                                            <p:strVal val="#ppt_y"/>
                                          </p:val>
                                        </p:tav>
                                        <p:tav tm="100000">
                                          <p:val>
                                            <p:strVal val="#ppt_y"/>
                                          </p:val>
                                        </p:tav>
                                      </p:tavLst>
                                    </p:anim>
                                  </p:childTnLst>
                                </p:cTn>
                              </p:par>
                            </p:childTnLst>
                          </p:cTn>
                        </p:par>
                      </p:childTnLst>
                    </p:cTn>
                  </p:par>
                  <p:par>
                    <p:cTn id="11" fill="hold">
                      <p:stCondLst>
                        <p:cond delay="indefinite"/>
                      </p:stCondLst>
                      <p:childTnLst>
                        <p:par>
                          <p:cTn id="12" fill="hold">
                            <p:stCondLst>
                              <p:cond delay="0"/>
                            </p:stCondLst>
                            <p:childTnLst>
                              <p:par>
                                <p:cTn id="13" presetID="2" presetClass="entr" presetSubtype="8" fill="hold" grpId="0" nodeType="clickEffect">
                                  <p:stCondLst>
                                    <p:cond delay="0"/>
                                  </p:stCondLst>
                                  <p:childTnLst>
                                    <p:set>
                                      <p:cBhvr>
                                        <p:cTn id="14" dur="1" fill="hold">
                                          <p:stCondLst>
                                            <p:cond delay="0"/>
                                          </p:stCondLst>
                                        </p:cTn>
                                        <p:tgtEl>
                                          <p:spTgt spid="21"/>
                                        </p:tgtEl>
                                        <p:attrNameLst>
                                          <p:attrName>style.visibility</p:attrName>
                                        </p:attrNameLst>
                                      </p:cBhvr>
                                      <p:to>
                                        <p:strVal val="visible"/>
                                      </p:to>
                                    </p:set>
                                    <p:anim calcmode="lin" valueType="num">
                                      <p:cBhvr additive="base">
                                        <p:cTn id="15" dur="500" fill="hold"/>
                                        <p:tgtEl>
                                          <p:spTgt spid="21"/>
                                        </p:tgtEl>
                                        <p:attrNameLst>
                                          <p:attrName>ppt_x</p:attrName>
                                        </p:attrNameLst>
                                      </p:cBhvr>
                                      <p:tavLst>
                                        <p:tav tm="0">
                                          <p:val>
                                            <p:strVal val="0-#ppt_w/2"/>
                                          </p:val>
                                        </p:tav>
                                        <p:tav tm="100000">
                                          <p:val>
                                            <p:strVal val="#ppt_x"/>
                                          </p:val>
                                        </p:tav>
                                      </p:tavLst>
                                    </p:anim>
                                    <p:anim calcmode="lin" valueType="num">
                                      <p:cBhvr additive="base">
                                        <p:cTn id="16" dur="500" fill="hold"/>
                                        <p:tgtEl>
                                          <p:spTgt spid="21"/>
                                        </p:tgtEl>
                                        <p:attrNameLst>
                                          <p:attrName>ppt_y</p:attrName>
                                        </p:attrNameLst>
                                      </p:cBhvr>
                                      <p:tavLst>
                                        <p:tav tm="0">
                                          <p:val>
                                            <p:strVal val="#ppt_y"/>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 presetClass="exit" presetSubtype="0" fill="hold" nodeType="clickEffect">
                                  <p:stCondLst>
                                    <p:cond delay="0"/>
                                  </p:stCondLst>
                                  <p:childTnLst>
                                    <p:set>
                                      <p:cBhvr>
                                        <p:cTn id="20" dur="1" fill="hold">
                                          <p:stCondLst>
                                            <p:cond delay="0"/>
                                          </p:stCondLst>
                                        </p:cTn>
                                        <p:tgtEl>
                                          <p:spTgt spid="14"/>
                                        </p:tgtEl>
                                        <p:attrNameLst>
                                          <p:attrName>style.visibility</p:attrName>
                                        </p:attrNameLst>
                                      </p:cBhvr>
                                      <p:to>
                                        <p:strVal val="hidden"/>
                                      </p:to>
                                    </p:set>
                                  </p:childTnLst>
                                </p:cTn>
                              </p:par>
                              <p:par>
                                <p:cTn id="21" presetID="2" presetClass="entr" presetSubtype="8" fill="hold" nodeType="withEffect">
                                  <p:stCondLst>
                                    <p:cond delay="0"/>
                                  </p:stCondLst>
                                  <p:childTnLst>
                                    <p:set>
                                      <p:cBhvr>
                                        <p:cTn id="22" dur="1" fill="hold">
                                          <p:stCondLst>
                                            <p:cond delay="0"/>
                                          </p:stCondLst>
                                        </p:cTn>
                                        <p:tgtEl>
                                          <p:spTgt spid="15"/>
                                        </p:tgtEl>
                                        <p:attrNameLst>
                                          <p:attrName>style.visibility</p:attrName>
                                        </p:attrNameLst>
                                      </p:cBhvr>
                                      <p:to>
                                        <p:strVal val="visible"/>
                                      </p:to>
                                    </p:set>
                                    <p:anim calcmode="lin" valueType="num">
                                      <p:cBhvr additive="base">
                                        <p:cTn id="23" dur="500" fill="hold"/>
                                        <p:tgtEl>
                                          <p:spTgt spid="15"/>
                                        </p:tgtEl>
                                        <p:attrNameLst>
                                          <p:attrName>ppt_x</p:attrName>
                                        </p:attrNameLst>
                                      </p:cBhvr>
                                      <p:tavLst>
                                        <p:tav tm="0">
                                          <p:val>
                                            <p:strVal val="0-#ppt_w/2"/>
                                          </p:val>
                                        </p:tav>
                                        <p:tav tm="100000">
                                          <p:val>
                                            <p:strVal val="#ppt_x"/>
                                          </p:val>
                                        </p:tav>
                                      </p:tavLst>
                                    </p:anim>
                                    <p:anim calcmode="lin" valueType="num">
                                      <p:cBhvr additive="base">
                                        <p:cTn id="24" dur="500" fill="hold"/>
                                        <p:tgtEl>
                                          <p:spTgt spid="15"/>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1" presetClass="exit" presetSubtype="0" fill="hold" nodeType="clickEffect">
                                  <p:stCondLst>
                                    <p:cond delay="0"/>
                                  </p:stCondLst>
                                  <p:childTnLst>
                                    <p:set>
                                      <p:cBhvr>
                                        <p:cTn id="28" dur="1" fill="hold">
                                          <p:stCondLst>
                                            <p:cond delay="0"/>
                                          </p:stCondLst>
                                        </p:cTn>
                                        <p:tgtEl>
                                          <p:spTgt spid="15"/>
                                        </p:tgtEl>
                                        <p:attrNameLst>
                                          <p:attrName>style.visibility</p:attrName>
                                        </p:attrNameLst>
                                      </p:cBhvr>
                                      <p:to>
                                        <p:strVal val="hidden"/>
                                      </p:to>
                                    </p:set>
                                  </p:childTnLst>
                                </p:cTn>
                              </p:par>
                              <p:par>
                                <p:cTn id="29" presetID="2" presetClass="entr" presetSubtype="8" fill="hold" nodeType="withEffect">
                                  <p:stCondLst>
                                    <p:cond delay="0"/>
                                  </p:stCondLst>
                                  <p:childTnLst>
                                    <p:set>
                                      <p:cBhvr>
                                        <p:cTn id="30" dur="1" fill="hold">
                                          <p:stCondLst>
                                            <p:cond delay="0"/>
                                          </p:stCondLst>
                                        </p:cTn>
                                        <p:tgtEl>
                                          <p:spTgt spid="16"/>
                                        </p:tgtEl>
                                        <p:attrNameLst>
                                          <p:attrName>style.visibility</p:attrName>
                                        </p:attrNameLst>
                                      </p:cBhvr>
                                      <p:to>
                                        <p:strVal val="visible"/>
                                      </p:to>
                                    </p:set>
                                    <p:anim calcmode="lin" valueType="num">
                                      <p:cBhvr additive="base">
                                        <p:cTn id="31" dur="500" fill="hold"/>
                                        <p:tgtEl>
                                          <p:spTgt spid="16"/>
                                        </p:tgtEl>
                                        <p:attrNameLst>
                                          <p:attrName>ppt_x</p:attrName>
                                        </p:attrNameLst>
                                      </p:cBhvr>
                                      <p:tavLst>
                                        <p:tav tm="0">
                                          <p:val>
                                            <p:strVal val="0-#ppt_w/2"/>
                                          </p:val>
                                        </p:tav>
                                        <p:tav tm="100000">
                                          <p:val>
                                            <p:strVal val="#ppt_x"/>
                                          </p:val>
                                        </p:tav>
                                      </p:tavLst>
                                    </p:anim>
                                    <p:anim calcmode="lin" valueType="num">
                                      <p:cBhvr additive="base">
                                        <p:cTn id="32" dur="500" fill="hold"/>
                                        <p:tgtEl>
                                          <p:spTgt spid="16"/>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1" presetClass="exit" presetSubtype="0" fill="hold" nodeType="clickEffect">
                                  <p:stCondLst>
                                    <p:cond delay="0"/>
                                  </p:stCondLst>
                                  <p:childTnLst>
                                    <p:set>
                                      <p:cBhvr>
                                        <p:cTn id="36" dur="1" fill="hold">
                                          <p:stCondLst>
                                            <p:cond delay="0"/>
                                          </p:stCondLst>
                                        </p:cTn>
                                        <p:tgtEl>
                                          <p:spTgt spid="16"/>
                                        </p:tgtEl>
                                        <p:attrNameLst>
                                          <p:attrName>style.visibility</p:attrName>
                                        </p:attrNameLst>
                                      </p:cBhvr>
                                      <p:to>
                                        <p:strVal val="hidden"/>
                                      </p:to>
                                    </p:set>
                                  </p:childTnLst>
                                </p:cTn>
                              </p:par>
                              <p:par>
                                <p:cTn id="37" presetID="2" presetClass="entr" presetSubtype="8" fill="hold" nodeType="withEffect">
                                  <p:stCondLst>
                                    <p:cond delay="0"/>
                                  </p:stCondLst>
                                  <p:childTnLst>
                                    <p:set>
                                      <p:cBhvr>
                                        <p:cTn id="38" dur="1" fill="hold">
                                          <p:stCondLst>
                                            <p:cond delay="0"/>
                                          </p:stCondLst>
                                        </p:cTn>
                                        <p:tgtEl>
                                          <p:spTgt spid="17"/>
                                        </p:tgtEl>
                                        <p:attrNameLst>
                                          <p:attrName>style.visibility</p:attrName>
                                        </p:attrNameLst>
                                      </p:cBhvr>
                                      <p:to>
                                        <p:strVal val="visible"/>
                                      </p:to>
                                    </p:set>
                                    <p:anim calcmode="lin" valueType="num">
                                      <p:cBhvr additive="base">
                                        <p:cTn id="39" dur="500" fill="hold"/>
                                        <p:tgtEl>
                                          <p:spTgt spid="17"/>
                                        </p:tgtEl>
                                        <p:attrNameLst>
                                          <p:attrName>ppt_x</p:attrName>
                                        </p:attrNameLst>
                                      </p:cBhvr>
                                      <p:tavLst>
                                        <p:tav tm="0">
                                          <p:val>
                                            <p:strVal val="0-#ppt_w/2"/>
                                          </p:val>
                                        </p:tav>
                                        <p:tav tm="100000">
                                          <p:val>
                                            <p:strVal val="#ppt_x"/>
                                          </p:val>
                                        </p:tav>
                                      </p:tavLst>
                                    </p:anim>
                                    <p:anim calcmode="lin" valueType="num">
                                      <p:cBhvr additive="base">
                                        <p:cTn id="40" dur="500" fill="hold"/>
                                        <p:tgtEl>
                                          <p:spTgt spid="17"/>
                                        </p:tgtEl>
                                        <p:attrNameLst>
                                          <p:attrName>ppt_y</p:attrName>
                                        </p:attrNameLst>
                                      </p:cBhvr>
                                      <p:tavLst>
                                        <p:tav tm="0">
                                          <p:val>
                                            <p:strVal val="#ppt_y"/>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1" presetClass="exit" presetSubtype="0" fill="hold" nodeType="clickEffect">
                                  <p:stCondLst>
                                    <p:cond delay="0"/>
                                  </p:stCondLst>
                                  <p:childTnLst>
                                    <p:set>
                                      <p:cBhvr>
                                        <p:cTn id="44" dur="1" fill="hold">
                                          <p:stCondLst>
                                            <p:cond delay="0"/>
                                          </p:stCondLst>
                                        </p:cTn>
                                        <p:tgtEl>
                                          <p:spTgt spid="17"/>
                                        </p:tgtEl>
                                        <p:attrNameLst>
                                          <p:attrName>style.visibility</p:attrName>
                                        </p:attrNameLst>
                                      </p:cBhvr>
                                      <p:to>
                                        <p:strVal val="hidden"/>
                                      </p:to>
                                    </p:set>
                                  </p:childTnLst>
                                </p:cTn>
                              </p:par>
                              <p:par>
                                <p:cTn id="45" presetID="2" presetClass="entr" presetSubtype="8" fill="hold" nodeType="withEffect">
                                  <p:stCondLst>
                                    <p:cond delay="0"/>
                                  </p:stCondLst>
                                  <p:childTnLst>
                                    <p:set>
                                      <p:cBhvr>
                                        <p:cTn id="46" dur="1" fill="hold">
                                          <p:stCondLst>
                                            <p:cond delay="0"/>
                                          </p:stCondLst>
                                        </p:cTn>
                                        <p:tgtEl>
                                          <p:spTgt spid="18"/>
                                        </p:tgtEl>
                                        <p:attrNameLst>
                                          <p:attrName>style.visibility</p:attrName>
                                        </p:attrNameLst>
                                      </p:cBhvr>
                                      <p:to>
                                        <p:strVal val="visible"/>
                                      </p:to>
                                    </p:set>
                                    <p:anim calcmode="lin" valueType="num">
                                      <p:cBhvr additive="base">
                                        <p:cTn id="47" dur="500" fill="hold"/>
                                        <p:tgtEl>
                                          <p:spTgt spid="18"/>
                                        </p:tgtEl>
                                        <p:attrNameLst>
                                          <p:attrName>ppt_x</p:attrName>
                                        </p:attrNameLst>
                                      </p:cBhvr>
                                      <p:tavLst>
                                        <p:tav tm="0">
                                          <p:val>
                                            <p:strVal val="0-#ppt_w/2"/>
                                          </p:val>
                                        </p:tav>
                                        <p:tav tm="100000">
                                          <p:val>
                                            <p:strVal val="#ppt_x"/>
                                          </p:val>
                                        </p:tav>
                                      </p:tavLst>
                                    </p:anim>
                                    <p:anim calcmode="lin" valueType="num">
                                      <p:cBhvr additive="base">
                                        <p:cTn id="48" dur="500" fill="hold"/>
                                        <p:tgtEl>
                                          <p:spTgt spid="1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Lst>
  </p:timing>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58370" name="Picture 5"/>
          <p:cNvPicPr>
            <a:picLocks noChangeAspect="1"/>
          </p:cNvPicPr>
          <p:nvPr/>
        </p:nvPicPr>
        <p:blipFill>
          <a:blip r:embed="rId1"/>
          <a:stretch>
            <a:fillRect/>
          </a:stretch>
        </p:blipFill>
        <p:spPr>
          <a:xfrm>
            <a:off x="6361113" y="1916113"/>
            <a:ext cx="4456112" cy="4465637"/>
          </a:xfrm>
          <a:prstGeom prst="rect">
            <a:avLst/>
          </a:prstGeom>
          <a:noFill/>
          <a:ln w="50800" cap="flat" cmpd="thickThin">
            <a:solidFill>
              <a:srgbClr val="000080"/>
            </a:solidFill>
            <a:prstDash val="solid"/>
            <a:miter/>
            <a:headEnd type="none" w="med" len="med"/>
            <a:tailEnd type="none" w="med" len="med"/>
          </a:ln>
        </p:spPr>
      </p:pic>
      <p:sp>
        <p:nvSpPr>
          <p:cNvPr id="58371" name="Rectangle 2"/>
          <p:cNvSpPr>
            <a:spLocks noGrp="1"/>
          </p:cNvSpPr>
          <p:nvPr>
            <p:ph type="title"/>
          </p:nvPr>
        </p:nvSpPr>
        <p:spPr>
          <a:xfrm>
            <a:off x="1631950" y="257175"/>
            <a:ext cx="8915400" cy="936625"/>
          </a:xfrm>
        </p:spPr>
        <p:txBody>
          <a:bodyPr vert="horz" wrap="square" lIns="91440" tIns="45720" rIns="91440" bIns="45720" anchor="ctr" anchorCtr="0"/>
          <a:lstStyle/>
          <a:p>
            <a:r>
              <a:rPr lang="en-US" altLang="zh-CN" kern="1200" dirty="0">
                <a:latin typeface="Arial" panose="020B0604020202090204" pitchFamily="34" charset="0"/>
                <a:ea typeface="黑体" panose="02010609060101010101" pitchFamily="49" charset="-122"/>
                <a:cs typeface="Arial" panose="020B0604020202090204" pitchFamily="34" charset="0"/>
              </a:rPr>
              <a:t>3.2.4 </a:t>
            </a:r>
            <a:r>
              <a:rPr lang="zh-CN" altLang="en-US" kern="1200" dirty="0">
                <a:latin typeface="Arial" panose="020B0604020202090204" pitchFamily="34" charset="0"/>
                <a:ea typeface="黑体" panose="02010609060101010101" pitchFamily="49" charset="-122"/>
                <a:cs typeface="Arial" panose="020B0604020202090204" pitchFamily="34" charset="0"/>
              </a:rPr>
              <a:t>指针和一维数组间的关系</a:t>
            </a:r>
            <a:endParaRPr lang="zh-CN" altLang="en-US" kern="1200" dirty="0">
              <a:latin typeface="Arial" panose="020B0604020202090204" pitchFamily="34" charset="0"/>
              <a:ea typeface="黑体" panose="02010609060101010101" pitchFamily="49" charset="-122"/>
              <a:cs typeface="Arial" panose="020B0604020202090204" pitchFamily="34" charset="0"/>
            </a:endParaRPr>
          </a:p>
        </p:txBody>
      </p:sp>
      <p:sp>
        <p:nvSpPr>
          <p:cNvPr id="58372" name="Rectangle 3"/>
          <p:cNvSpPr>
            <a:spLocks noGrp="1"/>
          </p:cNvSpPr>
          <p:nvPr>
            <p:ph idx="1"/>
          </p:nvPr>
        </p:nvSpPr>
        <p:spPr>
          <a:xfrm>
            <a:off x="1416050" y="1268413"/>
            <a:ext cx="8420100" cy="920750"/>
          </a:xfrm>
        </p:spPr>
        <p:txBody>
          <a:bodyPr vert="horz" wrap="square" lIns="91440" tIns="45720" rIns="91440" bIns="45720" anchor="t" anchorCtr="0"/>
          <a:lstStyle/>
          <a:p>
            <a:pPr>
              <a:buSzPct val="50000"/>
              <a:buFont typeface="Monotype Sorts"/>
              <a:buNone/>
            </a:pPr>
            <a:r>
              <a:rPr lang="en-US" altLang="zh-CN" kern="1200" dirty="0">
                <a:latin typeface="Arial" panose="020B0604020202090204" pitchFamily="34" charset="0"/>
                <a:ea typeface="黑体" panose="02010609060101010101" pitchFamily="49" charset="-122"/>
                <a:cs typeface="Arial" panose="020B0604020202090204" pitchFamily="34" charset="0"/>
              </a:rPr>
              <a:t>【</a:t>
            </a:r>
            <a:r>
              <a:rPr lang="zh-CN" altLang="en-US" kern="1200" dirty="0">
                <a:latin typeface="Arial" panose="020B0604020202090204" pitchFamily="34" charset="0"/>
                <a:ea typeface="黑体" panose="02010609060101010101" pitchFamily="49" charset="-122"/>
                <a:cs typeface="Arial" panose="020B0604020202090204" pitchFamily="34" charset="0"/>
              </a:rPr>
              <a:t>例</a:t>
            </a:r>
            <a:r>
              <a:rPr lang="en-US" altLang="zh-CN" kern="1200" dirty="0">
                <a:latin typeface="Arial" panose="020B0604020202090204" pitchFamily="34" charset="0"/>
                <a:ea typeface="黑体" panose="02010609060101010101" pitchFamily="49" charset="-122"/>
                <a:cs typeface="Arial" panose="020B0604020202090204" pitchFamily="34" charset="0"/>
              </a:rPr>
              <a:t>】</a:t>
            </a:r>
            <a:r>
              <a:rPr lang="zh-CN" altLang="en-US" kern="1200" dirty="0">
                <a:latin typeface="Arial" panose="020B0604020202090204" pitchFamily="34" charset="0"/>
                <a:ea typeface="黑体" panose="02010609060101010101" pitchFamily="49" charset="-122"/>
                <a:cs typeface="Arial" panose="020B0604020202090204" pitchFamily="34" charset="0"/>
              </a:rPr>
              <a:t>演示数组元素的引用方法 </a:t>
            </a:r>
            <a:endParaRPr lang="zh-CN" altLang="en-US" kern="1200" dirty="0">
              <a:latin typeface="Arial" panose="020B0604020202090204" pitchFamily="34" charset="0"/>
              <a:ea typeface="Arial" panose="020B0604020202090204" pitchFamily="34" charset="0"/>
              <a:cs typeface="+mn-cs"/>
            </a:endParaRPr>
          </a:p>
        </p:txBody>
      </p:sp>
      <p:pic>
        <p:nvPicPr>
          <p:cNvPr id="58373" name="Picture 9"/>
          <p:cNvPicPr>
            <a:picLocks noChangeAspect="1"/>
          </p:cNvPicPr>
          <p:nvPr/>
        </p:nvPicPr>
        <p:blipFill>
          <a:blip r:embed="rId2"/>
          <a:stretch>
            <a:fillRect/>
          </a:stretch>
        </p:blipFill>
        <p:spPr>
          <a:xfrm>
            <a:off x="1295400" y="1916113"/>
            <a:ext cx="4800600" cy="3754437"/>
          </a:xfrm>
          <a:prstGeom prst="rect">
            <a:avLst/>
          </a:prstGeom>
          <a:noFill/>
          <a:ln w="12700" cap="flat" cmpd="sng">
            <a:solidFill>
              <a:schemeClr val="tx1"/>
            </a:solidFill>
            <a:prstDash val="solid"/>
            <a:miter/>
            <a:headEnd type="none" w="sm" len="sm"/>
            <a:tailEnd type="none" w="sm" len="sm"/>
          </a:ln>
        </p:spPr>
      </p:pic>
      <p:sp>
        <p:nvSpPr>
          <p:cNvPr id="19" name="Rectangle 50"/>
          <p:cNvSpPr>
            <a:spLocks noChangeArrowheads="1"/>
          </p:cNvSpPr>
          <p:nvPr/>
        </p:nvSpPr>
        <p:spPr bwMode="auto">
          <a:xfrm>
            <a:off x="2063750" y="5768975"/>
            <a:ext cx="3451225" cy="468313"/>
          </a:xfrm>
          <a:prstGeom prst="rect">
            <a:avLst/>
          </a:prstGeom>
          <a:solidFill>
            <a:srgbClr val="FFFFCC"/>
          </a:solidFill>
          <a:ln w="28575">
            <a:solidFill>
              <a:srgbClr val="339966"/>
            </a:solidFill>
            <a:miter lim="800000"/>
          </a:ln>
        </p:spPr>
        <p:txBody>
          <a:bodyPr wrap="none" anchor="ctr"/>
          <a:lstStyle/>
          <a:p>
            <a:pPr marL="0" marR="0" lvl="0" indent="0" algn="ctr" defTabSz="914400" rtl="0" eaLnBrk="1" fontAlgn="base" latinLnBrk="0" hangingPunct="1">
              <a:lnSpc>
                <a:spcPct val="90000"/>
              </a:lnSpc>
              <a:spcBef>
                <a:spcPts val="590"/>
              </a:spcBef>
              <a:spcAft>
                <a:spcPts val="590"/>
              </a:spcAft>
              <a:buClr>
                <a:schemeClr val="tx2"/>
              </a:buClr>
              <a:buSzPct val="80000"/>
              <a:buFontTx/>
              <a:buNone/>
              <a:defRPr/>
            </a:pPr>
            <a:r>
              <a:rPr kumimoji="0" lang="en-US" altLang="zh-CN" sz="2800" b="0" i="0" u="none" strike="noStrike" kern="1200" cap="none" spc="0" normalizeH="0" baseline="0" noProof="0" dirty="0">
                <a:ln>
                  <a:noFill/>
                </a:ln>
                <a:solidFill>
                  <a:schemeClr val="tx1"/>
                </a:solidFill>
                <a:effectLst>
                  <a:outerShdw blurRad="38100" dist="38100" dir="2700000" algn="tl">
                    <a:srgbClr val="FFFFFF"/>
                  </a:outerShdw>
                </a:effectLst>
                <a:uLnTx/>
                <a:uFillTx/>
                <a:latin typeface="Courier New" panose="02070409020205090404" pitchFamily="49" charset="0"/>
                <a:ea typeface="楷体_GB2312" pitchFamily="49" charset="-122"/>
                <a:cs typeface="+mn-cs"/>
              </a:rPr>
              <a:t>p[</a:t>
            </a:r>
            <a:r>
              <a:rPr kumimoji="0" lang="en-US" altLang="zh-CN" sz="2800" b="0" i="0" u="none" strike="noStrike" kern="1200" cap="none" spc="0" normalizeH="0" baseline="0" noProof="0" dirty="0" err="1">
                <a:ln>
                  <a:noFill/>
                </a:ln>
                <a:solidFill>
                  <a:srgbClr val="C00000"/>
                </a:solidFill>
                <a:effectLst>
                  <a:outerShdw blurRad="38100" dist="38100" dir="2700000" algn="tl">
                    <a:srgbClr val="FFFFFF"/>
                  </a:outerShdw>
                </a:effectLst>
                <a:uLnTx/>
                <a:uFillTx/>
                <a:latin typeface="Courier New" panose="02070409020205090404" pitchFamily="49" charset="0"/>
                <a:ea typeface="楷体_GB2312" pitchFamily="49" charset="-122"/>
                <a:cs typeface="+mn-cs"/>
              </a:rPr>
              <a:t>i</a:t>
            </a:r>
            <a:r>
              <a:rPr kumimoji="0" lang="en-US" altLang="zh-CN" sz="2800" b="0" i="0" u="none" strike="noStrike" kern="1200" cap="none" spc="0" normalizeH="0" baseline="0" noProof="0" dirty="0">
                <a:ln>
                  <a:noFill/>
                </a:ln>
                <a:solidFill>
                  <a:schemeClr val="tx1"/>
                </a:solidFill>
                <a:effectLst>
                  <a:outerShdw blurRad="38100" dist="38100" dir="2700000" algn="tl">
                    <a:srgbClr val="FFFFFF"/>
                  </a:outerShdw>
                </a:effectLst>
                <a:uLnTx/>
                <a:uFillTx/>
                <a:latin typeface="Courier New" panose="02070409020205090404" pitchFamily="49" charset="0"/>
                <a:ea typeface="楷体_GB2312" pitchFamily="49" charset="-122"/>
                <a:cs typeface="+mn-cs"/>
              </a:rPr>
              <a:t>] </a:t>
            </a:r>
            <a:r>
              <a:rPr kumimoji="0" lang="en-US" altLang="zh-CN" sz="2800" b="0" i="0" u="none" strike="noStrike" kern="1200" cap="none" spc="0" normalizeH="0" baseline="0" noProof="0" dirty="0">
                <a:ln>
                  <a:noFill/>
                </a:ln>
                <a:solidFill>
                  <a:schemeClr val="tx1"/>
                </a:solidFill>
                <a:effectLst>
                  <a:outerShdw blurRad="38100" dist="38100" dir="2700000" algn="tl">
                    <a:srgbClr val="FFFFFF"/>
                  </a:outerShdw>
                </a:effectLst>
                <a:uLnTx/>
                <a:uFillTx/>
                <a:latin typeface="Arial" panose="020B0604020202090204" pitchFamily="34" charset="0"/>
                <a:ea typeface="楷体_GB2312" pitchFamily="49" charset="-122"/>
                <a:cs typeface="Arial" panose="020B0604020202090204" pitchFamily="34" charset="0"/>
              </a:rPr>
              <a:t>↔</a:t>
            </a:r>
            <a:r>
              <a:rPr kumimoji="0" lang="en-US" altLang="zh-CN" sz="2800" b="0" i="0" u="none" strike="noStrike" kern="1200" cap="none" spc="0" normalizeH="0" baseline="0" noProof="0" dirty="0">
                <a:ln>
                  <a:noFill/>
                </a:ln>
                <a:solidFill>
                  <a:schemeClr val="tx1"/>
                </a:solidFill>
                <a:effectLst>
                  <a:outerShdw blurRad="38100" dist="38100" dir="2700000" algn="tl">
                    <a:srgbClr val="FFFFFF"/>
                  </a:outerShdw>
                </a:effectLst>
                <a:uLnTx/>
                <a:uFillTx/>
                <a:latin typeface="Courier New" panose="02070409020205090404" pitchFamily="49" charset="0"/>
                <a:ea typeface="楷体_GB2312" pitchFamily="49" charset="-122"/>
                <a:cs typeface="+mn-cs"/>
              </a:rPr>
              <a:t> *(</a:t>
            </a:r>
            <a:r>
              <a:rPr kumimoji="0" lang="en-US" altLang="zh-CN" sz="2800" b="0" i="0" u="none" strike="noStrike" kern="1200" cap="none" spc="0" normalizeH="0" baseline="0" noProof="0" dirty="0" err="1">
                <a:ln>
                  <a:noFill/>
                </a:ln>
                <a:solidFill>
                  <a:schemeClr val="tx1"/>
                </a:solidFill>
                <a:effectLst>
                  <a:outerShdw blurRad="38100" dist="38100" dir="2700000" algn="tl">
                    <a:srgbClr val="FFFFFF"/>
                  </a:outerShdw>
                </a:effectLst>
                <a:uLnTx/>
                <a:uFillTx/>
                <a:latin typeface="Courier New" panose="02070409020205090404" pitchFamily="49" charset="0"/>
                <a:ea typeface="楷体_GB2312" pitchFamily="49" charset="-122"/>
                <a:cs typeface="+mn-cs"/>
              </a:rPr>
              <a:t>p+</a:t>
            </a:r>
            <a:r>
              <a:rPr kumimoji="0" lang="en-US" altLang="zh-CN" sz="2800" b="0" i="0" u="none" strike="noStrike" kern="1200" cap="none" spc="0" normalizeH="0" baseline="0" noProof="0" dirty="0" err="1">
                <a:ln>
                  <a:noFill/>
                </a:ln>
                <a:solidFill>
                  <a:srgbClr val="C00000"/>
                </a:solidFill>
                <a:effectLst>
                  <a:outerShdw blurRad="38100" dist="38100" dir="2700000" algn="tl">
                    <a:srgbClr val="FFFFFF"/>
                  </a:outerShdw>
                </a:effectLst>
                <a:uLnTx/>
                <a:uFillTx/>
                <a:latin typeface="Courier New" panose="02070409020205090404" pitchFamily="49" charset="0"/>
                <a:ea typeface="楷体_GB2312" pitchFamily="49" charset="-122"/>
                <a:cs typeface="+mn-cs"/>
              </a:rPr>
              <a:t>i</a:t>
            </a:r>
            <a:r>
              <a:rPr kumimoji="0" lang="en-US" altLang="zh-CN" sz="2800" b="0" i="0" u="none" strike="noStrike" kern="1200" cap="none" spc="0" normalizeH="0" baseline="0" noProof="0" dirty="0">
                <a:ln>
                  <a:noFill/>
                </a:ln>
                <a:solidFill>
                  <a:schemeClr val="tx1"/>
                </a:solidFill>
                <a:effectLst>
                  <a:outerShdw blurRad="38100" dist="38100" dir="2700000" algn="tl">
                    <a:srgbClr val="FFFFFF"/>
                  </a:outerShdw>
                </a:effectLst>
                <a:uLnTx/>
                <a:uFillTx/>
                <a:latin typeface="Courier New" panose="02070409020205090404" pitchFamily="49" charset="0"/>
                <a:ea typeface="楷体_GB2312" pitchFamily="49" charset="-122"/>
                <a:cs typeface="+mn-cs"/>
              </a:rPr>
              <a:t>)</a:t>
            </a:r>
            <a:endParaRPr kumimoji="0" lang="zh-CN" altLang="en-US" sz="2800" b="0" i="0" u="none" strike="noStrike" kern="1200" cap="none" spc="0" normalizeH="0" baseline="0" noProof="0" dirty="0">
              <a:ln>
                <a:noFill/>
              </a:ln>
              <a:solidFill>
                <a:schemeClr val="tx1"/>
              </a:solidFill>
              <a:effectLst>
                <a:outerShdw blurRad="38100" dist="38100" dir="2700000" algn="tl">
                  <a:srgbClr val="FFFFFF"/>
                </a:outerShdw>
              </a:effectLst>
              <a:uLnTx/>
              <a:uFillTx/>
              <a:latin typeface="Courier New" panose="02070409020205090404" pitchFamily="49" charset="0"/>
              <a:ea typeface="楷体_GB2312" pitchFamily="49" charset="-122"/>
              <a:cs typeface="+mn-cs"/>
            </a:endParaRPr>
          </a:p>
        </p:txBody>
      </p:sp>
      <p:sp>
        <p:nvSpPr>
          <p:cNvPr id="58375" name="Line 39"/>
          <p:cNvSpPr/>
          <p:nvPr/>
        </p:nvSpPr>
        <p:spPr>
          <a:xfrm>
            <a:off x="2376488" y="2171700"/>
            <a:ext cx="1247775" cy="0"/>
          </a:xfrm>
          <a:prstGeom prst="line">
            <a:avLst/>
          </a:prstGeom>
          <a:ln w="57150" cap="flat" cmpd="sng">
            <a:solidFill>
              <a:srgbClr val="FF0000"/>
            </a:solidFill>
            <a:prstDash val="solid"/>
            <a:headEnd type="none" w="sm" len="sm"/>
            <a:tailEnd type="triangle" w="med" len="lg"/>
          </a:ln>
        </p:spPr>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9394" name="Rectangle 2"/>
          <p:cNvSpPr>
            <a:spLocks noGrp="1"/>
          </p:cNvSpPr>
          <p:nvPr>
            <p:ph type="title"/>
          </p:nvPr>
        </p:nvSpPr>
        <p:spPr>
          <a:xfrm>
            <a:off x="1631950" y="257175"/>
            <a:ext cx="8915400" cy="936625"/>
          </a:xfrm>
        </p:spPr>
        <p:txBody>
          <a:bodyPr vert="horz" wrap="square" lIns="91440" tIns="45720" rIns="91440" bIns="45720" anchor="ctr" anchorCtr="0"/>
          <a:lstStyle/>
          <a:p>
            <a:r>
              <a:rPr lang="en-US" altLang="zh-CN" kern="1200" dirty="0">
                <a:latin typeface="Arial" panose="020B0604020202090204" pitchFamily="34" charset="0"/>
                <a:ea typeface="黑体" panose="02010609060101010101" pitchFamily="49" charset="-122"/>
                <a:cs typeface="Arial" panose="020B0604020202090204" pitchFamily="34" charset="0"/>
              </a:rPr>
              <a:t>3.2.4 </a:t>
            </a:r>
            <a:r>
              <a:rPr lang="zh-CN" altLang="en-US" kern="1200" dirty="0">
                <a:latin typeface="Arial" panose="020B0604020202090204" pitchFamily="34" charset="0"/>
                <a:ea typeface="黑体" panose="02010609060101010101" pitchFamily="49" charset="-122"/>
                <a:cs typeface="Arial" panose="020B0604020202090204" pitchFamily="34" charset="0"/>
              </a:rPr>
              <a:t>指针和一维数组间的关系</a:t>
            </a:r>
            <a:endParaRPr lang="zh-CN" altLang="en-US" kern="1200" dirty="0">
              <a:latin typeface="Arial" panose="020B0604020202090204" pitchFamily="34" charset="0"/>
              <a:ea typeface="黑体" panose="02010609060101010101" pitchFamily="49" charset="-122"/>
              <a:cs typeface="Arial" panose="020B0604020202090204" pitchFamily="34" charset="0"/>
            </a:endParaRPr>
          </a:p>
        </p:txBody>
      </p:sp>
      <p:sp>
        <p:nvSpPr>
          <p:cNvPr id="59395" name="Rectangle 3"/>
          <p:cNvSpPr>
            <a:spLocks noGrp="1"/>
          </p:cNvSpPr>
          <p:nvPr>
            <p:ph idx="1"/>
          </p:nvPr>
        </p:nvSpPr>
        <p:spPr>
          <a:xfrm>
            <a:off x="1416050" y="1341438"/>
            <a:ext cx="8420100" cy="920750"/>
          </a:xfrm>
        </p:spPr>
        <p:txBody>
          <a:bodyPr vert="horz" wrap="square" lIns="91440" tIns="45720" rIns="91440" bIns="45720" anchor="t" anchorCtr="0"/>
          <a:lstStyle/>
          <a:p>
            <a:pPr>
              <a:buSzPct val="50000"/>
              <a:buFont typeface="Monotype Sorts"/>
              <a:buNone/>
            </a:pPr>
            <a:r>
              <a:rPr lang="en-US" altLang="zh-CN" kern="1200" dirty="0">
                <a:latin typeface="Arial" panose="020B0604020202090204" pitchFamily="34" charset="0"/>
                <a:ea typeface="黑体" panose="02010609060101010101" pitchFamily="49" charset="-122"/>
                <a:cs typeface="Arial" panose="020B0604020202090204" pitchFamily="34" charset="0"/>
              </a:rPr>
              <a:t>【</a:t>
            </a:r>
            <a:r>
              <a:rPr lang="zh-CN" altLang="en-US" kern="1200" dirty="0">
                <a:latin typeface="Arial" panose="020B0604020202090204" pitchFamily="34" charset="0"/>
                <a:ea typeface="黑体" panose="02010609060101010101" pitchFamily="49" charset="-122"/>
                <a:cs typeface="Arial" panose="020B0604020202090204" pitchFamily="34" charset="0"/>
              </a:rPr>
              <a:t>例</a:t>
            </a:r>
            <a:r>
              <a:rPr lang="en-US" altLang="zh-CN" kern="1200" dirty="0">
                <a:latin typeface="Arial" panose="020B0604020202090204" pitchFamily="34" charset="0"/>
                <a:ea typeface="黑体" panose="02010609060101010101" pitchFamily="49" charset="-122"/>
                <a:cs typeface="Arial" panose="020B0604020202090204" pitchFamily="34" charset="0"/>
              </a:rPr>
              <a:t>】</a:t>
            </a:r>
            <a:r>
              <a:rPr lang="zh-CN" altLang="en-US" kern="1200" dirty="0">
                <a:latin typeface="Arial" panose="020B0604020202090204" pitchFamily="34" charset="0"/>
                <a:ea typeface="黑体" panose="02010609060101010101" pitchFamily="49" charset="-122"/>
                <a:cs typeface="Arial" panose="020B0604020202090204" pitchFamily="34" charset="0"/>
              </a:rPr>
              <a:t>演示数组和指针变量作函数参数 </a:t>
            </a:r>
            <a:endParaRPr lang="zh-CN" altLang="en-US" kern="1200" dirty="0">
              <a:latin typeface="Arial" panose="020B0604020202090204" pitchFamily="34" charset="0"/>
              <a:ea typeface="Arial" panose="020B0604020202090204" pitchFamily="34" charset="0"/>
              <a:cs typeface="+mn-cs"/>
            </a:endParaRPr>
          </a:p>
        </p:txBody>
      </p:sp>
      <p:pic>
        <p:nvPicPr>
          <p:cNvPr id="59396" name="Picture 4"/>
          <p:cNvPicPr>
            <a:picLocks noChangeAspect="1"/>
          </p:cNvPicPr>
          <p:nvPr/>
        </p:nvPicPr>
        <p:blipFill>
          <a:blip r:embed="rId1"/>
          <a:stretch>
            <a:fillRect/>
          </a:stretch>
        </p:blipFill>
        <p:spPr>
          <a:xfrm>
            <a:off x="1487488" y="2046288"/>
            <a:ext cx="4759325" cy="2390775"/>
          </a:xfrm>
          <a:prstGeom prst="rect">
            <a:avLst/>
          </a:prstGeom>
          <a:noFill/>
          <a:ln w="57150" cap="flat" cmpd="thickThin">
            <a:solidFill>
              <a:srgbClr val="000080"/>
            </a:solidFill>
            <a:prstDash val="solid"/>
            <a:miter/>
            <a:headEnd type="none" w="sm" len="sm"/>
            <a:tailEnd type="none" w="sm" len="sm"/>
          </a:ln>
        </p:spPr>
      </p:pic>
      <p:pic>
        <p:nvPicPr>
          <p:cNvPr id="59397" name="Picture 5"/>
          <p:cNvPicPr>
            <a:picLocks noChangeAspect="1"/>
          </p:cNvPicPr>
          <p:nvPr/>
        </p:nvPicPr>
        <p:blipFill>
          <a:blip r:embed="rId2"/>
          <a:stretch>
            <a:fillRect/>
          </a:stretch>
        </p:blipFill>
        <p:spPr>
          <a:xfrm>
            <a:off x="5738813" y="3644900"/>
            <a:ext cx="4953000" cy="2773363"/>
          </a:xfrm>
          <a:prstGeom prst="rect">
            <a:avLst/>
          </a:prstGeom>
          <a:noFill/>
          <a:ln w="57150" cap="flat" cmpd="thickThin">
            <a:solidFill>
              <a:srgbClr val="000080"/>
            </a:solidFill>
            <a:prstDash val="solid"/>
            <a:miter/>
            <a:headEnd type="none" w="sm" len="sm"/>
            <a:tailEnd type="none" w="sm" len="sm"/>
          </a:ln>
        </p:spPr>
      </p:pic>
      <p:sp>
        <p:nvSpPr>
          <p:cNvPr id="104455" name="Line 7"/>
          <p:cNvSpPr/>
          <p:nvPr/>
        </p:nvSpPr>
        <p:spPr>
          <a:xfrm flipH="1" flipV="1">
            <a:off x="5387975" y="2181225"/>
            <a:ext cx="1249363" cy="671513"/>
          </a:xfrm>
          <a:prstGeom prst="line">
            <a:avLst/>
          </a:prstGeom>
          <a:ln w="38100" cap="flat" cmpd="sng">
            <a:solidFill>
              <a:srgbClr val="339966"/>
            </a:solidFill>
            <a:prstDash val="solid"/>
            <a:miter/>
            <a:headEnd type="none" w="med" len="med"/>
            <a:tailEnd type="triangle" w="med" len="med"/>
          </a:ln>
        </p:spPr>
      </p:sp>
      <p:sp>
        <p:nvSpPr>
          <p:cNvPr id="104456" name="Text Box 8"/>
          <p:cNvSpPr txBox="1"/>
          <p:nvPr/>
        </p:nvSpPr>
        <p:spPr>
          <a:xfrm>
            <a:off x="6672263" y="1989138"/>
            <a:ext cx="3455987" cy="1363662"/>
          </a:xfrm>
          <a:prstGeom prst="rect">
            <a:avLst/>
          </a:prstGeom>
          <a:solidFill>
            <a:srgbClr val="FFFFCC"/>
          </a:solidFill>
          <a:ln w="38100" cap="flat" cmpd="sng">
            <a:solidFill>
              <a:srgbClr val="339966"/>
            </a:solidFill>
            <a:prstDash val="solid"/>
            <a:miter/>
            <a:headEnd type="none" w="med" len="med"/>
            <a:tailEnd type="none" w="med" len="med"/>
          </a:ln>
        </p:spPr>
        <p:txBody>
          <a:bodyPr>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120000"/>
              </a:lnSpc>
              <a:spcBef>
                <a:spcPct val="30000"/>
              </a:spcBef>
              <a:spcAft>
                <a:spcPts val="600"/>
              </a:spcAft>
              <a:buSzPct val="80000"/>
              <a:buNone/>
            </a:pPr>
            <a:r>
              <a:rPr lang="zh-CN" altLang="zh-CN" sz="2400" dirty="0">
                <a:solidFill>
                  <a:srgbClr val="000066"/>
                </a:solidFill>
                <a:latin typeface="黑体" panose="02010609060101010101" pitchFamily="49" charset="-122"/>
              </a:rPr>
              <a:t>被调函数的形参声明为数组类型，用下标法访问数组元素</a:t>
            </a:r>
            <a:endParaRPr lang="en-US" altLang="zh-CN" sz="2400" dirty="0">
              <a:solidFill>
                <a:srgbClr val="000066"/>
              </a:solidFill>
              <a:latin typeface="黑体" panose="02010609060101010101" pitchFamily="49" charset="-122"/>
            </a:endParaRPr>
          </a:p>
        </p:txBody>
      </p:sp>
      <p:sp>
        <p:nvSpPr>
          <p:cNvPr id="104458" name="Oval 10"/>
          <p:cNvSpPr>
            <a:spLocks noChangeArrowheads="1"/>
          </p:cNvSpPr>
          <p:nvPr/>
        </p:nvSpPr>
        <p:spPr bwMode="auto">
          <a:xfrm>
            <a:off x="4140200" y="1916113"/>
            <a:ext cx="1247775" cy="433388"/>
          </a:xfrm>
          <a:prstGeom prst="ellipse">
            <a:avLst/>
          </a:prstGeom>
          <a:noFill/>
          <a:ln w="38100">
            <a:solidFill>
              <a:srgbClr val="008000"/>
            </a:solidFill>
            <a:round/>
            <a:headEnd type="none" w="sm" len="sm"/>
            <a:tailEnd type="none" w="sm" len="sm"/>
          </a:ln>
          <a:effectLst/>
        </p:spPr>
        <p:txBody>
          <a:bodyPr wrap="none" anchor="ct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104459" name="Oval 11"/>
          <p:cNvSpPr>
            <a:spLocks noChangeArrowheads="1"/>
          </p:cNvSpPr>
          <p:nvPr/>
        </p:nvSpPr>
        <p:spPr bwMode="auto">
          <a:xfrm>
            <a:off x="8559800" y="3500438"/>
            <a:ext cx="1249363" cy="433388"/>
          </a:xfrm>
          <a:prstGeom prst="ellipse">
            <a:avLst/>
          </a:prstGeom>
          <a:noFill/>
          <a:ln w="38100">
            <a:solidFill>
              <a:srgbClr val="008000"/>
            </a:solidFill>
            <a:round/>
            <a:headEnd type="none" w="sm" len="sm"/>
            <a:tailEnd type="none" w="sm" len="sm"/>
          </a:ln>
          <a:effectLst/>
        </p:spPr>
        <p:txBody>
          <a:bodyPr wrap="none" anchor="ct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104460" name="Line 12"/>
          <p:cNvSpPr/>
          <p:nvPr/>
        </p:nvSpPr>
        <p:spPr>
          <a:xfrm>
            <a:off x="7967663" y="3465513"/>
            <a:ext cx="623887" cy="179387"/>
          </a:xfrm>
          <a:prstGeom prst="line">
            <a:avLst/>
          </a:prstGeom>
          <a:ln w="38100" cap="flat" cmpd="sng">
            <a:solidFill>
              <a:srgbClr val="339966"/>
            </a:solidFill>
            <a:prstDash val="solid"/>
            <a:miter/>
            <a:headEnd type="none" w="med" len="med"/>
            <a:tailEnd type="triangle" w="med" len="med"/>
          </a:ln>
        </p:spPr>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04458"/>
                                        </p:tgtEl>
                                        <p:attrNameLst>
                                          <p:attrName>style.visibility</p:attrName>
                                        </p:attrNameLst>
                                      </p:cBhvr>
                                      <p:to>
                                        <p:strVal val="visible"/>
                                      </p:to>
                                    </p:set>
                                    <p:anim calcmode="lin" valueType="num">
                                      <p:cBhvr>
                                        <p:cTn id="7" dur="500" fill="hold"/>
                                        <p:tgtEl>
                                          <p:spTgt spid="104458"/>
                                        </p:tgtEl>
                                        <p:attrNameLst>
                                          <p:attrName>ppt_w</p:attrName>
                                        </p:attrNameLst>
                                      </p:cBhvr>
                                      <p:tavLst>
                                        <p:tav tm="0">
                                          <p:val>
                                            <p:fltVal val="0"/>
                                          </p:val>
                                        </p:tav>
                                        <p:tav tm="100000">
                                          <p:val>
                                            <p:strVal val="#ppt_w"/>
                                          </p:val>
                                        </p:tav>
                                      </p:tavLst>
                                    </p:anim>
                                    <p:anim calcmode="lin" valueType="num">
                                      <p:cBhvr>
                                        <p:cTn id="8" dur="500" fill="hold"/>
                                        <p:tgtEl>
                                          <p:spTgt spid="104458"/>
                                        </p:tgtEl>
                                        <p:attrNameLst>
                                          <p:attrName>ppt_h</p:attrName>
                                        </p:attrNameLst>
                                      </p:cBhvr>
                                      <p:tavLst>
                                        <p:tav tm="0">
                                          <p:val>
                                            <p:fltVal val="0"/>
                                          </p:val>
                                        </p:tav>
                                        <p:tav tm="100000">
                                          <p:val>
                                            <p:strVal val="#ppt_h"/>
                                          </p:val>
                                        </p:tav>
                                      </p:tavLst>
                                    </p:anim>
                                    <p:animEffect transition="in" filter="fade">
                                      <p:cBhvr>
                                        <p:cTn id="9" dur="500"/>
                                        <p:tgtEl>
                                          <p:spTgt spid="104458"/>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104459"/>
                                        </p:tgtEl>
                                        <p:attrNameLst>
                                          <p:attrName>style.visibility</p:attrName>
                                        </p:attrNameLst>
                                      </p:cBhvr>
                                      <p:to>
                                        <p:strVal val="visible"/>
                                      </p:to>
                                    </p:set>
                                    <p:anim calcmode="lin" valueType="num">
                                      <p:cBhvr>
                                        <p:cTn id="12" dur="500" fill="hold"/>
                                        <p:tgtEl>
                                          <p:spTgt spid="104459"/>
                                        </p:tgtEl>
                                        <p:attrNameLst>
                                          <p:attrName>ppt_w</p:attrName>
                                        </p:attrNameLst>
                                      </p:cBhvr>
                                      <p:tavLst>
                                        <p:tav tm="0">
                                          <p:val>
                                            <p:fltVal val="0"/>
                                          </p:val>
                                        </p:tav>
                                        <p:tav tm="100000">
                                          <p:val>
                                            <p:strVal val="#ppt_w"/>
                                          </p:val>
                                        </p:tav>
                                      </p:tavLst>
                                    </p:anim>
                                    <p:anim calcmode="lin" valueType="num">
                                      <p:cBhvr>
                                        <p:cTn id="13" dur="500" fill="hold"/>
                                        <p:tgtEl>
                                          <p:spTgt spid="104459"/>
                                        </p:tgtEl>
                                        <p:attrNameLst>
                                          <p:attrName>ppt_h</p:attrName>
                                        </p:attrNameLst>
                                      </p:cBhvr>
                                      <p:tavLst>
                                        <p:tav tm="0">
                                          <p:val>
                                            <p:fltVal val="0"/>
                                          </p:val>
                                        </p:tav>
                                        <p:tav tm="100000">
                                          <p:val>
                                            <p:strVal val="#ppt_h"/>
                                          </p:val>
                                        </p:tav>
                                      </p:tavLst>
                                    </p:anim>
                                    <p:animEffect transition="in" filter="fade">
                                      <p:cBhvr>
                                        <p:cTn id="14" dur="500"/>
                                        <p:tgtEl>
                                          <p:spTgt spid="104459"/>
                                        </p:tgtEl>
                                      </p:cBhvr>
                                    </p:animEffect>
                                  </p:childTnLst>
                                </p:cTn>
                              </p:par>
                              <p:par>
                                <p:cTn id="15" presetID="22" presetClass="entr" presetSubtype="4" fill="hold" nodeType="withEffect">
                                  <p:stCondLst>
                                    <p:cond delay="0"/>
                                  </p:stCondLst>
                                  <p:childTnLst>
                                    <p:set>
                                      <p:cBhvr>
                                        <p:cTn id="16" dur="1" fill="hold">
                                          <p:stCondLst>
                                            <p:cond delay="0"/>
                                          </p:stCondLst>
                                        </p:cTn>
                                        <p:tgtEl>
                                          <p:spTgt spid="104455"/>
                                        </p:tgtEl>
                                        <p:attrNameLst>
                                          <p:attrName>style.visibility</p:attrName>
                                        </p:attrNameLst>
                                      </p:cBhvr>
                                      <p:to>
                                        <p:strVal val="visible"/>
                                      </p:to>
                                    </p:set>
                                    <p:animEffect transition="in" filter="wipe(down)">
                                      <p:cBhvr>
                                        <p:cTn id="17" dur="500"/>
                                        <p:tgtEl>
                                          <p:spTgt spid="104455"/>
                                        </p:tgtEl>
                                      </p:cBhvr>
                                    </p:animEffect>
                                  </p:childTnLst>
                                </p:cTn>
                              </p:par>
                            </p:childTnLst>
                          </p:cTn>
                        </p:par>
                        <p:par>
                          <p:cTn id="18" fill="hold">
                            <p:stCondLst>
                              <p:cond delay="500"/>
                            </p:stCondLst>
                            <p:childTnLst>
                              <p:par>
                                <p:cTn id="19" presetID="22" presetClass="entr" presetSubtype="1" fill="hold" nodeType="afterEffect">
                                  <p:stCondLst>
                                    <p:cond delay="0"/>
                                  </p:stCondLst>
                                  <p:childTnLst>
                                    <p:set>
                                      <p:cBhvr>
                                        <p:cTn id="20" dur="1" fill="hold">
                                          <p:stCondLst>
                                            <p:cond delay="0"/>
                                          </p:stCondLst>
                                        </p:cTn>
                                        <p:tgtEl>
                                          <p:spTgt spid="104460"/>
                                        </p:tgtEl>
                                        <p:attrNameLst>
                                          <p:attrName>style.visibility</p:attrName>
                                        </p:attrNameLst>
                                      </p:cBhvr>
                                      <p:to>
                                        <p:strVal val="visible"/>
                                      </p:to>
                                    </p:set>
                                    <p:animEffect transition="in" filter="wipe(up)">
                                      <p:cBhvr>
                                        <p:cTn id="21" dur="500"/>
                                        <p:tgtEl>
                                          <p:spTgt spid="104460"/>
                                        </p:tgtEl>
                                      </p:cBhvr>
                                    </p:animEffect>
                                  </p:childTnLst>
                                </p:cTn>
                              </p:par>
                            </p:childTnLst>
                          </p:cTn>
                        </p:par>
                        <p:par>
                          <p:cTn id="22" fill="hold">
                            <p:stCondLst>
                              <p:cond delay="1000"/>
                            </p:stCondLst>
                            <p:childTnLst>
                              <p:par>
                                <p:cTn id="23" presetID="4" presetClass="entr" presetSubtype="16" fill="hold" grpId="0" nodeType="afterEffect">
                                  <p:stCondLst>
                                    <p:cond delay="0"/>
                                  </p:stCondLst>
                                  <p:childTnLst>
                                    <p:set>
                                      <p:cBhvr>
                                        <p:cTn id="24" dur="1" fill="hold">
                                          <p:stCondLst>
                                            <p:cond delay="0"/>
                                          </p:stCondLst>
                                        </p:cTn>
                                        <p:tgtEl>
                                          <p:spTgt spid="104456"/>
                                        </p:tgtEl>
                                        <p:attrNameLst>
                                          <p:attrName>style.visibility</p:attrName>
                                        </p:attrNameLst>
                                      </p:cBhvr>
                                      <p:to>
                                        <p:strVal val="visible"/>
                                      </p:to>
                                    </p:set>
                                    <p:animEffect transition="in" filter="box(in)">
                                      <p:cBhvr>
                                        <p:cTn id="25" dur="500"/>
                                        <p:tgtEl>
                                          <p:spTgt spid="1044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456" grpId="0" animBg="1"/>
      <p:bldP spid="104458" grpId="0" animBg="1"/>
      <p:bldP spid="104459" grpId="0" animBg="1"/>
    </p:bldLst>
  </p:timing>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0418" name="Rectangle 2"/>
          <p:cNvSpPr>
            <a:spLocks noGrp="1"/>
          </p:cNvSpPr>
          <p:nvPr>
            <p:ph type="title"/>
          </p:nvPr>
        </p:nvSpPr>
        <p:spPr>
          <a:xfrm>
            <a:off x="1631950" y="257175"/>
            <a:ext cx="8915400" cy="936625"/>
          </a:xfrm>
        </p:spPr>
        <p:txBody>
          <a:bodyPr vert="horz" wrap="square" lIns="91440" tIns="45720" rIns="91440" bIns="45720" anchor="ctr" anchorCtr="0"/>
          <a:lstStyle/>
          <a:p>
            <a:r>
              <a:rPr lang="en-US" altLang="zh-CN" kern="1200" dirty="0">
                <a:latin typeface="Arial" panose="020B0604020202090204" pitchFamily="34" charset="0"/>
                <a:ea typeface="黑体" panose="02010609060101010101" pitchFamily="49" charset="-122"/>
                <a:cs typeface="Arial" panose="020B0604020202090204" pitchFamily="34" charset="0"/>
              </a:rPr>
              <a:t>3.2.4 </a:t>
            </a:r>
            <a:r>
              <a:rPr lang="zh-CN" altLang="en-US" kern="1200" dirty="0">
                <a:latin typeface="Arial" panose="020B0604020202090204" pitchFamily="34" charset="0"/>
                <a:ea typeface="黑体" panose="02010609060101010101" pitchFamily="49" charset="-122"/>
                <a:cs typeface="Arial" panose="020B0604020202090204" pitchFamily="34" charset="0"/>
              </a:rPr>
              <a:t>指针和一维数组间的关系</a:t>
            </a:r>
            <a:endParaRPr lang="zh-CN" altLang="en-US" kern="1200" dirty="0">
              <a:latin typeface="Arial" panose="020B0604020202090204" pitchFamily="34" charset="0"/>
              <a:ea typeface="黑体" panose="02010609060101010101" pitchFamily="49" charset="-122"/>
              <a:cs typeface="Arial" panose="020B0604020202090204" pitchFamily="34" charset="0"/>
            </a:endParaRPr>
          </a:p>
        </p:txBody>
      </p:sp>
      <p:sp>
        <p:nvSpPr>
          <p:cNvPr id="60419" name="Rectangle 3"/>
          <p:cNvSpPr>
            <a:spLocks noGrp="1"/>
          </p:cNvSpPr>
          <p:nvPr>
            <p:ph idx="1"/>
          </p:nvPr>
        </p:nvSpPr>
        <p:spPr>
          <a:xfrm>
            <a:off x="1416050" y="1341438"/>
            <a:ext cx="8420100" cy="992187"/>
          </a:xfrm>
        </p:spPr>
        <p:txBody>
          <a:bodyPr vert="horz" wrap="square" lIns="91440" tIns="45720" rIns="91440" bIns="45720" anchor="t" anchorCtr="0"/>
          <a:lstStyle/>
          <a:p>
            <a:pPr>
              <a:buSzPct val="50000"/>
              <a:buFont typeface="Monotype Sorts"/>
              <a:buNone/>
            </a:pPr>
            <a:r>
              <a:rPr lang="en-US" altLang="zh-CN" kern="1200" dirty="0">
                <a:latin typeface="Arial" panose="020B0604020202090204" pitchFamily="34" charset="0"/>
                <a:ea typeface="黑体" panose="02010609060101010101" pitchFamily="49" charset="-122"/>
                <a:cs typeface="Arial" panose="020B0604020202090204" pitchFamily="34" charset="0"/>
              </a:rPr>
              <a:t>【</a:t>
            </a:r>
            <a:r>
              <a:rPr lang="zh-CN" altLang="en-US" kern="1200" dirty="0">
                <a:latin typeface="Arial" panose="020B0604020202090204" pitchFamily="34" charset="0"/>
                <a:ea typeface="黑体" panose="02010609060101010101" pitchFamily="49" charset="-122"/>
                <a:cs typeface="Arial" panose="020B0604020202090204" pitchFamily="34" charset="0"/>
              </a:rPr>
              <a:t>例</a:t>
            </a:r>
            <a:r>
              <a:rPr lang="en-US" altLang="zh-CN" kern="1200" dirty="0">
                <a:latin typeface="Arial" panose="020B0604020202090204" pitchFamily="34" charset="0"/>
                <a:ea typeface="黑体" panose="02010609060101010101" pitchFamily="49" charset="-122"/>
                <a:cs typeface="Arial" panose="020B0604020202090204" pitchFamily="34" charset="0"/>
              </a:rPr>
              <a:t>】</a:t>
            </a:r>
            <a:r>
              <a:rPr lang="zh-CN" altLang="en-US" kern="1200" dirty="0">
                <a:latin typeface="Arial" panose="020B0604020202090204" pitchFamily="34" charset="0"/>
                <a:ea typeface="黑体" panose="02010609060101010101" pitchFamily="49" charset="-122"/>
                <a:cs typeface="Arial" panose="020B0604020202090204" pitchFamily="34" charset="0"/>
              </a:rPr>
              <a:t>演示数组和指针变量作函数参数 </a:t>
            </a:r>
            <a:endParaRPr lang="zh-CN" altLang="en-US" kern="1200" dirty="0">
              <a:latin typeface="Arial" panose="020B0604020202090204" pitchFamily="34" charset="0"/>
              <a:ea typeface="Arial" panose="020B0604020202090204" pitchFamily="34" charset="0"/>
              <a:cs typeface="+mn-cs"/>
            </a:endParaRPr>
          </a:p>
        </p:txBody>
      </p:sp>
      <p:pic>
        <p:nvPicPr>
          <p:cNvPr id="60420" name="Picture 4"/>
          <p:cNvPicPr>
            <a:picLocks noChangeAspect="1"/>
          </p:cNvPicPr>
          <p:nvPr/>
        </p:nvPicPr>
        <p:blipFill>
          <a:blip r:embed="rId1"/>
          <a:stretch>
            <a:fillRect/>
          </a:stretch>
        </p:blipFill>
        <p:spPr>
          <a:xfrm>
            <a:off x="1487488" y="2159000"/>
            <a:ext cx="4916487" cy="2476500"/>
          </a:xfrm>
          <a:prstGeom prst="rect">
            <a:avLst/>
          </a:prstGeom>
          <a:noFill/>
          <a:ln w="57150" cap="flat" cmpd="thickThin">
            <a:solidFill>
              <a:srgbClr val="000080"/>
            </a:solidFill>
            <a:prstDash val="solid"/>
            <a:miter/>
            <a:headEnd type="none" w="sm" len="sm"/>
            <a:tailEnd type="none" w="sm" len="sm"/>
          </a:ln>
        </p:spPr>
      </p:pic>
      <p:pic>
        <p:nvPicPr>
          <p:cNvPr id="60421" name="Picture 5"/>
          <p:cNvPicPr>
            <a:picLocks noChangeAspect="1"/>
          </p:cNvPicPr>
          <p:nvPr/>
        </p:nvPicPr>
        <p:blipFill>
          <a:blip r:embed="rId2"/>
          <a:stretch>
            <a:fillRect/>
          </a:stretch>
        </p:blipFill>
        <p:spPr>
          <a:xfrm>
            <a:off x="5713413" y="3602038"/>
            <a:ext cx="4954587" cy="2771775"/>
          </a:xfrm>
          <a:prstGeom prst="rect">
            <a:avLst/>
          </a:prstGeom>
          <a:noFill/>
          <a:ln w="57150" cap="flat" cmpd="thickThin">
            <a:solidFill>
              <a:srgbClr val="000080"/>
            </a:solidFill>
            <a:prstDash val="solid"/>
            <a:miter/>
            <a:headEnd type="none" w="sm" len="sm"/>
            <a:tailEnd type="none" w="sm" len="sm"/>
          </a:ln>
        </p:spPr>
      </p:pic>
      <p:sp>
        <p:nvSpPr>
          <p:cNvPr id="105478" name="Line 6"/>
          <p:cNvSpPr/>
          <p:nvPr/>
        </p:nvSpPr>
        <p:spPr>
          <a:xfrm flipH="1" flipV="1">
            <a:off x="5387975" y="2325688"/>
            <a:ext cx="1249363" cy="671512"/>
          </a:xfrm>
          <a:prstGeom prst="line">
            <a:avLst/>
          </a:prstGeom>
          <a:ln w="38100" cap="flat" cmpd="sng">
            <a:solidFill>
              <a:srgbClr val="339966"/>
            </a:solidFill>
            <a:prstDash val="solid"/>
            <a:miter/>
            <a:headEnd type="none" w="med" len="med"/>
            <a:tailEnd type="triangle" w="med" len="med"/>
          </a:ln>
        </p:spPr>
      </p:sp>
      <p:sp>
        <p:nvSpPr>
          <p:cNvPr id="105479" name="Text Box 7"/>
          <p:cNvSpPr txBox="1"/>
          <p:nvPr/>
        </p:nvSpPr>
        <p:spPr>
          <a:xfrm>
            <a:off x="6672263" y="2060575"/>
            <a:ext cx="3455987" cy="1363663"/>
          </a:xfrm>
          <a:prstGeom prst="rect">
            <a:avLst/>
          </a:prstGeom>
          <a:solidFill>
            <a:srgbClr val="FFFFCC"/>
          </a:solidFill>
          <a:ln w="38100" cap="flat" cmpd="sng">
            <a:solidFill>
              <a:srgbClr val="339966"/>
            </a:solidFill>
            <a:prstDash val="solid"/>
            <a:miter/>
            <a:headEnd type="none" w="med" len="med"/>
            <a:tailEnd type="none" w="med" len="med"/>
          </a:ln>
        </p:spPr>
        <p:txBody>
          <a:bodyPr>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120000"/>
              </a:lnSpc>
              <a:spcBef>
                <a:spcPct val="30000"/>
              </a:spcBef>
              <a:spcAft>
                <a:spcPts val="600"/>
              </a:spcAft>
              <a:buSzPct val="80000"/>
              <a:buNone/>
            </a:pPr>
            <a:r>
              <a:rPr lang="zh-CN" altLang="zh-CN" sz="2400" dirty="0">
                <a:solidFill>
                  <a:srgbClr val="000066"/>
                </a:solidFill>
                <a:latin typeface="黑体" panose="02010609060101010101" pitchFamily="49" charset="-122"/>
              </a:rPr>
              <a:t>被调函数的形参声明为指针</a:t>
            </a:r>
            <a:r>
              <a:rPr lang="zh-CN" altLang="en-US" sz="2400" dirty="0">
                <a:solidFill>
                  <a:srgbClr val="000066"/>
                </a:solidFill>
                <a:latin typeface="黑体" panose="02010609060101010101" pitchFamily="49" charset="-122"/>
              </a:rPr>
              <a:t>类型</a:t>
            </a:r>
            <a:r>
              <a:rPr lang="zh-CN" altLang="zh-CN" sz="2400" dirty="0">
                <a:solidFill>
                  <a:srgbClr val="000066"/>
                </a:solidFill>
                <a:latin typeface="黑体" panose="02010609060101010101" pitchFamily="49" charset="-122"/>
              </a:rPr>
              <a:t>，用指针法访问数组元素</a:t>
            </a:r>
            <a:endParaRPr lang="en-US" altLang="zh-CN" sz="2400" dirty="0">
              <a:solidFill>
                <a:srgbClr val="000066"/>
              </a:solidFill>
              <a:latin typeface="黑体" panose="02010609060101010101" pitchFamily="49" charset="-122"/>
            </a:endParaRPr>
          </a:p>
        </p:txBody>
      </p:sp>
      <p:sp>
        <p:nvSpPr>
          <p:cNvPr id="105480" name="Oval 8"/>
          <p:cNvSpPr>
            <a:spLocks noChangeArrowheads="1"/>
          </p:cNvSpPr>
          <p:nvPr/>
        </p:nvSpPr>
        <p:spPr bwMode="auto">
          <a:xfrm>
            <a:off x="4244975" y="2060575"/>
            <a:ext cx="1171575" cy="433388"/>
          </a:xfrm>
          <a:prstGeom prst="ellipse">
            <a:avLst/>
          </a:prstGeom>
          <a:noFill/>
          <a:ln w="38100">
            <a:solidFill>
              <a:srgbClr val="008000"/>
            </a:solidFill>
            <a:round/>
            <a:headEnd type="none" w="sm" len="sm"/>
            <a:tailEnd type="none" w="sm" len="sm"/>
          </a:ln>
          <a:effectLst/>
        </p:spPr>
        <p:txBody>
          <a:bodyPr wrap="none" anchor="ct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105481" name="Oval 9"/>
          <p:cNvSpPr>
            <a:spLocks noChangeArrowheads="1"/>
          </p:cNvSpPr>
          <p:nvPr/>
        </p:nvSpPr>
        <p:spPr bwMode="auto">
          <a:xfrm>
            <a:off x="8520113" y="3552825"/>
            <a:ext cx="1249363" cy="433388"/>
          </a:xfrm>
          <a:prstGeom prst="ellipse">
            <a:avLst/>
          </a:prstGeom>
          <a:noFill/>
          <a:ln w="38100">
            <a:solidFill>
              <a:srgbClr val="008000"/>
            </a:solidFill>
            <a:round/>
            <a:headEnd type="none" w="sm" len="sm"/>
            <a:tailEnd type="none" w="sm" len="sm"/>
          </a:ln>
          <a:effectLst/>
        </p:spPr>
        <p:txBody>
          <a:bodyPr wrap="none" anchor="ct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105482" name="Line 10"/>
          <p:cNvSpPr/>
          <p:nvPr/>
        </p:nvSpPr>
        <p:spPr>
          <a:xfrm>
            <a:off x="7943850" y="3500438"/>
            <a:ext cx="623888" cy="179387"/>
          </a:xfrm>
          <a:prstGeom prst="line">
            <a:avLst/>
          </a:prstGeom>
          <a:ln w="38100" cap="flat" cmpd="sng">
            <a:solidFill>
              <a:srgbClr val="339966"/>
            </a:solidFill>
            <a:prstDash val="solid"/>
            <a:miter/>
            <a:headEnd type="none" w="med" len="med"/>
            <a:tailEnd type="triangle" w="med" len="med"/>
          </a:ln>
        </p:spPr>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05480"/>
                                        </p:tgtEl>
                                        <p:attrNameLst>
                                          <p:attrName>style.visibility</p:attrName>
                                        </p:attrNameLst>
                                      </p:cBhvr>
                                      <p:to>
                                        <p:strVal val="visible"/>
                                      </p:to>
                                    </p:set>
                                    <p:anim calcmode="lin" valueType="num">
                                      <p:cBhvr>
                                        <p:cTn id="7" dur="500" fill="hold"/>
                                        <p:tgtEl>
                                          <p:spTgt spid="105480"/>
                                        </p:tgtEl>
                                        <p:attrNameLst>
                                          <p:attrName>ppt_w</p:attrName>
                                        </p:attrNameLst>
                                      </p:cBhvr>
                                      <p:tavLst>
                                        <p:tav tm="0">
                                          <p:val>
                                            <p:fltVal val="0"/>
                                          </p:val>
                                        </p:tav>
                                        <p:tav tm="100000">
                                          <p:val>
                                            <p:strVal val="#ppt_w"/>
                                          </p:val>
                                        </p:tav>
                                      </p:tavLst>
                                    </p:anim>
                                    <p:anim calcmode="lin" valueType="num">
                                      <p:cBhvr>
                                        <p:cTn id="8" dur="500" fill="hold"/>
                                        <p:tgtEl>
                                          <p:spTgt spid="105480"/>
                                        </p:tgtEl>
                                        <p:attrNameLst>
                                          <p:attrName>ppt_h</p:attrName>
                                        </p:attrNameLst>
                                      </p:cBhvr>
                                      <p:tavLst>
                                        <p:tav tm="0">
                                          <p:val>
                                            <p:fltVal val="0"/>
                                          </p:val>
                                        </p:tav>
                                        <p:tav tm="100000">
                                          <p:val>
                                            <p:strVal val="#ppt_h"/>
                                          </p:val>
                                        </p:tav>
                                      </p:tavLst>
                                    </p:anim>
                                    <p:animEffect transition="in" filter="fade">
                                      <p:cBhvr>
                                        <p:cTn id="9" dur="500"/>
                                        <p:tgtEl>
                                          <p:spTgt spid="105480"/>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105481"/>
                                        </p:tgtEl>
                                        <p:attrNameLst>
                                          <p:attrName>style.visibility</p:attrName>
                                        </p:attrNameLst>
                                      </p:cBhvr>
                                      <p:to>
                                        <p:strVal val="visible"/>
                                      </p:to>
                                    </p:set>
                                    <p:anim calcmode="lin" valueType="num">
                                      <p:cBhvr>
                                        <p:cTn id="12" dur="500" fill="hold"/>
                                        <p:tgtEl>
                                          <p:spTgt spid="105481"/>
                                        </p:tgtEl>
                                        <p:attrNameLst>
                                          <p:attrName>ppt_w</p:attrName>
                                        </p:attrNameLst>
                                      </p:cBhvr>
                                      <p:tavLst>
                                        <p:tav tm="0">
                                          <p:val>
                                            <p:fltVal val="0"/>
                                          </p:val>
                                        </p:tav>
                                        <p:tav tm="100000">
                                          <p:val>
                                            <p:strVal val="#ppt_w"/>
                                          </p:val>
                                        </p:tav>
                                      </p:tavLst>
                                    </p:anim>
                                    <p:anim calcmode="lin" valueType="num">
                                      <p:cBhvr>
                                        <p:cTn id="13" dur="500" fill="hold"/>
                                        <p:tgtEl>
                                          <p:spTgt spid="105481"/>
                                        </p:tgtEl>
                                        <p:attrNameLst>
                                          <p:attrName>ppt_h</p:attrName>
                                        </p:attrNameLst>
                                      </p:cBhvr>
                                      <p:tavLst>
                                        <p:tav tm="0">
                                          <p:val>
                                            <p:fltVal val="0"/>
                                          </p:val>
                                        </p:tav>
                                        <p:tav tm="100000">
                                          <p:val>
                                            <p:strVal val="#ppt_h"/>
                                          </p:val>
                                        </p:tav>
                                      </p:tavLst>
                                    </p:anim>
                                    <p:animEffect transition="in" filter="fade">
                                      <p:cBhvr>
                                        <p:cTn id="14" dur="500"/>
                                        <p:tgtEl>
                                          <p:spTgt spid="105481"/>
                                        </p:tgtEl>
                                      </p:cBhvr>
                                    </p:animEffect>
                                  </p:childTnLst>
                                </p:cTn>
                              </p:par>
                              <p:par>
                                <p:cTn id="15" presetID="22" presetClass="entr" presetSubtype="4" fill="hold" nodeType="withEffect">
                                  <p:stCondLst>
                                    <p:cond delay="0"/>
                                  </p:stCondLst>
                                  <p:childTnLst>
                                    <p:set>
                                      <p:cBhvr>
                                        <p:cTn id="16" dur="1" fill="hold">
                                          <p:stCondLst>
                                            <p:cond delay="0"/>
                                          </p:stCondLst>
                                        </p:cTn>
                                        <p:tgtEl>
                                          <p:spTgt spid="105478"/>
                                        </p:tgtEl>
                                        <p:attrNameLst>
                                          <p:attrName>style.visibility</p:attrName>
                                        </p:attrNameLst>
                                      </p:cBhvr>
                                      <p:to>
                                        <p:strVal val="visible"/>
                                      </p:to>
                                    </p:set>
                                    <p:animEffect transition="in" filter="wipe(down)">
                                      <p:cBhvr>
                                        <p:cTn id="17" dur="500"/>
                                        <p:tgtEl>
                                          <p:spTgt spid="105478"/>
                                        </p:tgtEl>
                                      </p:cBhvr>
                                    </p:animEffect>
                                  </p:childTnLst>
                                </p:cTn>
                              </p:par>
                            </p:childTnLst>
                          </p:cTn>
                        </p:par>
                        <p:par>
                          <p:cTn id="18" fill="hold">
                            <p:stCondLst>
                              <p:cond delay="500"/>
                            </p:stCondLst>
                            <p:childTnLst>
                              <p:par>
                                <p:cTn id="19" presetID="22" presetClass="entr" presetSubtype="1" fill="hold" nodeType="afterEffect">
                                  <p:stCondLst>
                                    <p:cond delay="0"/>
                                  </p:stCondLst>
                                  <p:childTnLst>
                                    <p:set>
                                      <p:cBhvr>
                                        <p:cTn id="20" dur="1" fill="hold">
                                          <p:stCondLst>
                                            <p:cond delay="0"/>
                                          </p:stCondLst>
                                        </p:cTn>
                                        <p:tgtEl>
                                          <p:spTgt spid="105482"/>
                                        </p:tgtEl>
                                        <p:attrNameLst>
                                          <p:attrName>style.visibility</p:attrName>
                                        </p:attrNameLst>
                                      </p:cBhvr>
                                      <p:to>
                                        <p:strVal val="visible"/>
                                      </p:to>
                                    </p:set>
                                    <p:animEffect transition="in" filter="wipe(up)">
                                      <p:cBhvr>
                                        <p:cTn id="21" dur="500"/>
                                        <p:tgtEl>
                                          <p:spTgt spid="105482"/>
                                        </p:tgtEl>
                                      </p:cBhvr>
                                    </p:animEffect>
                                  </p:childTnLst>
                                </p:cTn>
                              </p:par>
                            </p:childTnLst>
                          </p:cTn>
                        </p:par>
                        <p:par>
                          <p:cTn id="22" fill="hold">
                            <p:stCondLst>
                              <p:cond delay="1000"/>
                            </p:stCondLst>
                            <p:childTnLst>
                              <p:par>
                                <p:cTn id="23" presetID="4" presetClass="entr" presetSubtype="16" fill="hold" grpId="0" nodeType="afterEffect">
                                  <p:stCondLst>
                                    <p:cond delay="0"/>
                                  </p:stCondLst>
                                  <p:childTnLst>
                                    <p:set>
                                      <p:cBhvr>
                                        <p:cTn id="24" dur="1" fill="hold">
                                          <p:stCondLst>
                                            <p:cond delay="0"/>
                                          </p:stCondLst>
                                        </p:cTn>
                                        <p:tgtEl>
                                          <p:spTgt spid="105479"/>
                                        </p:tgtEl>
                                        <p:attrNameLst>
                                          <p:attrName>style.visibility</p:attrName>
                                        </p:attrNameLst>
                                      </p:cBhvr>
                                      <p:to>
                                        <p:strVal val="visible"/>
                                      </p:to>
                                    </p:set>
                                    <p:animEffect transition="in" filter="box(in)">
                                      <p:cBhvr>
                                        <p:cTn id="25" dur="500"/>
                                        <p:tgtEl>
                                          <p:spTgt spid="1054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5479" grpId="0" animBg="1"/>
      <p:bldP spid="105480" grpId="0" animBg="1"/>
      <p:bldP spid="105481" grpId="0" animBg="1"/>
    </p:bldLst>
  </p:timing>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61442" name="Picture 4"/>
          <p:cNvPicPr>
            <a:picLocks noChangeAspect="1"/>
          </p:cNvPicPr>
          <p:nvPr/>
        </p:nvPicPr>
        <p:blipFill>
          <a:blip r:embed="rId1"/>
          <a:stretch>
            <a:fillRect/>
          </a:stretch>
        </p:blipFill>
        <p:spPr>
          <a:xfrm>
            <a:off x="1487488" y="1982788"/>
            <a:ext cx="5262562" cy="2886075"/>
          </a:xfrm>
          <a:prstGeom prst="rect">
            <a:avLst/>
          </a:prstGeom>
          <a:noFill/>
          <a:ln w="50800" cap="flat" cmpd="thickThin">
            <a:solidFill>
              <a:srgbClr val="000080"/>
            </a:solidFill>
            <a:prstDash val="solid"/>
            <a:miter/>
            <a:headEnd type="none" w="med" len="med"/>
            <a:tailEnd type="none" w="med" len="med"/>
          </a:ln>
        </p:spPr>
      </p:pic>
      <p:pic>
        <p:nvPicPr>
          <p:cNvPr id="61443" name="Picture 5"/>
          <p:cNvPicPr>
            <a:picLocks noChangeAspect="1"/>
          </p:cNvPicPr>
          <p:nvPr/>
        </p:nvPicPr>
        <p:blipFill>
          <a:blip r:embed="rId2"/>
          <a:stretch>
            <a:fillRect/>
          </a:stretch>
        </p:blipFill>
        <p:spPr>
          <a:xfrm>
            <a:off x="5745163" y="3606800"/>
            <a:ext cx="4953000" cy="3062288"/>
          </a:xfrm>
          <a:prstGeom prst="rect">
            <a:avLst/>
          </a:prstGeom>
          <a:noFill/>
          <a:ln w="50800" cap="flat" cmpd="thickThin">
            <a:solidFill>
              <a:srgbClr val="000080"/>
            </a:solidFill>
            <a:prstDash val="solid"/>
            <a:miter/>
            <a:headEnd type="none" w="med" len="med"/>
            <a:tailEnd type="none" w="med" len="med"/>
          </a:ln>
        </p:spPr>
      </p:pic>
      <p:sp>
        <p:nvSpPr>
          <p:cNvPr id="61444" name="Rectangle 2"/>
          <p:cNvSpPr>
            <a:spLocks noGrp="1"/>
          </p:cNvSpPr>
          <p:nvPr>
            <p:ph type="title"/>
          </p:nvPr>
        </p:nvSpPr>
        <p:spPr>
          <a:xfrm>
            <a:off x="1631950" y="257175"/>
            <a:ext cx="8915400" cy="936625"/>
          </a:xfrm>
        </p:spPr>
        <p:txBody>
          <a:bodyPr vert="horz" wrap="square" lIns="91440" tIns="45720" rIns="91440" bIns="45720" anchor="ctr" anchorCtr="0"/>
          <a:lstStyle/>
          <a:p>
            <a:r>
              <a:rPr lang="en-US" altLang="zh-CN" kern="1200" dirty="0">
                <a:latin typeface="Arial" panose="020B0604020202090204" pitchFamily="34" charset="0"/>
                <a:ea typeface="黑体" panose="02010609060101010101" pitchFamily="49" charset="-122"/>
                <a:cs typeface="Arial" panose="020B0604020202090204" pitchFamily="34" charset="0"/>
              </a:rPr>
              <a:t>3.2.4 </a:t>
            </a:r>
            <a:r>
              <a:rPr lang="zh-CN" altLang="en-US" kern="1200" dirty="0">
                <a:latin typeface="Arial" panose="020B0604020202090204" pitchFamily="34" charset="0"/>
                <a:ea typeface="黑体" panose="02010609060101010101" pitchFamily="49" charset="-122"/>
                <a:cs typeface="Arial" panose="020B0604020202090204" pitchFamily="34" charset="0"/>
              </a:rPr>
              <a:t>指针和一维数组间的关系</a:t>
            </a:r>
            <a:endParaRPr lang="zh-CN" altLang="en-US" kern="1200" dirty="0">
              <a:latin typeface="Arial" panose="020B0604020202090204" pitchFamily="34" charset="0"/>
              <a:ea typeface="黑体" panose="02010609060101010101" pitchFamily="49" charset="-122"/>
              <a:cs typeface="Arial" panose="020B0604020202090204" pitchFamily="34" charset="0"/>
            </a:endParaRPr>
          </a:p>
        </p:txBody>
      </p:sp>
      <p:sp>
        <p:nvSpPr>
          <p:cNvPr id="61445" name="Rectangle 3"/>
          <p:cNvSpPr>
            <a:spLocks noGrp="1"/>
          </p:cNvSpPr>
          <p:nvPr>
            <p:ph idx="1"/>
          </p:nvPr>
        </p:nvSpPr>
        <p:spPr>
          <a:xfrm>
            <a:off x="1416050" y="1341438"/>
            <a:ext cx="8420100" cy="776287"/>
          </a:xfrm>
        </p:spPr>
        <p:txBody>
          <a:bodyPr vert="horz" wrap="square" lIns="91440" tIns="45720" rIns="91440" bIns="45720" anchor="t" anchorCtr="0"/>
          <a:lstStyle/>
          <a:p>
            <a:pPr>
              <a:buSzPct val="50000"/>
              <a:buFont typeface="Monotype Sorts"/>
              <a:buNone/>
            </a:pPr>
            <a:r>
              <a:rPr lang="en-US" altLang="zh-CN" kern="1200" dirty="0">
                <a:latin typeface="Arial" panose="020B0604020202090204" pitchFamily="34" charset="0"/>
                <a:ea typeface="黑体" panose="02010609060101010101" pitchFamily="49" charset="-122"/>
                <a:cs typeface="Arial" panose="020B0604020202090204" pitchFamily="34" charset="0"/>
              </a:rPr>
              <a:t>【</a:t>
            </a:r>
            <a:r>
              <a:rPr lang="zh-CN" altLang="en-US" kern="1200" dirty="0">
                <a:latin typeface="Arial" panose="020B0604020202090204" pitchFamily="34" charset="0"/>
                <a:ea typeface="黑体" panose="02010609060101010101" pitchFamily="49" charset="-122"/>
                <a:cs typeface="Arial" panose="020B0604020202090204" pitchFamily="34" charset="0"/>
              </a:rPr>
              <a:t>例</a:t>
            </a:r>
            <a:r>
              <a:rPr lang="en-US" altLang="zh-CN" kern="1200" dirty="0">
                <a:latin typeface="Arial" panose="020B0604020202090204" pitchFamily="34" charset="0"/>
                <a:ea typeface="黑体" panose="02010609060101010101" pitchFamily="49" charset="-122"/>
                <a:cs typeface="Arial" panose="020B0604020202090204" pitchFamily="34" charset="0"/>
              </a:rPr>
              <a:t>】</a:t>
            </a:r>
            <a:r>
              <a:rPr lang="zh-CN" altLang="en-US" kern="1200" dirty="0">
                <a:latin typeface="Arial" panose="020B0604020202090204" pitchFamily="34" charset="0"/>
                <a:ea typeface="黑体" panose="02010609060101010101" pitchFamily="49" charset="-122"/>
                <a:cs typeface="Arial" panose="020B0604020202090204" pitchFamily="34" charset="0"/>
              </a:rPr>
              <a:t>演示数组和指针变量作函数参数 </a:t>
            </a:r>
            <a:endParaRPr lang="zh-CN" altLang="en-US" kern="1200" dirty="0">
              <a:latin typeface="Arial" panose="020B0604020202090204" pitchFamily="34" charset="0"/>
              <a:ea typeface="Arial" panose="020B0604020202090204" pitchFamily="34" charset="0"/>
              <a:cs typeface="+mn-cs"/>
            </a:endParaRPr>
          </a:p>
        </p:txBody>
      </p:sp>
      <p:sp>
        <p:nvSpPr>
          <p:cNvPr id="108558" name="Text Box 14"/>
          <p:cNvSpPr txBox="1"/>
          <p:nvPr/>
        </p:nvSpPr>
        <p:spPr>
          <a:xfrm>
            <a:off x="7680325" y="2133600"/>
            <a:ext cx="2867025" cy="919163"/>
          </a:xfrm>
          <a:prstGeom prst="rect">
            <a:avLst/>
          </a:prstGeom>
          <a:solidFill>
            <a:srgbClr val="FFFFCC"/>
          </a:solidFill>
          <a:ln w="38100" cap="flat" cmpd="sng">
            <a:solidFill>
              <a:srgbClr val="008000"/>
            </a:solidFill>
            <a:prstDash val="solid"/>
            <a:miter/>
            <a:headEnd type="none" w="med" len="med"/>
            <a:tailEnd type="none" w="med" len="med"/>
          </a:ln>
        </p:spPr>
        <p:txBody>
          <a:bodyPr>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120000"/>
              </a:lnSpc>
              <a:spcBef>
                <a:spcPct val="30000"/>
              </a:spcBef>
              <a:spcAft>
                <a:spcPts val="600"/>
              </a:spcAft>
              <a:buSzPct val="80000"/>
              <a:buNone/>
            </a:pPr>
            <a:r>
              <a:rPr lang="zh-CN" altLang="zh-CN" sz="2400" dirty="0">
                <a:solidFill>
                  <a:srgbClr val="000066"/>
                </a:solidFill>
                <a:latin typeface="黑体" panose="02010609060101010101" pitchFamily="49" charset="-122"/>
              </a:rPr>
              <a:t>在主函数中这样做没有实际意义</a:t>
            </a:r>
            <a:endParaRPr lang="en-US" altLang="zh-CN" sz="2400" dirty="0">
              <a:solidFill>
                <a:srgbClr val="000066"/>
              </a:solidFill>
              <a:latin typeface="黑体" panose="02010609060101010101" pitchFamily="49" charset="-122"/>
            </a:endParaRPr>
          </a:p>
        </p:txBody>
      </p:sp>
      <p:sp>
        <p:nvSpPr>
          <p:cNvPr id="108560" name="Oval 16"/>
          <p:cNvSpPr>
            <a:spLocks noChangeArrowheads="1"/>
          </p:cNvSpPr>
          <p:nvPr/>
        </p:nvSpPr>
        <p:spPr bwMode="auto">
          <a:xfrm>
            <a:off x="8116888" y="5430838"/>
            <a:ext cx="469900" cy="647700"/>
          </a:xfrm>
          <a:prstGeom prst="ellipse">
            <a:avLst/>
          </a:prstGeom>
          <a:noFill/>
          <a:ln w="38100">
            <a:solidFill>
              <a:srgbClr val="008000"/>
            </a:solidFill>
            <a:round/>
            <a:headEnd type="none" w="sm" len="sm"/>
            <a:tailEnd type="none" w="sm" len="sm"/>
          </a:ln>
          <a:effectLst/>
        </p:spPr>
        <p:txBody>
          <a:bodyPr wrap="none" anchor="ct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108561" name="Line 17"/>
          <p:cNvSpPr/>
          <p:nvPr/>
        </p:nvSpPr>
        <p:spPr>
          <a:xfrm flipH="1">
            <a:off x="8389938" y="3249613"/>
            <a:ext cx="2152650" cy="2206625"/>
          </a:xfrm>
          <a:prstGeom prst="line">
            <a:avLst/>
          </a:prstGeom>
          <a:ln w="38100" cap="flat" cmpd="sng">
            <a:solidFill>
              <a:srgbClr val="008000"/>
            </a:solidFill>
            <a:prstDash val="solid"/>
            <a:miter/>
            <a:headEnd type="none" w="med" len="med"/>
            <a:tailEnd type="triangle" w="med" len="med"/>
          </a:ln>
        </p:spPr>
      </p:sp>
      <p:sp>
        <p:nvSpPr>
          <p:cNvPr id="108562" name="Oval 18"/>
          <p:cNvSpPr>
            <a:spLocks noChangeArrowheads="1"/>
          </p:cNvSpPr>
          <p:nvPr/>
        </p:nvSpPr>
        <p:spPr bwMode="auto">
          <a:xfrm>
            <a:off x="6596063" y="4808538"/>
            <a:ext cx="1638300" cy="360363"/>
          </a:xfrm>
          <a:prstGeom prst="ellipse">
            <a:avLst/>
          </a:prstGeom>
          <a:noFill/>
          <a:ln w="38100">
            <a:solidFill>
              <a:srgbClr val="008000"/>
            </a:solidFill>
            <a:round/>
            <a:headEnd type="none" w="sm" len="sm"/>
            <a:tailEnd type="none" w="sm" len="sm"/>
          </a:ln>
          <a:effectLst/>
        </p:spPr>
        <p:txBody>
          <a:bodyPr wrap="none" anchor="ct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08562"/>
                                        </p:tgtEl>
                                        <p:attrNameLst>
                                          <p:attrName>style.visibility</p:attrName>
                                        </p:attrNameLst>
                                      </p:cBhvr>
                                      <p:to>
                                        <p:strVal val="visible"/>
                                      </p:to>
                                    </p:set>
                                    <p:anim calcmode="lin" valueType="num">
                                      <p:cBhvr>
                                        <p:cTn id="7" dur="500" fill="hold"/>
                                        <p:tgtEl>
                                          <p:spTgt spid="108562"/>
                                        </p:tgtEl>
                                        <p:attrNameLst>
                                          <p:attrName>ppt_w</p:attrName>
                                        </p:attrNameLst>
                                      </p:cBhvr>
                                      <p:tavLst>
                                        <p:tav tm="0">
                                          <p:val>
                                            <p:fltVal val="0"/>
                                          </p:val>
                                        </p:tav>
                                        <p:tav tm="100000">
                                          <p:val>
                                            <p:strVal val="#ppt_w"/>
                                          </p:val>
                                        </p:tav>
                                      </p:tavLst>
                                    </p:anim>
                                    <p:anim calcmode="lin" valueType="num">
                                      <p:cBhvr>
                                        <p:cTn id="8" dur="500" fill="hold"/>
                                        <p:tgtEl>
                                          <p:spTgt spid="108562"/>
                                        </p:tgtEl>
                                        <p:attrNameLst>
                                          <p:attrName>ppt_h</p:attrName>
                                        </p:attrNameLst>
                                      </p:cBhvr>
                                      <p:tavLst>
                                        <p:tav tm="0">
                                          <p:val>
                                            <p:fltVal val="0"/>
                                          </p:val>
                                        </p:tav>
                                        <p:tav tm="100000">
                                          <p:val>
                                            <p:strVal val="#ppt_h"/>
                                          </p:val>
                                        </p:tav>
                                      </p:tavLst>
                                    </p:anim>
                                    <p:animEffect transition="in" filter="fade">
                                      <p:cBhvr>
                                        <p:cTn id="9" dur="500"/>
                                        <p:tgtEl>
                                          <p:spTgt spid="108562"/>
                                        </p:tgtEl>
                                      </p:cBhvr>
                                    </p:animEffect>
                                  </p:childTnLst>
                                </p:cTn>
                              </p:par>
                            </p:childTnLst>
                          </p:cTn>
                        </p:par>
                        <p:par>
                          <p:cTn id="10" fill="hold">
                            <p:stCondLst>
                              <p:cond delay="500"/>
                            </p:stCondLst>
                            <p:childTnLst>
                              <p:par>
                                <p:cTn id="11" presetID="53" presetClass="entr" presetSubtype="16" fill="hold" grpId="0" nodeType="afterEffect">
                                  <p:stCondLst>
                                    <p:cond delay="0"/>
                                  </p:stCondLst>
                                  <p:childTnLst>
                                    <p:set>
                                      <p:cBhvr>
                                        <p:cTn id="12" dur="1" fill="hold">
                                          <p:stCondLst>
                                            <p:cond delay="0"/>
                                          </p:stCondLst>
                                        </p:cTn>
                                        <p:tgtEl>
                                          <p:spTgt spid="108560"/>
                                        </p:tgtEl>
                                        <p:attrNameLst>
                                          <p:attrName>style.visibility</p:attrName>
                                        </p:attrNameLst>
                                      </p:cBhvr>
                                      <p:to>
                                        <p:strVal val="visible"/>
                                      </p:to>
                                    </p:set>
                                    <p:anim calcmode="lin" valueType="num">
                                      <p:cBhvr>
                                        <p:cTn id="13" dur="500" fill="hold"/>
                                        <p:tgtEl>
                                          <p:spTgt spid="108560"/>
                                        </p:tgtEl>
                                        <p:attrNameLst>
                                          <p:attrName>ppt_w</p:attrName>
                                        </p:attrNameLst>
                                      </p:cBhvr>
                                      <p:tavLst>
                                        <p:tav tm="0">
                                          <p:val>
                                            <p:fltVal val="0"/>
                                          </p:val>
                                        </p:tav>
                                        <p:tav tm="100000">
                                          <p:val>
                                            <p:strVal val="#ppt_w"/>
                                          </p:val>
                                        </p:tav>
                                      </p:tavLst>
                                    </p:anim>
                                    <p:anim calcmode="lin" valueType="num">
                                      <p:cBhvr>
                                        <p:cTn id="14" dur="500" fill="hold"/>
                                        <p:tgtEl>
                                          <p:spTgt spid="108560"/>
                                        </p:tgtEl>
                                        <p:attrNameLst>
                                          <p:attrName>ppt_h</p:attrName>
                                        </p:attrNameLst>
                                      </p:cBhvr>
                                      <p:tavLst>
                                        <p:tav tm="0">
                                          <p:val>
                                            <p:fltVal val="0"/>
                                          </p:val>
                                        </p:tav>
                                        <p:tav tm="100000">
                                          <p:val>
                                            <p:strVal val="#ppt_h"/>
                                          </p:val>
                                        </p:tav>
                                      </p:tavLst>
                                    </p:anim>
                                    <p:animEffect transition="in" filter="fade">
                                      <p:cBhvr>
                                        <p:cTn id="15" dur="500"/>
                                        <p:tgtEl>
                                          <p:spTgt spid="108560"/>
                                        </p:tgtEl>
                                      </p:cBhvr>
                                    </p:animEffect>
                                  </p:childTnLst>
                                </p:cTn>
                              </p:par>
                            </p:childTnLst>
                          </p:cTn>
                        </p:par>
                        <p:par>
                          <p:cTn id="16" fill="hold">
                            <p:stCondLst>
                              <p:cond delay="1000"/>
                            </p:stCondLst>
                            <p:childTnLst>
                              <p:par>
                                <p:cTn id="17" presetID="22" presetClass="entr" presetSubtype="4" fill="hold" nodeType="afterEffect">
                                  <p:stCondLst>
                                    <p:cond delay="0"/>
                                  </p:stCondLst>
                                  <p:childTnLst>
                                    <p:set>
                                      <p:cBhvr>
                                        <p:cTn id="18" dur="1" fill="hold">
                                          <p:stCondLst>
                                            <p:cond delay="0"/>
                                          </p:stCondLst>
                                        </p:cTn>
                                        <p:tgtEl>
                                          <p:spTgt spid="108561"/>
                                        </p:tgtEl>
                                        <p:attrNameLst>
                                          <p:attrName>style.visibility</p:attrName>
                                        </p:attrNameLst>
                                      </p:cBhvr>
                                      <p:to>
                                        <p:strVal val="visible"/>
                                      </p:to>
                                    </p:set>
                                    <p:animEffect transition="in" filter="wipe(down)">
                                      <p:cBhvr>
                                        <p:cTn id="19" dur="500"/>
                                        <p:tgtEl>
                                          <p:spTgt spid="108561"/>
                                        </p:tgtEl>
                                      </p:cBhvr>
                                    </p:animEffect>
                                  </p:childTnLst>
                                </p:cTn>
                              </p:par>
                            </p:childTnLst>
                          </p:cTn>
                        </p:par>
                        <p:par>
                          <p:cTn id="20" fill="hold">
                            <p:stCondLst>
                              <p:cond delay="1500"/>
                            </p:stCondLst>
                            <p:childTnLst>
                              <p:par>
                                <p:cTn id="21" presetID="4" presetClass="entr" presetSubtype="16" fill="hold" grpId="0" nodeType="afterEffect">
                                  <p:stCondLst>
                                    <p:cond delay="0"/>
                                  </p:stCondLst>
                                  <p:childTnLst>
                                    <p:set>
                                      <p:cBhvr>
                                        <p:cTn id="22" dur="1" fill="hold">
                                          <p:stCondLst>
                                            <p:cond delay="0"/>
                                          </p:stCondLst>
                                        </p:cTn>
                                        <p:tgtEl>
                                          <p:spTgt spid="108558"/>
                                        </p:tgtEl>
                                        <p:attrNameLst>
                                          <p:attrName>style.visibility</p:attrName>
                                        </p:attrNameLst>
                                      </p:cBhvr>
                                      <p:to>
                                        <p:strVal val="visible"/>
                                      </p:to>
                                    </p:set>
                                    <p:animEffect transition="in" filter="box(in)">
                                      <p:cBhvr>
                                        <p:cTn id="23" dur="500"/>
                                        <p:tgtEl>
                                          <p:spTgt spid="1085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8558" grpId="0" animBg="1"/>
      <p:bldP spid="108560" grpId="0" animBg="1"/>
      <p:bldP spid="108562" grpId="0" animBg="1"/>
    </p:bldLst>
  </p:timing>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2466" name="Rectangle 2"/>
          <p:cNvSpPr>
            <a:spLocks noGrp="1"/>
          </p:cNvSpPr>
          <p:nvPr>
            <p:ph type="title"/>
          </p:nvPr>
        </p:nvSpPr>
        <p:spPr>
          <a:xfrm>
            <a:off x="1631950" y="257175"/>
            <a:ext cx="8915400" cy="936625"/>
          </a:xfrm>
        </p:spPr>
        <p:txBody>
          <a:bodyPr vert="horz" wrap="square" lIns="91440" tIns="45720" rIns="91440" bIns="45720" anchor="ctr" anchorCtr="0"/>
          <a:lstStyle/>
          <a:p>
            <a:r>
              <a:rPr lang="en-US" altLang="zh-CN" kern="1200" dirty="0">
                <a:latin typeface="Arial" panose="020B0604020202090204" pitchFamily="34" charset="0"/>
                <a:ea typeface="黑体" panose="02010609060101010101" pitchFamily="49" charset="-122"/>
                <a:cs typeface="Arial" panose="020B0604020202090204" pitchFamily="34" charset="0"/>
              </a:rPr>
              <a:t>3.2.5 </a:t>
            </a:r>
            <a:r>
              <a:rPr lang="zh-CN" altLang="en-US" kern="1200" dirty="0">
                <a:latin typeface="Arial" panose="020B0604020202090204" pitchFamily="34" charset="0"/>
                <a:ea typeface="黑体" panose="02010609060101010101" pitchFamily="49" charset="-122"/>
                <a:cs typeface="Arial" panose="020B0604020202090204" pitchFamily="34" charset="0"/>
              </a:rPr>
              <a:t>指针和二维数组间的关系</a:t>
            </a:r>
            <a:endParaRPr lang="zh-CN" altLang="en-US" kern="1200" dirty="0">
              <a:latin typeface="Arial" panose="020B0604020202090204" pitchFamily="34" charset="0"/>
              <a:ea typeface="黑体" panose="02010609060101010101" pitchFamily="49" charset="-122"/>
              <a:cs typeface="Arial" panose="020B0604020202090204" pitchFamily="34" charset="0"/>
            </a:endParaRPr>
          </a:p>
        </p:txBody>
      </p:sp>
      <p:sp>
        <p:nvSpPr>
          <p:cNvPr id="741379" name="Rectangle 3"/>
          <p:cNvSpPr>
            <a:spLocks noGrp="1"/>
          </p:cNvSpPr>
          <p:nvPr>
            <p:ph idx="1"/>
          </p:nvPr>
        </p:nvSpPr>
        <p:spPr>
          <a:xfrm>
            <a:off x="1416050" y="1268413"/>
            <a:ext cx="9205913" cy="865187"/>
          </a:xfrm>
        </p:spPr>
        <p:txBody>
          <a:bodyPr vert="horz" wrap="square" lIns="91440" tIns="45720" rIns="91440" bIns="45720" anchor="t" anchorCtr="0"/>
          <a:lstStyle/>
          <a:p>
            <a:pPr>
              <a:lnSpc>
                <a:spcPct val="105000"/>
              </a:lnSpc>
              <a:buSzPct val="50000"/>
            </a:pPr>
            <a:r>
              <a:rPr lang="zh-CN" altLang="en-US" kern="1200" dirty="0">
                <a:latin typeface="Arial" panose="020B0604020202090204" pitchFamily="34" charset="0"/>
                <a:ea typeface="黑体" panose="02010609060101010101" pitchFamily="49" charset="-122"/>
                <a:cs typeface="Arial" panose="020B0604020202090204" pitchFamily="34" charset="0"/>
              </a:rPr>
              <a:t>将二维数组</a:t>
            </a:r>
            <a:r>
              <a:rPr lang="en-US" altLang="zh-CN" b="1" kern="1200" dirty="0">
                <a:latin typeface="Courier New" panose="02070409020205090404" pitchFamily="49" charset="0"/>
                <a:ea typeface="黑体" panose="02010609060101010101" pitchFamily="49" charset="-122"/>
                <a:cs typeface="Courier New" panose="02070409020205090404" pitchFamily="49" charset="0"/>
              </a:rPr>
              <a:t>a</a:t>
            </a:r>
            <a:r>
              <a:rPr lang="zh-CN" altLang="en-US" kern="1200" dirty="0">
                <a:latin typeface="Arial" panose="020B0604020202090204" pitchFamily="34" charset="0"/>
                <a:ea typeface="黑体" panose="02010609060101010101" pitchFamily="49" charset="-122"/>
                <a:cs typeface="Arial" panose="020B0604020202090204" pitchFamily="34" charset="0"/>
              </a:rPr>
              <a:t>看成一维数组，有</a:t>
            </a:r>
            <a:r>
              <a:rPr lang="en-US" altLang="zh-CN" kern="1200" dirty="0">
                <a:solidFill>
                  <a:srgbClr val="C00000"/>
                </a:solidFill>
                <a:latin typeface="Arial" panose="020B0604020202090204" pitchFamily="34" charset="0"/>
                <a:ea typeface="黑体" panose="02010609060101010101" pitchFamily="49" charset="-122"/>
                <a:cs typeface="Arial" panose="020B0604020202090204" pitchFamily="34" charset="0"/>
              </a:rPr>
              <a:t>2</a:t>
            </a:r>
            <a:r>
              <a:rPr lang="zh-CN" altLang="en-US" kern="1200" dirty="0">
                <a:latin typeface="Arial" panose="020B0604020202090204" pitchFamily="34" charset="0"/>
                <a:ea typeface="黑体" panose="02010609060101010101" pitchFamily="49" charset="-122"/>
                <a:cs typeface="Arial" panose="020B0604020202090204" pitchFamily="34" charset="0"/>
              </a:rPr>
              <a:t>个</a:t>
            </a:r>
            <a:r>
              <a:rPr lang="zh-CN" altLang="en-US" kern="1200" dirty="0">
                <a:solidFill>
                  <a:srgbClr val="CC0000"/>
                </a:solidFill>
                <a:latin typeface="Arial" panose="020B0604020202090204" pitchFamily="34" charset="0"/>
                <a:ea typeface="黑体" panose="02010609060101010101" pitchFamily="49" charset="-122"/>
                <a:cs typeface="Arial" panose="020B0604020202090204" pitchFamily="34" charset="0"/>
              </a:rPr>
              <a:t>“</a:t>
            </a:r>
            <a:r>
              <a:rPr lang="en-US" altLang="zh-CN" b="1" kern="1200" dirty="0">
                <a:solidFill>
                  <a:srgbClr val="0000CC"/>
                </a:solidFill>
                <a:latin typeface="Courier New" panose="02070409020205090404" pitchFamily="49" charset="0"/>
                <a:ea typeface="黑体" panose="02010609060101010101" pitchFamily="49" charset="-122"/>
                <a:cs typeface="Courier New" panose="02070409020205090404" pitchFamily="49" charset="0"/>
              </a:rPr>
              <a:t>int[3]</a:t>
            </a:r>
            <a:r>
              <a:rPr lang="zh-CN" altLang="en-US" kern="1200" dirty="0">
                <a:solidFill>
                  <a:srgbClr val="0000CC"/>
                </a:solidFill>
                <a:latin typeface="Arial" panose="020B0604020202090204" pitchFamily="34" charset="0"/>
                <a:ea typeface="黑体" panose="02010609060101010101" pitchFamily="49" charset="-122"/>
                <a:cs typeface="Arial" panose="020B0604020202090204" pitchFamily="34" charset="0"/>
              </a:rPr>
              <a:t>型</a:t>
            </a:r>
            <a:r>
              <a:rPr lang="zh-CN" altLang="en-US" kern="1200" dirty="0">
                <a:solidFill>
                  <a:srgbClr val="CC0000"/>
                </a:solidFill>
                <a:latin typeface="Arial" panose="020B0604020202090204" pitchFamily="34" charset="0"/>
                <a:ea typeface="黑体" panose="02010609060101010101" pitchFamily="49" charset="-122"/>
                <a:cs typeface="Arial" panose="020B0604020202090204" pitchFamily="34" charset="0"/>
              </a:rPr>
              <a:t>”</a:t>
            </a:r>
            <a:r>
              <a:rPr lang="zh-CN" altLang="en-US" kern="1200" dirty="0">
                <a:latin typeface="Arial" panose="020B0604020202090204" pitchFamily="34" charset="0"/>
                <a:ea typeface="黑体" panose="02010609060101010101" pitchFamily="49" charset="-122"/>
                <a:cs typeface="Arial" panose="020B0604020202090204" pitchFamily="34" charset="0"/>
              </a:rPr>
              <a:t>元素</a:t>
            </a:r>
            <a:endParaRPr lang="zh-CN" altLang="en-US" kern="1200" dirty="0">
              <a:latin typeface="Arial" panose="020B0604020202090204" pitchFamily="34" charset="0"/>
              <a:ea typeface="Arial" panose="020B0604020202090204" pitchFamily="34" charset="0"/>
              <a:cs typeface="+mn-cs"/>
            </a:endParaRPr>
          </a:p>
        </p:txBody>
      </p:sp>
      <p:grpSp>
        <p:nvGrpSpPr>
          <p:cNvPr id="62468" name="Group 3"/>
          <p:cNvGrpSpPr/>
          <p:nvPr/>
        </p:nvGrpSpPr>
        <p:grpSpPr>
          <a:xfrm>
            <a:off x="1804988" y="1916113"/>
            <a:ext cx="614362" cy="1397000"/>
            <a:chOff x="274" y="1148"/>
            <a:chExt cx="357" cy="880"/>
          </a:xfrm>
        </p:grpSpPr>
        <p:sp>
          <p:nvSpPr>
            <p:cNvPr id="62497" name="Text Box 4"/>
            <p:cNvSpPr txBox="1"/>
            <p:nvPr/>
          </p:nvSpPr>
          <p:spPr>
            <a:xfrm>
              <a:off x="407" y="1148"/>
              <a:ext cx="189" cy="231"/>
            </a:xfrm>
            <a:prstGeom prst="rect">
              <a:avLst/>
            </a:prstGeom>
            <a:noFill/>
            <a:ln w="9525">
              <a:noFill/>
            </a:ln>
          </p:spPr>
          <p:txBody>
            <a:bodyPr wrap="none">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ts val="590"/>
                </a:spcBef>
                <a:spcAft>
                  <a:spcPts val="590"/>
                </a:spcAft>
                <a:buSzPct val="80000"/>
                <a:buNone/>
              </a:pPr>
              <a:r>
                <a:rPr lang="en-US" altLang="zh-CN" sz="2000" dirty="0">
                  <a:ea typeface="宋体" pitchFamily="2" charset="-122"/>
                </a:rPr>
                <a:t>a</a:t>
              </a:r>
              <a:endParaRPr lang="en-US" altLang="zh-CN" sz="2000" dirty="0">
                <a:ea typeface="宋体" pitchFamily="2" charset="-122"/>
              </a:endParaRPr>
            </a:p>
          </p:txBody>
        </p:sp>
        <p:sp>
          <p:nvSpPr>
            <p:cNvPr id="62498" name="Text Box 5"/>
            <p:cNvSpPr txBox="1"/>
            <p:nvPr/>
          </p:nvSpPr>
          <p:spPr>
            <a:xfrm>
              <a:off x="274" y="1797"/>
              <a:ext cx="357" cy="231"/>
            </a:xfrm>
            <a:prstGeom prst="rect">
              <a:avLst/>
            </a:prstGeom>
            <a:noFill/>
            <a:ln w="9525">
              <a:noFill/>
            </a:ln>
          </p:spPr>
          <p:txBody>
            <a:bodyPr wrap="none">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ts val="590"/>
                </a:spcBef>
                <a:spcAft>
                  <a:spcPts val="590"/>
                </a:spcAft>
                <a:buSzPct val="80000"/>
                <a:buNone/>
              </a:pPr>
              <a:r>
                <a:rPr lang="en-US" altLang="zh-CN" sz="2000" dirty="0">
                  <a:ea typeface="宋体" pitchFamily="2" charset="-122"/>
                </a:rPr>
                <a:t>a+1</a:t>
              </a:r>
              <a:endParaRPr lang="en-US" altLang="zh-CN" sz="2000" dirty="0">
                <a:ea typeface="宋体" pitchFamily="2" charset="-122"/>
              </a:endParaRPr>
            </a:p>
          </p:txBody>
        </p:sp>
      </p:grpSp>
      <p:grpSp>
        <p:nvGrpSpPr>
          <p:cNvPr id="62469" name="Group 13"/>
          <p:cNvGrpSpPr/>
          <p:nvPr/>
        </p:nvGrpSpPr>
        <p:grpSpPr>
          <a:xfrm>
            <a:off x="2495550" y="1844675"/>
            <a:ext cx="2006600" cy="2374900"/>
            <a:chOff x="935" y="1104"/>
            <a:chExt cx="1166" cy="1496"/>
          </a:xfrm>
        </p:grpSpPr>
        <p:sp>
          <p:nvSpPr>
            <p:cNvPr id="62488" name="Line 14"/>
            <p:cNvSpPr/>
            <p:nvPr/>
          </p:nvSpPr>
          <p:spPr>
            <a:xfrm>
              <a:off x="1415" y="1978"/>
              <a:ext cx="686" cy="0"/>
            </a:xfrm>
            <a:prstGeom prst="line">
              <a:avLst/>
            </a:prstGeom>
            <a:ln w="38100" cap="rnd" cmpd="sng">
              <a:solidFill>
                <a:srgbClr val="FF0000"/>
              </a:solidFill>
              <a:prstDash val="solid"/>
              <a:headEnd type="none" w="med" len="med"/>
              <a:tailEnd type="none" w="med" len="med"/>
            </a:ln>
          </p:spPr>
        </p:sp>
        <p:grpSp>
          <p:nvGrpSpPr>
            <p:cNvPr id="62489" name="Group 16"/>
            <p:cNvGrpSpPr/>
            <p:nvPr/>
          </p:nvGrpSpPr>
          <p:grpSpPr>
            <a:xfrm>
              <a:off x="1415" y="1330"/>
              <a:ext cx="686" cy="1270"/>
              <a:chOff x="1043" y="1318"/>
              <a:chExt cx="686" cy="1270"/>
            </a:xfrm>
          </p:grpSpPr>
          <p:sp>
            <p:nvSpPr>
              <p:cNvPr id="14" name="Rectangle 17"/>
              <p:cNvSpPr>
                <a:spLocks noChangeArrowheads="1"/>
              </p:cNvSpPr>
              <p:nvPr/>
            </p:nvSpPr>
            <p:spPr bwMode="auto">
              <a:xfrm>
                <a:off x="1043" y="1318"/>
                <a:ext cx="686" cy="1270"/>
              </a:xfrm>
              <a:prstGeom prst="rect">
                <a:avLst/>
              </a:prstGeom>
              <a:noFill/>
              <a:ln w="38100" cap="rnd" cmpd="sng">
                <a:solidFill>
                  <a:srgbClr val="FF0000"/>
                </a:solidFill>
                <a:prstDash val="solid"/>
                <a:miter lim="800000"/>
              </a:ln>
              <a:effectLst/>
            </p:spPr>
            <p:txBody>
              <a:bodyPr wrap="none" anchor="ct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62495" name="Text Box 18"/>
              <p:cNvSpPr txBox="1"/>
              <p:nvPr/>
            </p:nvSpPr>
            <p:spPr>
              <a:xfrm>
                <a:off x="1193" y="1477"/>
                <a:ext cx="355" cy="233"/>
              </a:xfrm>
              <a:prstGeom prst="rect">
                <a:avLst/>
              </a:prstGeom>
              <a:noFill/>
              <a:ln w="9525">
                <a:noFill/>
              </a:ln>
            </p:spPr>
            <p:txBody>
              <a:bodyPr wrap="none">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ts val="590"/>
                  </a:spcBef>
                  <a:spcAft>
                    <a:spcPts val="590"/>
                  </a:spcAft>
                  <a:buSzPct val="80000"/>
                  <a:buNone/>
                </a:pPr>
                <a:r>
                  <a:rPr lang="en-US" altLang="zh-CN" sz="2000" dirty="0">
                    <a:solidFill>
                      <a:srgbClr val="C00000"/>
                    </a:solidFill>
                    <a:ea typeface="宋体" pitchFamily="2" charset="-122"/>
                  </a:rPr>
                  <a:t>a[0]</a:t>
                </a:r>
                <a:endParaRPr lang="en-US" altLang="zh-CN" sz="2000" dirty="0">
                  <a:solidFill>
                    <a:srgbClr val="C00000"/>
                  </a:solidFill>
                  <a:ea typeface="宋体" pitchFamily="2" charset="-122"/>
                </a:endParaRPr>
              </a:p>
            </p:txBody>
          </p:sp>
          <p:sp>
            <p:nvSpPr>
              <p:cNvPr id="62496" name="Text Box 19"/>
              <p:cNvSpPr txBox="1"/>
              <p:nvPr/>
            </p:nvSpPr>
            <p:spPr>
              <a:xfrm>
                <a:off x="1193" y="2180"/>
                <a:ext cx="355" cy="233"/>
              </a:xfrm>
              <a:prstGeom prst="rect">
                <a:avLst/>
              </a:prstGeom>
              <a:noFill/>
              <a:ln w="9525">
                <a:noFill/>
              </a:ln>
            </p:spPr>
            <p:txBody>
              <a:bodyPr wrap="none">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ts val="590"/>
                  </a:spcBef>
                  <a:spcAft>
                    <a:spcPts val="590"/>
                  </a:spcAft>
                  <a:buSzPct val="80000"/>
                  <a:buNone/>
                </a:pPr>
                <a:r>
                  <a:rPr lang="en-US" altLang="zh-CN" sz="2000" dirty="0">
                    <a:solidFill>
                      <a:srgbClr val="339933"/>
                    </a:solidFill>
                    <a:ea typeface="宋体" pitchFamily="2" charset="-122"/>
                  </a:rPr>
                  <a:t>a[1]</a:t>
                </a:r>
                <a:endParaRPr lang="en-US" altLang="zh-CN" sz="2000" dirty="0">
                  <a:ea typeface="宋体" pitchFamily="2" charset="-122"/>
                </a:endParaRPr>
              </a:p>
            </p:txBody>
          </p:sp>
        </p:grpSp>
        <p:sp>
          <p:nvSpPr>
            <p:cNvPr id="62490" name="Line 21"/>
            <p:cNvSpPr/>
            <p:nvPr/>
          </p:nvSpPr>
          <p:spPr>
            <a:xfrm>
              <a:off x="993" y="1330"/>
              <a:ext cx="422" cy="0"/>
            </a:xfrm>
            <a:prstGeom prst="line">
              <a:avLst/>
            </a:prstGeom>
            <a:ln w="9525" cap="flat" cmpd="sng">
              <a:solidFill>
                <a:schemeClr val="tx1"/>
              </a:solidFill>
              <a:prstDash val="solid"/>
              <a:headEnd type="none" w="med" len="med"/>
              <a:tailEnd type="triangle" w="med" len="med"/>
            </a:ln>
          </p:spPr>
        </p:sp>
        <p:sp>
          <p:nvSpPr>
            <p:cNvPr id="62491" name="Line 22"/>
            <p:cNvSpPr/>
            <p:nvPr/>
          </p:nvSpPr>
          <p:spPr>
            <a:xfrm>
              <a:off x="978" y="1974"/>
              <a:ext cx="422" cy="0"/>
            </a:xfrm>
            <a:prstGeom prst="line">
              <a:avLst/>
            </a:prstGeom>
            <a:ln w="9525" cap="flat" cmpd="sng">
              <a:solidFill>
                <a:schemeClr val="tx1"/>
              </a:solidFill>
              <a:prstDash val="solid"/>
              <a:headEnd type="none" w="med" len="med"/>
              <a:tailEnd type="triangle" w="med" len="med"/>
            </a:ln>
          </p:spPr>
        </p:sp>
        <p:sp>
          <p:nvSpPr>
            <p:cNvPr id="62492" name="Text Box 24"/>
            <p:cNvSpPr txBox="1"/>
            <p:nvPr/>
          </p:nvSpPr>
          <p:spPr>
            <a:xfrm>
              <a:off x="977" y="1104"/>
              <a:ext cx="455" cy="233"/>
            </a:xfrm>
            <a:prstGeom prst="rect">
              <a:avLst/>
            </a:prstGeom>
            <a:noFill/>
            <a:ln w="9525">
              <a:noFill/>
            </a:ln>
          </p:spPr>
          <p:txBody>
            <a:bodyPr wrap="none">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ts val="590"/>
                </a:spcBef>
                <a:spcAft>
                  <a:spcPts val="590"/>
                </a:spcAft>
                <a:buSzPct val="80000"/>
                <a:buNone/>
              </a:pPr>
              <a:r>
                <a:rPr lang="en-US" altLang="zh-CN" sz="2000" dirty="0">
                  <a:solidFill>
                    <a:srgbClr val="C00000"/>
                  </a:solidFill>
                  <a:ea typeface="宋体" pitchFamily="2" charset="-122"/>
                </a:rPr>
                <a:t>&amp;a[0]</a:t>
              </a:r>
              <a:endParaRPr lang="en-US" altLang="zh-CN" sz="2000" dirty="0">
                <a:solidFill>
                  <a:srgbClr val="C00000"/>
                </a:solidFill>
                <a:ea typeface="宋体" pitchFamily="2" charset="-122"/>
              </a:endParaRPr>
            </a:p>
          </p:txBody>
        </p:sp>
        <p:sp>
          <p:nvSpPr>
            <p:cNvPr id="62493" name="Text Box 25"/>
            <p:cNvSpPr txBox="1"/>
            <p:nvPr/>
          </p:nvSpPr>
          <p:spPr>
            <a:xfrm>
              <a:off x="935" y="1758"/>
              <a:ext cx="455" cy="233"/>
            </a:xfrm>
            <a:prstGeom prst="rect">
              <a:avLst/>
            </a:prstGeom>
            <a:noFill/>
            <a:ln w="9525">
              <a:noFill/>
            </a:ln>
          </p:spPr>
          <p:txBody>
            <a:bodyPr wrap="none">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ts val="590"/>
                </a:spcBef>
                <a:spcAft>
                  <a:spcPts val="590"/>
                </a:spcAft>
                <a:buSzPct val="80000"/>
                <a:buNone/>
              </a:pPr>
              <a:r>
                <a:rPr lang="en-US" altLang="zh-CN" sz="2000" dirty="0">
                  <a:solidFill>
                    <a:srgbClr val="009900"/>
                  </a:solidFill>
                  <a:ea typeface="宋体" pitchFamily="2" charset="-122"/>
                </a:rPr>
                <a:t>&amp;a[1]</a:t>
              </a:r>
              <a:endParaRPr lang="en-US" altLang="zh-CN" sz="2000" dirty="0">
                <a:solidFill>
                  <a:srgbClr val="009900"/>
                </a:solidFill>
                <a:ea typeface="宋体" pitchFamily="2" charset="-122"/>
              </a:endParaRPr>
            </a:p>
          </p:txBody>
        </p:sp>
      </p:grpSp>
      <p:grpSp>
        <p:nvGrpSpPr>
          <p:cNvPr id="62470" name="Group 27"/>
          <p:cNvGrpSpPr/>
          <p:nvPr/>
        </p:nvGrpSpPr>
        <p:grpSpPr>
          <a:xfrm>
            <a:off x="4344988" y="2133600"/>
            <a:ext cx="3876675" cy="1808163"/>
            <a:chOff x="2010" y="1286"/>
            <a:chExt cx="2254" cy="1139"/>
          </a:xfrm>
        </p:grpSpPr>
        <p:sp>
          <p:nvSpPr>
            <p:cNvPr id="62478" name="Line 28"/>
            <p:cNvSpPr/>
            <p:nvPr/>
          </p:nvSpPr>
          <p:spPr>
            <a:xfrm>
              <a:off x="2020" y="1648"/>
              <a:ext cx="454" cy="0"/>
            </a:xfrm>
            <a:prstGeom prst="line">
              <a:avLst/>
            </a:prstGeom>
            <a:ln w="9525" cap="flat" cmpd="sng">
              <a:solidFill>
                <a:schemeClr val="tx1"/>
              </a:solidFill>
              <a:prstDash val="solid"/>
              <a:headEnd type="none" w="med" len="med"/>
              <a:tailEnd type="triangle" w="med" len="med"/>
            </a:ln>
          </p:spPr>
        </p:sp>
        <p:sp>
          <p:nvSpPr>
            <p:cNvPr id="62479" name="Text Box 30"/>
            <p:cNvSpPr txBox="1"/>
            <p:nvPr/>
          </p:nvSpPr>
          <p:spPr>
            <a:xfrm>
              <a:off x="2064" y="1286"/>
              <a:ext cx="620" cy="233"/>
            </a:xfrm>
            <a:prstGeom prst="rect">
              <a:avLst/>
            </a:prstGeom>
            <a:noFill/>
            <a:ln w="9525">
              <a:noFill/>
            </a:ln>
          </p:spPr>
          <p:txBody>
            <a:bodyPr wrap="none">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ts val="590"/>
                </a:spcBef>
                <a:spcAft>
                  <a:spcPts val="590"/>
                </a:spcAft>
                <a:buSzPct val="80000"/>
                <a:buNone/>
              </a:pPr>
              <a:r>
                <a:rPr lang="en-US" altLang="zh-CN" sz="2000" dirty="0">
                  <a:solidFill>
                    <a:srgbClr val="C00000"/>
                  </a:solidFill>
                  <a:ea typeface="宋体" pitchFamily="2" charset="-122"/>
                </a:rPr>
                <a:t>&amp;a[0][0]</a:t>
              </a:r>
              <a:endParaRPr lang="en-US" altLang="zh-CN" sz="2000" dirty="0">
                <a:solidFill>
                  <a:srgbClr val="C00000"/>
                </a:solidFill>
                <a:ea typeface="宋体" pitchFamily="2" charset="-122"/>
              </a:endParaRPr>
            </a:p>
          </p:txBody>
        </p:sp>
        <p:sp>
          <p:nvSpPr>
            <p:cNvPr id="62480" name="Line 32"/>
            <p:cNvSpPr/>
            <p:nvPr/>
          </p:nvSpPr>
          <p:spPr>
            <a:xfrm>
              <a:off x="2010" y="2328"/>
              <a:ext cx="454" cy="0"/>
            </a:xfrm>
            <a:prstGeom prst="line">
              <a:avLst/>
            </a:prstGeom>
            <a:ln w="9525" cap="flat" cmpd="sng">
              <a:solidFill>
                <a:schemeClr val="tx1"/>
              </a:solidFill>
              <a:prstDash val="solid"/>
              <a:headEnd type="none" w="med" len="med"/>
              <a:tailEnd type="triangle" w="med" len="med"/>
            </a:ln>
          </p:spPr>
        </p:sp>
        <p:sp>
          <p:nvSpPr>
            <p:cNvPr id="62481" name="Text Box 36"/>
            <p:cNvSpPr txBox="1"/>
            <p:nvPr/>
          </p:nvSpPr>
          <p:spPr>
            <a:xfrm>
              <a:off x="2064" y="1966"/>
              <a:ext cx="620" cy="233"/>
            </a:xfrm>
            <a:prstGeom prst="rect">
              <a:avLst/>
            </a:prstGeom>
            <a:noFill/>
            <a:ln w="9525">
              <a:noFill/>
            </a:ln>
          </p:spPr>
          <p:txBody>
            <a:bodyPr wrap="none">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ts val="590"/>
                </a:spcBef>
                <a:spcAft>
                  <a:spcPts val="590"/>
                </a:spcAft>
                <a:buSzPct val="80000"/>
                <a:buNone/>
              </a:pPr>
              <a:r>
                <a:rPr lang="en-US" altLang="zh-CN" sz="2000" dirty="0">
                  <a:solidFill>
                    <a:srgbClr val="009900"/>
                  </a:solidFill>
                  <a:ea typeface="宋体" pitchFamily="2" charset="-122"/>
                </a:rPr>
                <a:t>&amp;a[1][0]</a:t>
              </a:r>
              <a:endParaRPr lang="en-US" altLang="zh-CN" sz="2000" dirty="0">
                <a:solidFill>
                  <a:srgbClr val="009900"/>
                </a:solidFill>
                <a:ea typeface="宋体" pitchFamily="2" charset="-122"/>
              </a:endParaRPr>
            </a:p>
          </p:txBody>
        </p:sp>
        <p:sp>
          <p:nvSpPr>
            <p:cNvPr id="62482" name="Text Box 49"/>
            <p:cNvSpPr txBox="1"/>
            <p:nvPr/>
          </p:nvSpPr>
          <p:spPr>
            <a:xfrm>
              <a:off x="2472" y="1512"/>
              <a:ext cx="561" cy="233"/>
            </a:xfrm>
            <a:prstGeom prst="rect">
              <a:avLst/>
            </a:prstGeom>
            <a:noFill/>
            <a:ln w="25400" cap="flat" cmpd="sng">
              <a:solidFill>
                <a:srgbClr val="C00000"/>
              </a:solidFill>
              <a:prstDash val="solid"/>
              <a:miter/>
              <a:headEnd type="none" w="med" len="med"/>
              <a:tailEnd type="none" w="med" len="med"/>
            </a:ln>
          </p:spPr>
          <p:txBody>
            <a:bodyPr wrap="none">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ts val="590"/>
                </a:spcBef>
                <a:spcAft>
                  <a:spcPts val="590"/>
                </a:spcAft>
                <a:buSzPct val="80000"/>
                <a:buNone/>
              </a:pPr>
              <a:r>
                <a:rPr lang="en-US" altLang="zh-CN" sz="2000" dirty="0">
                  <a:solidFill>
                    <a:srgbClr val="C00000"/>
                  </a:solidFill>
                  <a:ea typeface="宋体" pitchFamily="2" charset="-122"/>
                </a:rPr>
                <a:t>a[0] </a:t>
              </a:r>
              <a:r>
                <a:rPr lang="en-US" altLang="zh-CN" sz="2000" dirty="0">
                  <a:solidFill>
                    <a:srgbClr val="0000CC"/>
                  </a:solidFill>
                  <a:ea typeface="宋体" pitchFamily="2" charset="-122"/>
                </a:rPr>
                <a:t>[0]</a:t>
              </a:r>
              <a:endParaRPr lang="en-US" altLang="zh-CN" sz="2000" dirty="0">
                <a:solidFill>
                  <a:srgbClr val="0000CC"/>
                </a:solidFill>
                <a:ea typeface="宋体" pitchFamily="2" charset="-122"/>
              </a:endParaRPr>
            </a:p>
          </p:txBody>
        </p:sp>
        <p:sp>
          <p:nvSpPr>
            <p:cNvPr id="62483" name="Text Box 50"/>
            <p:cNvSpPr txBox="1"/>
            <p:nvPr/>
          </p:nvSpPr>
          <p:spPr>
            <a:xfrm>
              <a:off x="3089" y="1512"/>
              <a:ext cx="561" cy="233"/>
            </a:xfrm>
            <a:prstGeom prst="rect">
              <a:avLst/>
            </a:prstGeom>
            <a:noFill/>
            <a:ln w="25400" cap="flat" cmpd="sng">
              <a:solidFill>
                <a:srgbClr val="C00000"/>
              </a:solidFill>
              <a:prstDash val="solid"/>
              <a:miter/>
              <a:headEnd type="none" w="med" len="med"/>
              <a:tailEnd type="none" w="med" len="med"/>
            </a:ln>
          </p:spPr>
          <p:txBody>
            <a:bodyPr wrap="none">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ts val="590"/>
                </a:spcBef>
                <a:spcAft>
                  <a:spcPts val="590"/>
                </a:spcAft>
                <a:buSzPct val="80000"/>
                <a:buNone/>
              </a:pPr>
              <a:r>
                <a:rPr lang="en-US" altLang="zh-CN" sz="2000" dirty="0">
                  <a:solidFill>
                    <a:srgbClr val="C00000"/>
                  </a:solidFill>
                  <a:ea typeface="宋体" pitchFamily="2" charset="-122"/>
                </a:rPr>
                <a:t>a[0]</a:t>
              </a:r>
              <a:r>
                <a:rPr lang="en-US" altLang="zh-CN" sz="2000" dirty="0">
                  <a:solidFill>
                    <a:schemeClr val="tx2"/>
                  </a:solidFill>
                  <a:ea typeface="宋体" pitchFamily="2" charset="-122"/>
                </a:rPr>
                <a:t> </a:t>
              </a:r>
              <a:r>
                <a:rPr lang="en-US" altLang="zh-CN" sz="2000" dirty="0">
                  <a:solidFill>
                    <a:srgbClr val="0000CC"/>
                  </a:solidFill>
                  <a:ea typeface="宋体" pitchFamily="2" charset="-122"/>
                </a:rPr>
                <a:t>[1]</a:t>
              </a:r>
              <a:endParaRPr lang="en-US" altLang="zh-CN" sz="2000" dirty="0">
                <a:solidFill>
                  <a:srgbClr val="0000CC"/>
                </a:solidFill>
                <a:ea typeface="宋体" pitchFamily="2" charset="-122"/>
              </a:endParaRPr>
            </a:p>
          </p:txBody>
        </p:sp>
        <p:sp>
          <p:nvSpPr>
            <p:cNvPr id="62484" name="Text Box 51"/>
            <p:cNvSpPr txBox="1"/>
            <p:nvPr/>
          </p:nvSpPr>
          <p:spPr>
            <a:xfrm>
              <a:off x="2472" y="2192"/>
              <a:ext cx="561" cy="233"/>
            </a:xfrm>
            <a:prstGeom prst="rect">
              <a:avLst/>
            </a:prstGeom>
            <a:noFill/>
            <a:ln w="25400" cap="flat" cmpd="sng">
              <a:solidFill>
                <a:srgbClr val="009900"/>
              </a:solidFill>
              <a:prstDash val="solid"/>
              <a:miter/>
              <a:headEnd type="none" w="med" len="med"/>
              <a:tailEnd type="none" w="med" len="med"/>
            </a:ln>
          </p:spPr>
          <p:txBody>
            <a:bodyPr wrap="none">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ts val="590"/>
                </a:spcBef>
                <a:spcAft>
                  <a:spcPts val="590"/>
                </a:spcAft>
                <a:buSzPct val="80000"/>
                <a:buNone/>
              </a:pPr>
              <a:r>
                <a:rPr lang="en-US" altLang="zh-CN" sz="2000" dirty="0">
                  <a:solidFill>
                    <a:srgbClr val="339933"/>
                  </a:solidFill>
                  <a:ea typeface="宋体" pitchFamily="2" charset="-122"/>
                </a:rPr>
                <a:t>a[1] </a:t>
              </a:r>
              <a:r>
                <a:rPr lang="en-US" altLang="zh-CN" sz="2000" dirty="0">
                  <a:solidFill>
                    <a:srgbClr val="0000CC"/>
                  </a:solidFill>
                  <a:ea typeface="宋体" pitchFamily="2" charset="-122"/>
                </a:rPr>
                <a:t>[0]</a:t>
              </a:r>
              <a:endParaRPr lang="en-US" altLang="zh-CN" sz="2000" dirty="0">
                <a:solidFill>
                  <a:srgbClr val="0000CC"/>
                </a:solidFill>
                <a:ea typeface="宋体" pitchFamily="2" charset="-122"/>
              </a:endParaRPr>
            </a:p>
          </p:txBody>
        </p:sp>
        <p:sp>
          <p:nvSpPr>
            <p:cNvPr id="62485" name="Text Box 52"/>
            <p:cNvSpPr txBox="1"/>
            <p:nvPr/>
          </p:nvSpPr>
          <p:spPr>
            <a:xfrm>
              <a:off x="3083" y="2192"/>
              <a:ext cx="561" cy="233"/>
            </a:xfrm>
            <a:prstGeom prst="rect">
              <a:avLst/>
            </a:prstGeom>
            <a:noFill/>
            <a:ln w="25400" cap="flat" cmpd="sng">
              <a:solidFill>
                <a:srgbClr val="009900"/>
              </a:solidFill>
              <a:prstDash val="solid"/>
              <a:miter/>
              <a:headEnd type="none" w="med" len="med"/>
              <a:tailEnd type="none" w="med" len="med"/>
            </a:ln>
          </p:spPr>
          <p:txBody>
            <a:bodyPr wrap="none">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ts val="590"/>
                </a:spcBef>
                <a:spcAft>
                  <a:spcPts val="590"/>
                </a:spcAft>
                <a:buSzPct val="80000"/>
                <a:buNone/>
              </a:pPr>
              <a:r>
                <a:rPr lang="en-US" altLang="zh-CN" sz="2000" dirty="0">
                  <a:solidFill>
                    <a:srgbClr val="339933"/>
                  </a:solidFill>
                  <a:ea typeface="宋体" pitchFamily="2" charset="-122"/>
                </a:rPr>
                <a:t>a[1] </a:t>
              </a:r>
              <a:r>
                <a:rPr lang="en-US" altLang="zh-CN" sz="2000" dirty="0">
                  <a:solidFill>
                    <a:srgbClr val="0000CC"/>
                  </a:solidFill>
                  <a:ea typeface="宋体" pitchFamily="2" charset="-122"/>
                </a:rPr>
                <a:t>[1]</a:t>
              </a:r>
              <a:endParaRPr lang="en-US" altLang="zh-CN" sz="2000" dirty="0">
                <a:solidFill>
                  <a:srgbClr val="0000CC"/>
                </a:solidFill>
                <a:ea typeface="宋体" pitchFamily="2" charset="-122"/>
              </a:endParaRPr>
            </a:p>
          </p:txBody>
        </p:sp>
        <p:sp>
          <p:nvSpPr>
            <p:cNvPr id="62486" name="Text Box 58"/>
            <p:cNvSpPr txBox="1"/>
            <p:nvPr/>
          </p:nvSpPr>
          <p:spPr>
            <a:xfrm>
              <a:off x="3703" y="1512"/>
              <a:ext cx="561" cy="233"/>
            </a:xfrm>
            <a:prstGeom prst="rect">
              <a:avLst/>
            </a:prstGeom>
            <a:noFill/>
            <a:ln w="25400" cap="flat" cmpd="sng">
              <a:solidFill>
                <a:srgbClr val="C00000"/>
              </a:solidFill>
              <a:prstDash val="solid"/>
              <a:miter/>
              <a:headEnd type="none" w="med" len="med"/>
              <a:tailEnd type="none" w="med" len="med"/>
            </a:ln>
          </p:spPr>
          <p:txBody>
            <a:bodyPr wrap="none">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ts val="590"/>
                </a:spcBef>
                <a:spcAft>
                  <a:spcPts val="590"/>
                </a:spcAft>
                <a:buSzPct val="80000"/>
                <a:buNone/>
              </a:pPr>
              <a:r>
                <a:rPr lang="en-US" altLang="zh-CN" sz="2000" dirty="0">
                  <a:solidFill>
                    <a:srgbClr val="C00000"/>
                  </a:solidFill>
                  <a:ea typeface="宋体" pitchFamily="2" charset="-122"/>
                </a:rPr>
                <a:t>a[0] </a:t>
              </a:r>
              <a:r>
                <a:rPr lang="en-US" altLang="zh-CN" sz="2000" dirty="0">
                  <a:solidFill>
                    <a:srgbClr val="0000CC"/>
                  </a:solidFill>
                  <a:ea typeface="宋体" pitchFamily="2" charset="-122"/>
                </a:rPr>
                <a:t>[2]</a:t>
              </a:r>
              <a:endParaRPr lang="en-US" altLang="zh-CN" sz="2000" dirty="0">
                <a:solidFill>
                  <a:srgbClr val="0000CC"/>
                </a:solidFill>
                <a:ea typeface="宋体" pitchFamily="2" charset="-122"/>
              </a:endParaRPr>
            </a:p>
          </p:txBody>
        </p:sp>
        <p:sp>
          <p:nvSpPr>
            <p:cNvPr id="62487" name="Text Box 60"/>
            <p:cNvSpPr txBox="1"/>
            <p:nvPr/>
          </p:nvSpPr>
          <p:spPr>
            <a:xfrm>
              <a:off x="3696" y="2192"/>
              <a:ext cx="561" cy="233"/>
            </a:xfrm>
            <a:prstGeom prst="rect">
              <a:avLst/>
            </a:prstGeom>
            <a:noFill/>
            <a:ln w="25400" cap="flat" cmpd="sng">
              <a:solidFill>
                <a:srgbClr val="009900"/>
              </a:solidFill>
              <a:prstDash val="solid"/>
              <a:miter/>
              <a:headEnd type="none" w="med" len="med"/>
              <a:tailEnd type="none" w="med" len="med"/>
            </a:ln>
          </p:spPr>
          <p:txBody>
            <a:bodyPr wrap="none">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ts val="590"/>
                </a:spcBef>
                <a:spcAft>
                  <a:spcPts val="590"/>
                </a:spcAft>
                <a:buSzPct val="80000"/>
                <a:buNone/>
              </a:pPr>
              <a:r>
                <a:rPr lang="en-US" altLang="zh-CN" sz="2000" dirty="0">
                  <a:solidFill>
                    <a:srgbClr val="339933"/>
                  </a:solidFill>
                  <a:ea typeface="宋体" pitchFamily="2" charset="-122"/>
                </a:rPr>
                <a:t>a[1] </a:t>
              </a:r>
              <a:r>
                <a:rPr lang="en-US" altLang="zh-CN" sz="2000" dirty="0">
                  <a:solidFill>
                    <a:srgbClr val="0000CC"/>
                  </a:solidFill>
                  <a:ea typeface="宋体" pitchFamily="2" charset="-122"/>
                </a:rPr>
                <a:t>[2]</a:t>
              </a:r>
              <a:endParaRPr lang="en-US" altLang="zh-CN" sz="2000" dirty="0">
                <a:solidFill>
                  <a:srgbClr val="0000CC"/>
                </a:solidFill>
                <a:ea typeface="宋体" pitchFamily="2" charset="-122"/>
              </a:endParaRPr>
            </a:p>
          </p:txBody>
        </p:sp>
      </p:grpSp>
      <p:sp>
        <p:nvSpPr>
          <p:cNvPr id="30" name="Rectangle 61"/>
          <p:cNvSpPr/>
          <p:nvPr/>
        </p:nvSpPr>
        <p:spPr>
          <a:xfrm>
            <a:off x="8591550" y="2636838"/>
            <a:ext cx="2339975" cy="1152525"/>
          </a:xfrm>
          <a:prstGeom prst="rect">
            <a:avLst/>
          </a:prstGeom>
          <a:solidFill>
            <a:schemeClr val="bg1"/>
          </a:solidFill>
          <a:ln w="28575" cap="flat" cmpd="sng">
            <a:solidFill>
              <a:srgbClr val="009900"/>
            </a:solidFill>
            <a:prstDash val="solid"/>
            <a:miter/>
            <a:headEnd type="none" w="med" len="med"/>
            <a:tailEnd type="none" w="med" len="med"/>
          </a:ln>
        </p:spPr>
        <p:txBody>
          <a:bodyPr wrap="none" anchor="ctr" anchorCtr="0"/>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algn="ctr" eaLnBrk="1" hangingPunct="1">
              <a:spcBef>
                <a:spcPct val="20000"/>
              </a:spcBef>
              <a:spcAft>
                <a:spcPts val="590"/>
              </a:spcAft>
              <a:buClr>
                <a:srgbClr val="FFCC66"/>
              </a:buClr>
              <a:buSzPct val="80000"/>
              <a:buNone/>
            </a:pPr>
            <a:r>
              <a:rPr lang="en-US" altLang="zh-CN" sz="2400" dirty="0">
                <a:solidFill>
                  <a:srgbClr val="000066"/>
                </a:solidFill>
                <a:latin typeface="Courier New" panose="02070409020205090404" pitchFamily="49" charset="0"/>
                <a:ea typeface="楷体_GB2312" pitchFamily="49" charset="-122"/>
              </a:rPr>
              <a:t>a[i][j]</a:t>
            </a:r>
            <a:endParaRPr lang="en-US" altLang="zh-CN" sz="2400" dirty="0">
              <a:solidFill>
                <a:srgbClr val="000066"/>
              </a:solidFill>
              <a:latin typeface="Courier New" panose="02070409020205090404" pitchFamily="49" charset="0"/>
              <a:ea typeface="楷体_GB2312" pitchFamily="49" charset="-122"/>
            </a:endParaRPr>
          </a:p>
          <a:p>
            <a:pPr marL="0" lvl="0" indent="0" algn="ctr" eaLnBrk="1" hangingPunct="1">
              <a:spcBef>
                <a:spcPct val="20000"/>
              </a:spcBef>
              <a:spcAft>
                <a:spcPts val="590"/>
              </a:spcAft>
              <a:buClr>
                <a:srgbClr val="FFCC66"/>
              </a:buClr>
              <a:buSzPct val="80000"/>
              <a:buNone/>
            </a:pPr>
            <a:r>
              <a:rPr lang="en-US" altLang="zh-CN" sz="2400" dirty="0">
                <a:solidFill>
                  <a:srgbClr val="000066"/>
                </a:solidFill>
                <a:latin typeface="Courier New" panose="02070409020205090404" pitchFamily="49" charset="0"/>
                <a:ea typeface="楷体_GB2312" pitchFamily="49" charset="-122"/>
              </a:rPr>
              <a:t>*(</a:t>
            </a:r>
            <a:r>
              <a:rPr lang="en-US" altLang="zh-CN" sz="2400" dirty="0">
                <a:solidFill>
                  <a:srgbClr val="C00000"/>
                </a:solidFill>
                <a:latin typeface="Courier New" panose="02070409020205090404" pitchFamily="49" charset="0"/>
                <a:ea typeface="楷体_GB2312" pitchFamily="49" charset="-122"/>
              </a:rPr>
              <a:t>*(a+i)</a:t>
            </a:r>
            <a:r>
              <a:rPr lang="en-US" altLang="zh-CN" sz="2400" dirty="0">
                <a:solidFill>
                  <a:srgbClr val="000066"/>
                </a:solidFill>
                <a:latin typeface="Courier New" panose="02070409020205090404" pitchFamily="49" charset="0"/>
                <a:ea typeface="楷体_GB2312" pitchFamily="49" charset="-122"/>
              </a:rPr>
              <a:t>+j)</a:t>
            </a:r>
            <a:endParaRPr lang="en-US" altLang="zh-CN" sz="2400" dirty="0">
              <a:solidFill>
                <a:srgbClr val="000066"/>
              </a:solidFill>
              <a:latin typeface="Courier New" panose="02070409020205090404" pitchFamily="49" charset="0"/>
              <a:ea typeface="楷体_GB2312" pitchFamily="49" charset="-122"/>
            </a:endParaRPr>
          </a:p>
        </p:txBody>
      </p:sp>
      <p:sp>
        <p:nvSpPr>
          <p:cNvPr id="681016" name="Rectangle 56"/>
          <p:cNvSpPr>
            <a:spLocks noChangeArrowheads="1"/>
          </p:cNvSpPr>
          <p:nvPr/>
        </p:nvSpPr>
        <p:spPr bwMode="auto">
          <a:xfrm>
            <a:off x="8175625" y="1844675"/>
            <a:ext cx="2916238" cy="490538"/>
          </a:xfrm>
          <a:prstGeom prst="rect">
            <a:avLst/>
          </a:prstGeom>
          <a:noFill/>
          <a:ln w="12700">
            <a:noFill/>
            <a:miter lim="800000"/>
            <a:headEnd type="none" w="sm" len="sm"/>
            <a:tailEnd type="none" w="sm" len="sm"/>
          </a:ln>
          <a:effectLst/>
        </p:spPr>
        <p:txBody>
          <a:bodyPr wrap="none">
            <a:spAutoFit/>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r>
              <a:rPr kumimoji="1" lang="en-US" altLang="zh-CN" sz="2000" b="0" i="0" u="none" strike="noStrike" kern="1200" cap="none" spc="0" normalizeH="0" baseline="0" noProof="0" dirty="0">
                <a:ln>
                  <a:noFill/>
                </a:ln>
                <a:solidFill>
                  <a:schemeClr val="accent2"/>
                </a:solidFill>
                <a:effectLst>
                  <a:outerShdw blurRad="38100" dist="38100" dir="2700000" algn="tl">
                    <a:srgbClr val="C0C0C0"/>
                  </a:outerShdw>
                </a:effectLst>
                <a:uLnTx/>
                <a:uFillTx/>
                <a:latin typeface="Courier New" panose="02070409020205090404" pitchFamily="49" charset="0"/>
                <a:ea typeface="宋体" pitchFamily="2" charset="-122"/>
                <a:cs typeface="+mn-cs"/>
              </a:rPr>
              <a:t> </a:t>
            </a:r>
            <a:r>
              <a:rPr kumimoji="1" lang="en-US" altLang="zh-CN" sz="2800" b="0" i="0" u="none" strike="noStrike" kern="1200" cap="none" spc="0" normalizeH="0" baseline="0" noProof="0" dirty="0" err="1">
                <a:ln>
                  <a:noFill/>
                </a:ln>
                <a:solidFill>
                  <a:srgbClr val="0000CC"/>
                </a:solidFill>
                <a:effectLst/>
                <a:uLnTx/>
                <a:uFillTx/>
                <a:latin typeface="Courier New" panose="02070409020205090404" pitchFamily="49" charset="0"/>
                <a:ea typeface="宋体" pitchFamily="2" charset="-122"/>
                <a:cs typeface="+mn-cs"/>
              </a:rPr>
              <a:t>int</a:t>
            </a:r>
            <a:r>
              <a:rPr kumimoji="1" lang="en-US" altLang="zh-CN" sz="2800" b="0" i="0" u="none" strike="noStrike" kern="1200" cap="none" spc="0" normalizeH="0" baseline="0" noProof="0" dirty="0">
                <a:ln>
                  <a:noFill/>
                </a:ln>
                <a:solidFill>
                  <a:srgbClr val="C00000"/>
                </a:solidFill>
                <a:effectLst/>
                <a:uLnTx/>
                <a:uFillTx/>
                <a:latin typeface="Courier New" panose="02070409020205090404" pitchFamily="49" charset="0"/>
                <a:ea typeface="宋体" pitchFamily="2" charset="-122"/>
                <a:cs typeface="+mn-cs"/>
              </a:rPr>
              <a:t> </a:t>
            </a:r>
            <a:r>
              <a:rPr kumimoji="1" lang="en-US" altLang="zh-CN" sz="2800" b="0" i="0" u="none" strike="noStrike" kern="1200" cap="none" spc="0" normalizeH="0" baseline="0" noProof="0" dirty="0">
                <a:ln>
                  <a:noFill/>
                </a:ln>
                <a:solidFill>
                  <a:schemeClr val="tx2"/>
                </a:solidFill>
                <a:effectLst/>
                <a:uLnTx/>
                <a:uFillTx/>
                <a:latin typeface="Courier New" panose="02070409020205090404" pitchFamily="49" charset="0"/>
                <a:ea typeface="宋体" pitchFamily="2" charset="-122"/>
                <a:cs typeface="+mn-cs"/>
              </a:rPr>
              <a:t>a[2]</a:t>
            </a:r>
            <a:r>
              <a:rPr kumimoji="1" lang="en-US" altLang="zh-CN" sz="2800" b="0" i="0" u="none" strike="noStrike" kern="1200" cap="none" spc="0" normalizeH="0" baseline="0" noProof="0" dirty="0">
                <a:ln>
                  <a:noFill/>
                </a:ln>
                <a:solidFill>
                  <a:srgbClr val="0000CC"/>
                </a:solidFill>
                <a:effectLst/>
                <a:uLnTx/>
                <a:uFillTx/>
                <a:latin typeface="Courier New" panose="02070409020205090404" pitchFamily="49" charset="0"/>
                <a:ea typeface="宋体" pitchFamily="2" charset="-122"/>
                <a:cs typeface="+mn-cs"/>
              </a:rPr>
              <a:t>[3]</a:t>
            </a:r>
            <a:r>
              <a:rPr kumimoji="1" lang="en-US" altLang="zh-CN" sz="2800" b="0" i="0" u="none" strike="noStrike" kern="1200" cap="none" spc="0" normalizeH="0" baseline="0" noProof="0" dirty="0">
                <a:ln>
                  <a:noFill/>
                </a:ln>
                <a:solidFill>
                  <a:schemeClr val="tx2"/>
                </a:solidFill>
                <a:effectLst/>
                <a:uLnTx/>
                <a:uFillTx/>
                <a:latin typeface="Courier New" panose="02070409020205090404" pitchFamily="49" charset="0"/>
                <a:ea typeface="宋体" pitchFamily="2" charset="-122"/>
                <a:cs typeface="+mn-cs"/>
              </a:rPr>
              <a:t>;</a:t>
            </a:r>
            <a:endParaRPr kumimoji="1" lang="zh-CN" altLang="en-US" sz="2800" b="0" i="0" u="none" strike="noStrike" kern="1200" cap="none" spc="0" normalizeH="0" baseline="0" noProof="0" dirty="0">
              <a:ln>
                <a:noFill/>
              </a:ln>
              <a:solidFill>
                <a:schemeClr val="tx2"/>
              </a:solidFill>
              <a:effectLst/>
              <a:uLnTx/>
              <a:uFillTx/>
              <a:latin typeface="Courier New" panose="02070409020205090404" pitchFamily="49" charset="0"/>
              <a:ea typeface="宋体" pitchFamily="2" charset="-122"/>
              <a:cs typeface="+mn-cs"/>
            </a:endParaRPr>
          </a:p>
        </p:txBody>
      </p:sp>
      <p:sp>
        <p:nvSpPr>
          <p:cNvPr id="30753" name="Arc 33"/>
          <p:cNvSpPr/>
          <p:nvPr/>
        </p:nvSpPr>
        <p:spPr>
          <a:xfrm rot="1426039" flipV="1">
            <a:off x="8905875" y="1917700"/>
            <a:ext cx="1366838" cy="647700"/>
          </a:xfrm>
          <a:custGeom>
            <a:avLst/>
            <a:gdLst>
              <a:gd name="txL" fmla="*/ 0 w 21600"/>
              <a:gd name="txT" fmla="*/ 0 h 21600"/>
              <a:gd name="txR" fmla="*/ 21600 w 21600"/>
              <a:gd name="txB" fmla="*/ 21600 h 21600"/>
            </a:gdLst>
            <a:ahLst/>
            <a:cxnLst>
              <a:cxn ang="0">
                <a:pos x="0" y="0"/>
              </a:cxn>
              <a:cxn ang="0">
                <a:pos x="2147483646" y="2147483646"/>
              </a:cxn>
              <a:cxn ang="0">
                <a:pos x="0" y="2147483646"/>
              </a:cxn>
            </a:cxnLst>
            <a:rect l="txL" t="txT" r="txR" b="txB"/>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9525" cap="flat" cmpd="sng">
            <a:solidFill>
              <a:schemeClr val="tx1">
                <a:alpha val="100000"/>
              </a:schemeClr>
            </a:solidFill>
            <a:prstDash val="solid"/>
            <a:round/>
            <a:headEnd type="triangle" w="med" len="med"/>
            <a:tailEnd type="triangle" w="med" len="med"/>
          </a:ln>
        </p:spPr>
        <p:txBody>
          <a:bodyPr/>
          <a:lstStyle/>
          <a:p>
            <a:endParaRPr lang="zh-CN" altLang="en-US"/>
          </a:p>
        </p:txBody>
      </p:sp>
      <p:sp>
        <p:nvSpPr>
          <p:cNvPr id="126" name="Rectangle 50"/>
          <p:cNvSpPr>
            <a:spLocks noChangeArrowheads="1"/>
          </p:cNvSpPr>
          <p:nvPr/>
        </p:nvSpPr>
        <p:spPr bwMode="auto">
          <a:xfrm>
            <a:off x="4584700" y="5159375"/>
            <a:ext cx="2592388" cy="933450"/>
          </a:xfrm>
          <a:prstGeom prst="rect">
            <a:avLst/>
          </a:prstGeom>
          <a:solidFill>
            <a:srgbClr val="FFFFCC"/>
          </a:solidFill>
          <a:ln w="28575">
            <a:solidFill>
              <a:srgbClr val="008000"/>
            </a:solidFill>
            <a:miter lim="800000"/>
          </a:ln>
        </p:spPr>
        <p:txBody>
          <a:bodyPr wrap="none" anchor="ctr"/>
          <a:lstStyle/>
          <a:p>
            <a:pPr marL="0" marR="0" lvl="0" indent="0" algn="ctr" defTabSz="914400" rtl="0" eaLnBrk="1" fontAlgn="base" latinLnBrk="0" hangingPunct="1">
              <a:lnSpc>
                <a:spcPct val="90000"/>
              </a:lnSpc>
              <a:spcBef>
                <a:spcPts val="590"/>
              </a:spcBef>
              <a:spcAft>
                <a:spcPts val="590"/>
              </a:spcAft>
              <a:buClr>
                <a:schemeClr val="tx2"/>
              </a:buClr>
              <a:buSzPct val="80000"/>
              <a:buFontTx/>
              <a:buNone/>
              <a:defRPr/>
            </a:pPr>
            <a:r>
              <a:rPr kumimoji="0" lang="en-US" altLang="zh-CN" sz="2400" b="0" i="0" u="none" strike="noStrike" kern="1200" cap="none" spc="0" normalizeH="0" baseline="0" noProof="0" dirty="0">
                <a:ln>
                  <a:noFill/>
                </a:ln>
                <a:solidFill>
                  <a:schemeClr val="tx1"/>
                </a:solidFill>
                <a:effectLst>
                  <a:outerShdw blurRad="38100" dist="38100" dir="2700000" algn="tl">
                    <a:srgbClr val="FFFFFF"/>
                  </a:outerShdw>
                </a:effectLst>
                <a:uLnTx/>
                <a:uFillTx/>
                <a:latin typeface="Courier New" panose="02070409020205090404" pitchFamily="49" charset="0"/>
                <a:ea typeface="楷体_GB2312" pitchFamily="49" charset="-122"/>
                <a:cs typeface="+mn-cs"/>
              </a:rPr>
              <a:t>a[</a:t>
            </a:r>
            <a:r>
              <a:rPr kumimoji="0" lang="en-US" altLang="zh-CN" sz="2400" b="0" i="0" u="none" strike="noStrike" kern="1200" cap="none" spc="0" normalizeH="0" baseline="0" noProof="0" dirty="0">
                <a:ln>
                  <a:noFill/>
                </a:ln>
                <a:solidFill>
                  <a:srgbClr val="C00000"/>
                </a:solidFill>
                <a:effectLst>
                  <a:outerShdw blurRad="38100" dist="38100" dir="2700000" algn="tl">
                    <a:srgbClr val="FFFFFF"/>
                  </a:outerShdw>
                </a:effectLst>
                <a:uLnTx/>
                <a:uFillTx/>
                <a:latin typeface="Courier New" panose="02070409020205090404" pitchFamily="49" charset="0"/>
                <a:ea typeface="楷体_GB2312" pitchFamily="49" charset="-122"/>
                <a:cs typeface="+mn-cs"/>
              </a:rPr>
              <a:t>i</a:t>
            </a:r>
            <a:r>
              <a:rPr kumimoji="0" lang="en-US" altLang="zh-CN" sz="2400" b="0" i="0" u="none" strike="noStrike" kern="1200" cap="none" spc="0" normalizeH="0" baseline="0" noProof="0" dirty="0">
                <a:ln>
                  <a:noFill/>
                </a:ln>
                <a:solidFill>
                  <a:schemeClr val="tx1"/>
                </a:solidFill>
                <a:effectLst>
                  <a:outerShdw blurRad="38100" dist="38100" dir="2700000" algn="tl">
                    <a:srgbClr val="FFFFFF"/>
                  </a:outerShdw>
                </a:effectLst>
                <a:uLnTx/>
                <a:uFillTx/>
                <a:latin typeface="Courier New" panose="02070409020205090404" pitchFamily="49" charset="0"/>
                <a:ea typeface="楷体_GB2312" pitchFamily="49" charset="-122"/>
                <a:cs typeface="+mn-cs"/>
              </a:rPr>
              <a:t>] </a:t>
            </a:r>
            <a:r>
              <a:rPr kumimoji="0" lang="en-US" altLang="zh-CN" sz="2400" b="0" i="0" u="none" strike="noStrike" kern="1200" cap="none" spc="0" normalizeH="0" baseline="0" noProof="0" dirty="0">
                <a:ln>
                  <a:noFill/>
                </a:ln>
                <a:solidFill>
                  <a:schemeClr val="tx1"/>
                </a:solidFill>
                <a:effectLst>
                  <a:outerShdw blurRad="38100" dist="38100" dir="2700000" algn="tl">
                    <a:srgbClr val="FFFFFF"/>
                  </a:outerShdw>
                </a:effectLst>
                <a:uLnTx/>
                <a:uFillTx/>
                <a:latin typeface="Franklin Gothic Book" pitchFamily="34" charset="0"/>
                <a:ea typeface="楷体_GB2312" pitchFamily="49" charset="-122"/>
                <a:cs typeface="+mn-cs"/>
              </a:rPr>
              <a:t>↔</a:t>
            </a:r>
            <a:r>
              <a:rPr kumimoji="0" lang="en-US" altLang="zh-CN" sz="2400" b="0" i="0" u="none" strike="noStrike" kern="1200" cap="none" spc="0" normalizeH="0" baseline="0" noProof="0" dirty="0">
                <a:ln>
                  <a:noFill/>
                </a:ln>
                <a:solidFill>
                  <a:schemeClr val="tx1"/>
                </a:solidFill>
                <a:effectLst>
                  <a:outerShdw blurRad="38100" dist="38100" dir="2700000" algn="tl">
                    <a:srgbClr val="FFFFFF"/>
                  </a:outerShdw>
                </a:effectLst>
                <a:uLnTx/>
                <a:uFillTx/>
                <a:latin typeface="Courier New" panose="02070409020205090404" pitchFamily="49" charset="0"/>
                <a:ea typeface="楷体_GB2312" pitchFamily="49" charset="-122"/>
                <a:cs typeface="+mn-cs"/>
              </a:rPr>
              <a:t> *(</a:t>
            </a:r>
            <a:r>
              <a:rPr kumimoji="0" lang="en-US" altLang="zh-CN" sz="2400" b="0" i="0" u="none" strike="noStrike" kern="1200" cap="none" spc="0" normalizeH="0" baseline="0" noProof="0" dirty="0" err="1">
                <a:ln>
                  <a:noFill/>
                </a:ln>
                <a:solidFill>
                  <a:schemeClr val="tx1"/>
                </a:solidFill>
                <a:effectLst>
                  <a:outerShdw blurRad="38100" dist="38100" dir="2700000" algn="tl">
                    <a:srgbClr val="FFFFFF"/>
                  </a:outerShdw>
                </a:effectLst>
                <a:uLnTx/>
                <a:uFillTx/>
                <a:latin typeface="Courier New" panose="02070409020205090404" pitchFamily="49" charset="0"/>
                <a:ea typeface="楷体_GB2312" pitchFamily="49" charset="-122"/>
                <a:cs typeface="+mn-cs"/>
              </a:rPr>
              <a:t>a+</a:t>
            </a:r>
            <a:r>
              <a:rPr kumimoji="0" lang="en-US" altLang="zh-CN" sz="2400" b="0" i="0" u="none" strike="noStrike" kern="1200" cap="none" spc="0" normalizeH="0" baseline="0" noProof="0" dirty="0" err="1">
                <a:ln>
                  <a:noFill/>
                </a:ln>
                <a:solidFill>
                  <a:srgbClr val="C00000"/>
                </a:solidFill>
                <a:effectLst>
                  <a:outerShdw blurRad="38100" dist="38100" dir="2700000" algn="tl">
                    <a:srgbClr val="FFFFFF"/>
                  </a:outerShdw>
                </a:effectLst>
                <a:uLnTx/>
                <a:uFillTx/>
                <a:latin typeface="Courier New" panose="02070409020205090404" pitchFamily="49" charset="0"/>
                <a:ea typeface="楷体_GB2312" pitchFamily="49" charset="-122"/>
                <a:cs typeface="+mn-cs"/>
              </a:rPr>
              <a:t>i</a:t>
            </a:r>
            <a:r>
              <a:rPr kumimoji="0" lang="en-US" altLang="zh-CN" sz="2400" b="0" i="0" u="none" strike="noStrike" kern="1200" cap="none" spc="0" normalizeH="0" baseline="0" noProof="0" dirty="0">
                <a:ln>
                  <a:noFill/>
                </a:ln>
                <a:solidFill>
                  <a:schemeClr val="tx1"/>
                </a:solidFill>
                <a:effectLst>
                  <a:outerShdw blurRad="38100" dist="38100" dir="2700000" algn="tl">
                    <a:srgbClr val="FFFFFF"/>
                  </a:outerShdw>
                </a:effectLst>
                <a:uLnTx/>
                <a:uFillTx/>
                <a:latin typeface="Courier New" panose="02070409020205090404" pitchFamily="49" charset="0"/>
                <a:ea typeface="楷体_GB2312" pitchFamily="49" charset="-122"/>
                <a:cs typeface="+mn-cs"/>
              </a:rPr>
              <a:t>)</a:t>
            </a:r>
            <a:endParaRPr kumimoji="0" lang="en-US" altLang="zh-CN" sz="2400" b="0" i="0" u="none" strike="noStrike" kern="1200" cap="none" spc="0" normalizeH="0" baseline="0" noProof="0" dirty="0">
              <a:ln>
                <a:noFill/>
              </a:ln>
              <a:solidFill>
                <a:schemeClr val="tx1"/>
              </a:solidFill>
              <a:effectLst>
                <a:outerShdw blurRad="38100" dist="38100" dir="2700000" algn="tl">
                  <a:srgbClr val="FFFFFF"/>
                </a:outerShdw>
              </a:effectLst>
              <a:uLnTx/>
              <a:uFillTx/>
              <a:latin typeface="Courier New" panose="02070409020205090404" pitchFamily="49" charset="0"/>
              <a:ea typeface="楷体_GB2312" pitchFamily="49" charset="-122"/>
              <a:cs typeface="+mn-cs"/>
            </a:endParaRPr>
          </a:p>
          <a:p>
            <a:pPr marL="0" marR="0" lvl="0" indent="0" algn="ctr" defTabSz="914400" rtl="0" eaLnBrk="1" fontAlgn="base" latinLnBrk="0" hangingPunct="1">
              <a:lnSpc>
                <a:spcPct val="90000"/>
              </a:lnSpc>
              <a:spcBef>
                <a:spcPts val="590"/>
              </a:spcBef>
              <a:spcAft>
                <a:spcPts val="590"/>
              </a:spcAft>
              <a:buClr>
                <a:schemeClr val="tx2"/>
              </a:buClr>
              <a:buSzPct val="80000"/>
              <a:buFontTx/>
              <a:buNone/>
              <a:defRPr/>
            </a:pPr>
            <a:r>
              <a:rPr kumimoji="0" lang="en-US" altLang="zh-CN" sz="2400" b="0" i="0" u="none" strike="noStrike" kern="1200" cap="none" spc="0" normalizeH="0" baseline="0" noProof="0" dirty="0">
                <a:ln>
                  <a:noFill/>
                </a:ln>
                <a:solidFill>
                  <a:schemeClr val="tx1"/>
                </a:solidFill>
                <a:effectLst>
                  <a:outerShdw blurRad="38100" dist="38100" dir="2700000" algn="tl">
                    <a:srgbClr val="FFFFFF"/>
                  </a:outerShdw>
                </a:effectLst>
                <a:uLnTx/>
                <a:uFillTx/>
                <a:latin typeface="Courier New" panose="02070409020205090404" pitchFamily="49" charset="0"/>
                <a:ea typeface="楷体_GB2312" pitchFamily="49" charset="-122"/>
                <a:cs typeface="+mn-cs"/>
              </a:rPr>
              <a:t>&amp;a[</a:t>
            </a:r>
            <a:r>
              <a:rPr kumimoji="0" lang="en-US" altLang="zh-CN" sz="2400" b="0" i="0" u="none" strike="noStrike" kern="1200" cap="none" spc="0" normalizeH="0" baseline="0" noProof="0" dirty="0">
                <a:ln>
                  <a:noFill/>
                </a:ln>
                <a:solidFill>
                  <a:srgbClr val="C00000"/>
                </a:solidFill>
                <a:effectLst>
                  <a:outerShdw blurRad="38100" dist="38100" dir="2700000" algn="tl">
                    <a:srgbClr val="FFFFFF"/>
                  </a:outerShdw>
                </a:effectLst>
                <a:uLnTx/>
                <a:uFillTx/>
                <a:latin typeface="Courier New" panose="02070409020205090404" pitchFamily="49" charset="0"/>
                <a:ea typeface="楷体_GB2312" pitchFamily="49" charset="-122"/>
                <a:cs typeface="+mn-cs"/>
              </a:rPr>
              <a:t>i</a:t>
            </a:r>
            <a:r>
              <a:rPr kumimoji="0" lang="en-US" altLang="zh-CN" sz="2400" b="0" i="0" u="none" strike="noStrike" kern="1200" cap="none" spc="0" normalizeH="0" baseline="0" noProof="0" dirty="0">
                <a:ln>
                  <a:noFill/>
                </a:ln>
                <a:solidFill>
                  <a:schemeClr val="tx1"/>
                </a:solidFill>
                <a:effectLst>
                  <a:outerShdw blurRad="38100" dist="38100" dir="2700000" algn="tl">
                    <a:srgbClr val="FFFFFF"/>
                  </a:outerShdw>
                </a:effectLst>
                <a:uLnTx/>
                <a:uFillTx/>
                <a:latin typeface="Courier New" panose="02070409020205090404" pitchFamily="49" charset="0"/>
                <a:ea typeface="楷体_GB2312" pitchFamily="49" charset="-122"/>
                <a:cs typeface="+mn-cs"/>
              </a:rPr>
              <a:t>] </a:t>
            </a:r>
            <a:r>
              <a:rPr kumimoji="0" lang="en-US" altLang="zh-CN" sz="2400" b="0" i="0" u="none" strike="noStrike" kern="1200" cap="none" spc="0" normalizeH="0" baseline="0" noProof="0" dirty="0">
                <a:ln>
                  <a:noFill/>
                </a:ln>
                <a:solidFill>
                  <a:schemeClr val="tx1"/>
                </a:solidFill>
                <a:effectLst>
                  <a:outerShdw blurRad="38100" dist="38100" dir="2700000" algn="tl">
                    <a:srgbClr val="FFFFFF"/>
                  </a:outerShdw>
                </a:effectLst>
                <a:uLnTx/>
                <a:uFillTx/>
                <a:latin typeface="Franklin Gothic Book" pitchFamily="34" charset="0"/>
                <a:ea typeface="楷体_GB2312" pitchFamily="49" charset="-122"/>
                <a:cs typeface="+mn-cs"/>
              </a:rPr>
              <a:t>↔</a:t>
            </a:r>
            <a:r>
              <a:rPr kumimoji="0" lang="en-US" altLang="zh-CN" sz="2400" b="0" i="0" u="none" strike="noStrike" kern="1200" cap="none" spc="0" normalizeH="0" baseline="0" noProof="0" dirty="0">
                <a:ln>
                  <a:noFill/>
                </a:ln>
                <a:solidFill>
                  <a:schemeClr val="tx1"/>
                </a:solidFill>
                <a:effectLst>
                  <a:outerShdw blurRad="38100" dist="38100" dir="2700000" algn="tl">
                    <a:srgbClr val="FFFFFF"/>
                  </a:outerShdw>
                </a:effectLst>
                <a:uLnTx/>
                <a:uFillTx/>
                <a:latin typeface="Courier New" panose="02070409020205090404" pitchFamily="49" charset="0"/>
                <a:ea typeface="楷体_GB2312" pitchFamily="49" charset="-122"/>
                <a:cs typeface="+mn-cs"/>
              </a:rPr>
              <a:t> (</a:t>
            </a:r>
            <a:r>
              <a:rPr kumimoji="0" lang="en-US" altLang="zh-CN" sz="2400" b="0" i="0" u="none" strike="noStrike" kern="1200" cap="none" spc="0" normalizeH="0" baseline="0" noProof="0" dirty="0" err="1">
                <a:ln>
                  <a:noFill/>
                </a:ln>
                <a:solidFill>
                  <a:schemeClr val="tx1"/>
                </a:solidFill>
                <a:effectLst>
                  <a:outerShdw blurRad="38100" dist="38100" dir="2700000" algn="tl">
                    <a:srgbClr val="FFFFFF"/>
                  </a:outerShdw>
                </a:effectLst>
                <a:uLnTx/>
                <a:uFillTx/>
                <a:latin typeface="Courier New" panose="02070409020205090404" pitchFamily="49" charset="0"/>
                <a:ea typeface="楷体_GB2312" pitchFamily="49" charset="-122"/>
                <a:cs typeface="+mn-cs"/>
              </a:rPr>
              <a:t>a+</a:t>
            </a:r>
            <a:r>
              <a:rPr kumimoji="0" lang="en-US" altLang="zh-CN" sz="2400" b="0" i="0" u="none" strike="noStrike" kern="1200" cap="none" spc="0" normalizeH="0" baseline="0" noProof="0" dirty="0" err="1">
                <a:ln>
                  <a:noFill/>
                </a:ln>
                <a:solidFill>
                  <a:srgbClr val="C00000"/>
                </a:solidFill>
                <a:effectLst>
                  <a:outerShdw blurRad="38100" dist="38100" dir="2700000" algn="tl">
                    <a:srgbClr val="FFFFFF"/>
                  </a:outerShdw>
                </a:effectLst>
                <a:uLnTx/>
                <a:uFillTx/>
                <a:latin typeface="Courier New" panose="02070409020205090404" pitchFamily="49" charset="0"/>
                <a:ea typeface="楷体_GB2312" pitchFamily="49" charset="-122"/>
                <a:cs typeface="+mn-cs"/>
              </a:rPr>
              <a:t>i</a:t>
            </a:r>
            <a:r>
              <a:rPr kumimoji="0" lang="en-US" altLang="zh-CN" sz="2400" b="0" i="0" u="none" strike="noStrike" kern="1200" cap="none" spc="0" normalizeH="0" baseline="0" noProof="0" dirty="0">
                <a:ln>
                  <a:noFill/>
                </a:ln>
                <a:solidFill>
                  <a:schemeClr val="tx1"/>
                </a:solidFill>
                <a:effectLst>
                  <a:outerShdw blurRad="38100" dist="38100" dir="2700000" algn="tl">
                    <a:srgbClr val="FFFFFF"/>
                  </a:outerShdw>
                </a:effectLst>
                <a:uLnTx/>
                <a:uFillTx/>
                <a:latin typeface="Courier New" panose="02070409020205090404" pitchFamily="49" charset="0"/>
                <a:ea typeface="楷体_GB2312" pitchFamily="49" charset="-122"/>
                <a:cs typeface="+mn-cs"/>
              </a:rPr>
              <a:t>)</a:t>
            </a:r>
            <a:endParaRPr kumimoji="0" lang="zh-CN" altLang="en-US" sz="2400" b="0" i="0" u="none" strike="noStrike" kern="1200" cap="none" spc="0" normalizeH="0" baseline="0" noProof="0" dirty="0">
              <a:ln>
                <a:noFill/>
              </a:ln>
              <a:solidFill>
                <a:schemeClr val="tx1"/>
              </a:solidFill>
              <a:effectLst>
                <a:outerShdw blurRad="38100" dist="38100" dir="2700000" algn="tl">
                  <a:srgbClr val="FFFFFF"/>
                </a:outerShdw>
              </a:effectLst>
              <a:uLnTx/>
              <a:uFillTx/>
              <a:latin typeface="Courier New" panose="02070409020205090404" pitchFamily="49" charset="0"/>
              <a:ea typeface="楷体_GB2312" pitchFamily="49" charset="-122"/>
              <a:cs typeface="+mn-cs"/>
            </a:endParaRPr>
          </a:p>
        </p:txBody>
      </p:sp>
      <p:sp>
        <p:nvSpPr>
          <p:cNvPr id="127" name="Rectangle 58"/>
          <p:cNvSpPr/>
          <p:nvPr/>
        </p:nvSpPr>
        <p:spPr>
          <a:xfrm>
            <a:off x="1200150" y="4586288"/>
            <a:ext cx="5976938" cy="501650"/>
          </a:xfrm>
          <a:prstGeom prst="rect">
            <a:avLst/>
          </a:prstGeom>
          <a:solidFill>
            <a:srgbClr val="FFFFCC"/>
          </a:solidFill>
          <a:ln w="28575" cap="flat" cmpd="sng">
            <a:solidFill>
              <a:srgbClr val="008000"/>
            </a:solidFill>
            <a:prstDash val="solid"/>
            <a:miter/>
            <a:headEnd type="none" w="med" len="med"/>
            <a:tailEnd type="none" w="med" len="med"/>
          </a:ln>
        </p:spPr>
        <p:txBody>
          <a:bodyPr wrap="none" anchor="ctr" anchorCtr="0"/>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algn="ctr" eaLnBrk="1" hangingPunct="1">
              <a:spcBef>
                <a:spcPct val="20000"/>
              </a:spcBef>
              <a:spcAft>
                <a:spcPts val="590"/>
              </a:spcAft>
              <a:buClr>
                <a:srgbClr val="FFCC66"/>
              </a:buClr>
              <a:buSzPct val="80000"/>
              <a:buNone/>
            </a:pPr>
            <a:r>
              <a:rPr lang="en-US" altLang="zh-CN" sz="2400" dirty="0">
                <a:solidFill>
                  <a:srgbClr val="000066"/>
                </a:solidFill>
                <a:latin typeface="Courier New" panose="02070409020205090404" pitchFamily="49" charset="0"/>
              </a:rPr>
              <a:t>a</a:t>
            </a:r>
            <a:r>
              <a:rPr lang="zh-CN" altLang="zh-CN" sz="2000" dirty="0">
                <a:solidFill>
                  <a:srgbClr val="000066"/>
                </a:solidFill>
                <a:latin typeface="Courier New" panose="02070409020205090404" pitchFamily="49" charset="0"/>
              </a:rPr>
              <a:t>代表</a:t>
            </a:r>
            <a:r>
              <a:rPr lang="zh-CN" altLang="en-US" sz="2000" dirty="0">
                <a:solidFill>
                  <a:srgbClr val="000066"/>
                </a:solidFill>
                <a:latin typeface="Courier New" panose="02070409020205090404" pitchFamily="49" charset="0"/>
              </a:rPr>
              <a:t>二</a:t>
            </a:r>
            <a:r>
              <a:rPr lang="zh-CN" altLang="zh-CN" sz="2000" dirty="0">
                <a:solidFill>
                  <a:srgbClr val="000066"/>
                </a:solidFill>
                <a:latin typeface="Courier New" panose="02070409020205090404" pitchFamily="49" charset="0"/>
              </a:rPr>
              <a:t>维数组的首地址，</a:t>
            </a:r>
            <a:r>
              <a:rPr lang="zh-CN" altLang="en-US" sz="2000" dirty="0">
                <a:solidFill>
                  <a:srgbClr val="CC0000"/>
                </a:solidFill>
                <a:latin typeface="Courier New" panose="02070409020205090404" pitchFamily="49" charset="0"/>
              </a:rPr>
              <a:t>第</a:t>
            </a:r>
            <a:r>
              <a:rPr lang="en-US" altLang="zh-CN" sz="2000" dirty="0">
                <a:solidFill>
                  <a:srgbClr val="CC0000"/>
                </a:solidFill>
                <a:latin typeface="Courier New" panose="02070409020205090404" pitchFamily="49" charset="0"/>
              </a:rPr>
              <a:t>0</a:t>
            </a:r>
            <a:r>
              <a:rPr lang="zh-CN" altLang="en-US" sz="2000" dirty="0">
                <a:solidFill>
                  <a:srgbClr val="CC0000"/>
                </a:solidFill>
                <a:latin typeface="Courier New" panose="02070409020205090404" pitchFamily="49" charset="0"/>
              </a:rPr>
              <a:t>行</a:t>
            </a:r>
            <a:r>
              <a:rPr lang="zh-CN" altLang="zh-CN" sz="2000" dirty="0">
                <a:solidFill>
                  <a:srgbClr val="000066"/>
                </a:solidFill>
                <a:latin typeface="Courier New" panose="02070409020205090404" pitchFamily="49" charset="0"/>
              </a:rPr>
              <a:t>的地址，</a:t>
            </a:r>
            <a:r>
              <a:rPr lang="zh-CN" altLang="zh-CN" sz="2000" dirty="0">
                <a:solidFill>
                  <a:srgbClr val="C00000"/>
                </a:solidFill>
                <a:latin typeface="Courier New" panose="02070409020205090404" pitchFamily="49" charset="0"/>
              </a:rPr>
              <a:t>行地址</a:t>
            </a:r>
            <a:endParaRPr lang="zh-CN" altLang="en-US" sz="2000" dirty="0">
              <a:solidFill>
                <a:srgbClr val="C00000"/>
              </a:solidFill>
              <a:latin typeface="Courier New" panose="02070409020205090404" pitchFamily="49" charset="0"/>
            </a:endParaRPr>
          </a:p>
        </p:txBody>
      </p:sp>
      <p:sp>
        <p:nvSpPr>
          <p:cNvPr id="128" name="Rectangle 59"/>
          <p:cNvSpPr/>
          <p:nvPr/>
        </p:nvSpPr>
        <p:spPr>
          <a:xfrm>
            <a:off x="1200150" y="5159375"/>
            <a:ext cx="3290888" cy="933450"/>
          </a:xfrm>
          <a:prstGeom prst="rect">
            <a:avLst/>
          </a:prstGeom>
          <a:solidFill>
            <a:srgbClr val="FFFFCC"/>
          </a:solidFill>
          <a:ln w="28575" cap="flat" cmpd="sng">
            <a:solidFill>
              <a:srgbClr val="008000"/>
            </a:solidFill>
            <a:prstDash val="solid"/>
            <a:miter/>
            <a:headEnd type="none" w="med" len="med"/>
            <a:tailEnd type="none" w="med" len="med"/>
          </a:ln>
        </p:spPr>
        <p:txBody>
          <a:bodyPr wrap="none" anchor="ctr" anchorCtr="0"/>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algn="ctr" eaLnBrk="1" hangingPunct="1">
              <a:lnSpc>
                <a:spcPct val="120000"/>
              </a:lnSpc>
              <a:spcBef>
                <a:spcPts val="600"/>
              </a:spcBef>
              <a:buClr>
                <a:srgbClr val="FFCC66"/>
              </a:buClr>
              <a:buSzPct val="80000"/>
              <a:buNone/>
            </a:pPr>
            <a:r>
              <a:rPr lang="en-US" altLang="zh-CN" sz="2400" dirty="0">
                <a:solidFill>
                  <a:srgbClr val="000066"/>
                </a:solidFill>
                <a:latin typeface="Courier New" panose="02070409020205090404" pitchFamily="49" charset="0"/>
              </a:rPr>
              <a:t>a+i </a:t>
            </a:r>
            <a:r>
              <a:rPr lang="zh-CN" altLang="zh-CN" sz="2000" dirty="0">
                <a:solidFill>
                  <a:srgbClr val="000066"/>
                </a:solidFill>
                <a:latin typeface="Courier New" panose="02070409020205090404" pitchFamily="49" charset="0"/>
              </a:rPr>
              <a:t>代表</a:t>
            </a:r>
            <a:r>
              <a:rPr lang="zh-CN" altLang="en-US" sz="2000" dirty="0">
                <a:solidFill>
                  <a:srgbClr val="000066"/>
                </a:solidFill>
                <a:latin typeface="Courier New" panose="02070409020205090404" pitchFamily="49" charset="0"/>
              </a:rPr>
              <a:t>第</a:t>
            </a:r>
            <a:r>
              <a:rPr lang="en-US" altLang="zh-CN" sz="2400" dirty="0">
                <a:solidFill>
                  <a:srgbClr val="000066"/>
                </a:solidFill>
                <a:latin typeface="Courier New" panose="02070409020205090404" pitchFamily="49" charset="0"/>
              </a:rPr>
              <a:t>i</a:t>
            </a:r>
            <a:r>
              <a:rPr lang="zh-CN" altLang="en-US" sz="2000" dirty="0">
                <a:solidFill>
                  <a:srgbClr val="000066"/>
                </a:solidFill>
                <a:latin typeface="Courier New" panose="02070409020205090404" pitchFamily="49" charset="0"/>
              </a:rPr>
              <a:t>行</a:t>
            </a:r>
            <a:r>
              <a:rPr lang="zh-CN" altLang="zh-CN" sz="2000" dirty="0">
                <a:solidFill>
                  <a:srgbClr val="000066"/>
                </a:solidFill>
                <a:latin typeface="Courier New" panose="02070409020205090404" pitchFamily="49" charset="0"/>
              </a:rPr>
              <a:t>的地址</a:t>
            </a:r>
            <a:endParaRPr lang="zh-CN" altLang="en-US" sz="2000" dirty="0">
              <a:solidFill>
                <a:srgbClr val="000066"/>
              </a:solidFill>
              <a:latin typeface="Courier New" panose="02070409020205090404" pitchFamily="49" charset="0"/>
            </a:endParaRPr>
          </a:p>
          <a:p>
            <a:pPr marL="0" lvl="0" indent="0" algn="ctr" eaLnBrk="1" hangingPunct="1">
              <a:lnSpc>
                <a:spcPct val="120000"/>
              </a:lnSpc>
              <a:spcBef>
                <a:spcPts val="600"/>
              </a:spcBef>
              <a:buClr>
                <a:srgbClr val="FFCC66"/>
              </a:buClr>
              <a:buSzPct val="80000"/>
              <a:buNone/>
            </a:pPr>
            <a:r>
              <a:rPr lang="zh-CN" altLang="en-US" sz="2000" dirty="0">
                <a:solidFill>
                  <a:srgbClr val="000066"/>
                </a:solidFill>
                <a:latin typeface="Courier New" panose="02070409020205090404" pitchFamily="49" charset="0"/>
              </a:rPr>
              <a:t>但并非增加</a:t>
            </a:r>
            <a:r>
              <a:rPr lang="en-US" altLang="zh-CN" sz="2400" dirty="0">
                <a:solidFill>
                  <a:srgbClr val="000066"/>
                </a:solidFill>
                <a:latin typeface="Courier New" panose="02070409020205090404" pitchFamily="49" charset="0"/>
              </a:rPr>
              <a:t>i</a:t>
            </a:r>
            <a:r>
              <a:rPr lang="zh-CN" altLang="en-US" sz="2000" dirty="0">
                <a:solidFill>
                  <a:srgbClr val="000066"/>
                </a:solidFill>
                <a:latin typeface="Courier New" panose="02070409020205090404" pitchFamily="49" charset="0"/>
              </a:rPr>
              <a:t>个字节！</a:t>
            </a:r>
            <a:endParaRPr lang="zh-CN" altLang="en-US" sz="2000" dirty="0">
              <a:solidFill>
                <a:srgbClr val="000066"/>
              </a:solidFill>
              <a:latin typeface="Courier New" panose="02070409020205090404" pitchFamily="49" charset="0"/>
            </a:endParaRPr>
          </a:p>
        </p:txBody>
      </p:sp>
      <p:sp>
        <p:nvSpPr>
          <p:cNvPr id="75" name="Text Box 2"/>
          <p:cNvSpPr txBox="1"/>
          <p:nvPr/>
        </p:nvSpPr>
        <p:spPr>
          <a:xfrm>
            <a:off x="7175500" y="4581525"/>
            <a:ext cx="3756025" cy="1225550"/>
          </a:xfrm>
          <a:prstGeom prst="rect">
            <a:avLst/>
          </a:prstGeom>
          <a:noFill/>
          <a:ln w="9525">
            <a:noFill/>
          </a:ln>
        </p:spPr>
        <p:txBody>
          <a:bodyPr wrap="none"/>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ts val="590"/>
              </a:spcBef>
              <a:spcAft>
                <a:spcPts val="590"/>
              </a:spcAft>
              <a:buSzPct val="80000"/>
              <a:buNone/>
            </a:pPr>
            <a:r>
              <a:rPr lang="en-US" altLang="zh-CN" sz="2400" dirty="0"/>
              <a:t>1</a:t>
            </a:r>
            <a:r>
              <a:rPr lang="zh-CN" altLang="en-US" sz="2400" dirty="0"/>
              <a:t>）</a:t>
            </a:r>
            <a:r>
              <a:rPr lang="en-US" altLang="zh-CN" sz="2400" dirty="0"/>
              <a:t>a</a:t>
            </a:r>
            <a:r>
              <a:rPr lang="zh-CN" altLang="en-US" sz="2400" dirty="0"/>
              <a:t>包含</a:t>
            </a:r>
            <a:r>
              <a:rPr lang="en-US" altLang="zh-CN" sz="2400" dirty="0"/>
              <a:t>2</a:t>
            </a:r>
            <a:r>
              <a:rPr lang="zh-CN" altLang="en-US" sz="2400" dirty="0"/>
              <a:t>个元素</a:t>
            </a:r>
            <a:r>
              <a:rPr lang="en-US" altLang="zh-CN" sz="2400" dirty="0">
                <a:solidFill>
                  <a:srgbClr val="C00000"/>
                </a:solidFill>
              </a:rPr>
              <a:t>a[0],</a:t>
            </a:r>
            <a:r>
              <a:rPr lang="en-US" altLang="zh-CN" sz="2400" dirty="0">
                <a:solidFill>
                  <a:srgbClr val="009900"/>
                </a:solidFill>
              </a:rPr>
              <a:t>a[1]</a:t>
            </a:r>
            <a:endParaRPr lang="en-US" altLang="zh-CN" sz="2400" dirty="0">
              <a:solidFill>
                <a:srgbClr val="009900"/>
              </a:solidFill>
            </a:endParaRPr>
          </a:p>
          <a:p>
            <a:pPr marL="0" lvl="0" indent="0" eaLnBrk="1" hangingPunct="1">
              <a:lnSpc>
                <a:spcPct val="90000"/>
              </a:lnSpc>
              <a:spcBef>
                <a:spcPts val="590"/>
              </a:spcBef>
              <a:spcAft>
                <a:spcPts val="590"/>
              </a:spcAft>
              <a:buSzPct val="80000"/>
              <a:buNone/>
            </a:pPr>
            <a:r>
              <a:rPr lang="en-US" altLang="zh-CN" sz="2400" dirty="0"/>
              <a:t>2</a:t>
            </a:r>
            <a:r>
              <a:rPr lang="zh-CN" altLang="en-US" sz="2400" dirty="0"/>
              <a:t>）</a:t>
            </a:r>
            <a:r>
              <a:rPr lang="en-US" altLang="zh-CN" sz="2400" dirty="0">
                <a:solidFill>
                  <a:srgbClr val="C00000"/>
                </a:solidFill>
              </a:rPr>
              <a:t>a[0],</a:t>
            </a:r>
            <a:r>
              <a:rPr lang="en-US" altLang="zh-CN" sz="2400" dirty="0">
                <a:solidFill>
                  <a:srgbClr val="009900"/>
                </a:solidFill>
              </a:rPr>
              <a:t>a[1]</a:t>
            </a:r>
            <a:r>
              <a:rPr lang="zh-CN" altLang="zh-CN" sz="2400" dirty="0"/>
              <a:t>又</a:t>
            </a:r>
            <a:r>
              <a:rPr lang="zh-CN" altLang="en-US" sz="2400" dirty="0"/>
              <a:t>分别</a:t>
            </a:r>
            <a:r>
              <a:rPr lang="zh-CN" altLang="zh-CN" sz="2400" dirty="0"/>
              <a:t>是一个</a:t>
            </a:r>
            <a:endParaRPr lang="zh-CN" altLang="en-US" sz="2400" dirty="0"/>
          </a:p>
          <a:p>
            <a:pPr marL="0" lvl="0" indent="0" eaLnBrk="1" hangingPunct="1">
              <a:lnSpc>
                <a:spcPct val="90000"/>
              </a:lnSpc>
              <a:spcBef>
                <a:spcPts val="590"/>
              </a:spcBef>
              <a:spcAft>
                <a:spcPts val="590"/>
              </a:spcAft>
              <a:buSzPct val="80000"/>
              <a:buNone/>
            </a:pPr>
            <a:r>
              <a:rPr lang="zh-CN" altLang="en-US" sz="2400" dirty="0"/>
              <a:t>   </a:t>
            </a:r>
            <a:r>
              <a:rPr lang="zh-CN" altLang="zh-CN" sz="2400" dirty="0"/>
              <a:t>一维数组，包含</a:t>
            </a:r>
            <a:r>
              <a:rPr lang="en-US" altLang="zh-CN" sz="2400" dirty="0"/>
              <a:t>3</a:t>
            </a:r>
            <a:r>
              <a:rPr lang="zh-CN" altLang="zh-CN" sz="2400" dirty="0"/>
              <a:t>个元素</a:t>
            </a:r>
            <a:endParaRPr lang="zh-CN" alt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41379">
                                            <p:txEl>
                                              <p:pRg st="0" end="0"/>
                                            </p:txEl>
                                          </p:spTgt>
                                        </p:tgtEl>
                                        <p:attrNameLst>
                                          <p:attrName>style.visibility</p:attrName>
                                        </p:attrNameLst>
                                      </p:cBhvr>
                                      <p:to>
                                        <p:strVal val="visible"/>
                                      </p:to>
                                    </p:set>
                                    <p:animEffect transition="in" filter="wipe(left)">
                                      <p:cBhvr>
                                        <p:cTn id="7" dur="500"/>
                                        <p:tgtEl>
                                          <p:spTgt spid="74137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0753"/>
                                        </p:tgtEl>
                                        <p:attrNameLst>
                                          <p:attrName>style.visibility</p:attrName>
                                        </p:attrNameLst>
                                      </p:cBhvr>
                                      <p:to>
                                        <p:strVal val="visible"/>
                                      </p:to>
                                    </p:set>
                                    <p:animEffect transition="in" filter="wipe(left)">
                                      <p:cBhvr>
                                        <p:cTn id="12" dur="500"/>
                                        <p:tgtEl>
                                          <p:spTgt spid="3075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5"/>
                                        </p:tgtEl>
                                        <p:attrNameLst>
                                          <p:attrName>style.visibility</p:attrName>
                                        </p:attrNameLst>
                                      </p:cBhvr>
                                      <p:to>
                                        <p:strVal val="visible"/>
                                      </p:to>
                                    </p:set>
                                    <p:animEffect transition="in" filter="wipe(left)">
                                      <p:cBhvr>
                                        <p:cTn id="17" dur="500"/>
                                        <p:tgtEl>
                                          <p:spTgt spid="75"/>
                                        </p:tgtEl>
                                      </p:cBhvr>
                                    </p:animEffect>
                                  </p:childTnLst>
                                </p:cTn>
                              </p:par>
                            </p:childTnLst>
                          </p:cTn>
                        </p:par>
                      </p:childTnLst>
                    </p:cTn>
                  </p:par>
                  <p:par>
                    <p:cTn id="18" fill="hold">
                      <p:stCondLst>
                        <p:cond delay="indefinite"/>
                      </p:stCondLst>
                      <p:childTnLst>
                        <p:par>
                          <p:cTn id="19" fill="hold">
                            <p:stCondLst>
                              <p:cond delay="0"/>
                            </p:stCondLst>
                            <p:childTnLst>
                              <p:par>
                                <p:cTn id="20" presetID="53" presetClass="entr" presetSubtype="16" fill="hold" grpId="0" nodeType="clickEffect">
                                  <p:stCondLst>
                                    <p:cond delay="0"/>
                                  </p:stCondLst>
                                  <p:childTnLst>
                                    <p:set>
                                      <p:cBhvr>
                                        <p:cTn id="21" dur="1" fill="hold">
                                          <p:stCondLst>
                                            <p:cond delay="0"/>
                                          </p:stCondLst>
                                        </p:cTn>
                                        <p:tgtEl>
                                          <p:spTgt spid="127"/>
                                        </p:tgtEl>
                                        <p:attrNameLst>
                                          <p:attrName>style.visibility</p:attrName>
                                        </p:attrNameLst>
                                      </p:cBhvr>
                                      <p:to>
                                        <p:strVal val="visible"/>
                                      </p:to>
                                    </p:set>
                                    <p:anim calcmode="lin" valueType="num">
                                      <p:cBhvr>
                                        <p:cTn id="22" dur="500" fill="hold"/>
                                        <p:tgtEl>
                                          <p:spTgt spid="127"/>
                                        </p:tgtEl>
                                        <p:attrNameLst>
                                          <p:attrName>ppt_w</p:attrName>
                                        </p:attrNameLst>
                                      </p:cBhvr>
                                      <p:tavLst>
                                        <p:tav tm="0">
                                          <p:val>
                                            <p:fltVal val="0"/>
                                          </p:val>
                                        </p:tav>
                                        <p:tav tm="100000">
                                          <p:val>
                                            <p:strVal val="#ppt_w"/>
                                          </p:val>
                                        </p:tav>
                                      </p:tavLst>
                                    </p:anim>
                                    <p:anim calcmode="lin" valueType="num">
                                      <p:cBhvr>
                                        <p:cTn id="23" dur="500" fill="hold"/>
                                        <p:tgtEl>
                                          <p:spTgt spid="127"/>
                                        </p:tgtEl>
                                        <p:attrNameLst>
                                          <p:attrName>ppt_h</p:attrName>
                                        </p:attrNameLst>
                                      </p:cBhvr>
                                      <p:tavLst>
                                        <p:tav tm="0">
                                          <p:val>
                                            <p:fltVal val="0"/>
                                          </p:val>
                                        </p:tav>
                                        <p:tav tm="100000">
                                          <p:val>
                                            <p:strVal val="#ppt_h"/>
                                          </p:val>
                                        </p:tav>
                                      </p:tavLst>
                                    </p:anim>
                                    <p:animEffect transition="in" filter="fade">
                                      <p:cBhvr>
                                        <p:cTn id="24" dur="500"/>
                                        <p:tgtEl>
                                          <p:spTgt spid="127"/>
                                        </p:tgtEl>
                                      </p:cBhvr>
                                    </p:animEffect>
                                  </p:childTnLst>
                                </p:cTn>
                              </p:par>
                            </p:childTnLst>
                          </p:cTn>
                        </p:par>
                      </p:childTnLst>
                    </p:cTn>
                  </p:par>
                  <p:par>
                    <p:cTn id="25" fill="hold">
                      <p:stCondLst>
                        <p:cond delay="indefinite"/>
                      </p:stCondLst>
                      <p:childTnLst>
                        <p:par>
                          <p:cTn id="26" fill="hold">
                            <p:stCondLst>
                              <p:cond delay="0"/>
                            </p:stCondLst>
                            <p:childTnLst>
                              <p:par>
                                <p:cTn id="27" presetID="53" presetClass="entr" presetSubtype="16" fill="hold" grpId="0" nodeType="clickEffect">
                                  <p:stCondLst>
                                    <p:cond delay="0"/>
                                  </p:stCondLst>
                                  <p:childTnLst>
                                    <p:set>
                                      <p:cBhvr>
                                        <p:cTn id="28" dur="1" fill="hold">
                                          <p:stCondLst>
                                            <p:cond delay="0"/>
                                          </p:stCondLst>
                                        </p:cTn>
                                        <p:tgtEl>
                                          <p:spTgt spid="128"/>
                                        </p:tgtEl>
                                        <p:attrNameLst>
                                          <p:attrName>style.visibility</p:attrName>
                                        </p:attrNameLst>
                                      </p:cBhvr>
                                      <p:to>
                                        <p:strVal val="visible"/>
                                      </p:to>
                                    </p:set>
                                    <p:anim calcmode="lin" valueType="num">
                                      <p:cBhvr>
                                        <p:cTn id="29" dur="500" fill="hold"/>
                                        <p:tgtEl>
                                          <p:spTgt spid="128"/>
                                        </p:tgtEl>
                                        <p:attrNameLst>
                                          <p:attrName>ppt_w</p:attrName>
                                        </p:attrNameLst>
                                      </p:cBhvr>
                                      <p:tavLst>
                                        <p:tav tm="0">
                                          <p:val>
                                            <p:fltVal val="0"/>
                                          </p:val>
                                        </p:tav>
                                        <p:tav tm="100000">
                                          <p:val>
                                            <p:strVal val="#ppt_w"/>
                                          </p:val>
                                        </p:tav>
                                      </p:tavLst>
                                    </p:anim>
                                    <p:anim calcmode="lin" valueType="num">
                                      <p:cBhvr>
                                        <p:cTn id="30" dur="500" fill="hold"/>
                                        <p:tgtEl>
                                          <p:spTgt spid="128"/>
                                        </p:tgtEl>
                                        <p:attrNameLst>
                                          <p:attrName>ppt_h</p:attrName>
                                        </p:attrNameLst>
                                      </p:cBhvr>
                                      <p:tavLst>
                                        <p:tav tm="0">
                                          <p:val>
                                            <p:fltVal val="0"/>
                                          </p:val>
                                        </p:tav>
                                        <p:tav tm="100000">
                                          <p:val>
                                            <p:strVal val="#ppt_h"/>
                                          </p:val>
                                        </p:tav>
                                      </p:tavLst>
                                    </p:anim>
                                    <p:animEffect transition="in" filter="fade">
                                      <p:cBhvr>
                                        <p:cTn id="31" dur="500"/>
                                        <p:tgtEl>
                                          <p:spTgt spid="128"/>
                                        </p:tgtEl>
                                      </p:cBhvr>
                                    </p:animEffect>
                                  </p:childTnLst>
                                </p:cTn>
                              </p:par>
                            </p:childTnLst>
                          </p:cTn>
                        </p:par>
                      </p:childTnLst>
                    </p:cTn>
                  </p:par>
                  <p:par>
                    <p:cTn id="32" fill="hold">
                      <p:stCondLst>
                        <p:cond delay="indefinite"/>
                      </p:stCondLst>
                      <p:childTnLst>
                        <p:par>
                          <p:cTn id="33" fill="hold">
                            <p:stCondLst>
                              <p:cond delay="0"/>
                            </p:stCondLst>
                            <p:childTnLst>
                              <p:par>
                                <p:cTn id="34" presetID="53" presetClass="entr" presetSubtype="16" fill="hold" grpId="0" nodeType="clickEffect">
                                  <p:stCondLst>
                                    <p:cond delay="0"/>
                                  </p:stCondLst>
                                  <p:childTnLst>
                                    <p:set>
                                      <p:cBhvr>
                                        <p:cTn id="35" dur="1" fill="hold">
                                          <p:stCondLst>
                                            <p:cond delay="0"/>
                                          </p:stCondLst>
                                        </p:cTn>
                                        <p:tgtEl>
                                          <p:spTgt spid="126"/>
                                        </p:tgtEl>
                                        <p:attrNameLst>
                                          <p:attrName>style.visibility</p:attrName>
                                        </p:attrNameLst>
                                      </p:cBhvr>
                                      <p:to>
                                        <p:strVal val="visible"/>
                                      </p:to>
                                    </p:set>
                                    <p:anim calcmode="lin" valueType="num">
                                      <p:cBhvr>
                                        <p:cTn id="36" dur="500" fill="hold"/>
                                        <p:tgtEl>
                                          <p:spTgt spid="126"/>
                                        </p:tgtEl>
                                        <p:attrNameLst>
                                          <p:attrName>ppt_w</p:attrName>
                                        </p:attrNameLst>
                                      </p:cBhvr>
                                      <p:tavLst>
                                        <p:tav tm="0">
                                          <p:val>
                                            <p:fltVal val="0"/>
                                          </p:val>
                                        </p:tav>
                                        <p:tav tm="100000">
                                          <p:val>
                                            <p:strVal val="#ppt_w"/>
                                          </p:val>
                                        </p:tav>
                                      </p:tavLst>
                                    </p:anim>
                                    <p:anim calcmode="lin" valueType="num">
                                      <p:cBhvr>
                                        <p:cTn id="37" dur="500" fill="hold"/>
                                        <p:tgtEl>
                                          <p:spTgt spid="126"/>
                                        </p:tgtEl>
                                        <p:attrNameLst>
                                          <p:attrName>ppt_h</p:attrName>
                                        </p:attrNameLst>
                                      </p:cBhvr>
                                      <p:tavLst>
                                        <p:tav tm="0">
                                          <p:val>
                                            <p:fltVal val="0"/>
                                          </p:val>
                                        </p:tav>
                                        <p:tav tm="100000">
                                          <p:val>
                                            <p:strVal val="#ppt_h"/>
                                          </p:val>
                                        </p:tav>
                                      </p:tavLst>
                                    </p:anim>
                                    <p:animEffect transition="in" filter="fade">
                                      <p:cBhvr>
                                        <p:cTn id="38" dur="500"/>
                                        <p:tgtEl>
                                          <p:spTgt spid="126"/>
                                        </p:tgtEl>
                                      </p:cBhvr>
                                    </p:animEffect>
                                  </p:childTnLst>
                                </p:cTn>
                              </p:par>
                            </p:childTnLst>
                          </p:cTn>
                        </p:par>
                      </p:childTnLst>
                    </p:cTn>
                  </p:par>
                  <p:par>
                    <p:cTn id="39" fill="hold">
                      <p:stCondLst>
                        <p:cond delay="indefinite"/>
                      </p:stCondLst>
                      <p:childTnLst>
                        <p:par>
                          <p:cTn id="40" fill="hold">
                            <p:stCondLst>
                              <p:cond delay="0"/>
                            </p:stCondLst>
                            <p:childTnLst>
                              <p:par>
                                <p:cTn id="41" presetID="53" presetClass="entr" presetSubtype="16" fill="hold" grpId="0" nodeType="clickEffect">
                                  <p:stCondLst>
                                    <p:cond delay="0"/>
                                  </p:stCondLst>
                                  <p:childTnLst>
                                    <p:set>
                                      <p:cBhvr>
                                        <p:cTn id="42" dur="1" fill="hold">
                                          <p:stCondLst>
                                            <p:cond delay="0"/>
                                          </p:stCondLst>
                                        </p:cTn>
                                        <p:tgtEl>
                                          <p:spTgt spid="30"/>
                                        </p:tgtEl>
                                        <p:attrNameLst>
                                          <p:attrName>style.visibility</p:attrName>
                                        </p:attrNameLst>
                                      </p:cBhvr>
                                      <p:to>
                                        <p:strVal val="visible"/>
                                      </p:to>
                                    </p:set>
                                    <p:anim calcmode="lin" valueType="num">
                                      <p:cBhvr>
                                        <p:cTn id="43" dur="500" fill="hold"/>
                                        <p:tgtEl>
                                          <p:spTgt spid="30"/>
                                        </p:tgtEl>
                                        <p:attrNameLst>
                                          <p:attrName>ppt_w</p:attrName>
                                        </p:attrNameLst>
                                      </p:cBhvr>
                                      <p:tavLst>
                                        <p:tav tm="0">
                                          <p:val>
                                            <p:fltVal val="0"/>
                                          </p:val>
                                        </p:tav>
                                        <p:tav tm="100000">
                                          <p:val>
                                            <p:strVal val="#ppt_w"/>
                                          </p:val>
                                        </p:tav>
                                      </p:tavLst>
                                    </p:anim>
                                    <p:anim calcmode="lin" valueType="num">
                                      <p:cBhvr>
                                        <p:cTn id="44" dur="500" fill="hold"/>
                                        <p:tgtEl>
                                          <p:spTgt spid="30"/>
                                        </p:tgtEl>
                                        <p:attrNameLst>
                                          <p:attrName>ppt_h</p:attrName>
                                        </p:attrNameLst>
                                      </p:cBhvr>
                                      <p:tavLst>
                                        <p:tav tm="0">
                                          <p:val>
                                            <p:fltVal val="0"/>
                                          </p:val>
                                        </p:tav>
                                        <p:tav tm="100000">
                                          <p:val>
                                            <p:strVal val="#ppt_h"/>
                                          </p:val>
                                        </p:tav>
                                      </p:tavLst>
                                    </p:anim>
                                    <p:animEffect transition="in" filter="fade">
                                      <p:cBhvr>
                                        <p:cTn id="45"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1379" grpId="0" build="p"/>
      <p:bldP spid="30" grpId="0" animBg="1"/>
      <p:bldP spid="126" grpId="0" animBg="1"/>
      <p:bldP spid="127" grpId="0" animBg="1"/>
      <p:bldP spid="128" grpId="0" animBg="1"/>
      <p:bldP spid="75" grpId="0"/>
    </p:bldLst>
  </p:timing>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3490" name="Rectangle 2"/>
          <p:cNvSpPr>
            <a:spLocks noGrp="1"/>
          </p:cNvSpPr>
          <p:nvPr>
            <p:ph type="title"/>
          </p:nvPr>
        </p:nvSpPr>
        <p:spPr>
          <a:xfrm>
            <a:off x="1631950" y="257175"/>
            <a:ext cx="8915400" cy="936625"/>
          </a:xfrm>
        </p:spPr>
        <p:txBody>
          <a:bodyPr vert="horz" wrap="square" lIns="91440" tIns="45720" rIns="91440" bIns="45720" anchor="ctr" anchorCtr="0"/>
          <a:lstStyle/>
          <a:p>
            <a:r>
              <a:rPr lang="en-US" altLang="zh-CN" kern="1200" dirty="0">
                <a:latin typeface="Arial" panose="020B0604020202090204" pitchFamily="34" charset="0"/>
                <a:ea typeface="黑体" panose="02010609060101010101" pitchFamily="49" charset="-122"/>
                <a:cs typeface="Arial" panose="020B0604020202090204" pitchFamily="34" charset="0"/>
              </a:rPr>
              <a:t>3.2.5 </a:t>
            </a:r>
            <a:r>
              <a:rPr lang="zh-CN" altLang="en-US" kern="1200" dirty="0">
                <a:latin typeface="Arial" panose="020B0604020202090204" pitchFamily="34" charset="0"/>
                <a:ea typeface="黑体" panose="02010609060101010101" pitchFamily="49" charset="-122"/>
                <a:cs typeface="Arial" panose="020B0604020202090204" pitchFamily="34" charset="0"/>
              </a:rPr>
              <a:t>指针和二维数组间的关系</a:t>
            </a:r>
            <a:endParaRPr lang="zh-CN" altLang="en-US" kern="1200" dirty="0">
              <a:latin typeface="Arial" panose="020B0604020202090204" pitchFamily="34" charset="0"/>
              <a:ea typeface="黑体" panose="02010609060101010101" pitchFamily="49" charset="-122"/>
              <a:cs typeface="Arial" panose="020B0604020202090204" pitchFamily="34" charset="0"/>
            </a:endParaRPr>
          </a:p>
        </p:txBody>
      </p:sp>
      <p:sp>
        <p:nvSpPr>
          <p:cNvPr id="63491" name="Rectangle 3"/>
          <p:cNvSpPr>
            <a:spLocks noGrp="1"/>
          </p:cNvSpPr>
          <p:nvPr>
            <p:ph type="body" idx="4294967295"/>
          </p:nvPr>
        </p:nvSpPr>
        <p:spPr>
          <a:xfrm>
            <a:off x="1416050" y="1268413"/>
            <a:ext cx="9205913" cy="865187"/>
          </a:xfrm>
        </p:spPr>
        <p:txBody>
          <a:bodyPr vert="horz" wrap="square" lIns="91440" tIns="45720" rIns="91440" bIns="45720" anchor="t" anchorCtr="0"/>
          <a:lstStyle/>
          <a:p>
            <a:pPr>
              <a:lnSpc>
                <a:spcPct val="105000"/>
              </a:lnSpc>
              <a:spcBef>
                <a:spcPts val="600"/>
              </a:spcBef>
              <a:spcAft>
                <a:spcPts val="600"/>
              </a:spcAft>
            </a:pPr>
            <a:r>
              <a:rPr lang="zh-CN" altLang="en-US" sz="2800" dirty="0">
                <a:cs typeface="Arial" panose="020B0604020202090204" pitchFamily="34" charset="0"/>
              </a:rPr>
              <a:t>将二维数组</a:t>
            </a:r>
            <a:r>
              <a:rPr lang="en-US" altLang="zh-CN" sz="2800" b="1" dirty="0">
                <a:latin typeface="Courier New" panose="02070409020205090404" pitchFamily="49" charset="0"/>
                <a:cs typeface="Courier New" panose="02070409020205090404" pitchFamily="49" charset="0"/>
              </a:rPr>
              <a:t>a</a:t>
            </a:r>
            <a:r>
              <a:rPr lang="zh-CN" altLang="en-US" sz="2800" dirty="0">
                <a:cs typeface="Arial" panose="020B0604020202090204" pitchFamily="34" charset="0"/>
              </a:rPr>
              <a:t>看成一维数组，有</a:t>
            </a:r>
            <a:r>
              <a:rPr lang="en-US" altLang="zh-CN" sz="2800" dirty="0">
                <a:solidFill>
                  <a:srgbClr val="C00000"/>
                </a:solidFill>
                <a:cs typeface="Arial" panose="020B0604020202090204" pitchFamily="34" charset="0"/>
              </a:rPr>
              <a:t>2</a:t>
            </a:r>
            <a:r>
              <a:rPr lang="zh-CN" altLang="en-US" sz="2800" dirty="0">
                <a:cs typeface="Arial" panose="020B0604020202090204" pitchFamily="34" charset="0"/>
              </a:rPr>
              <a:t>个</a:t>
            </a:r>
            <a:r>
              <a:rPr lang="zh-CN" altLang="en-US" sz="2800" dirty="0">
                <a:solidFill>
                  <a:srgbClr val="CC0000"/>
                </a:solidFill>
                <a:cs typeface="Arial" panose="020B0604020202090204" pitchFamily="34" charset="0"/>
              </a:rPr>
              <a:t>“</a:t>
            </a:r>
            <a:r>
              <a:rPr lang="en-US" altLang="zh-CN" sz="2800" b="1" dirty="0">
                <a:solidFill>
                  <a:srgbClr val="0000CC"/>
                </a:solidFill>
                <a:latin typeface="Courier New" panose="02070409020205090404" pitchFamily="49" charset="0"/>
                <a:cs typeface="Courier New" panose="02070409020205090404" pitchFamily="49" charset="0"/>
              </a:rPr>
              <a:t>int[3]</a:t>
            </a:r>
            <a:r>
              <a:rPr lang="zh-CN" altLang="en-US" sz="2800" dirty="0">
                <a:solidFill>
                  <a:srgbClr val="0000CC"/>
                </a:solidFill>
                <a:latin typeface="Courier New" panose="02070409020205090404" pitchFamily="49" charset="0"/>
                <a:cs typeface="Courier New" panose="02070409020205090404" pitchFamily="49" charset="0"/>
              </a:rPr>
              <a:t>型</a:t>
            </a:r>
            <a:r>
              <a:rPr lang="zh-CN" altLang="en-US" sz="2800" dirty="0">
                <a:solidFill>
                  <a:srgbClr val="CC0000"/>
                </a:solidFill>
                <a:cs typeface="Arial" panose="020B0604020202090204" pitchFamily="34" charset="0"/>
              </a:rPr>
              <a:t>”</a:t>
            </a:r>
            <a:r>
              <a:rPr lang="zh-CN" altLang="en-US" sz="2800" dirty="0">
                <a:cs typeface="Arial" panose="020B0604020202090204" pitchFamily="34" charset="0"/>
              </a:rPr>
              <a:t>元素</a:t>
            </a:r>
            <a:endParaRPr lang="zh-CN" altLang="en-US" sz="2800" dirty="0">
              <a:ea typeface="Arial" panose="020B0604020202090204" pitchFamily="34" charset="0"/>
            </a:endParaRPr>
          </a:p>
        </p:txBody>
      </p:sp>
      <p:grpSp>
        <p:nvGrpSpPr>
          <p:cNvPr id="63492" name="Group 3"/>
          <p:cNvGrpSpPr/>
          <p:nvPr/>
        </p:nvGrpSpPr>
        <p:grpSpPr>
          <a:xfrm>
            <a:off x="1804988" y="1916113"/>
            <a:ext cx="614362" cy="1397000"/>
            <a:chOff x="274" y="1148"/>
            <a:chExt cx="357" cy="880"/>
          </a:xfrm>
        </p:grpSpPr>
        <p:sp>
          <p:nvSpPr>
            <p:cNvPr id="63518" name="Text Box 4"/>
            <p:cNvSpPr txBox="1"/>
            <p:nvPr/>
          </p:nvSpPr>
          <p:spPr>
            <a:xfrm>
              <a:off x="407" y="1148"/>
              <a:ext cx="189" cy="231"/>
            </a:xfrm>
            <a:prstGeom prst="rect">
              <a:avLst/>
            </a:prstGeom>
            <a:noFill/>
            <a:ln w="9525">
              <a:noFill/>
            </a:ln>
          </p:spPr>
          <p:txBody>
            <a:bodyPr wrap="none">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ts val="590"/>
                </a:spcBef>
                <a:spcAft>
                  <a:spcPts val="590"/>
                </a:spcAft>
                <a:buSzPct val="80000"/>
                <a:buNone/>
              </a:pPr>
              <a:r>
                <a:rPr lang="en-US" altLang="zh-CN" sz="2000" dirty="0">
                  <a:ea typeface="宋体" pitchFamily="2" charset="-122"/>
                </a:rPr>
                <a:t>a</a:t>
              </a:r>
              <a:endParaRPr lang="en-US" altLang="zh-CN" sz="2000" dirty="0">
                <a:ea typeface="宋体" pitchFamily="2" charset="-122"/>
              </a:endParaRPr>
            </a:p>
          </p:txBody>
        </p:sp>
        <p:sp>
          <p:nvSpPr>
            <p:cNvPr id="63519" name="Text Box 5"/>
            <p:cNvSpPr txBox="1"/>
            <p:nvPr/>
          </p:nvSpPr>
          <p:spPr>
            <a:xfrm>
              <a:off x="274" y="1797"/>
              <a:ext cx="357" cy="231"/>
            </a:xfrm>
            <a:prstGeom prst="rect">
              <a:avLst/>
            </a:prstGeom>
            <a:noFill/>
            <a:ln w="9525">
              <a:noFill/>
            </a:ln>
          </p:spPr>
          <p:txBody>
            <a:bodyPr wrap="none">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ts val="590"/>
                </a:spcBef>
                <a:spcAft>
                  <a:spcPts val="590"/>
                </a:spcAft>
                <a:buSzPct val="80000"/>
                <a:buNone/>
              </a:pPr>
              <a:r>
                <a:rPr lang="en-US" altLang="zh-CN" sz="2000" dirty="0">
                  <a:ea typeface="宋体" pitchFamily="2" charset="-122"/>
                </a:rPr>
                <a:t>a+1</a:t>
              </a:r>
              <a:endParaRPr lang="en-US" altLang="zh-CN" sz="2000" dirty="0">
                <a:ea typeface="宋体" pitchFamily="2" charset="-122"/>
              </a:endParaRPr>
            </a:p>
          </p:txBody>
        </p:sp>
      </p:grpSp>
      <p:grpSp>
        <p:nvGrpSpPr>
          <p:cNvPr id="63493" name="Group 13"/>
          <p:cNvGrpSpPr/>
          <p:nvPr/>
        </p:nvGrpSpPr>
        <p:grpSpPr>
          <a:xfrm>
            <a:off x="2495550" y="1844675"/>
            <a:ext cx="2006600" cy="2374900"/>
            <a:chOff x="935" y="1104"/>
            <a:chExt cx="1166" cy="1496"/>
          </a:xfrm>
        </p:grpSpPr>
        <p:sp>
          <p:nvSpPr>
            <p:cNvPr id="63509" name="Line 14"/>
            <p:cNvSpPr/>
            <p:nvPr/>
          </p:nvSpPr>
          <p:spPr>
            <a:xfrm>
              <a:off x="1415" y="1978"/>
              <a:ext cx="686" cy="0"/>
            </a:xfrm>
            <a:prstGeom prst="line">
              <a:avLst/>
            </a:prstGeom>
            <a:ln w="38100" cap="rnd" cmpd="sng">
              <a:solidFill>
                <a:srgbClr val="FF0000"/>
              </a:solidFill>
              <a:prstDash val="solid"/>
              <a:headEnd type="none" w="med" len="med"/>
              <a:tailEnd type="none" w="med" len="med"/>
            </a:ln>
          </p:spPr>
        </p:sp>
        <p:grpSp>
          <p:nvGrpSpPr>
            <p:cNvPr id="63510" name="Group 16"/>
            <p:cNvGrpSpPr/>
            <p:nvPr/>
          </p:nvGrpSpPr>
          <p:grpSpPr>
            <a:xfrm>
              <a:off x="1415" y="1330"/>
              <a:ext cx="686" cy="1270"/>
              <a:chOff x="1043" y="1318"/>
              <a:chExt cx="686" cy="1270"/>
            </a:xfrm>
          </p:grpSpPr>
          <p:sp>
            <p:nvSpPr>
              <p:cNvPr id="14" name="Rectangle 17"/>
              <p:cNvSpPr>
                <a:spLocks noChangeArrowheads="1"/>
              </p:cNvSpPr>
              <p:nvPr/>
            </p:nvSpPr>
            <p:spPr bwMode="auto">
              <a:xfrm>
                <a:off x="1043" y="1318"/>
                <a:ext cx="686" cy="1270"/>
              </a:xfrm>
              <a:prstGeom prst="rect">
                <a:avLst/>
              </a:prstGeom>
              <a:noFill/>
              <a:ln w="38100" cap="rnd" cmpd="sng">
                <a:solidFill>
                  <a:srgbClr val="FF0000"/>
                </a:solidFill>
                <a:prstDash val="solid"/>
                <a:miter lim="800000"/>
              </a:ln>
              <a:effectLst/>
            </p:spPr>
            <p:txBody>
              <a:bodyPr wrap="none" anchor="ct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63516" name="Text Box 18"/>
              <p:cNvSpPr txBox="1"/>
              <p:nvPr/>
            </p:nvSpPr>
            <p:spPr>
              <a:xfrm>
                <a:off x="1193" y="1477"/>
                <a:ext cx="355" cy="233"/>
              </a:xfrm>
              <a:prstGeom prst="rect">
                <a:avLst/>
              </a:prstGeom>
              <a:noFill/>
              <a:ln w="9525">
                <a:noFill/>
              </a:ln>
            </p:spPr>
            <p:txBody>
              <a:bodyPr wrap="none">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ts val="590"/>
                  </a:spcBef>
                  <a:spcAft>
                    <a:spcPts val="590"/>
                  </a:spcAft>
                  <a:buSzPct val="80000"/>
                  <a:buNone/>
                </a:pPr>
                <a:r>
                  <a:rPr lang="en-US" altLang="zh-CN" sz="2000" dirty="0">
                    <a:solidFill>
                      <a:srgbClr val="C00000"/>
                    </a:solidFill>
                    <a:ea typeface="宋体" pitchFamily="2" charset="-122"/>
                  </a:rPr>
                  <a:t>a[0]</a:t>
                </a:r>
                <a:endParaRPr lang="en-US" altLang="zh-CN" sz="2000" dirty="0">
                  <a:solidFill>
                    <a:srgbClr val="C00000"/>
                  </a:solidFill>
                  <a:ea typeface="宋体" pitchFamily="2" charset="-122"/>
                </a:endParaRPr>
              </a:p>
            </p:txBody>
          </p:sp>
          <p:sp>
            <p:nvSpPr>
              <p:cNvPr id="63517" name="Text Box 19"/>
              <p:cNvSpPr txBox="1"/>
              <p:nvPr/>
            </p:nvSpPr>
            <p:spPr>
              <a:xfrm>
                <a:off x="1193" y="2180"/>
                <a:ext cx="355" cy="233"/>
              </a:xfrm>
              <a:prstGeom prst="rect">
                <a:avLst/>
              </a:prstGeom>
              <a:noFill/>
              <a:ln w="9525">
                <a:noFill/>
              </a:ln>
            </p:spPr>
            <p:txBody>
              <a:bodyPr wrap="none">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ts val="590"/>
                  </a:spcBef>
                  <a:spcAft>
                    <a:spcPts val="590"/>
                  </a:spcAft>
                  <a:buSzPct val="80000"/>
                  <a:buNone/>
                </a:pPr>
                <a:r>
                  <a:rPr lang="en-US" altLang="zh-CN" sz="2000" dirty="0">
                    <a:solidFill>
                      <a:srgbClr val="339933"/>
                    </a:solidFill>
                    <a:ea typeface="宋体" pitchFamily="2" charset="-122"/>
                  </a:rPr>
                  <a:t>a[1]</a:t>
                </a:r>
                <a:endParaRPr lang="en-US" altLang="zh-CN" sz="2000" dirty="0">
                  <a:ea typeface="宋体" pitchFamily="2" charset="-122"/>
                </a:endParaRPr>
              </a:p>
            </p:txBody>
          </p:sp>
        </p:grpSp>
        <p:sp>
          <p:nvSpPr>
            <p:cNvPr id="63511" name="Line 21"/>
            <p:cNvSpPr/>
            <p:nvPr/>
          </p:nvSpPr>
          <p:spPr>
            <a:xfrm>
              <a:off x="993" y="1330"/>
              <a:ext cx="422" cy="0"/>
            </a:xfrm>
            <a:prstGeom prst="line">
              <a:avLst/>
            </a:prstGeom>
            <a:ln w="9525" cap="flat" cmpd="sng">
              <a:solidFill>
                <a:schemeClr val="tx1"/>
              </a:solidFill>
              <a:prstDash val="solid"/>
              <a:headEnd type="none" w="med" len="med"/>
              <a:tailEnd type="triangle" w="med" len="med"/>
            </a:ln>
          </p:spPr>
        </p:sp>
        <p:sp>
          <p:nvSpPr>
            <p:cNvPr id="63512" name="Line 22"/>
            <p:cNvSpPr/>
            <p:nvPr/>
          </p:nvSpPr>
          <p:spPr>
            <a:xfrm>
              <a:off x="978" y="1974"/>
              <a:ext cx="422" cy="0"/>
            </a:xfrm>
            <a:prstGeom prst="line">
              <a:avLst/>
            </a:prstGeom>
            <a:ln w="9525" cap="flat" cmpd="sng">
              <a:solidFill>
                <a:schemeClr val="tx1"/>
              </a:solidFill>
              <a:prstDash val="solid"/>
              <a:headEnd type="none" w="med" len="med"/>
              <a:tailEnd type="triangle" w="med" len="med"/>
            </a:ln>
          </p:spPr>
        </p:sp>
        <p:sp>
          <p:nvSpPr>
            <p:cNvPr id="63513" name="Text Box 24"/>
            <p:cNvSpPr txBox="1"/>
            <p:nvPr/>
          </p:nvSpPr>
          <p:spPr>
            <a:xfrm>
              <a:off x="977" y="1104"/>
              <a:ext cx="455" cy="233"/>
            </a:xfrm>
            <a:prstGeom prst="rect">
              <a:avLst/>
            </a:prstGeom>
            <a:noFill/>
            <a:ln w="9525">
              <a:noFill/>
            </a:ln>
          </p:spPr>
          <p:txBody>
            <a:bodyPr wrap="none">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ts val="590"/>
                </a:spcBef>
                <a:spcAft>
                  <a:spcPts val="590"/>
                </a:spcAft>
                <a:buSzPct val="80000"/>
                <a:buNone/>
              </a:pPr>
              <a:r>
                <a:rPr lang="en-US" altLang="zh-CN" sz="2000" dirty="0">
                  <a:solidFill>
                    <a:srgbClr val="C00000"/>
                  </a:solidFill>
                  <a:ea typeface="宋体" pitchFamily="2" charset="-122"/>
                </a:rPr>
                <a:t>&amp;a[0]</a:t>
              </a:r>
              <a:endParaRPr lang="en-US" altLang="zh-CN" sz="2000" dirty="0">
                <a:solidFill>
                  <a:srgbClr val="C00000"/>
                </a:solidFill>
                <a:ea typeface="宋体" pitchFamily="2" charset="-122"/>
              </a:endParaRPr>
            </a:p>
          </p:txBody>
        </p:sp>
        <p:sp>
          <p:nvSpPr>
            <p:cNvPr id="63514" name="Text Box 25"/>
            <p:cNvSpPr txBox="1"/>
            <p:nvPr/>
          </p:nvSpPr>
          <p:spPr>
            <a:xfrm>
              <a:off x="935" y="1758"/>
              <a:ext cx="455" cy="233"/>
            </a:xfrm>
            <a:prstGeom prst="rect">
              <a:avLst/>
            </a:prstGeom>
            <a:noFill/>
            <a:ln w="9525">
              <a:noFill/>
            </a:ln>
          </p:spPr>
          <p:txBody>
            <a:bodyPr wrap="none">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ts val="590"/>
                </a:spcBef>
                <a:spcAft>
                  <a:spcPts val="590"/>
                </a:spcAft>
                <a:buSzPct val="80000"/>
                <a:buNone/>
              </a:pPr>
              <a:r>
                <a:rPr lang="en-US" altLang="zh-CN" sz="2000" dirty="0">
                  <a:solidFill>
                    <a:srgbClr val="009900"/>
                  </a:solidFill>
                  <a:ea typeface="宋体" pitchFamily="2" charset="-122"/>
                </a:rPr>
                <a:t>&amp;a[1]</a:t>
              </a:r>
              <a:endParaRPr lang="en-US" altLang="zh-CN" sz="2000" dirty="0">
                <a:solidFill>
                  <a:srgbClr val="009900"/>
                </a:solidFill>
                <a:ea typeface="宋体" pitchFamily="2" charset="-122"/>
              </a:endParaRPr>
            </a:p>
          </p:txBody>
        </p:sp>
      </p:grpSp>
      <p:grpSp>
        <p:nvGrpSpPr>
          <p:cNvPr id="63494" name="Group 27"/>
          <p:cNvGrpSpPr/>
          <p:nvPr/>
        </p:nvGrpSpPr>
        <p:grpSpPr>
          <a:xfrm>
            <a:off x="4344988" y="2133600"/>
            <a:ext cx="3876675" cy="1808163"/>
            <a:chOff x="2010" y="1286"/>
            <a:chExt cx="2254" cy="1139"/>
          </a:xfrm>
        </p:grpSpPr>
        <p:sp>
          <p:nvSpPr>
            <p:cNvPr id="63499" name="Line 28"/>
            <p:cNvSpPr/>
            <p:nvPr/>
          </p:nvSpPr>
          <p:spPr>
            <a:xfrm>
              <a:off x="2020" y="1648"/>
              <a:ext cx="454" cy="0"/>
            </a:xfrm>
            <a:prstGeom prst="line">
              <a:avLst/>
            </a:prstGeom>
            <a:ln w="9525" cap="flat" cmpd="sng">
              <a:solidFill>
                <a:schemeClr val="tx1"/>
              </a:solidFill>
              <a:prstDash val="solid"/>
              <a:headEnd type="none" w="med" len="med"/>
              <a:tailEnd type="triangle" w="med" len="med"/>
            </a:ln>
          </p:spPr>
        </p:sp>
        <p:sp>
          <p:nvSpPr>
            <p:cNvPr id="63500" name="Text Box 30"/>
            <p:cNvSpPr txBox="1"/>
            <p:nvPr/>
          </p:nvSpPr>
          <p:spPr>
            <a:xfrm>
              <a:off x="2064" y="1286"/>
              <a:ext cx="620" cy="233"/>
            </a:xfrm>
            <a:prstGeom prst="rect">
              <a:avLst/>
            </a:prstGeom>
            <a:noFill/>
            <a:ln w="9525">
              <a:noFill/>
            </a:ln>
          </p:spPr>
          <p:txBody>
            <a:bodyPr wrap="none">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ts val="590"/>
                </a:spcBef>
                <a:spcAft>
                  <a:spcPts val="590"/>
                </a:spcAft>
                <a:buSzPct val="80000"/>
                <a:buNone/>
              </a:pPr>
              <a:r>
                <a:rPr lang="en-US" altLang="zh-CN" sz="2000" dirty="0">
                  <a:solidFill>
                    <a:srgbClr val="C00000"/>
                  </a:solidFill>
                  <a:ea typeface="宋体" pitchFamily="2" charset="-122"/>
                </a:rPr>
                <a:t>&amp;a[0][0]</a:t>
              </a:r>
              <a:endParaRPr lang="en-US" altLang="zh-CN" sz="2000" dirty="0">
                <a:solidFill>
                  <a:srgbClr val="C00000"/>
                </a:solidFill>
                <a:ea typeface="宋体" pitchFamily="2" charset="-122"/>
              </a:endParaRPr>
            </a:p>
          </p:txBody>
        </p:sp>
        <p:sp>
          <p:nvSpPr>
            <p:cNvPr id="63501" name="Line 32"/>
            <p:cNvSpPr/>
            <p:nvPr/>
          </p:nvSpPr>
          <p:spPr>
            <a:xfrm>
              <a:off x="2010" y="2328"/>
              <a:ext cx="454" cy="0"/>
            </a:xfrm>
            <a:prstGeom prst="line">
              <a:avLst/>
            </a:prstGeom>
            <a:ln w="9525" cap="flat" cmpd="sng">
              <a:solidFill>
                <a:schemeClr val="tx1"/>
              </a:solidFill>
              <a:prstDash val="solid"/>
              <a:headEnd type="none" w="med" len="med"/>
              <a:tailEnd type="triangle" w="med" len="med"/>
            </a:ln>
          </p:spPr>
        </p:sp>
        <p:sp>
          <p:nvSpPr>
            <p:cNvPr id="63502" name="Text Box 36"/>
            <p:cNvSpPr txBox="1"/>
            <p:nvPr/>
          </p:nvSpPr>
          <p:spPr>
            <a:xfrm>
              <a:off x="2064" y="1966"/>
              <a:ext cx="620" cy="233"/>
            </a:xfrm>
            <a:prstGeom prst="rect">
              <a:avLst/>
            </a:prstGeom>
            <a:noFill/>
            <a:ln w="9525">
              <a:noFill/>
            </a:ln>
          </p:spPr>
          <p:txBody>
            <a:bodyPr wrap="none">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ts val="590"/>
                </a:spcBef>
                <a:spcAft>
                  <a:spcPts val="590"/>
                </a:spcAft>
                <a:buSzPct val="80000"/>
                <a:buNone/>
              </a:pPr>
              <a:r>
                <a:rPr lang="en-US" altLang="zh-CN" sz="2000" dirty="0">
                  <a:solidFill>
                    <a:srgbClr val="009900"/>
                  </a:solidFill>
                  <a:ea typeface="宋体" pitchFamily="2" charset="-122"/>
                </a:rPr>
                <a:t>&amp;a[1][0]</a:t>
              </a:r>
              <a:endParaRPr lang="en-US" altLang="zh-CN" sz="2000" dirty="0">
                <a:solidFill>
                  <a:srgbClr val="009900"/>
                </a:solidFill>
                <a:ea typeface="宋体" pitchFamily="2" charset="-122"/>
              </a:endParaRPr>
            </a:p>
          </p:txBody>
        </p:sp>
        <p:sp>
          <p:nvSpPr>
            <p:cNvPr id="63503" name="Text Box 49"/>
            <p:cNvSpPr txBox="1"/>
            <p:nvPr/>
          </p:nvSpPr>
          <p:spPr>
            <a:xfrm>
              <a:off x="2472" y="1512"/>
              <a:ext cx="561" cy="233"/>
            </a:xfrm>
            <a:prstGeom prst="rect">
              <a:avLst/>
            </a:prstGeom>
            <a:noFill/>
            <a:ln w="25400" cap="flat" cmpd="sng">
              <a:solidFill>
                <a:srgbClr val="C00000"/>
              </a:solidFill>
              <a:prstDash val="solid"/>
              <a:miter/>
              <a:headEnd type="none" w="med" len="med"/>
              <a:tailEnd type="none" w="med" len="med"/>
            </a:ln>
          </p:spPr>
          <p:txBody>
            <a:bodyPr wrap="none">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ts val="590"/>
                </a:spcBef>
                <a:spcAft>
                  <a:spcPts val="590"/>
                </a:spcAft>
                <a:buSzPct val="80000"/>
                <a:buNone/>
              </a:pPr>
              <a:r>
                <a:rPr lang="en-US" altLang="zh-CN" sz="2000" dirty="0">
                  <a:solidFill>
                    <a:srgbClr val="C00000"/>
                  </a:solidFill>
                  <a:ea typeface="宋体" pitchFamily="2" charset="-122"/>
                </a:rPr>
                <a:t>a[0] </a:t>
              </a:r>
              <a:r>
                <a:rPr lang="en-US" altLang="zh-CN" sz="2000" dirty="0">
                  <a:solidFill>
                    <a:srgbClr val="0000CC"/>
                  </a:solidFill>
                  <a:ea typeface="宋体" pitchFamily="2" charset="-122"/>
                </a:rPr>
                <a:t>[0]</a:t>
              </a:r>
              <a:endParaRPr lang="en-US" altLang="zh-CN" sz="2000" dirty="0">
                <a:solidFill>
                  <a:srgbClr val="0000CC"/>
                </a:solidFill>
                <a:ea typeface="宋体" pitchFamily="2" charset="-122"/>
              </a:endParaRPr>
            </a:p>
          </p:txBody>
        </p:sp>
        <p:sp>
          <p:nvSpPr>
            <p:cNvPr id="63504" name="Text Box 50"/>
            <p:cNvSpPr txBox="1"/>
            <p:nvPr/>
          </p:nvSpPr>
          <p:spPr>
            <a:xfrm>
              <a:off x="3089" y="1512"/>
              <a:ext cx="561" cy="233"/>
            </a:xfrm>
            <a:prstGeom prst="rect">
              <a:avLst/>
            </a:prstGeom>
            <a:noFill/>
            <a:ln w="25400" cap="flat" cmpd="sng">
              <a:solidFill>
                <a:srgbClr val="C00000"/>
              </a:solidFill>
              <a:prstDash val="solid"/>
              <a:miter/>
              <a:headEnd type="none" w="med" len="med"/>
              <a:tailEnd type="none" w="med" len="med"/>
            </a:ln>
          </p:spPr>
          <p:txBody>
            <a:bodyPr wrap="none">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ts val="590"/>
                </a:spcBef>
                <a:spcAft>
                  <a:spcPts val="590"/>
                </a:spcAft>
                <a:buSzPct val="80000"/>
                <a:buNone/>
              </a:pPr>
              <a:r>
                <a:rPr lang="en-US" altLang="zh-CN" sz="2000" dirty="0">
                  <a:solidFill>
                    <a:srgbClr val="C00000"/>
                  </a:solidFill>
                  <a:ea typeface="宋体" pitchFamily="2" charset="-122"/>
                </a:rPr>
                <a:t>a[0]</a:t>
              </a:r>
              <a:r>
                <a:rPr lang="en-US" altLang="zh-CN" sz="2000" dirty="0">
                  <a:solidFill>
                    <a:schemeClr val="tx2"/>
                  </a:solidFill>
                  <a:ea typeface="宋体" pitchFamily="2" charset="-122"/>
                </a:rPr>
                <a:t> </a:t>
              </a:r>
              <a:r>
                <a:rPr lang="en-US" altLang="zh-CN" sz="2000" dirty="0">
                  <a:solidFill>
                    <a:srgbClr val="0000CC"/>
                  </a:solidFill>
                  <a:ea typeface="宋体" pitchFamily="2" charset="-122"/>
                </a:rPr>
                <a:t>[1]</a:t>
              </a:r>
              <a:endParaRPr lang="en-US" altLang="zh-CN" sz="2000" dirty="0">
                <a:solidFill>
                  <a:srgbClr val="0000CC"/>
                </a:solidFill>
                <a:ea typeface="宋体" pitchFamily="2" charset="-122"/>
              </a:endParaRPr>
            </a:p>
          </p:txBody>
        </p:sp>
        <p:sp>
          <p:nvSpPr>
            <p:cNvPr id="63505" name="Text Box 51"/>
            <p:cNvSpPr txBox="1"/>
            <p:nvPr/>
          </p:nvSpPr>
          <p:spPr>
            <a:xfrm>
              <a:off x="2472" y="2192"/>
              <a:ext cx="561" cy="233"/>
            </a:xfrm>
            <a:prstGeom prst="rect">
              <a:avLst/>
            </a:prstGeom>
            <a:noFill/>
            <a:ln w="25400" cap="flat" cmpd="sng">
              <a:solidFill>
                <a:srgbClr val="009900"/>
              </a:solidFill>
              <a:prstDash val="solid"/>
              <a:miter/>
              <a:headEnd type="none" w="med" len="med"/>
              <a:tailEnd type="none" w="med" len="med"/>
            </a:ln>
          </p:spPr>
          <p:txBody>
            <a:bodyPr wrap="none">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ts val="590"/>
                </a:spcBef>
                <a:spcAft>
                  <a:spcPts val="590"/>
                </a:spcAft>
                <a:buSzPct val="80000"/>
                <a:buNone/>
              </a:pPr>
              <a:r>
                <a:rPr lang="en-US" altLang="zh-CN" sz="2000" dirty="0">
                  <a:solidFill>
                    <a:srgbClr val="339933"/>
                  </a:solidFill>
                  <a:ea typeface="宋体" pitchFamily="2" charset="-122"/>
                </a:rPr>
                <a:t>a[1] </a:t>
              </a:r>
              <a:r>
                <a:rPr lang="en-US" altLang="zh-CN" sz="2000" dirty="0">
                  <a:solidFill>
                    <a:srgbClr val="0000CC"/>
                  </a:solidFill>
                  <a:ea typeface="宋体" pitchFamily="2" charset="-122"/>
                </a:rPr>
                <a:t>[0]</a:t>
              </a:r>
              <a:endParaRPr lang="en-US" altLang="zh-CN" sz="2000" dirty="0">
                <a:solidFill>
                  <a:srgbClr val="0000CC"/>
                </a:solidFill>
                <a:ea typeface="宋体" pitchFamily="2" charset="-122"/>
              </a:endParaRPr>
            </a:p>
          </p:txBody>
        </p:sp>
        <p:sp>
          <p:nvSpPr>
            <p:cNvPr id="63506" name="Text Box 52"/>
            <p:cNvSpPr txBox="1"/>
            <p:nvPr/>
          </p:nvSpPr>
          <p:spPr>
            <a:xfrm>
              <a:off x="3083" y="2192"/>
              <a:ext cx="561" cy="233"/>
            </a:xfrm>
            <a:prstGeom prst="rect">
              <a:avLst/>
            </a:prstGeom>
            <a:noFill/>
            <a:ln w="25400" cap="flat" cmpd="sng">
              <a:solidFill>
                <a:srgbClr val="009900"/>
              </a:solidFill>
              <a:prstDash val="solid"/>
              <a:miter/>
              <a:headEnd type="none" w="med" len="med"/>
              <a:tailEnd type="none" w="med" len="med"/>
            </a:ln>
          </p:spPr>
          <p:txBody>
            <a:bodyPr wrap="none">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ts val="590"/>
                </a:spcBef>
                <a:spcAft>
                  <a:spcPts val="590"/>
                </a:spcAft>
                <a:buSzPct val="80000"/>
                <a:buNone/>
              </a:pPr>
              <a:r>
                <a:rPr lang="en-US" altLang="zh-CN" sz="2000" dirty="0">
                  <a:solidFill>
                    <a:srgbClr val="339933"/>
                  </a:solidFill>
                  <a:ea typeface="宋体" pitchFamily="2" charset="-122"/>
                </a:rPr>
                <a:t>a[1] </a:t>
              </a:r>
              <a:r>
                <a:rPr lang="en-US" altLang="zh-CN" sz="2000" dirty="0">
                  <a:solidFill>
                    <a:srgbClr val="0000CC"/>
                  </a:solidFill>
                  <a:ea typeface="宋体" pitchFamily="2" charset="-122"/>
                </a:rPr>
                <a:t>[1]</a:t>
              </a:r>
              <a:endParaRPr lang="en-US" altLang="zh-CN" sz="2000" dirty="0">
                <a:solidFill>
                  <a:srgbClr val="0000CC"/>
                </a:solidFill>
                <a:ea typeface="宋体" pitchFamily="2" charset="-122"/>
              </a:endParaRPr>
            </a:p>
          </p:txBody>
        </p:sp>
        <p:sp>
          <p:nvSpPr>
            <p:cNvPr id="63507" name="Text Box 58"/>
            <p:cNvSpPr txBox="1"/>
            <p:nvPr/>
          </p:nvSpPr>
          <p:spPr>
            <a:xfrm>
              <a:off x="3703" y="1512"/>
              <a:ext cx="561" cy="233"/>
            </a:xfrm>
            <a:prstGeom prst="rect">
              <a:avLst/>
            </a:prstGeom>
            <a:noFill/>
            <a:ln w="25400" cap="flat" cmpd="sng">
              <a:solidFill>
                <a:srgbClr val="C00000"/>
              </a:solidFill>
              <a:prstDash val="solid"/>
              <a:miter/>
              <a:headEnd type="none" w="med" len="med"/>
              <a:tailEnd type="none" w="med" len="med"/>
            </a:ln>
          </p:spPr>
          <p:txBody>
            <a:bodyPr wrap="none">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ts val="590"/>
                </a:spcBef>
                <a:spcAft>
                  <a:spcPts val="590"/>
                </a:spcAft>
                <a:buSzPct val="80000"/>
                <a:buNone/>
              </a:pPr>
              <a:r>
                <a:rPr lang="en-US" altLang="zh-CN" sz="2000" dirty="0">
                  <a:solidFill>
                    <a:srgbClr val="C00000"/>
                  </a:solidFill>
                  <a:ea typeface="宋体" pitchFamily="2" charset="-122"/>
                </a:rPr>
                <a:t>a[0] </a:t>
              </a:r>
              <a:r>
                <a:rPr lang="en-US" altLang="zh-CN" sz="2000" dirty="0">
                  <a:solidFill>
                    <a:srgbClr val="0000CC"/>
                  </a:solidFill>
                  <a:ea typeface="宋体" pitchFamily="2" charset="-122"/>
                </a:rPr>
                <a:t>[2]</a:t>
              </a:r>
              <a:endParaRPr lang="en-US" altLang="zh-CN" sz="2000" dirty="0">
                <a:solidFill>
                  <a:srgbClr val="0000CC"/>
                </a:solidFill>
                <a:ea typeface="宋体" pitchFamily="2" charset="-122"/>
              </a:endParaRPr>
            </a:p>
          </p:txBody>
        </p:sp>
        <p:sp>
          <p:nvSpPr>
            <p:cNvPr id="63508" name="Text Box 60"/>
            <p:cNvSpPr txBox="1"/>
            <p:nvPr/>
          </p:nvSpPr>
          <p:spPr>
            <a:xfrm>
              <a:off x="3696" y="2192"/>
              <a:ext cx="561" cy="233"/>
            </a:xfrm>
            <a:prstGeom prst="rect">
              <a:avLst/>
            </a:prstGeom>
            <a:noFill/>
            <a:ln w="25400" cap="flat" cmpd="sng">
              <a:solidFill>
                <a:srgbClr val="009900"/>
              </a:solidFill>
              <a:prstDash val="solid"/>
              <a:miter/>
              <a:headEnd type="none" w="med" len="med"/>
              <a:tailEnd type="none" w="med" len="med"/>
            </a:ln>
          </p:spPr>
          <p:txBody>
            <a:bodyPr wrap="none">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ts val="590"/>
                </a:spcBef>
                <a:spcAft>
                  <a:spcPts val="590"/>
                </a:spcAft>
                <a:buSzPct val="80000"/>
                <a:buNone/>
              </a:pPr>
              <a:r>
                <a:rPr lang="en-US" altLang="zh-CN" sz="2000" dirty="0">
                  <a:solidFill>
                    <a:srgbClr val="339933"/>
                  </a:solidFill>
                  <a:ea typeface="宋体" pitchFamily="2" charset="-122"/>
                </a:rPr>
                <a:t>a[1] </a:t>
              </a:r>
              <a:r>
                <a:rPr lang="en-US" altLang="zh-CN" sz="2000" dirty="0">
                  <a:solidFill>
                    <a:srgbClr val="0000CC"/>
                  </a:solidFill>
                  <a:ea typeface="宋体" pitchFamily="2" charset="-122"/>
                </a:rPr>
                <a:t>[2]</a:t>
              </a:r>
              <a:endParaRPr lang="en-US" altLang="zh-CN" sz="2000" dirty="0">
                <a:solidFill>
                  <a:srgbClr val="0000CC"/>
                </a:solidFill>
                <a:ea typeface="宋体" pitchFamily="2" charset="-122"/>
              </a:endParaRPr>
            </a:p>
          </p:txBody>
        </p:sp>
      </p:grpSp>
      <p:sp>
        <p:nvSpPr>
          <p:cNvPr id="29" name="Rectangle 3"/>
          <p:cNvSpPr txBox="1">
            <a:spLocks noChangeArrowheads="1"/>
          </p:cNvSpPr>
          <p:nvPr/>
        </p:nvSpPr>
        <p:spPr bwMode="auto">
          <a:xfrm>
            <a:off x="1571625" y="4221163"/>
            <a:ext cx="9205913" cy="2160588"/>
          </a:xfrm>
          <a:prstGeom prst="rect">
            <a:avLst/>
          </a:prstGeom>
          <a:noFill/>
          <a:ln w="9525">
            <a:noFill/>
            <a:miter lim="800000"/>
          </a:ln>
          <a:effectLst/>
        </p:spPr>
        <p:txBody>
          <a:bodyPr lIns="92075" tIns="46037" rIns="92075" bIns="46037"/>
          <a:lstStyle/>
          <a:p>
            <a:pPr marL="374650" marR="0" indent="-374650" defTabSz="914400" eaLnBrk="1" hangingPunct="1">
              <a:lnSpc>
                <a:spcPct val="110000"/>
              </a:lnSpc>
              <a:spcBef>
                <a:spcPct val="20000"/>
              </a:spcBef>
              <a:buClr>
                <a:schemeClr val="tx1"/>
              </a:buClr>
              <a:buSzPct val="50000"/>
              <a:buFont typeface="Wingdings" panose="05000000000000000000" pitchFamily="2" charset="2"/>
              <a:buChar char="n"/>
              <a:defRPr/>
            </a:pPr>
            <a:r>
              <a:rPr kumimoji="0" lang="zh-CN" altLang="en-US" sz="2800" kern="1200" cap="none" spc="0" normalizeH="0" baseline="0" noProof="0" dirty="0">
                <a:latin typeface="黑体" panose="02010609060101010101" pitchFamily="49" charset="-122"/>
                <a:ea typeface="黑体" panose="02010609060101010101" pitchFamily="49" charset="-122"/>
                <a:cs typeface="+mn-cs"/>
              </a:rPr>
              <a:t>若要让一个指针指向它，则应定义为</a:t>
            </a:r>
            <a:endParaRPr kumimoji="0" lang="en-US" altLang="zh-CN" sz="2800" kern="1200" cap="none" spc="0" normalizeH="0" baseline="0" noProof="0" dirty="0">
              <a:latin typeface="黑体" panose="02010609060101010101" pitchFamily="49" charset="-122"/>
              <a:ea typeface="黑体" panose="02010609060101010101" pitchFamily="49" charset="-122"/>
              <a:cs typeface="+mn-cs"/>
            </a:endParaRPr>
          </a:p>
          <a:p>
            <a:pPr marL="374650" marR="0" indent="-374650" defTabSz="914400" eaLnBrk="1" hangingPunct="1">
              <a:lnSpc>
                <a:spcPct val="110000"/>
              </a:lnSpc>
              <a:spcBef>
                <a:spcPts val="0"/>
              </a:spcBef>
              <a:buClr>
                <a:srgbClr val="FFCC66"/>
              </a:buClr>
              <a:buSzPct val="80000"/>
              <a:buFont typeface="Monotype Sorts"/>
              <a:buChar char=""/>
              <a:defRPr/>
            </a:pPr>
            <a:r>
              <a:rPr kumimoji="1" lang="en-US" altLang="zh-CN" sz="2800" kern="1200" cap="none" spc="0" normalizeH="0" baseline="0" noProof="0" dirty="0" err="1">
                <a:solidFill>
                  <a:srgbClr val="0000CC"/>
                </a:solidFill>
                <a:effectLst>
                  <a:outerShdw blurRad="38100" dist="38100" dir="2700000" algn="tl">
                    <a:srgbClr val="C0C0C0"/>
                  </a:outerShdw>
                </a:effectLst>
                <a:latin typeface="Courier New" panose="02070409020205090404" pitchFamily="49" charset="0"/>
                <a:ea typeface="宋体" pitchFamily="2" charset="-122"/>
                <a:cs typeface="+mn-cs"/>
              </a:rPr>
              <a:t>int</a:t>
            </a:r>
            <a:r>
              <a:rPr kumimoji="1" lang="en-US" altLang="zh-CN" sz="2800" kern="1200" cap="none" spc="0" normalizeH="0" baseline="0" noProof="0" dirty="0">
                <a:solidFill>
                  <a:srgbClr val="C00000"/>
                </a:solidFill>
                <a:effectLst>
                  <a:outerShdw blurRad="38100" dist="38100" dir="2700000" algn="tl">
                    <a:srgbClr val="C0C0C0"/>
                  </a:outerShdw>
                </a:effectLst>
                <a:latin typeface="Courier New" panose="02070409020205090404" pitchFamily="49" charset="0"/>
                <a:ea typeface="宋体" pitchFamily="2" charset="-122"/>
                <a:cs typeface="+mn-cs"/>
              </a:rPr>
              <a:t> </a:t>
            </a:r>
            <a:r>
              <a:rPr kumimoji="1" lang="en-US" altLang="zh-CN" sz="2800" kern="1200" cap="none" spc="0" normalizeH="0" baseline="0" noProof="0" dirty="0">
                <a:effectLst>
                  <a:outerShdw blurRad="38100" dist="38100" dir="2700000" algn="tl">
                    <a:srgbClr val="C0C0C0"/>
                  </a:outerShdw>
                </a:effectLst>
                <a:latin typeface="Courier New" panose="02070409020205090404" pitchFamily="49" charset="0"/>
                <a:ea typeface="宋体" pitchFamily="2" charset="-122"/>
                <a:cs typeface="+mn-cs"/>
              </a:rPr>
              <a:t>(</a:t>
            </a:r>
            <a:r>
              <a:rPr kumimoji="1" lang="zh-CN" altLang="en-US" sz="2800" kern="1200" cap="none" spc="0" normalizeH="0" baseline="0" noProof="0" dirty="0">
                <a:effectLst>
                  <a:outerShdw blurRad="38100" dist="38100" dir="2700000" algn="tl">
                    <a:srgbClr val="C0C0C0"/>
                  </a:outerShdw>
                </a:effectLst>
                <a:latin typeface="Courier New" panose="02070409020205090404" pitchFamily="49" charset="0"/>
                <a:ea typeface="宋体" pitchFamily="2" charset="-122"/>
                <a:cs typeface="+mn-cs"/>
              </a:rPr>
              <a:t>*</a:t>
            </a:r>
            <a:r>
              <a:rPr kumimoji="1" lang="en-US" altLang="zh-CN" sz="2800" kern="1200" cap="none" spc="0" normalizeH="0" baseline="0" noProof="0" dirty="0">
                <a:effectLst>
                  <a:outerShdw blurRad="38100" dist="38100" dir="2700000" algn="tl">
                    <a:srgbClr val="C0C0C0"/>
                  </a:outerShdw>
                </a:effectLst>
                <a:latin typeface="Courier New" panose="02070409020205090404" pitchFamily="49" charset="0"/>
                <a:ea typeface="宋体" pitchFamily="2" charset="-122"/>
                <a:cs typeface="+mn-cs"/>
              </a:rPr>
              <a:t>p)</a:t>
            </a:r>
            <a:r>
              <a:rPr kumimoji="1" lang="en-US" altLang="zh-CN" sz="2800" kern="1200" cap="none" spc="0" normalizeH="0" baseline="0" noProof="0" dirty="0">
                <a:solidFill>
                  <a:srgbClr val="0000CC"/>
                </a:solidFill>
                <a:effectLst>
                  <a:outerShdw blurRad="38100" dist="38100" dir="2700000" algn="tl">
                    <a:srgbClr val="C0C0C0"/>
                  </a:outerShdw>
                </a:effectLst>
                <a:latin typeface="Courier New" panose="02070409020205090404" pitchFamily="49" charset="0"/>
                <a:ea typeface="宋体" pitchFamily="2" charset="-122"/>
                <a:cs typeface="+mn-cs"/>
              </a:rPr>
              <a:t>[3]</a:t>
            </a:r>
            <a:r>
              <a:rPr kumimoji="1" lang="en-US" altLang="zh-CN" sz="2800" kern="1200" cap="none" spc="0" normalizeH="0" baseline="0" noProof="0" dirty="0">
                <a:effectLst>
                  <a:outerShdw blurRad="38100" dist="38100" dir="2700000" algn="tl">
                    <a:srgbClr val="C0C0C0"/>
                  </a:outerShdw>
                </a:effectLst>
                <a:latin typeface="Courier New" panose="02070409020205090404" pitchFamily="49" charset="0"/>
                <a:ea typeface="宋体" pitchFamily="2" charset="-122"/>
                <a:cs typeface="+mn-cs"/>
              </a:rPr>
              <a:t>; </a:t>
            </a:r>
            <a:r>
              <a:rPr kumimoji="1" lang="en-US" altLang="zh-CN" sz="2800" kern="1200" cap="none" spc="0" normalizeH="0" baseline="0" noProof="0" dirty="0">
                <a:latin typeface="Arial" panose="020B0604020202090204" pitchFamily="34" charset="0"/>
                <a:ea typeface="黑体" panose="02010609060101010101" pitchFamily="49" charset="-122"/>
                <a:cs typeface="Arial" panose="020B0604020202090204" pitchFamily="34" charset="0"/>
              </a:rPr>
              <a:t>//</a:t>
            </a:r>
            <a:r>
              <a:rPr kumimoji="1" lang="zh-CN" altLang="en-US" sz="2800" kern="1200" cap="none" spc="0" normalizeH="0" baseline="0" noProof="0" dirty="0">
                <a:solidFill>
                  <a:srgbClr val="CC0000"/>
                </a:solidFill>
                <a:effectLst>
                  <a:outerShdw blurRad="38100" dist="38100" dir="2700000" algn="tl">
                    <a:srgbClr val="C0C0C0"/>
                  </a:outerShdw>
                </a:effectLst>
                <a:latin typeface="Arial" panose="020B0604020202090204" pitchFamily="34" charset="0"/>
                <a:ea typeface="黑体" panose="02010609060101010101" pitchFamily="49" charset="-122"/>
                <a:cs typeface="Arial" panose="020B0604020202090204" pitchFamily="34" charset="0"/>
              </a:rPr>
              <a:t>行指针</a:t>
            </a:r>
            <a:r>
              <a:rPr kumimoji="1" lang="zh-CN" altLang="en-US" sz="2800" kern="1200" cap="none" spc="0" normalizeH="0" baseline="0" noProof="0" dirty="0">
                <a:latin typeface="Arial" panose="020B0604020202090204" pitchFamily="34" charset="0"/>
                <a:ea typeface="黑体" panose="02010609060101010101" pitchFamily="49" charset="-122"/>
                <a:cs typeface="Arial" panose="020B0604020202090204" pitchFamily="34" charset="0"/>
              </a:rPr>
              <a:t>，基类型是</a:t>
            </a:r>
            <a:r>
              <a:rPr kumimoji="1" lang="en-US" altLang="zh-CN" sz="2800" kern="1200" cap="none" spc="0" normalizeH="0" baseline="0" noProof="0" dirty="0" err="1">
                <a:solidFill>
                  <a:srgbClr val="0000CC"/>
                </a:solidFill>
                <a:latin typeface="Courier New" panose="02070409020205090404" pitchFamily="49" charset="0"/>
                <a:ea typeface="黑体" panose="02010609060101010101" pitchFamily="49" charset="-122"/>
                <a:cs typeface="Courier New" panose="02070409020205090404" pitchFamily="49" charset="0"/>
              </a:rPr>
              <a:t>int</a:t>
            </a:r>
            <a:r>
              <a:rPr kumimoji="1" lang="en-US" altLang="zh-CN" sz="2800" kern="1200" cap="none" spc="0" normalizeH="0" baseline="0" noProof="0" dirty="0">
                <a:solidFill>
                  <a:srgbClr val="0000CC"/>
                </a:solidFill>
                <a:latin typeface="Courier New" panose="02070409020205090404" pitchFamily="49" charset="0"/>
                <a:ea typeface="黑体" panose="02010609060101010101" pitchFamily="49" charset="-122"/>
                <a:cs typeface="Courier New" panose="02070409020205090404" pitchFamily="49" charset="0"/>
              </a:rPr>
              <a:t>[3]</a:t>
            </a:r>
            <a:endParaRPr kumimoji="1" lang="en-US" altLang="zh-CN" sz="2800" kern="1200" cap="none" spc="0" normalizeH="0" baseline="0" noProof="0" dirty="0">
              <a:solidFill>
                <a:srgbClr val="0000CC"/>
              </a:solidFill>
              <a:latin typeface="Courier New" panose="02070409020205090404" pitchFamily="49" charset="0"/>
              <a:ea typeface="黑体" panose="02010609060101010101" pitchFamily="49" charset="-122"/>
              <a:cs typeface="Courier New" panose="02070409020205090404" pitchFamily="49" charset="0"/>
            </a:endParaRPr>
          </a:p>
          <a:p>
            <a:pPr marL="374650" marR="0" indent="-374650" defTabSz="914400" eaLnBrk="1" hangingPunct="1">
              <a:lnSpc>
                <a:spcPct val="110000"/>
              </a:lnSpc>
              <a:spcBef>
                <a:spcPts val="0"/>
              </a:spcBef>
              <a:buClr>
                <a:srgbClr val="FFCC66"/>
              </a:buClr>
              <a:buSzPct val="80000"/>
              <a:buFont typeface="Monotype Sorts"/>
              <a:buChar char=""/>
              <a:defRPr/>
            </a:pPr>
            <a:r>
              <a:rPr kumimoji="1" lang="en-US" altLang="zh-CN" sz="2800" kern="1200" cap="none" spc="0" normalizeH="0" baseline="0" noProof="0" dirty="0">
                <a:effectLst>
                  <a:outerShdw blurRad="38100" dist="38100" dir="2700000" algn="tl">
                    <a:srgbClr val="C0C0C0"/>
                  </a:outerShdw>
                </a:effectLst>
                <a:latin typeface="Courier New" panose="02070409020205090404" pitchFamily="49" charset="0"/>
                <a:ea typeface="宋体" pitchFamily="2" charset="-122"/>
                <a:cs typeface="+mn-cs"/>
              </a:rPr>
              <a:t>p = </a:t>
            </a:r>
            <a:r>
              <a:rPr kumimoji="1" lang="en-US" altLang="zh-CN" sz="2800" kern="1200" cap="none" spc="0" normalizeH="0" baseline="0" noProof="0" dirty="0">
                <a:solidFill>
                  <a:srgbClr val="C00000"/>
                </a:solidFill>
                <a:effectLst>
                  <a:outerShdw blurRad="38100" dist="38100" dir="2700000" algn="tl">
                    <a:srgbClr val="C0C0C0"/>
                  </a:outerShdw>
                </a:effectLst>
                <a:latin typeface="Courier New" panose="02070409020205090404" pitchFamily="49" charset="0"/>
                <a:ea typeface="宋体" pitchFamily="2" charset="-122"/>
                <a:cs typeface="+mn-cs"/>
              </a:rPr>
              <a:t>a</a:t>
            </a:r>
            <a:r>
              <a:rPr kumimoji="1" lang="en-US" altLang="zh-CN" sz="2800" kern="1200" cap="none" spc="0" normalizeH="0" baseline="0" noProof="0" dirty="0">
                <a:effectLst>
                  <a:outerShdw blurRad="38100" dist="38100" dir="2700000" algn="tl">
                    <a:srgbClr val="C0C0C0"/>
                  </a:outerShdw>
                </a:effectLst>
                <a:latin typeface="Courier New" panose="02070409020205090404" pitchFamily="49" charset="0"/>
                <a:ea typeface="宋体" pitchFamily="2" charset="-122"/>
                <a:cs typeface="+mn-cs"/>
              </a:rPr>
              <a:t>; </a:t>
            </a:r>
            <a:endParaRPr kumimoji="1" lang="en-US" altLang="zh-CN" sz="2800" kern="1200" cap="none" spc="0" normalizeH="0" baseline="0" noProof="0" dirty="0">
              <a:effectLst>
                <a:outerShdw blurRad="38100" dist="38100" dir="2700000" algn="tl">
                  <a:srgbClr val="C0C0C0"/>
                </a:outerShdw>
              </a:effectLst>
              <a:latin typeface="Courier New" panose="02070409020205090404" pitchFamily="49" charset="0"/>
              <a:ea typeface="宋体" pitchFamily="2" charset="-122"/>
              <a:cs typeface="+mn-cs"/>
            </a:endParaRPr>
          </a:p>
          <a:p>
            <a:pPr marL="374650" marR="0" indent="-374650" defTabSz="914400" eaLnBrk="1" hangingPunct="1">
              <a:lnSpc>
                <a:spcPct val="110000"/>
              </a:lnSpc>
              <a:spcBef>
                <a:spcPts val="0"/>
              </a:spcBef>
              <a:buClr>
                <a:srgbClr val="FFCC66"/>
              </a:buClr>
              <a:buSzPct val="80000"/>
              <a:buFont typeface="Monotype Sorts"/>
              <a:buChar char=""/>
              <a:defRPr/>
            </a:pPr>
            <a:r>
              <a:rPr kumimoji="1" lang="en-US" altLang="zh-CN" sz="2800" kern="1200" cap="none" spc="0" normalizeH="0" baseline="0" noProof="0" dirty="0">
                <a:effectLst>
                  <a:outerShdw blurRad="38100" dist="38100" dir="2700000" algn="tl">
                    <a:srgbClr val="C0C0C0"/>
                  </a:outerShdw>
                </a:effectLst>
                <a:latin typeface="Courier New" panose="02070409020205090404" pitchFamily="49" charset="0"/>
                <a:ea typeface="宋体" pitchFamily="2" charset="-122"/>
                <a:cs typeface="+mn-cs"/>
              </a:rPr>
              <a:t>p = </a:t>
            </a:r>
            <a:r>
              <a:rPr kumimoji="1" lang="en-US" altLang="zh-CN" sz="2800" kern="1200" cap="none" spc="0" normalizeH="0" baseline="0" noProof="0" dirty="0">
                <a:solidFill>
                  <a:srgbClr val="C00000"/>
                </a:solidFill>
                <a:effectLst>
                  <a:outerShdw blurRad="38100" dist="38100" dir="2700000" algn="tl">
                    <a:srgbClr val="C0C0C0"/>
                  </a:outerShdw>
                </a:effectLst>
                <a:latin typeface="Courier New" panose="02070409020205090404" pitchFamily="49" charset="0"/>
                <a:ea typeface="宋体" pitchFamily="2" charset="-122"/>
                <a:cs typeface="+mn-cs"/>
              </a:rPr>
              <a:t>&amp;a[0]</a:t>
            </a:r>
            <a:r>
              <a:rPr kumimoji="1" lang="en-US" altLang="zh-CN" sz="2800" kern="1200" cap="none" spc="0" normalizeH="0" baseline="0" noProof="0" dirty="0">
                <a:effectLst>
                  <a:outerShdw blurRad="38100" dist="38100" dir="2700000" algn="tl">
                    <a:srgbClr val="C0C0C0"/>
                  </a:outerShdw>
                </a:effectLst>
                <a:latin typeface="Courier New" panose="02070409020205090404" pitchFamily="49" charset="0"/>
                <a:ea typeface="宋体" pitchFamily="2" charset="-122"/>
                <a:cs typeface="+mn-cs"/>
              </a:rPr>
              <a:t>; </a:t>
            </a:r>
            <a:r>
              <a:rPr kumimoji="1" lang="en-US" altLang="zh-CN" sz="2800" kern="1200" cap="none" spc="0" normalizeH="0" baseline="0" noProof="0" dirty="0">
                <a:latin typeface="Arial" panose="020B0604020202090204" pitchFamily="34" charset="0"/>
                <a:ea typeface="黑体" panose="02010609060101010101" pitchFamily="49" charset="-122"/>
                <a:cs typeface="+mn-cs"/>
              </a:rPr>
              <a:t>//</a:t>
            </a:r>
            <a:r>
              <a:rPr kumimoji="1" lang="zh-CN" altLang="en-US" sz="2800" kern="1200" cap="none" spc="0" normalizeH="0" baseline="0" noProof="0" dirty="0">
                <a:latin typeface="Arial" panose="020B0604020202090204" pitchFamily="34" charset="0"/>
                <a:ea typeface="黑体" panose="02010609060101010101" pitchFamily="49" charset="-122"/>
                <a:cs typeface="+mn-cs"/>
              </a:rPr>
              <a:t>指向</a:t>
            </a:r>
            <a:r>
              <a:rPr kumimoji="1" lang="zh-CN" altLang="en-US" sz="2800" kern="1200" cap="none" spc="0" normalizeH="0" baseline="0" noProof="0" dirty="0">
                <a:solidFill>
                  <a:srgbClr val="CC0000"/>
                </a:solidFill>
                <a:effectLst>
                  <a:outerShdw blurRad="38100" dist="38100" dir="2700000" algn="tl">
                    <a:srgbClr val="C0C0C0"/>
                  </a:outerShdw>
                </a:effectLst>
                <a:latin typeface="Arial" panose="020B0604020202090204" pitchFamily="34" charset="0"/>
                <a:ea typeface="黑体" panose="02010609060101010101" pitchFamily="49" charset="-122"/>
                <a:cs typeface="+mn-cs"/>
              </a:rPr>
              <a:t>第</a:t>
            </a:r>
            <a:r>
              <a:rPr kumimoji="1" lang="en-US" altLang="zh-CN" sz="2800" kern="1200" cap="none" spc="0" normalizeH="0" baseline="0" noProof="0" dirty="0">
                <a:solidFill>
                  <a:srgbClr val="CC0000"/>
                </a:solidFill>
                <a:effectLst>
                  <a:outerShdw blurRad="38100" dist="38100" dir="2700000" algn="tl">
                    <a:srgbClr val="C0C0C0"/>
                  </a:outerShdw>
                </a:effectLst>
                <a:latin typeface="Arial" panose="020B0604020202090204" pitchFamily="34" charset="0"/>
                <a:ea typeface="黑体" panose="02010609060101010101" pitchFamily="49" charset="-122"/>
                <a:cs typeface="+mn-cs"/>
              </a:rPr>
              <a:t>0</a:t>
            </a:r>
            <a:r>
              <a:rPr kumimoji="1" lang="zh-CN" altLang="en-US" sz="2800" kern="1200" cap="none" spc="0" normalizeH="0" baseline="0" noProof="0" dirty="0">
                <a:solidFill>
                  <a:srgbClr val="CC0000"/>
                </a:solidFill>
                <a:effectLst>
                  <a:outerShdw blurRad="38100" dist="38100" dir="2700000" algn="tl">
                    <a:srgbClr val="C0C0C0"/>
                  </a:outerShdw>
                </a:effectLst>
                <a:latin typeface="Arial" panose="020B0604020202090204" pitchFamily="34" charset="0"/>
                <a:ea typeface="黑体" panose="02010609060101010101" pitchFamily="49" charset="-122"/>
                <a:cs typeface="+mn-cs"/>
              </a:rPr>
              <a:t>行</a:t>
            </a:r>
            <a:r>
              <a:rPr kumimoji="0" lang="zh-CN" altLang="en-US" sz="2800" kern="1200" cap="none" spc="0" normalizeH="0" baseline="0" noProof="0" dirty="0">
                <a:solidFill>
                  <a:prstClr val="black"/>
                </a:solidFill>
                <a:latin typeface="Arial" panose="020B0604020202090204" pitchFamily="34" charset="0"/>
                <a:ea typeface="黑体" panose="02010609060101010101" pitchFamily="49" charset="-122"/>
                <a:cs typeface="Arial" panose="020B0604020202090204" pitchFamily="34" charset="0"/>
              </a:rPr>
              <a:t>的</a:t>
            </a:r>
            <a:r>
              <a:rPr kumimoji="1" lang="zh-CN" altLang="en-US" sz="2800" kern="1200" cap="none" spc="0" normalizeH="0" baseline="0" noProof="0" dirty="0">
                <a:solidFill>
                  <a:srgbClr val="CC0000"/>
                </a:solidFill>
                <a:latin typeface="Arial" panose="020B0604020202090204" pitchFamily="34" charset="0"/>
                <a:ea typeface="黑体" panose="02010609060101010101" pitchFamily="49" charset="-122"/>
                <a:cs typeface="Arial" panose="020B0604020202090204" pitchFamily="34" charset="0"/>
              </a:rPr>
              <a:t>“</a:t>
            </a:r>
            <a:r>
              <a:rPr kumimoji="1" lang="en-US" altLang="zh-CN" sz="2800" kern="1200" cap="none" spc="0" normalizeH="0" baseline="0" noProof="0" dirty="0" err="1">
                <a:solidFill>
                  <a:srgbClr val="0000CC"/>
                </a:solidFill>
                <a:latin typeface="Courier New" panose="02070409020205090404" pitchFamily="49" charset="0"/>
                <a:ea typeface="黑体" panose="02010609060101010101" pitchFamily="49" charset="-122"/>
                <a:cs typeface="Courier New" panose="02070409020205090404" pitchFamily="49" charset="0"/>
              </a:rPr>
              <a:t>int</a:t>
            </a:r>
            <a:r>
              <a:rPr kumimoji="1" lang="en-US" altLang="zh-CN" sz="2800" kern="1200" cap="none" spc="0" normalizeH="0" baseline="0" noProof="0" dirty="0">
                <a:solidFill>
                  <a:srgbClr val="0000CC"/>
                </a:solidFill>
                <a:latin typeface="Courier New" panose="02070409020205090404" pitchFamily="49" charset="0"/>
                <a:ea typeface="黑体" panose="02010609060101010101" pitchFamily="49" charset="-122"/>
                <a:cs typeface="Courier New" panose="02070409020205090404" pitchFamily="49" charset="0"/>
              </a:rPr>
              <a:t>[3]</a:t>
            </a:r>
            <a:r>
              <a:rPr kumimoji="1" lang="zh-CN" altLang="en-US" sz="2800" kern="1200" cap="none" spc="0" normalizeH="0" baseline="0" noProof="0" dirty="0">
                <a:solidFill>
                  <a:srgbClr val="0000CC"/>
                </a:solidFill>
                <a:latin typeface="Courier New" panose="02070409020205090404" pitchFamily="49" charset="0"/>
                <a:ea typeface="黑体" panose="02010609060101010101" pitchFamily="49" charset="-122"/>
                <a:cs typeface="Courier New" panose="02070409020205090404" pitchFamily="49" charset="0"/>
              </a:rPr>
              <a:t>型</a:t>
            </a:r>
            <a:r>
              <a:rPr kumimoji="1" lang="zh-CN" altLang="en-US" sz="2800" kern="1200" cap="none" spc="0" normalizeH="0" baseline="0" noProof="0" dirty="0">
                <a:solidFill>
                  <a:srgbClr val="CC0000"/>
                </a:solidFill>
                <a:latin typeface="Arial" panose="020B0604020202090204" pitchFamily="34" charset="0"/>
                <a:ea typeface="黑体" panose="02010609060101010101" pitchFamily="49" charset="-122"/>
                <a:cs typeface="Arial" panose="020B0604020202090204" pitchFamily="34" charset="0"/>
              </a:rPr>
              <a:t>”</a:t>
            </a:r>
            <a:r>
              <a:rPr kumimoji="0" lang="zh-CN" altLang="en-US" sz="2800" kern="1200" cap="none" spc="0" normalizeH="0" baseline="0" noProof="0" dirty="0">
                <a:solidFill>
                  <a:prstClr val="black"/>
                </a:solidFill>
                <a:latin typeface="Arial" panose="020B0604020202090204" pitchFamily="34" charset="0"/>
                <a:ea typeface="黑体" panose="02010609060101010101" pitchFamily="49" charset="-122"/>
                <a:cs typeface="Arial" panose="020B0604020202090204" pitchFamily="34" charset="0"/>
              </a:rPr>
              <a:t>元素</a:t>
            </a:r>
            <a:endParaRPr kumimoji="0" lang="zh-CN" altLang="en-US" sz="2800" kern="1200" cap="none" spc="0" normalizeH="0" baseline="0" noProof="0" dirty="0">
              <a:solidFill>
                <a:prstClr val="black"/>
              </a:solidFill>
              <a:latin typeface="Arial" panose="020B0604020202090204" pitchFamily="34" charset="0"/>
              <a:ea typeface="黑体" panose="02010609060101010101" pitchFamily="49" charset="-122"/>
              <a:cs typeface="Arial" panose="020B0604020202090204" pitchFamily="34" charset="0"/>
            </a:endParaRPr>
          </a:p>
          <a:p>
            <a:pPr marL="374650" marR="0" indent="-374650" defTabSz="914400" eaLnBrk="1" hangingPunct="1">
              <a:lnSpc>
                <a:spcPct val="110000"/>
              </a:lnSpc>
              <a:spcBef>
                <a:spcPct val="20000"/>
              </a:spcBef>
              <a:buClr>
                <a:srgbClr val="FFCC66"/>
              </a:buClr>
              <a:buSzPct val="80000"/>
              <a:buFont typeface="Monotype Sorts"/>
              <a:buChar char=""/>
              <a:defRPr/>
            </a:pPr>
            <a:endParaRPr kumimoji="1" lang="zh-CN" altLang="en-US" sz="2800" kern="1200" cap="none" spc="0" normalizeH="0" baseline="0" noProof="0" dirty="0">
              <a:solidFill>
                <a:srgbClr val="CC0000"/>
              </a:solidFill>
              <a:effectLst>
                <a:outerShdw blurRad="38100" dist="38100" dir="2700000" algn="tl">
                  <a:srgbClr val="C0C0C0"/>
                </a:outerShdw>
              </a:effectLst>
              <a:latin typeface="Arial" panose="020B0604020202090204" pitchFamily="34" charset="0"/>
              <a:ea typeface="黑体" panose="02010609060101010101" pitchFamily="49" charset="-122"/>
              <a:cs typeface="+mn-cs"/>
            </a:endParaRPr>
          </a:p>
        </p:txBody>
      </p:sp>
      <p:sp>
        <p:nvSpPr>
          <p:cNvPr id="31752" name="Rectangle 61"/>
          <p:cNvSpPr/>
          <p:nvPr/>
        </p:nvSpPr>
        <p:spPr>
          <a:xfrm>
            <a:off x="8616950" y="2636838"/>
            <a:ext cx="2339975" cy="1152525"/>
          </a:xfrm>
          <a:prstGeom prst="rect">
            <a:avLst/>
          </a:prstGeom>
          <a:solidFill>
            <a:schemeClr val="bg1"/>
          </a:solidFill>
          <a:ln w="28575" cap="flat" cmpd="sng">
            <a:solidFill>
              <a:srgbClr val="009900"/>
            </a:solidFill>
            <a:prstDash val="solid"/>
            <a:miter/>
            <a:headEnd type="none" w="med" len="med"/>
            <a:tailEnd type="none" w="med" len="med"/>
          </a:ln>
        </p:spPr>
        <p:txBody>
          <a:bodyPr wrap="none" anchor="ctr" anchorCtr="0"/>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algn="ctr" eaLnBrk="1" hangingPunct="1">
              <a:spcBef>
                <a:spcPct val="20000"/>
              </a:spcBef>
              <a:spcAft>
                <a:spcPts val="590"/>
              </a:spcAft>
              <a:buClr>
                <a:srgbClr val="FFCC66"/>
              </a:buClr>
              <a:buSzPct val="80000"/>
              <a:buNone/>
            </a:pPr>
            <a:r>
              <a:rPr lang="en-US" altLang="zh-CN" sz="2400" dirty="0">
                <a:solidFill>
                  <a:srgbClr val="000066"/>
                </a:solidFill>
                <a:latin typeface="Courier New" panose="02070409020205090404" pitchFamily="49" charset="0"/>
                <a:ea typeface="楷体_GB2312" pitchFamily="49" charset="-122"/>
              </a:rPr>
              <a:t>a[i][j]</a:t>
            </a:r>
            <a:endParaRPr lang="en-US" altLang="zh-CN" sz="2400" dirty="0">
              <a:solidFill>
                <a:srgbClr val="000066"/>
              </a:solidFill>
              <a:latin typeface="Courier New" panose="02070409020205090404" pitchFamily="49" charset="0"/>
              <a:ea typeface="楷体_GB2312" pitchFamily="49" charset="-122"/>
            </a:endParaRPr>
          </a:p>
          <a:p>
            <a:pPr marL="0" lvl="0" indent="0" algn="ctr" eaLnBrk="1" hangingPunct="1">
              <a:spcBef>
                <a:spcPct val="20000"/>
              </a:spcBef>
              <a:spcAft>
                <a:spcPts val="590"/>
              </a:spcAft>
              <a:buClr>
                <a:srgbClr val="FFCC66"/>
              </a:buClr>
              <a:buSzPct val="80000"/>
              <a:buNone/>
            </a:pPr>
            <a:r>
              <a:rPr lang="en-US" altLang="zh-CN" sz="2400" dirty="0">
                <a:solidFill>
                  <a:srgbClr val="000066"/>
                </a:solidFill>
                <a:latin typeface="Courier New" panose="02070409020205090404" pitchFamily="49" charset="0"/>
                <a:ea typeface="楷体_GB2312" pitchFamily="49" charset="-122"/>
              </a:rPr>
              <a:t>*(</a:t>
            </a:r>
            <a:r>
              <a:rPr lang="en-US" altLang="zh-CN" sz="2400" dirty="0">
                <a:solidFill>
                  <a:srgbClr val="C00000"/>
                </a:solidFill>
                <a:latin typeface="Courier New" panose="02070409020205090404" pitchFamily="49" charset="0"/>
                <a:ea typeface="楷体_GB2312" pitchFamily="49" charset="-122"/>
              </a:rPr>
              <a:t>*(p+i)</a:t>
            </a:r>
            <a:r>
              <a:rPr lang="en-US" altLang="zh-CN" sz="2400" dirty="0">
                <a:solidFill>
                  <a:srgbClr val="000066"/>
                </a:solidFill>
                <a:latin typeface="Courier New" panose="02070409020205090404" pitchFamily="49" charset="0"/>
                <a:ea typeface="楷体_GB2312" pitchFamily="49" charset="-122"/>
              </a:rPr>
              <a:t>+j)</a:t>
            </a:r>
            <a:endParaRPr lang="en-US" altLang="zh-CN" sz="2400" dirty="0">
              <a:solidFill>
                <a:srgbClr val="000066"/>
              </a:solidFill>
              <a:latin typeface="Courier New" panose="02070409020205090404" pitchFamily="49" charset="0"/>
              <a:ea typeface="楷体_GB2312" pitchFamily="49" charset="-122"/>
            </a:endParaRPr>
          </a:p>
        </p:txBody>
      </p:sp>
      <p:sp>
        <p:nvSpPr>
          <p:cNvPr id="681016" name="Rectangle 56"/>
          <p:cNvSpPr>
            <a:spLocks noChangeArrowheads="1"/>
          </p:cNvSpPr>
          <p:nvPr/>
        </p:nvSpPr>
        <p:spPr bwMode="auto">
          <a:xfrm>
            <a:off x="8175625" y="1844675"/>
            <a:ext cx="2916238" cy="490538"/>
          </a:xfrm>
          <a:prstGeom prst="rect">
            <a:avLst/>
          </a:prstGeom>
          <a:noFill/>
          <a:ln w="12700">
            <a:noFill/>
            <a:miter lim="800000"/>
            <a:headEnd type="none" w="sm" len="sm"/>
            <a:tailEnd type="none" w="sm" len="sm"/>
          </a:ln>
          <a:effectLst/>
        </p:spPr>
        <p:txBody>
          <a:bodyPr wrap="none">
            <a:spAutoFit/>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r>
              <a:rPr kumimoji="1" lang="en-US" altLang="zh-CN" sz="2000" b="0" i="0" u="none" strike="noStrike" kern="1200" cap="none" spc="0" normalizeH="0" baseline="0" noProof="0" dirty="0">
                <a:ln>
                  <a:noFill/>
                </a:ln>
                <a:solidFill>
                  <a:schemeClr val="accent2"/>
                </a:solidFill>
                <a:effectLst>
                  <a:outerShdw blurRad="38100" dist="38100" dir="2700000" algn="tl">
                    <a:srgbClr val="C0C0C0"/>
                  </a:outerShdw>
                </a:effectLst>
                <a:uLnTx/>
                <a:uFillTx/>
                <a:latin typeface="Courier New" panose="02070409020205090404" pitchFamily="49" charset="0"/>
                <a:ea typeface="宋体" pitchFamily="2" charset="-122"/>
                <a:cs typeface="+mn-cs"/>
              </a:rPr>
              <a:t> </a:t>
            </a:r>
            <a:r>
              <a:rPr kumimoji="1" lang="en-US" altLang="zh-CN" sz="2800" b="0" i="0" u="none" strike="noStrike" kern="1200" cap="none" spc="0" normalizeH="0" baseline="0" noProof="0" dirty="0" err="1">
                <a:ln>
                  <a:noFill/>
                </a:ln>
                <a:solidFill>
                  <a:srgbClr val="0000CC"/>
                </a:solidFill>
                <a:effectLst/>
                <a:uLnTx/>
                <a:uFillTx/>
                <a:latin typeface="Courier New" panose="02070409020205090404" pitchFamily="49" charset="0"/>
                <a:ea typeface="宋体" pitchFamily="2" charset="-122"/>
                <a:cs typeface="+mn-cs"/>
              </a:rPr>
              <a:t>int</a:t>
            </a:r>
            <a:r>
              <a:rPr kumimoji="1" lang="en-US" altLang="zh-CN" sz="2800" b="0" i="0" u="none" strike="noStrike" kern="1200" cap="none" spc="0" normalizeH="0" baseline="0" noProof="0" dirty="0">
                <a:ln>
                  <a:noFill/>
                </a:ln>
                <a:solidFill>
                  <a:srgbClr val="C00000"/>
                </a:solidFill>
                <a:effectLst/>
                <a:uLnTx/>
                <a:uFillTx/>
                <a:latin typeface="Courier New" panose="02070409020205090404" pitchFamily="49" charset="0"/>
                <a:ea typeface="宋体" pitchFamily="2" charset="-122"/>
                <a:cs typeface="+mn-cs"/>
              </a:rPr>
              <a:t> </a:t>
            </a:r>
            <a:r>
              <a:rPr kumimoji="1" lang="en-US" altLang="zh-CN" sz="2800" b="0" i="0" u="none" strike="noStrike" kern="1200" cap="none" spc="0" normalizeH="0" baseline="0" noProof="0" dirty="0">
                <a:ln>
                  <a:noFill/>
                </a:ln>
                <a:solidFill>
                  <a:schemeClr val="tx2"/>
                </a:solidFill>
                <a:effectLst/>
                <a:uLnTx/>
                <a:uFillTx/>
                <a:latin typeface="Courier New" panose="02070409020205090404" pitchFamily="49" charset="0"/>
                <a:ea typeface="宋体" pitchFamily="2" charset="-122"/>
                <a:cs typeface="+mn-cs"/>
              </a:rPr>
              <a:t>a[2]</a:t>
            </a:r>
            <a:r>
              <a:rPr kumimoji="1" lang="en-US" altLang="zh-CN" sz="2800" b="0" i="0" u="none" strike="noStrike" kern="1200" cap="none" spc="0" normalizeH="0" baseline="0" noProof="0" dirty="0">
                <a:ln>
                  <a:noFill/>
                </a:ln>
                <a:solidFill>
                  <a:srgbClr val="0000CC"/>
                </a:solidFill>
                <a:effectLst/>
                <a:uLnTx/>
                <a:uFillTx/>
                <a:latin typeface="Courier New" panose="02070409020205090404" pitchFamily="49" charset="0"/>
                <a:ea typeface="宋体" pitchFamily="2" charset="-122"/>
                <a:cs typeface="+mn-cs"/>
              </a:rPr>
              <a:t>[3]</a:t>
            </a:r>
            <a:r>
              <a:rPr kumimoji="1" lang="en-US" altLang="zh-CN" sz="2800" b="0" i="0" u="none" strike="noStrike" kern="1200" cap="none" spc="0" normalizeH="0" baseline="0" noProof="0" dirty="0">
                <a:ln>
                  <a:noFill/>
                </a:ln>
                <a:solidFill>
                  <a:schemeClr val="tx2"/>
                </a:solidFill>
                <a:effectLst/>
                <a:uLnTx/>
                <a:uFillTx/>
                <a:latin typeface="Courier New" panose="02070409020205090404" pitchFamily="49" charset="0"/>
                <a:ea typeface="宋体" pitchFamily="2" charset="-122"/>
                <a:cs typeface="+mn-cs"/>
              </a:rPr>
              <a:t>;</a:t>
            </a:r>
            <a:endParaRPr kumimoji="1" lang="zh-CN" altLang="en-US" sz="2800" b="0" i="0" u="none" strike="noStrike" kern="1200" cap="none" spc="0" normalizeH="0" baseline="0" noProof="0" dirty="0">
              <a:ln>
                <a:noFill/>
              </a:ln>
              <a:solidFill>
                <a:schemeClr val="tx2"/>
              </a:solidFill>
              <a:effectLst/>
              <a:uLnTx/>
              <a:uFillTx/>
              <a:latin typeface="Courier New" panose="02070409020205090404" pitchFamily="49" charset="0"/>
              <a:ea typeface="宋体" pitchFamily="2" charset="-122"/>
              <a:cs typeface="+mn-cs"/>
            </a:endParaRPr>
          </a:p>
        </p:txBody>
      </p:sp>
      <p:sp>
        <p:nvSpPr>
          <p:cNvPr id="63498" name="Arc 32"/>
          <p:cNvSpPr/>
          <p:nvPr/>
        </p:nvSpPr>
        <p:spPr>
          <a:xfrm rot="1426039" flipV="1">
            <a:off x="8905875" y="1917700"/>
            <a:ext cx="1366838" cy="647700"/>
          </a:xfrm>
          <a:custGeom>
            <a:avLst/>
            <a:gdLst>
              <a:gd name="txL" fmla="*/ 0 w 21600"/>
              <a:gd name="txT" fmla="*/ 0 h 21600"/>
              <a:gd name="txR" fmla="*/ 21600 w 21600"/>
              <a:gd name="txB" fmla="*/ 21600 h 21600"/>
            </a:gdLst>
            <a:ahLst/>
            <a:cxnLst>
              <a:cxn ang="0">
                <a:pos x="0" y="0"/>
              </a:cxn>
              <a:cxn ang="0">
                <a:pos x="2147483646" y="2147483646"/>
              </a:cxn>
              <a:cxn ang="0">
                <a:pos x="0" y="2147483646"/>
              </a:cxn>
            </a:cxnLst>
            <a:rect l="txL" t="txT" r="txR" b="txB"/>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9525" cap="flat" cmpd="sng">
            <a:solidFill>
              <a:schemeClr val="tx1">
                <a:alpha val="100000"/>
              </a:schemeClr>
            </a:solidFill>
            <a:prstDash val="solid"/>
            <a:round/>
            <a:headEnd type="triangle" w="med" len="med"/>
            <a:tailEnd type="triangle" w="med" len="med"/>
          </a:ln>
        </p:spPr>
        <p:txBody>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29">
                                            <p:txEl>
                                              <p:pRg st="0" end="0"/>
                                            </p:txEl>
                                          </p:spTgt>
                                        </p:tgtEl>
                                        <p:attrNameLst>
                                          <p:attrName>style.visibility</p:attrName>
                                        </p:attrNameLst>
                                      </p:cBhvr>
                                      <p:to>
                                        <p:strVal val="visible"/>
                                      </p:to>
                                    </p:set>
                                    <p:anim calcmode="lin" valueType="num">
                                      <p:cBhvr>
                                        <p:cTn id="7" dur="500" fill="hold"/>
                                        <p:tgtEl>
                                          <p:spTgt spid="29">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29">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29">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29">
                                            <p:txEl>
                                              <p:pRg st="1" end="1"/>
                                            </p:txEl>
                                          </p:spTgt>
                                        </p:tgtEl>
                                        <p:attrNameLst>
                                          <p:attrName>style.visibility</p:attrName>
                                        </p:attrNameLst>
                                      </p:cBhvr>
                                      <p:to>
                                        <p:strVal val="visible"/>
                                      </p:to>
                                    </p:set>
                                    <p:anim calcmode="lin" valueType="num">
                                      <p:cBhvr>
                                        <p:cTn id="14" dur="500" fill="hold"/>
                                        <p:tgtEl>
                                          <p:spTgt spid="29">
                                            <p:txEl>
                                              <p:pRg st="1" end="1"/>
                                            </p:txEl>
                                          </p:spTgt>
                                        </p:tgtEl>
                                        <p:attrNameLst>
                                          <p:attrName>ppt_w</p:attrName>
                                        </p:attrNameLst>
                                      </p:cBhvr>
                                      <p:tavLst>
                                        <p:tav tm="0">
                                          <p:val>
                                            <p:fltVal val="0"/>
                                          </p:val>
                                        </p:tav>
                                        <p:tav tm="100000">
                                          <p:val>
                                            <p:strVal val="#ppt_w"/>
                                          </p:val>
                                        </p:tav>
                                      </p:tavLst>
                                    </p:anim>
                                    <p:anim calcmode="lin" valueType="num">
                                      <p:cBhvr>
                                        <p:cTn id="15" dur="500" fill="hold"/>
                                        <p:tgtEl>
                                          <p:spTgt spid="29">
                                            <p:txEl>
                                              <p:pRg st="1" end="1"/>
                                            </p:txEl>
                                          </p:spTgt>
                                        </p:tgtEl>
                                        <p:attrNameLst>
                                          <p:attrName>ppt_h</p:attrName>
                                        </p:attrNameLst>
                                      </p:cBhvr>
                                      <p:tavLst>
                                        <p:tav tm="0">
                                          <p:val>
                                            <p:fltVal val="0"/>
                                          </p:val>
                                        </p:tav>
                                        <p:tav tm="100000">
                                          <p:val>
                                            <p:strVal val="#ppt_h"/>
                                          </p:val>
                                        </p:tav>
                                      </p:tavLst>
                                    </p:anim>
                                    <p:animEffect transition="in" filter="fade">
                                      <p:cBhvr>
                                        <p:cTn id="16" dur="500"/>
                                        <p:tgtEl>
                                          <p:spTgt spid="29">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nodeType="clickEffect">
                                  <p:stCondLst>
                                    <p:cond delay="0"/>
                                  </p:stCondLst>
                                  <p:childTnLst>
                                    <p:set>
                                      <p:cBhvr>
                                        <p:cTn id="20" dur="1" fill="hold">
                                          <p:stCondLst>
                                            <p:cond delay="0"/>
                                          </p:stCondLst>
                                        </p:cTn>
                                        <p:tgtEl>
                                          <p:spTgt spid="29">
                                            <p:txEl>
                                              <p:pRg st="2" end="2"/>
                                            </p:txEl>
                                          </p:spTgt>
                                        </p:tgtEl>
                                        <p:attrNameLst>
                                          <p:attrName>style.visibility</p:attrName>
                                        </p:attrNameLst>
                                      </p:cBhvr>
                                      <p:to>
                                        <p:strVal val="visible"/>
                                      </p:to>
                                    </p:set>
                                    <p:anim calcmode="lin" valueType="num">
                                      <p:cBhvr>
                                        <p:cTn id="21" dur="500" fill="hold"/>
                                        <p:tgtEl>
                                          <p:spTgt spid="29">
                                            <p:txEl>
                                              <p:pRg st="2" end="2"/>
                                            </p:txEl>
                                          </p:spTgt>
                                        </p:tgtEl>
                                        <p:attrNameLst>
                                          <p:attrName>ppt_w</p:attrName>
                                        </p:attrNameLst>
                                      </p:cBhvr>
                                      <p:tavLst>
                                        <p:tav tm="0">
                                          <p:val>
                                            <p:fltVal val="0"/>
                                          </p:val>
                                        </p:tav>
                                        <p:tav tm="100000">
                                          <p:val>
                                            <p:strVal val="#ppt_w"/>
                                          </p:val>
                                        </p:tav>
                                      </p:tavLst>
                                    </p:anim>
                                    <p:anim calcmode="lin" valueType="num">
                                      <p:cBhvr>
                                        <p:cTn id="22" dur="500" fill="hold"/>
                                        <p:tgtEl>
                                          <p:spTgt spid="29">
                                            <p:txEl>
                                              <p:pRg st="2" end="2"/>
                                            </p:txEl>
                                          </p:spTgt>
                                        </p:tgtEl>
                                        <p:attrNameLst>
                                          <p:attrName>ppt_h</p:attrName>
                                        </p:attrNameLst>
                                      </p:cBhvr>
                                      <p:tavLst>
                                        <p:tav tm="0">
                                          <p:val>
                                            <p:fltVal val="0"/>
                                          </p:val>
                                        </p:tav>
                                        <p:tav tm="100000">
                                          <p:val>
                                            <p:strVal val="#ppt_h"/>
                                          </p:val>
                                        </p:tav>
                                      </p:tavLst>
                                    </p:anim>
                                    <p:animEffect transition="in" filter="fade">
                                      <p:cBhvr>
                                        <p:cTn id="23" dur="500"/>
                                        <p:tgtEl>
                                          <p:spTgt spid="29">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nodeType="clickEffect">
                                  <p:stCondLst>
                                    <p:cond delay="0"/>
                                  </p:stCondLst>
                                  <p:childTnLst>
                                    <p:set>
                                      <p:cBhvr>
                                        <p:cTn id="27" dur="1" fill="hold">
                                          <p:stCondLst>
                                            <p:cond delay="0"/>
                                          </p:stCondLst>
                                        </p:cTn>
                                        <p:tgtEl>
                                          <p:spTgt spid="29">
                                            <p:txEl>
                                              <p:pRg st="3" end="3"/>
                                            </p:txEl>
                                          </p:spTgt>
                                        </p:tgtEl>
                                        <p:attrNameLst>
                                          <p:attrName>style.visibility</p:attrName>
                                        </p:attrNameLst>
                                      </p:cBhvr>
                                      <p:to>
                                        <p:strVal val="visible"/>
                                      </p:to>
                                    </p:set>
                                    <p:anim calcmode="lin" valueType="num">
                                      <p:cBhvr>
                                        <p:cTn id="28" dur="500" fill="hold"/>
                                        <p:tgtEl>
                                          <p:spTgt spid="29">
                                            <p:txEl>
                                              <p:pRg st="3" end="3"/>
                                            </p:txEl>
                                          </p:spTgt>
                                        </p:tgtEl>
                                        <p:attrNameLst>
                                          <p:attrName>ppt_w</p:attrName>
                                        </p:attrNameLst>
                                      </p:cBhvr>
                                      <p:tavLst>
                                        <p:tav tm="0">
                                          <p:val>
                                            <p:fltVal val="0"/>
                                          </p:val>
                                        </p:tav>
                                        <p:tav tm="100000">
                                          <p:val>
                                            <p:strVal val="#ppt_w"/>
                                          </p:val>
                                        </p:tav>
                                      </p:tavLst>
                                    </p:anim>
                                    <p:anim calcmode="lin" valueType="num">
                                      <p:cBhvr>
                                        <p:cTn id="29" dur="500" fill="hold"/>
                                        <p:tgtEl>
                                          <p:spTgt spid="29">
                                            <p:txEl>
                                              <p:pRg st="3" end="3"/>
                                            </p:txEl>
                                          </p:spTgt>
                                        </p:tgtEl>
                                        <p:attrNameLst>
                                          <p:attrName>ppt_h</p:attrName>
                                        </p:attrNameLst>
                                      </p:cBhvr>
                                      <p:tavLst>
                                        <p:tav tm="0">
                                          <p:val>
                                            <p:fltVal val="0"/>
                                          </p:val>
                                        </p:tav>
                                        <p:tav tm="100000">
                                          <p:val>
                                            <p:strVal val="#ppt_h"/>
                                          </p:val>
                                        </p:tav>
                                      </p:tavLst>
                                    </p:anim>
                                    <p:animEffect transition="in" filter="fade">
                                      <p:cBhvr>
                                        <p:cTn id="30" dur="500"/>
                                        <p:tgtEl>
                                          <p:spTgt spid="29">
                                            <p:txEl>
                                              <p:pRg st="3" end="3"/>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1" fill="hold" grpId="0" nodeType="clickEffect">
                                  <p:stCondLst>
                                    <p:cond delay="0"/>
                                  </p:stCondLst>
                                  <p:childTnLst>
                                    <p:set>
                                      <p:cBhvr>
                                        <p:cTn id="34" dur="1" fill="hold">
                                          <p:stCondLst>
                                            <p:cond delay="0"/>
                                          </p:stCondLst>
                                        </p:cTn>
                                        <p:tgtEl>
                                          <p:spTgt spid="31752"/>
                                        </p:tgtEl>
                                        <p:attrNameLst>
                                          <p:attrName>style.visibility</p:attrName>
                                        </p:attrNameLst>
                                      </p:cBhvr>
                                      <p:to>
                                        <p:strVal val="visible"/>
                                      </p:to>
                                    </p:set>
                                    <p:animEffect transition="in" filter="wipe(up)">
                                      <p:cBhvr>
                                        <p:cTn id="35" dur="500"/>
                                        <p:tgtEl>
                                          <p:spTgt spid="317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52" grpId="0" animBg="1"/>
    </p:bldLst>
  </p:timing>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87107" name="Rectangle 3"/>
          <p:cNvSpPr>
            <a:spLocks noGrp="1"/>
          </p:cNvSpPr>
          <p:nvPr>
            <p:ph type="body" sz="half" idx="4294967295"/>
          </p:nvPr>
        </p:nvSpPr>
        <p:spPr>
          <a:xfrm>
            <a:off x="1416050" y="1268413"/>
            <a:ext cx="2414588" cy="1584325"/>
          </a:xfrm>
        </p:spPr>
        <p:txBody>
          <a:bodyPr vert="horz" wrap="square" lIns="91440" tIns="45720" rIns="91440" bIns="45720" anchor="t" anchorCtr="0"/>
          <a:lstStyle>
            <a:lvl1pPr lvl="0">
              <a:buClr>
                <a:schemeClr val="tx2"/>
              </a:buClr>
              <a:buSzPct val="50000"/>
              <a:buFont typeface="Wingdings" panose="05000000000000000000" pitchFamily="2" charset="2"/>
              <a:defRPr sz="2800"/>
            </a:lvl1pPr>
            <a:lvl2pPr lvl="1">
              <a:buClr>
                <a:schemeClr val="tx2"/>
              </a:buClr>
              <a:buSzPct val="50000"/>
              <a:buFont typeface="Wingdings 2" panose="05020102010507070707" pitchFamily="18" charset="2"/>
              <a:defRPr sz="2400"/>
            </a:lvl2pPr>
            <a:lvl3pPr lvl="2">
              <a:buClr>
                <a:schemeClr val="tx2"/>
              </a:buClr>
              <a:buSzPct val="50000"/>
              <a:buFont typeface="Wingdings 2" panose="05020102010507070707" pitchFamily="18" charset="2"/>
              <a:defRPr sz="2000"/>
            </a:lvl3pPr>
            <a:lvl4pPr lvl="3">
              <a:buClr>
                <a:schemeClr val="tx2"/>
              </a:buClr>
              <a:buSzPct val="50000"/>
              <a:buFont typeface="Wingdings 2" panose="05020102010507070707" pitchFamily="18" charset="2"/>
              <a:defRPr sz="1800"/>
            </a:lvl4pPr>
            <a:lvl5pPr lvl="4">
              <a:buClr>
                <a:schemeClr val="tx2"/>
              </a:buClr>
              <a:buSzPct val="50000"/>
              <a:buFont typeface="Wingdings 2" panose="05020102010507070707" pitchFamily="18" charset="2"/>
              <a:defRPr sz="1800"/>
            </a:lvl5pPr>
          </a:lstStyle>
          <a:p>
            <a:pPr lvl="0" eaLnBrk="1"/>
            <a:r>
              <a:rPr lang="zh-CN" altLang="zh-CN" dirty="0">
                <a:latin typeface="黑体" panose="02010609060101010101" pitchFamily="49" charset="-122"/>
              </a:rPr>
              <a:t>逐行查找</a:t>
            </a:r>
            <a:r>
              <a:rPr lang="en-US" altLang="zh-CN" dirty="0">
                <a:latin typeface="黑体" panose="02010609060101010101" pitchFamily="49" charset="-122"/>
                <a:sym typeface="Wingdings" panose="05000000000000000000" pitchFamily="2" charset="2"/>
              </a:rPr>
              <a:t></a:t>
            </a:r>
            <a:endParaRPr lang="en-US" altLang="zh-CN" dirty="0">
              <a:latin typeface="黑体" panose="02010609060101010101" pitchFamily="49" charset="-122"/>
              <a:sym typeface="Wingdings" panose="05000000000000000000" pitchFamily="2" charset="2"/>
            </a:endParaRPr>
          </a:p>
          <a:p>
            <a:pPr lvl="0" eaLnBrk="1"/>
            <a:r>
              <a:rPr lang="zh-CN" altLang="zh-CN" dirty="0">
                <a:latin typeface="黑体" panose="02010609060101010101" pitchFamily="49" charset="-122"/>
              </a:rPr>
              <a:t>逐列查找</a:t>
            </a:r>
            <a:r>
              <a:rPr lang="en-US" altLang="zh-CN" sz="2400" b="1" dirty="0">
                <a:solidFill>
                  <a:srgbClr val="0066FF"/>
                </a:solidFill>
                <a:latin typeface="Courier New" panose="02070409020205090404" pitchFamily="49" charset="0"/>
                <a:ea typeface="宋体" pitchFamily="2" charset="-122"/>
              </a:rPr>
              <a:t>	</a:t>
            </a:r>
            <a:endParaRPr lang="zh-CN" altLang="en-US" dirty="0">
              <a:solidFill>
                <a:srgbClr val="000066"/>
              </a:solidFill>
              <a:latin typeface="黑体" panose="02010609060101010101" pitchFamily="49" charset="-122"/>
            </a:endParaRPr>
          </a:p>
          <a:p>
            <a:pPr lvl="0" eaLnBrk="1">
              <a:buFont typeface="Monotype Sorts"/>
              <a:buNone/>
            </a:pPr>
            <a:endParaRPr lang="zh-CN" altLang="en-US" sz="2000" dirty="0">
              <a:solidFill>
                <a:schemeClr val="accent2"/>
              </a:solidFill>
            </a:endParaRPr>
          </a:p>
        </p:txBody>
      </p:sp>
      <p:sp>
        <p:nvSpPr>
          <p:cNvPr id="64515" name="Rectangle 2"/>
          <p:cNvSpPr>
            <a:spLocks noGrp="1"/>
          </p:cNvSpPr>
          <p:nvPr>
            <p:ph type="title"/>
          </p:nvPr>
        </p:nvSpPr>
        <p:spPr>
          <a:xfrm>
            <a:off x="1631950" y="257175"/>
            <a:ext cx="8915400" cy="936625"/>
          </a:xfrm>
        </p:spPr>
        <p:txBody>
          <a:bodyPr vert="horz" wrap="square" lIns="91440" tIns="45720" rIns="91440" bIns="45720" anchor="ctr" anchorCtr="0"/>
          <a:lstStyle/>
          <a:p>
            <a:r>
              <a:rPr lang="en-US" altLang="zh-CN" kern="1200" dirty="0">
                <a:latin typeface="Arial" panose="020B0604020202090204" pitchFamily="34" charset="0"/>
                <a:ea typeface="黑体" panose="02010609060101010101" pitchFamily="49" charset="-122"/>
                <a:cs typeface="Arial" panose="020B0604020202090204" pitchFamily="34" charset="0"/>
              </a:rPr>
              <a:t>3.2.5 </a:t>
            </a:r>
            <a:r>
              <a:rPr lang="zh-CN" altLang="en-US" kern="1200" dirty="0">
                <a:latin typeface="Arial" panose="020B0604020202090204" pitchFamily="34" charset="0"/>
                <a:ea typeface="黑体" panose="02010609060101010101" pitchFamily="49" charset="-122"/>
                <a:cs typeface="Arial" panose="020B0604020202090204" pitchFamily="34" charset="0"/>
              </a:rPr>
              <a:t>指针和二维数组间的关系</a:t>
            </a:r>
            <a:endParaRPr lang="zh-CN" altLang="en-US" kern="1200" dirty="0">
              <a:latin typeface="Arial" panose="020B0604020202090204" pitchFamily="34" charset="0"/>
              <a:ea typeface="黑体" panose="02010609060101010101" pitchFamily="49" charset="-122"/>
              <a:cs typeface="Arial" panose="020B0604020202090204" pitchFamily="34" charset="0"/>
            </a:endParaRPr>
          </a:p>
        </p:txBody>
      </p:sp>
      <p:sp>
        <p:nvSpPr>
          <p:cNvPr id="64516" name="Rectangle 61"/>
          <p:cNvSpPr/>
          <p:nvPr/>
        </p:nvSpPr>
        <p:spPr>
          <a:xfrm>
            <a:off x="8328025" y="4900613"/>
            <a:ext cx="2339975" cy="1152525"/>
          </a:xfrm>
          <a:prstGeom prst="rect">
            <a:avLst/>
          </a:prstGeom>
          <a:solidFill>
            <a:schemeClr val="bg1"/>
          </a:solidFill>
          <a:ln w="28575" cap="flat" cmpd="sng">
            <a:solidFill>
              <a:srgbClr val="009900"/>
            </a:solidFill>
            <a:prstDash val="solid"/>
            <a:miter/>
            <a:headEnd type="none" w="med" len="med"/>
            <a:tailEnd type="none" w="med" len="med"/>
          </a:ln>
        </p:spPr>
        <p:txBody>
          <a:bodyPr wrap="none" anchor="ctr" anchorCtr="0"/>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algn="ctr" eaLnBrk="1" hangingPunct="1">
              <a:spcBef>
                <a:spcPct val="20000"/>
              </a:spcBef>
              <a:spcAft>
                <a:spcPts val="590"/>
              </a:spcAft>
              <a:buClr>
                <a:srgbClr val="FFCC66"/>
              </a:buClr>
              <a:buSzPct val="80000"/>
              <a:buNone/>
            </a:pPr>
            <a:r>
              <a:rPr lang="en-US" altLang="zh-CN" sz="2400" dirty="0">
                <a:solidFill>
                  <a:srgbClr val="000066"/>
                </a:solidFill>
                <a:latin typeface="Courier New" panose="02070409020205090404" pitchFamily="49" charset="0"/>
                <a:ea typeface="楷体_GB2312" pitchFamily="49" charset="-122"/>
              </a:rPr>
              <a:t>a[i][j]</a:t>
            </a:r>
            <a:endParaRPr lang="en-US" altLang="zh-CN" sz="2400" dirty="0">
              <a:solidFill>
                <a:srgbClr val="000066"/>
              </a:solidFill>
              <a:latin typeface="Courier New" panose="02070409020205090404" pitchFamily="49" charset="0"/>
              <a:ea typeface="楷体_GB2312" pitchFamily="49" charset="-122"/>
            </a:endParaRPr>
          </a:p>
          <a:p>
            <a:pPr marL="0" lvl="0" indent="0" algn="ctr" eaLnBrk="1" hangingPunct="1">
              <a:spcBef>
                <a:spcPct val="20000"/>
              </a:spcBef>
              <a:spcAft>
                <a:spcPts val="590"/>
              </a:spcAft>
              <a:buClr>
                <a:srgbClr val="FFCC66"/>
              </a:buClr>
              <a:buSzPct val="80000"/>
              <a:buNone/>
            </a:pPr>
            <a:r>
              <a:rPr lang="en-US" altLang="zh-CN" sz="2400" dirty="0">
                <a:solidFill>
                  <a:srgbClr val="000066"/>
                </a:solidFill>
                <a:latin typeface="Courier New" panose="02070409020205090404" pitchFamily="49" charset="0"/>
                <a:ea typeface="楷体_GB2312" pitchFamily="49" charset="-122"/>
              </a:rPr>
              <a:t>*(</a:t>
            </a:r>
            <a:r>
              <a:rPr lang="en-US" altLang="zh-CN" sz="2400" dirty="0">
                <a:solidFill>
                  <a:srgbClr val="C00000"/>
                </a:solidFill>
                <a:latin typeface="Courier New" panose="02070409020205090404" pitchFamily="49" charset="0"/>
                <a:ea typeface="楷体_GB2312" pitchFamily="49" charset="-122"/>
              </a:rPr>
              <a:t>*(p+i)</a:t>
            </a:r>
            <a:r>
              <a:rPr lang="en-US" altLang="zh-CN" sz="2400" dirty="0">
                <a:solidFill>
                  <a:srgbClr val="000066"/>
                </a:solidFill>
                <a:latin typeface="Courier New" panose="02070409020205090404" pitchFamily="49" charset="0"/>
                <a:ea typeface="楷体_GB2312" pitchFamily="49" charset="-122"/>
              </a:rPr>
              <a:t>+j)</a:t>
            </a:r>
            <a:endParaRPr lang="en-US" altLang="zh-CN" sz="2400" dirty="0">
              <a:solidFill>
                <a:srgbClr val="000066"/>
              </a:solidFill>
              <a:latin typeface="Courier New" panose="02070409020205090404" pitchFamily="49" charset="0"/>
              <a:ea typeface="楷体_GB2312" pitchFamily="49" charset="-122"/>
            </a:endParaRPr>
          </a:p>
        </p:txBody>
      </p:sp>
      <p:sp>
        <p:nvSpPr>
          <p:cNvPr id="681016" name="Rectangle 56"/>
          <p:cNvSpPr>
            <a:spLocks noChangeArrowheads="1"/>
          </p:cNvSpPr>
          <p:nvPr/>
        </p:nvSpPr>
        <p:spPr bwMode="auto">
          <a:xfrm>
            <a:off x="7886700" y="4108450"/>
            <a:ext cx="2916238" cy="490538"/>
          </a:xfrm>
          <a:prstGeom prst="rect">
            <a:avLst/>
          </a:prstGeom>
          <a:noFill/>
          <a:ln w="12700">
            <a:noFill/>
            <a:miter lim="800000"/>
            <a:headEnd type="none" w="sm" len="sm"/>
            <a:tailEnd type="none" w="sm" len="sm"/>
          </a:ln>
          <a:effectLst/>
        </p:spPr>
        <p:txBody>
          <a:bodyPr wrap="none">
            <a:spAutoFit/>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r>
              <a:rPr kumimoji="1" lang="en-US" altLang="zh-CN" sz="2000" b="0" i="0" u="none" strike="noStrike" kern="1200" cap="none" spc="0" normalizeH="0" baseline="0" noProof="0" dirty="0">
                <a:ln>
                  <a:noFill/>
                </a:ln>
                <a:solidFill>
                  <a:schemeClr val="accent2"/>
                </a:solidFill>
                <a:effectLst>
                  <a:outerShdw blurRad="38100" dist="38100" dir="2700000" algn="tl">
                    <a:srgbClr val="C0C0C0"/>
                  </a:outerShdw>
                </a:effectLst>
                <a:uLnTx/>
                <a:uFillTx/>
                <a:latin typeface="Courier New" panose="02070409020205090404" pitchFamily="49" charset="0"/>
                <a:ea typeface="宋体" pitchFamily="2" charset="-122"/>
                <a:cs typeface="+mn-cs"/>
              </a:rPr>
              <a:t> </a:t>
            </a:r>
            <a:r>
              <a:rPr kumimoji="1" lang="en-US" altLang="zh-CN" sz="2800" b="0" i="0" u="none" strike="noStrike" kern="1200" cap="none" spc="0" normalizeH="0" baseline="0" noProof="0" dirty="0" err="1">
                <a:ln>
                  <a:noFill/>
                </a:ln>
                <a:solidFill>
                  <a:srgbClr val="0000CC"/>
                </a:solidFill>
                <a:effectLst/>
                <a:uLnTx/>
                <a:uFillTx/>
                <a:latin typeface="Courier New" panose="02070409020205090404" pitchFamily="49" charset="0"/>
                <a:ea typeface="宋体" pitchFamily="2" charset="-122"/>
                <a:cs typeface="+mn-cs"/>
              </a:rPr>
              <a:t>int</a:t>
            </a:r>
            <a:r>
              <a:rPr kumimoji="1" lang="en-US" altLang="zh-CN" sz="2800" b="0" i="0" u="none" strike="noStrike" kern="1200" cap="none" spc="0" normalizeH="0" baseline="0" noProof="0" dirty="0">
                <a:ln>
                  <a:noFill/>
                </a:ln>
                <a:solidFill>
                  <a:srgbClr val="C00000"/>
                </a:solidFill>
                <a:effectLst/>
                <a:uLnTx/>
                <a:uFillTx/>
                <a:latin typeface="Courier New" panose="02070409020205090404" pitchFamily="49" charset="0"/>
                <a:ea typeface="宋体" pitchFamily="2" charset="-122"/>
                <a:cs typeface="+mn-cs"/>
              </a:rPr>
              <a:t> </a:t>
            </a:r>
            <a:r>
              <a:rPr kumimoji="1" lang="en-US" altLang="zh-CN" sz="2800" b="0" i="0" u="none" strike="noStrike" kern="1200" cap="none" spc="0" normalizeH="0" baseline="0" noProof="0" dirty="0">
                <a:ln>
                  <a:noFill/>
                </a:ln>
                <a:solidFill>
                  <a:schemeClr val="tx2"/>
                </a:solidFill>
                <a:effectLst/>
                <a:uLnTx/>
                <a:uFillTx/>
                <a:latin typeface="Courier New" panose="02070409020205090404" pitchFamily="49" charset="0"/>
                <a:ea typeface="宋体" pitchFamily="2" charset="-122"/>
                <a:cs typeface="+mn-cs"/>
              </a:rPr>
              <a:t>a[2]</a:t>
            </a:r>
            <a:r>
              <a:rPr kumimoji="1" lang="en-US" altLang="zh-CN" sz="2800" b="0" i="0" u="none" strike="noStrike" kern="1200" cap="none" spc="0" normalizeH="0" baseline="0" noProof="0" dirty="0">
                <a:ln>
                  <a:noFill/>
                </a:ln>
                <a:solidFill>
                  <a:srgbClr val="0000CC"/>
                </a:solidFill>
                <a:effectLst/>
                <a:uLnTx/>
                <a:uFillTx/>
                <a:latin typeface="Courier New" panose="02070409020205090404" pitchFamily="49" charset="0"/>
                <a:ea typeface="宋体" pitchFamily="2" charset="-122"/>
                <a:cs typeface="+mn-cs"/>
              </a:rPr>
              <a:t>[3]</a:t>
            </a:r>
            <a:r>
              <a:rPr kumimoji="1" lang="en-US" altLang="zh-CN" sz="2800" b="0" i="0" u="none" strike="noStrike" kern="1200" cap="none" spc="0" normalizeH="0" baseline="0" noProof="0" dirty="0">
                <a:ln>
                  <a:noFill/>
                </a:ln>
                <a:solidFill>
                  <a:schemeClr val="tx2"/>
                </a:solidFill>
                <a:effectLst/>
                <a:uLnTx/>
                <a:uFillTx/>
                <a:latin typeface="Courier New" panose="02070409020205090404" pitchFamily="49" charset="0"/>
                <a:ea typeface="宋体" pitchFamily="2" charset="-122"/>
                <a:cs typeface="+mn-cs"/>
              </a:rPr>
              <a:t>;</a:t>
            </a:r>
            <a:endParaRPr kumimoji="1" lang="zh-CN" altLang="en-US" sz="2800" b="0" i="0" u="none" strike="noStrike" kern="1200" cap="none" spc="0" normalizeH="0" baseline="0" noProof="0" dirty="0">
              <a:ln>
                <a:noFill/>
              </a:ln>
              <a:solidFill>
                <a:schemeClr val="tx2"/>
              </a:solidFill>
              <a:effectLst/>
              <a:uLnTx/>
              <a:uFillTx/>
              <a:latin typeface="Courier New" panose="02070409020205090404" pitchFamily="49" charset="0"/>
              <a:ea typeface="宋体" pitchFamily="2" charset="-122"/>
              <a:cs typeface="+mn-cs"/>
            </a:endParaRPr>
          </a:p>
        </p:txBody>
      </p:sp>
      <p:sp>
        <p:nvSpPr>
          <p:cNvPr id="64518" name="Arc 83"/>
          <p:cNvSpPr/>
          <p:nvPr/>
        </p:nvSpPr>
        <p:spPr>
          <a:xfrm rot="1426039" flipV="1">
            <a:off x="8616950" y="4181475"/>
            <a:ext cx="1366838" cy="647700"/>
          </a:xfrm>
          <a:custGeom>
            <a:avLst/>
            <a:gdLst>
              <a:gd name="txL" fmla="*/ 0 w 21600"/>
              <a:gd name="txT" fmla="*/ 0 h 21600"/>
              <a:gd name="txR" fmla="*/ 21600 w 21600"/>
              <a:gd name="txB" fmla="*/ 21600 h 21600"/>
            </a:gdLst>
            <a:ahLst/>
            <a:cxnLst>
              <a:cxn ang="0">
                <a:pos x="0" y="0"/>
              </a:cxn>
              <a:cxn ang="0">
                <a:pos x="2147483646" y="2147483646"/>
              </a:cxn>
              <a:cxn ang="0">
                <a:pos x="0" y="2147483646"/>
              </a:cxn>
            </a:cxnLst>
            <a:rect l="txL" t="txT" r="txR" b="txB"/>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9525" cap="flat" cmpd="sng">
            <a:solidFill>
              <a:schemeClr val="tx1">
                <a:alpha val="100000"/>
              </a:schemeClr>
            </a:solidFill>
            <a:prstDash val="solid"/>
            <a:round/>
            <a:headEnd type="triangle" w="med" len="med"/>
            <a:tailEnd type="triangle" w="med" len="med"/>
          </a:ln>
        </p:spPr>
        <p:txBody>
          <a:bodyPr/>
          <a:lstStyle/>
          <a:p>
            <a:endParaRPr lang="zh-CN" altLang="en-US"/>
          </a:p>
        </p:txBody>
      </p:sp>
      <p:grpSp>
        <p:nvGrpSpPr>
          <p:cNvPr id="64519" name="组合 1"/>
          <p:cNvGrpSpPr/>
          <p:nvPr/>
        </p:nvGrpSpPr>
        <p:grpSpPr>
          <a:xfrm>
            <a:off x="1416050" y="3933825"/>
            <a:ext cx="6416675" cy="2374900"/>
            <a:chOff x="272480" y="3934420"/>
            <a:chExt cx="6416931" cy="2374900"/>
          </a:xfrm>
        </p:grpSpPr>
        <p:grpSp>
          <p:nvGrpSpPr>
            <p:cNvPr id="64522" name="Group 3"/>
            <p:cNvGrpSpPr/>
            <p:nvPr/>
          </p:nvGrpSpPr>
          <p:grpSpPr>
            <a:xfrm>
              <a:off x="272480" y="4005858"/>
              <a:ext cx="614362" cy="1397000"/>
              <a:chOff x="274" y="1148"/>
              <a:chExt cx="357" cy="880"/>
            </a:xfrm>
          </p:grpSpPr>
          <p:sp>
            <p:nvSpPr>
              <p:cNvPr id="64544" name="Text Box 4"/>
              <p:cNvSpPr txBox="1"/>
              <p:nvPr/>
            </p:nvSpPr>
            <p:spPr>
              <a:xfrm>
                <a:off x="407" y="1148"/>
                <a:ext cx="189" cy="231"/>
              </a:xfrm>
              <a:prstGeom prst="rect">
                <a:avLst/>
              </a:prstGeom>
              <a:noFill/>
              <a:ln w="9525">
                <a:noFill/>
              </a:ln>
            </p:spPr>
            <p:txBody>
              <a:bodyPr wrap="none">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ts val="590"/>
                  </a:spcBef>
                  <a:spcAft>
                    <a:spcPts val="590"/>
                  </a:spcAft>
                  <a:buSzPct val="80000"/>
                  <a:buNone/>
                </a:pPr>
                <a:r>
                  <a:rPr lang="en-US" altLang="zh-CN" sz="2000" dirty="0">
                    <a:ea typeface="宋体" pitchFamily="2" charset="-122"/>
                  </a:rPr>
                  <a:t>a</a:t>
                </a:r>
                <a:endParaRPr lang="en-US" altLang="zh-CN" sz="2000" dirty="0">
                  <a:ea typeface="宋体" pitchFamily="2" charset="-122"/>
                </a:endParaRPr>
              </a:p>
            </p:txBody>
          </p:sp>
          <p:sp>
            <p:nvSpPr>
              <p:cNvPr id="64545" name="Text Box 5"/>
              <p:cNvSpPr txBox="1"/>
              <p:nvPr/>
            </p:nvSpPr>
            <p:spPr>
              <a:xfrm>
                <a:off x="274" y="1797"/>
                <a:ext cx="357" cy="231"/>
              </a:xfrm>
              <a:prstGeom prst="rect">
                <a:avLst/>
              </a:prstGeom>
              <a:noFill/>
              <a:ln w="9525">
                <a:noFill/>
              </a:ln>
            </p:spPr>
            <p:txBody>
              <a:bodyPr wrap="none">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ts val="590"/>
                  </a:spcBef>
                  <a:spcAft>
                    <a:spcPts val="590"/>
                  </a:spcAft>
                  <a:buSzPct val="80000"/>
                  <a:buNone/>
                </a:pPr>
                <a:r>
                  <a:rPr lang="en-US" altLang="zh-CN" sz="2000" dirty="0">
                    <a:ea typeface="宋体" pitchFamily="2" charset="-122"/>
                  </a:rPr>
                  <a:t>a+1</a:t>
                </a:r>
                <a:endParaRPr lang="en-US" altLang="zh-CN" sz="2000" dirty="0">
                  <a:ea typeface="宋体" pitchFamily="2" charset="-122"/>
                </a:endParaRPr>
              </a:p>
            </p:txBody>
          </p:sp>
        </p:grpSp>
        <p:grpSp>
          <p:nvGrpSpPr>
            <p:cNvPr id="64523" name="Group 13"/>
            <p:cNvGrpSpPr/>
            <p:nvPr/>
          </p:nvGrpSpPr>
          <p:grpSpPr>
            <a:xfrm>
              <a:off x="963678" y="3934420"/>
              <a:ext cx="2005963" cy="2374900"/>
              <a:chOff x="935" y="1104"/>
              <a:chExt cx="1166" cy="1496"/>
            </a:xfrm>
          </p:grpSpPr>
          <p:sp>
            <p:nvSpPr>
              <p:cNvPr id="64535" name="Line 14"/>
              <p:cNvSpPr/>
              <p:nvPr/>
            </p:nvSpPr>
            <p:spPr>
              <a:xfrm>
                <a:off x="1415" y="1978"/>
                <a:ext cx="686" cy="0"/>
              </a:xfrm>
              <a:prstGeom prst="line">
                <a:avLst/>
              </a:prstGeom>
              <a:ln w="38100" cap="rnd" cmpd="sng">
                <a:solidFill>
                  <a:srgbClr val="FF0000"/>
                </a:solidFill>
                <a:prstDash val="solid"/>
                <a:headEnd type="none" w="med" len="med"/>
                <a:tailEnd type="none" w="med" len="med"/>
              </a:ln>
            </p:spPr>
          </p:sp>
          <p:grpSp>
            <p:nvGrpSpPr>
              <p:cNvPr id="64536" name="Group 16"/>
              <p:cNvGrpSpPr/>
              <p:nvPr/>
            </p:nvGrpSpPr>
            <p:grpSpPr>
              <a:xfrm>
                <a:off x="1414" y="1330"/>
                <a:ext cx="687" cy="1270"/>
                <a:chOff x="1042" y="1318"/>
                <a:chExt cx="687" cy="1270"/>
              </a:xfrm>
            </p:grpSpPr>
            <p:sp>
              <p:nvSpPr>
                <p:cNvPr id="56" name="Rectangle 17"/>
                <p:cNvSpPr>
                  <a:spLocks noChangeArrowheads="1"/>
                </p:cNvSpPr>
                <p:nvPr/>
              </p:nvSpPr>
              <p:spPr bwMode="auto">
                <a:xfrm>
                  <a:off x="1042" y="1318"/>
                  <a:ext cx="687" cy="1270"/>
                </a:xfrm>
                <a:prstGeom prst="rect">
                  <a:avLst/>
                </a:prstGeom>
                <a:noFill/>
                <a:ln w="38100" cap="rnd" cmpd="sng">
                  <a:solidFill>
                    <a:srgbClr val="FF0000"/>
                  </a:solidFill>
                  <a:prstDash val="solid"/>
                  <a:miter lim="800000"/>
                </a:ln>
                <a:effectLst/>
              </p:spPr>
              <p:txBody>
                <a:bodyPr wrap="none" anchor="ct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64542" name="Text Box 18"/>
                <p:cNvSpPr txBox="1"/>
                <p:nvPr/>
              </p:nvSpPr>
              <p:spPr>
                <a:xfrm>
                  <a:off x="1193" y="1477"/>
                  <a:ext cx="355" cy="233"/>
                </a:xfrm>
                <a:prstGeom prst="rect">
                  <a:avLst/>
                </a:prstGeom>
                <a:noFill/>
                <a:ln w="9525">
                  <a:noFill/>
                </a:ln>
              </p:spPr>
              <p:txBody>
                <a:bodyPr wrap="none">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ts val="590"/>
                    </a:spcBef>
                    <a:spcAft>
                      <a:spcPts val="590"/>
                    </a:spcAft>
                    <a:buSzPct val="80000"/>
                    <a:buNone/>
                  </a:pPr>
                  <a:r>
                    <a:rPr lang="en-US" altLang="zh-CN" sz="2000" dirty="0">
                      <a:solidFill>
                        <a:srgbClr val="C00000"/>
                      </a:solidFill>
                      <a:ea typeface="宋体" pitchFamily="2" charset="-122"/>
                    </a:rPr>
                    <a:t>a[0]</a:t>
                  </a:r>
                  <a:endParaRPr lang="en-US" altLang="zh-CN" sz="2000" dirty="0">
                    <a:solidFill>
                      <a:srgbClr val="C00000"/>
                    </a:solidFill>
                    <a:ea typeface="宋体" pitchFamily="2" charset="-122"/>
                  </a:endParaRPr>
                </a:p>
              </p:txBody>
            </p:sp>
            <p:sp>
              <p:nvSpPr>
                <p:cNvPr id="64543" name="Text Box 19"/>
                <p:cNvSpPr txBox="1"/>
                <p:nvPr/>
              </p:nvSpPr>
              <p:spPr>
                <a:xfrm>
                  <a:off x="1193" y="2180"/>
                  <a:ext cx="355" cy="233"/>
                </a:xfrm>
                <a:prstGeom prst="rect">
                  <a:avLst/>
                </a:prstGeom>
                <a:noFill/>
                <a:ln w="9525">
                  <a:noFill/>
                </a:ln>
              </p:spPr>
              <p:txBody>
                <a:bodyPr wrap="none">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ts val="590"/>
                    </a:spcBef>
                    <a:spcAft>
                      <a:spcPts val="590"/>
                    </a:spcAft>
                    <a:buSzPct val="80000"/>
                    <a:buNone/>
                  </a:pPr>
                  <a:r>
                    <a:rPr lang="en-US" altLang="zh-CN" sz="2000" dirty="0">
                      <a:solidFill>
                        <a:srgbClr val="339933"/>
                      </a:solidFill>
                      <a:ea typeface="宋体" pitchFamily="2" charset="-122"/>
                    </a:rPr>
                    <a:t>a[1]</a:t>
                  </a:r>
                  <a:endParaRPr lang="en-US" altLang="zh-CN" sz="2000" dirty="0">
                    <a:ea typeface="宋体" pitchFamily="2" charset="-122"/>
                  </a:endParaRPr>
                </a:p>
              </p:txBody>
            </p:sp>
          </p:grpSp>
          <p:sp>
            <p:nvSpPr>
              <p:cNvPr id="64537" name="Line 21"/>
              <p:cNvSpPr/>
              <p:nvPr/>
            </p:nvSpPr>
            <p:spPr>
              <a:xfrm>
                <a:off x="993" y="1330"/>
                <a:ext cx="422" cy="0"/>
              </a:xfrm>
              <a:prstGeom prst="line">
                <a:avLst/>
              </a:prstGeom>
              <a:ln w="9525" cap="flat" cmpd="sng">
                <a:solidFill>
                  <a:schemeClr val="tx1"/>
                </a:solidFill>
                <a:prstDash val="solid"/>
                <a:headEnd type="none" w="med" len="med"/>
                <a:tailEnd type="triangle" w="med" len="med"/>
              </a:ln>
            </p:spPr>
          </p:sp>
          <p:sp>
            <p:nvSpPr>
              <p:cNvPr id="64538" name="Line 22"/>
              <p:cNvSpPr/>
              <p:nvPr/>
            </p:nvSpPr>
            <p:spPr>
              <a:xfrm>
                <a:off x="978" y="1974"/>
                <a:ext cx="422" cy="0"/>
              </a:xfrm>
              <a:prstGeom prst="line">
                <a:avLst/>
              </a:prstGeom>
              <a:ln w="9525" cap="flat" cmpd="sng">
                <a:solidFill>
                  <a:schemeClr val="tx1"/>
                </a:solidFill>
                <a:prstDash val="solid"/>
                <a:headEnd type="none" w="med" len="med"/>
                <a:tailEnd type="triangle" w="med" len="med"/>
              </a:ln>
            </p:spPr>
          </p:sp>
          <p:sp>
            <p:nvSpPr>
              <p:cNvPr id="64539" name="Text Box 24"/>
              <p:cNvSpPr txBox="1"/>
              <p:nvPr/>
            </p:nvSpPr>
            <p:spPr>
              <a:xfrm>
                <a:off x="977" y="1104"/>
                <a:ext cx="455" cy="233"/>
              </a:xfrm>
              <a:prstGeom prst="rect">
                <a:avLst/>
              </a:prstGeom>
              <a:noFill/>
              <a:ln w="9525">
                <a:noFill/>
              </a:ln>
            </p:spPr>
            <p:txBody>
              <a:bodyPr wrap="none">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ts val="590"/>
                  </a:spcBef>
                  <a:spcAft>
                    <a:spcPts val="590"/>
                  </a:spcAft>
                  <a:buSzPct val="80000"/>
                  <a:buNone/>
                </a:pPr>
                <a:r>
                  <a:rPr lang="en-US" altLang="zh-CN" sz="2000" dirty="0">
                    <a:solidFill>
                      <a:srgbClr val="C00000"/>
                    </a:solidFill>
                    <a:ea typeface="宋体" pitchFamily="2" charset="-122"/>
                  </a:rPr>
                  <a:t>&amp;a[0]</a:t>
                </a:r>
                <a:endParaRPr lang="en-US" altLang="zh-CN" sz="2000" dirty="0">
                  <a:solidFill>
                    <a:srgbClr val="C00000"/>
                  </a:solidFill>
                  <a:ea typeface="宋体" pitchFamily="2" charset="-122"/>
                </a:endParaRPr>
              </a:p>
            </p:txBody>
          </p:sp>
          <p:sp>
            <p:nvSpPr>
              <p:cNvPr id="64540" name="Text Box 25"/>
              <p:cNvSpPr txBox="1"/>
              <p:nvPr/>
            </p:nvSpPr>
            <p:spPr>
              <a:xfrm>
                <a:off x="935" y="1758"/>
                <a:ext cx="455" cy="233"/>
              </a:xfrm>
              <a:prstGeom prst="rect">
                <a:avLst/>
              </a:prstGeom>
              <a:noFill/>
              <a:ln w="9525">
                <a:noFill/>
              </a:ln>
            </p:spPr>
            <p:txBody>
              <a:bodyPr wrap="none">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ts val="590"/>
                  </a:spcBef>
                  <a:spcAft>
                    <a:spcPts val="590"/>
                  </a:spcAft>
                  <a:buSzPct val="80000"/>
                  <a:buNone/>
                </a:pPr>
                <a:r>
                  <a:rPr lang="en-US" altLang="zh-CN" sz="2000" dirty="0">
                    <a:solidFill>
                      <a:srgbClr val="009900"/>
                    </a:solidFill>
                    <a:ea typeface="宋体" pitchFamily="2" charset="-122"/>
                  </a:rPr>
                  <a:t>&amp;a[1]</a:t>
                </a:r>
                <a:endParaRPr lang="en-US" altLang="zh-CN" sz="2000" dirty="0">
                  <a:solidFill>
                    <a:srgbClr val="009900"/>
                  </a:solidFill>
                  <a:ea typeface="宋体" pitchFamily="2" charset="-122"/>
                </a:endParaRPr>
              </a:p>
            </p:txBody>
          </p:sp>
        </p:grpSp>
        <p:grpSp>
          <p:nvGrpSpPr>
            <p:cNvPr id="64524" name="Group 27"/>
            <p:cNvGrpSpPr/>
            <p:nvPr/>
          </p:nvGrpSpPr>
          <p:grpSpPr>
            <a:xfrm>
              <a:off x="2812480" y="4223347"/>
              <a:ext cx="3876931" cy="1808164"/>
              <a:chOff x="2010" y="1286"/>
              <a:chExt cx="2254" cy="1139"/>
            </a:xfrm>
          </p:grpSpPr>
          <p:sp>
            <p:nvSpPr>
              <p:cNvPr id="64525" name="Line 28"/>
              <p:cNvSpPr/>
              <p:nvPr/>
            </p:nvSpPr>
            <p:spPr>
              <a:xfrm>
                <a:off x="2020" y="1648"/>
                <a:ext cx="454" cy="0"/>
              </a:xfrm>
              <a:prstGeom prst="line">
                <a:avLst/>
              </a:prstGeom>
              <a:ln w="9525" cap="flat" cmpd="sng">
                <a:solidFill>
                  <a:schemeClr val="tx1"/>
                </a:solidFill>
                <a:prstDash val="solid"/>
                <a:headEnd type="none" w="med" len="med"/>
                <a:tailEnd type="triangle" w="med" len="med"/>
              </a:ln>
            </p:spPr>
          </p:sp>
          <p:sp>
            <p:nvSpPr>
              <p:cNvPr id="64526" name="Text Box 30"/>
              <p:cNvSpPr txBox="1"/>
              <p:nvPr/>
            </p:nvSpPr>
            <p:spPr>
              <a:xfrm>
                <a:off x="2064" y="1286"/>
                <a:ext cx="620" cy="233"/>
              </a:xfrm>
              <a:prstGeom prst="rect">
                <a:avLst/>
              </a:prstGeom>
              <a:noFill/>
              <a:ln w="9525">
                <a:noFill/>
              </a:ln>
            </p:spPr>
            <p:txBody>
              <a:bodyPr wrap="none">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ts val="590"/>
                  </a:spcBef>
                  <a:spcAft>
                    <a:spcPts val="590"/>
                  </a:spcAft>
                  <a:buSzPct val="80000"/>
                  <a:buNone/>
                </a:pPr>
                <a:r>
                  <a:rPr lang="en-US" altLang="zh-CN" sz="2000" dirty="0">
                    <a:solidFill>
                      <a:srgbClr val="C00000"/>
                    </a:solidFill>
                    <a:ea typeface="宋体" pitchFamily="2" charset="-122"/>
                  </a:rPr>
                  <a:t>&amp;a[0][0]</a:t>
                </a:r>
                <a:endParaRPr lang="en-US" altLang="zh-CN" sz="2000" dirty="0">
                  <a:solidFill>
                    <a:srgbClr val="C00000"/>
                  </a:solidFill>
                  <a:ea typeface="宋体" pitchFamily="2" charset="-122"/>
                </a:endParaRPr>
              </a:p>
            </p:txBody>
          </p:sp>
          <p:sp>
            <p:nvSpPr>
              <p:cNvPr id="64527" name="Line 32"/>
              <p:cNvSpPr/>
              <p:nvPr/>
            </p:nvSpPr>
            <p:spPr>
              <a:xfrm>
                <a:off x="2010" y="2328"/>
                <a:ext cx="454" cy="0"/>
              </a:xfrm>
              <a:prstGeom prst="line">
                <a:avLst/>
              </a:prstGeom>
              <a:ln w="9525" cap="flat" cmpd="sng">
                <a:solidFill>
                  <a:schemeClr val="tx1"/>
                </a:solidFill>
                <a:prstDash val="solid"/>
                <a:headEnd type="none" w="med" len="med"/>
                <a:tailEnd type="triangle" w="med" len="med"/>
              </a:ln>
            </p:spPr>
          </p:sp>
          <p:sp>
            <p:nvSpPr>
              <p:cNvPr id="64528" name="Text Box 36"/>
              <p:cNvSpPr txBox="1"/>
              <p:nvPr/>
            </p:nvSpPr>
            <p:spPr>
              <a:xfrm>
                <a:off x="2064" y="1966"/>
                <a:ext cx="620" cy="233"/>
              </a:xfrm>
              <a:prstGeom prst="rect">
                <a:avLst/>
              </a:prstGeom>
              <a:noFill/>
              <a:ln w="9525">
                <a:noFill/>
              </a:ln>
            </p:spPr>
            <p:txBody>
              <a:bodyPr wrap="none">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ts val="590"/>
                  </a:spcBef>
                  <a:spcAft>
                    <a:spcPts val="590"/>
                  </a:spcAft>
                  <a:buSzPct val="80000"/>
                  <a:buNone/>
                </a:pPr>
                <a:r>
                  <a:rPr lang="en-US" altLang="zh-CN" sz="2000" dirty="0">
                    <a:solidFill>
                      <a:srgbClr val="009900"/>
                    </a:solidFill>
                    <a:ea typeface="宋体" pitchFamily="2" charset="-122"/>
                  </a:rPr>
                  <a:t>&amp;a[1][0]</a:t>
                </a:r>
                <a:endParaRPr lang="en-US" altLang="zh-CN" sz="2000" dirty="0">
                  <a:solidFill>
                    <a:srgbClr val="009900"/>
                  </a:solidFill>
                  <a:ea typeface="宋体" pitchFamily="2" charset="-122"/>
                </a:endParaRPr>
              </a:p>
            </p:txBody>
          </p:sp>
          <p:sp>
            <p:nvSpPr>
              <p:cNvPr id="64529" name="Text Box 49"/>
              <p:cNvSpPr txBox="1"/>
              <p:nvPr/>
            </p:nvSpPr>
            <p:spPr>
              <a:xfrm>
                <a:off x="2472" y="1512"/>
                <a:ext cx="561" cy="233"/>
              </a:xfrm>
              <a:prstGeom prst="rect">
                <a:avLst/>
              </a:prstGeom>
              <a:noFill/>
              <a:ln w="25400" cap="flat" cmpd="sng">
                <a:solidFill>
                  <a:srgbClr val="C00000"/>
                </a:solidFill>
                <a:prstDash val="solid"/>
                <a:miter/>
                <a:headEnd type="none" w="med" len="med"/>
                <a:tailEnd type="none" w="med" len="med"/>
              </a:ln>
            </p:spPr>
            <p:txBody>
              <a:bodyPr wrap="none">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ts val="590"/>
                  </a:spcBef>
                  <a:spcAft>
                    <a:spcPts val="590"/>
                  </a:spcAft>
                  <a:buSzPct val="80000"/>
                  <a:buNone/>
                </a:pPr>
                <a:r>
                  <a:rPr lang="en-US" altLang="zh-CN" sz="2000" dirty="0">
                    <a:solidFill>
                      <a:srgbClr val="C00000"/>
                    </a:solidFill>
                    <a:ea typeface="宋体" pitchFamily="2" charset="-122"/>
                  </a:rPr>
                  <a:t>a[0] </a:t>
                </a:r>
                <a:r>
                  <a:rPr lang="en-US" altLang="zh-CN" sz="2000" dirty="0">
                    <a:solidFill>
                      <a:srgbClr val="0000CC"/>
                    </a:solidFill>
                    <a:ea typeface="宋体" pitchFamily="2" charset="-122"/>
                  </a:rPr>
                  <a:t>[0]</a:t>
                </a:r>
                <a:endParaRPr lang="en-US" altLang="zh-CN" sz="2000" dirty="0">
                  <a:solidFill>
                    <a:srgbClr val="0000CC"/>
                  </a:solidFill>
                  <a:ea typeface="宋体" pitchFamily="2" charset="-122"/>
                </a:endParaRPr>
              </a:p>
            </p:txBody>
          </p:sp>
          <p:sp>
            <p:nvSpPr>
              <p:cNvPr id="64530" name="Text Box 50"/>
              <p:cNvSpPr txBox="1"/>
              <p:nvPr/>
            </p:nvSpPr>
            <p:spPr>
              <a:xfrm>
                <a:off x="3089" y="1512"/>
                <a:ext cx="561" cy="233"/>
              </a:xfrm>
              <a:prstGeom prst="rect">
                <a:avLst/>
              </a:prstGeom>
              <a:noFill/>
              <a:ln w="25400" cap="flat" cmpd="sng">
                <a:solidFill>
                  <a:srgbClr val="C00000"/>
                </a:solidFill>
                <a:prstDash val="solid"/>
                <a:miter/>
                <a:headEnd type="none" w="med" len="med"/>
                <a:tailEnd type="none" w="med" len="med"/>
              </a:ln>
            </p:spPr>
            <p:txBody>
              <a:bodyPr wrap="none">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ts val="590"/>
                  </a:spcBef>
                  <a:spcAft>
                    <a:spcPts val="590"/>
                  </a:spcAft>
                  <a:buSzPct val="80000"/>
                  <a:buNone/>
                </a:pPr>
                <a:r>
                  <a:rPr lang="en-US" altLang="zh-CN" sz="2000" dirty="0">
                    <a:solidFill>
                      <a:srgbClr val="C00000"/>
                    </a:solidFill>
                    <a:ea typeface="宋体" pitchFamily="2" charset="-122"/>
                  </a:rPr>
                  <a:t>a[0]</a:t>
                </a:r>
                <a:r>
                  <a:rPr lang="en-US" altLang="zh-CN" sz="2000" dirty="0">
                    <a:solidFill>
                      <a:schemeClr val="tx2"/>
                    </a:solidFill>
                    <a:ea typeface="宋体" pitchFamily="2" charset="-122"/>
                  </a:rPr>
                  <a:t> </a:t>
                </a:r>
                <a:r>
                  <a:rPr lang="en-US" altLang="zh-CN" sz="2000" dirty="0">
                    <a:solidFill>
                      <a:srgbClr val="0000CC"/>
                    </a:solidFill>
                    <a:ea typeface="宋体" pitchFamily="2" charset="-122"/>
                  </a:rPr>
                  <a:t>[1]</a:t>
                </a:r>
                <a:endParaRPr lang="en-US" altLang="zh-CN" sz="2000" dirty="0">
                  <a:solidFill>
                    <a:srgbClr val="0000CC"/>
                  </a:solidFill>
                  <a:ea typeface="宋体" pitchFamily="2" charset="-122"/>
                </a:endParaRPr>
              </a:p>
            </p:txBody>
          </p:sp>
          <p:sp>
            <p:nvSpPr>
              <p:cNvPr id="64531" name="Text Box 51"/>
              <p:cNvSpPr txBox="1"/>
              <p:nvPr/>
            </p:nvSpPr>
            <p:spPr>
              <a:xfrm>
                <a:off x="2472" y="2192"/>
                <a:ext cx="561" cy="233"/>
              </a:xfrm>
              <a:prstGeom prst="rect">
                <a:avLst/>
              </a:prstGeom>
              <a:noFill/>
              <a:ln w="25400" cap="flat" cmpd="sng">
                <a:solidFill>
                  <a:srgbClr val="009900"/>
                </a:solidFill>
                <a:prstDash val="solid"/>
                <a:miter/>
                <a:headEnd type="none" w="med" len="med"/>
                <a:tailEnd type="none" w="med" len="med"/>
              </a:ln>
            </p:spPr>
            <p:txBody>
              <a:bodyPr wrap="none">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ts val="590"/>
                  </a:spcBef>
                  <a:spcAft>
                    <a:spcPts val="590"/>
                  </a:spcAft>
                  <a:buSzPct val="80000"/>
                  <a:buNone/>
                </a:pPr>
                <a:r>
                  <a:rPr lang="en-US" altLang="zh-CN" sz="2000" dirty="0">
                    <a:solidFill>
                      <a:srgbClr val="339933"/>
                    </a:solidFill>
                    <a:ea typeface="宋体" pitchFamily="2" charset="-122"/>
                  </a:rPr>
                  <a:t>a[1] </a:t>
                </a:r>
                <a:r>
                  <a:rPr lang="en-US" altLang="zh-CN" sz="2000" dirty="0">
                    <a:solidFill>
                      <a:srgbClr val="0000CC"/>
                    </a:solidFill>
                    <a:ea typeface="宋体" pitchFamily="2" charset="-122"/>
                  </a:rPr>
                  <a:t>[0]</a:t>
                </a:r>
                <a:endParaRPr lang="en-US" altLang="zh-CN" sz="2000" dirty="0">
                  <a:solidFill>
                    <a:srgbClr val="0000CC"/>
                  </a:solidFill>
                  <a:ea typeface="宋体" pitchFamily="2" charset="-122"/>
                </a:endParaRPr>
              </a:p>
            </p:txBody>
          </p:sp>
          <p:sp>
            <p:nvSpPr>
              <p:cNvPr id="64532" name="Text Box 52"/>
              <p:cNvSpPr txBox="1"/>
              <p:nvPr/>
            </p:nvSpPr>
            <p:spPr>
              <a:xfrm>
                <a:off x="3083" y="2192"/>
                <a:ext cx="561" cy="233"/>
              </a:xfrm>
              <a:prstGeom prst="rect">
                <a:avLst/>
              </a:prstGeom>
              <a:noFill/>
              <a:ln w="25400" cap="flat" cmpd="sng">
                <a:solidFill>
                  <a:srgbClr val="009900"/>
                </a:solidFill>
                <a:prstDash val="solid"/>
                <a:miter/>
                <a:headEnd type="none" w="med" len="med"/>
                <a:tailEnd type="none" w="med" len="med"/>
              </a:ln>
            </p:spPr>
            <p:txBody>
              <a:bodyPr wrap="none">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ts val="590"/>
                  </a:spcBef>
                  <a:spcAft>
                    <a:spcPts val="590"/>
                  </a:spcAft>
                  <a:buSzPct val="80000"/>
                  <a:buNone/>
                </a:pPr>
                <a:r>
                  <a:rPr lang="en-US" altLang="zh-CN" sz="2000" dirty="0">
                    <a:solidFill>
                      <a:srgbClr val="339933"/>
                    </a:solidFill>
                    <a:ea typeface="宋体" pitchFamily="2" charset="-122"/>
                  </a:rPr>
                  <a:t>a[1] </a:t>
                </a:r>
                <a:r>
                  <a:rPr lang="en-US" altLang="zh-CN" sz="2000" dirty="0">
                    <a:solidFill>
                      <a:srgbClr val="0000CC"/>
                    </a:solidFill>
                    <a:ea typeface="宋体" pitchFamily="2" charset="-122"/>
                  </a:rPr>
                  <a:t>[1]</a:t>
                </a:r>
                <a:endParaRPr lang="en-US" altLang="zh-CN" sz="2000" dirty="0">
                  <a:solidFill>
                    <a:srgbClr val="0000CC"/>
                  </a:solidFill>
                  <a:ea typeface="宋体" pitchFamily="2" charset="-122"/>
                </a:endParaRPr>
              </a:p>
            </p:txBody>
          </p:sp>
          <p:sp>
            <p:nvSpPr>
              <p:cNvPr id="64533" name="Text Box 58"/>
              <p:cNvSpPr txBox="1"/>
              <p:nvPr/>
            </p:nvSpPr>
            <p:spPr>
              <a:xfrm>
                <a:off x="3703" y="1512"/>
                <a:ext cx="561" cy="233"/>
              </a:xfrm>
              <a:prstGeom prst="rect">
                <a:avLst/>
              </a:prstGeom>
              <a:noFill/>
              <a:ln w="25400" cap="flat" cmpd="sng">
                <a:solidFill>
                  <a:srgbClr val="C00000"/>
                </a:solidFill>
                <a:prstDash val="solid"/>
                <a:miter/>
                <a:headEnd type="none" w="med" len="med"/>
                <a:tailEnd type="none" w="med" len="med"/>
              </a:ln>
            </p:spPr>
            <p:txBody>
              <a:bodyPr wrap="none">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ts val="590"/>
                  </a:spcBef>
                  <a:spcAft>
                    <a:spcPts val="590"/>
                  </a:spcAft>
                  <a:buSzPct val="80000"/>
                  <a:buNone/>
                </a:pPr>
                <a:r>
                  <a:rPr lang="en-US" altLang="zh-CN" sz="2000" dirty="0">
                    <a:solidFill>
                      <a:srgbClr val="C00000"/>
                    </a:solidFill>
                    <a:ea typeface="宋体" pitchFamily="2" charset="-122"/>
                  </a:rPr>
                  <a:t>a[0] </a:t>
                </a:r>
                <a:r>
                  <a:rPr lang="en-US" altLang="zh-CN" sz="2000" dirty="0">
                    <a:solidFill>
                      <a:srgbClr val="0000CC"/>
                    </a:solidFill>
                    <a:ea typeface="宋体" pitchFamily="2" charset="-122"/>
                  </a:rPr>
                  <a:t>[2]</a:t>
                </a:r>
                <a:endParaRPr lang="en-US" altLang="zh-CN" sz="2000" dirty="0">
                  <a:solidFill>
                    <a:srgbClr val="0000CC"/>
                  </a:solidFill>
                  <a:ea typeface="宋体" pitchFamily="2" charset="-122"/>
                </a:endParaRPr>
              </a:p>
            </p:txBody>
          </p:sp>
          <p:sp>
            <p:nvSpPr>
              <p:cNvPr id="64534" name="Text Box 60"/>
              <p:cNvSpPr txBox="1"/>
              <p:nvPr/>
            </p:nvSpPr>
            <p:spPr>
              <a:xfrm>
                <a:off x="3696" y="2192"/>
                <a:ext cx="561" cy="233"/>
              </a:xfrm>
              <a:prstGeom prst="rect">
                <a:avLst/>
              </a:prstGeom>
              <a:noFill/>
              <a:ln w="25400" cap="flat" cmpd="sng">
                <a:solidFill>
                  <a:srgbClr val="009900"/>
                </a:solidFill>
                <a:prstDash val="solid"/>
                <a:miter/>
                <a:headEnd type="none" w="med" len="med"/>
                <a:tailEnd type="none" w="med" len="med"/>
              </a:ln>
            </p:spPr>
            <p:txBody>
              <a:bodyPr wrap="none">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ts val="590"/>
                  </a:spcBef>
                  <a:spcAft>
                    <a:spcPts val="590"/>
                  </a:spcAft>
                  <a:buSzPct val="80000"/>
                  <a:buNone/>
                </a:pPr>
                <a:r>
                  <a:rPr lang="en-US" altLang="zh-CN" sz="2000" dirty="0">
                    <a:solidFill>
                      <a:srgbClr val="339933"/>
                    </a:solidFill>
                    <a:ea typeface="宋体" pitchFamily="2" charset="-122"/>
                  </a:rPr>
                  <a:t>a[1] </a:t>
                </a:r>
                <a:r>
                  <a:rPr lang="en-US" altLang="zh-CN" sz="2000" dirty="0">
                    <a:solidFill>
                      <a:srgbClr val="0000CC"/>
                    </a:solidFill>
                    <a:ea typeface="宋体" pitchFamily="2" charset="-122"/>
                  </a:rPr>
                  <a:t>[2]</a:t>
                </a:r>
                <a:endParaRPr lang="en-US" altLang="zh-CN" sz="2000" dirty="0">
                  <a:solidFill>
                    <a:srgbClr val="0000CC"/>
                  </a:solidFill>
                  <a:ea typeface="宋体" pitchFamily="2" charset="-122"/>
                </a:endParaRPr>
              </a:p>
            </p:txBody>
          </p:sp>
        </p:grpSp>
      </p:grpSp>
      <p:sp>
        <p:nvSpPr>
          <p:cNvPr id="71" name="Rectangle 3"/>
          <p:cNvSpPr txBox="1"/>
          <p:nvPr/>
        </p:nvSpPr>
        <p:spPr>
          <a:xfrm>
            <a:off x="4367213" y="1319213"/>
            <a:ext cx="6553200" cy="2614612"/>
          </a:xfrm>
          <a:prstGeom prst="rect">
            <a:avLst/>
          </a:prstGeom>
          <a:noFill/>
          <a:ln w="9525">
            <a:noFill/>
          </a:ln>
        </p:spPr>
        <p:txBody>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342900" lvl="0" indent="-342900" eaLnBrk="1" hangingPunct="1">
              <a:lnSpc>
                <a:spcPct val="90000"/>
              </a:lnSpc>
              <a:spcBef>
                <a:spcPts val="300"/>
              </a:spcBef>
              <a:buNone/>
            </a:pPr>
            <a:r>
              <a:rPr lang="en-US" altLang="zh-CN" sz="2400" dirty="0">
                <a:latin typeface="Courier New" panose="02070409020205090404" pitchFamily="49" charset="0"/>
                <a:ea typeface="宋体" pitchFamily="2" charset="-122"/>
              </a:rPr>
              <a:t>for (i=0; i&lt;m; i++)</a:t>
            </a:r>
            <a:endParaRPr lang="en-US" altLang="zh-CN" sz="2400" dirty="0">
              <a:latin typeface="Courier New" panose="02070409020205090404" pitchFamily="49" charset="0"/>
              <a:ea typeface="宋体" pitchFamily="2" charset="-122"/>
            </a:endParaRPr>
          </a:p>
          <a:p>
            <a:pPr marL="342900" lvl="0" indent="-342900" eaLnBrk="1" hangingPunct="1">
              <a:lnSpc>
                <a:spcPct val="90000"/>
              </a:lnSpc>
              <a:spcBef>
                <a:spcPts val="300"/>
              </a:spcBef>
              <a:buNone/>
            </a:pPr>
            <a:r>
              <a:rPr lang="en-US" altLang="zh-CN" sz="2400" dirty="0">
                <a:latin typeface="Courier New" panose="02070409020205090404" pitchFamily="49" charset="0"/>
                <a:ea typeface="宋体" pitchFamily="2" charset="-122"/>
              </a:rPr>
              <a:t>{</a:t>
            </a:r>
            <a:endParaRPr lang="en-US" altLang="zh-CN" sz="2400" dirty="0">
              <a:latin typeface="Courier New" panose="02070409020205090404" pitchFamily="49" charset="0"/>
              <a:ea typeface="宋体" pitchFamily="2" charset="-122"/>
            </a:endParaRPr>
          </a:p>
          <a:p>
            <a:pPr marL="342900" lvl="0" indent="-342900" eaLnBrk="1" hangingPunct="1">
              <a:lnSpc>
                <a:spcPct val="90000"/>
              </a:lnSpc>
              <a:spcBef>
                <a:spcPts val="300"/>
              </a:spcBef>
              <a:buNone/>
            </a:pPr>
            <a:r>
              <a:rPr lang="en-US" altLang="zh-CN" sz="2400" dirty="0">
                <a:latin typeface="Courier New" panose="02070409020205090404" pitchFamily="49" charset="0"/>
                <a:ea typeface="宋体" pitchFamily="2" charset="-122"/>
              </a:rPr>
              <a:t>	for (j=0; j&lt;n; j++)</a:t>
            </a:r>
            <a:endParaRPr lang="en-US" altLang="zh-CN" sz="2400" dirty="0">
              <a:latin typeface="Courier New" panose="02070409020205090404" pitchFamily="49" charset="0"/>
              <a:ea typeface="宋体" pitchFamily="2" charset="-122"/>
            </a:endParaRPr>
          </a:p>
          <a:p>
            <a:pPr marL="342900" lvl="0" indent="-342900" eaLnBrk="1" hangingPunct="1">
              <a:lnSpc>
                <a:spcPct val="90000"/>
              </a:lnSpc>
              <a:spcBef>
                <a:spcPts val="300"/>
              </a:spcBef>
              <a:buNone/>
            </a:pPr>
            <a:r>
              <a:rPr lang="en-US" altLang="zh-CN" sz="2400" dirty="0">
                <a:latin typeface="Courier New" panose="02070409020205090404" pitchFamily="49" charset="0"/>
                <a:ea typeface="宋体" pitchFamily="2" charset="-122"/>
              </a:rPr>
              <a:t>  {</a:t>
            </a:r>
            <a:endParaRPr lang="en-US" altLang="zh-CN" sz="2400" dirty="0">
              <a:latin typeface="Courier New" panose="02070409020205090404" pitchFamily="49" charset="0"/>
              <a:ea typeface="宋体" pitchFamily="2" charset="-122"/>
            </a:endParaRPr>
          </a:p>
          <a:p>
            <a:pPr marL="342900" lvl="0" indent="-342900" eaLnBrk="1" hangingPunct="1">
              <a:lnSpc>
                <a:spcPct val="90000"/>
              </a:lnSpc>
              <a:spcBef>
                <a:spcPts val="300"/>
              </a:spcBef>
              <a:buNone/>
            </a:pPr>
            <a:r>
              <a:rPr lang="en-US" altLang="zh-CN" sz="2400" dirty="0">
                <a:latin typeface="Courier New" panose="02070409020205090404" pitchFamily="49" charset="0"/>
                <a:ea typeface="宋体" pitchFamily="2" charset="-122"/>
              </a:rPr>
              <a:t>     printf(</a:t>
            </a:r>
            <a:r>
              <a:rPr lang="en-US" altLang="zh-CN" dirty="0">
                <a:latin typeface="Courier New" panose="02070409020205090404" pitchFamily="49" charset="0"/>
                <a:ea typeface="宋体" pitchFamily="2" charset="-122"/>
              </a:rPr>
              <a:t>"</a:t>
            </a:r>
            <a:r>
              <a:rPr lang="en-US" altLang="zh-CN" sz="2400" dirty="0">
                <a:latin typeface="Courier New" panose="02070409020205090404" pitchFamily="49" charset="0"/>
                <a:ea typeface="宋体" pitchFamily="2" charset="-122"/>
              </a:rPr>
              <a:t>%d</a:t>
            </a:r>
            <a:r>
              <a:rPr lang="en-US" altLang="zh-CN" dirty="0">
                <a:latin typeface="Courier New" panose="02070409020205090404" pitchFamily="49" charset="0"/>
                <a:ea typeface="宋体" pitchFamily="2" charset="-122"/>
              </a:rPr>
              <a:t>"</a:t>
            </a:r>
            <a:r>
              <a:rPr lang="en-US" altLang="zh-CN" sz="2400" dirty="0">
                <a:latin typeface="Courier New" panose="02070409020205090404" pitchFamily="49" charset="0"/>
                <a:ea typeface="宋体" pitchFamily="2" charset="-122"/>
              </a:rPr>
              <a:t>, </a:t>
            </a:r>
            <a:r>
              <a:rPr lang="en-US" altLang="zh-CN" sz="2400" dirty="0">
                <a:solidFill>
                  <a:srgbClr val="0000CC"/>
                </a:solidFill>
                <a:latin typeface="Courier New" panose="02070409020205090404" pitchFamily="49" charset="0"/>
                <a:ea typeface="宋体" pitchFamily="2" charset="-122"/>
              </a:rPr>
              <a:t>*(</a:t>
            </a:r>
            <a:r>
              <a:rPr lang="en-US" altLang="zh-CN" sz="2400" dirty="0">
                <a:solidFill>
                  <a:srgbClr val="C00000"/>
                </a:solidFill>
                <a:latin typeface="Courier New" panose="02070409020205090404" pitchFamily="49" charset="0"/>
                <a:ea typeface="宋体" pitchFamily="2" charset="-122"/>
              </a:rPr>
              <a:t>*(p+i)</a:t>
            </a:r>
            <a:r>
              <a:rPr lang="en-US" altLang="zh-CN" sz="2400" dirty="0">
                <a:solidFill>
                  <a:srgbClr val="0000CC"/>
                </a:solidFill>
                <a:latin typeface="Courier New" panose="02070409020205090404" pitchFamily="49" charset="0"/>
                <a:ea typeface="宋体" pitchFamily="2" charset="-122"/>
              </a:rPr>
              <a:t>+j)</a:t>
            </a:r>
            <a:r>
              <a:rPr lang="en-US" altLang="zh-CN" sz="2400" dirty="0">
                <a:latin typeface="Courier New" panose="02070409020205090404" pitchFamily="49" charset="0"/>
                <a:ea typeface="宋体" pitchFamily="2" charset="-122"/>
              </a:rPr>
              <a:t>);</a:t>
            </a:r>
            <a:endParaRPr lang="en-US" altLang="zh-CN" sz="2400" dirty="0">
              <a:latin typeface="Courier New" panose="02070409020205090404" pitchFamily="49" charset="0"/>
              <a:ea typeface="宋体" pitchFamily="2" charset="-122"/>
            </a:endParaRPr>
          </a:p>
          <a:p>
            <a:pPr marL="342900" lvl="0" indent="-342900" eaLnBrk="1" hangingPunct="1">
              <a:lnSpc>
                <a:spcPct val="90000"/>
              </a:lnSpc>
              <a:spcBef>
                <a:spcPts val="300"/>
              </a:spcBef>
              <a:buNone/>
            </a:pPr>
            <a:r>
              <a:rPr lang="en-US" altLang="zh-CN" sz="2400" dirty="0">
                <a:solidFill>
                  <a:srgbClr val="000066"/>
                </a:solidFill>
                <a:latin typeface="Courier New" panose="02070409020205090404" pitchFamily="49" charset="0"/>
                <a:ea typeface="宋体" pitchFamily="2" charset="-122"/>
              </a:rPr>
              <a:t>  </a:t>
            </a:r>
            <a:r>
              <a:rPr lang="en-US" altLang="zh-CN" sz="2400" dirty="0">
                <a:latin typeface="Courier New" panose="02070409020205090404" pitchFamily="49" charset="0"/>
                <a:ea typeface="宋体" pitchFamily="2" charset="-122"/>
              </a:rPr>
              <a:t>}</a:t>
            </a:r>
            <a:endParaRPr lang="en-US" altLang="zh-CN" sz="2400" dirty="0">
              <a:latin typeface="Courier New" panose="02070409020205090404" pitchFamily="49" charset="0"/>
              <a:ea typeface="宋体" pitchFamily="2" charset="-122"/>
            </a:endParaRPr>
          </a:p>
          <a:p>
            <a:pPr marL="342900" lvl="0" indent="-342900" eaLnBrk="1" hangingPunct="1">
              <a:lnSpc>
                <a:spcPct val="90000"/>
              </a:lnSpc>
              <a:spcBef>
                <a:spcPts val="300"/>
              </a:spcBef>
              <a:buNone/>
            </a:pPr>
            <a:r>
              <a:rPr lang="en-US" altLang="zh-CN" sz="2400" dirty="0">
                <a:latin typeface="Courier New" panose="02070409020205090404" pitchFamily="49" charset="0"/>
                <a:ea typeface="宋体" pitchFamily="2" charset="-122"/>
              </a:rPr>
              <a:t>}</a:t>
            </a:r>
            <a:endParaRPr lang="zh-CN" altLang="en-US" dirty="0">
              <a:latin typeface="楷体_GB2312" pitchFamily="49" charset="-122"/>
              <a:ea typeface="楷体_GB2312" pitchFamily="49" charset="-122"/>
            </a:endParaRPr>
          </a:p>
          <a:p>
            <a:pPr marL="342900" lvl="0" indent="-342900" eaLnBrk="1" hangingPunct="1">
              <a:lnSpc>
                <a:spcPct val="90000"/>
              </a:lnSpc>
              <a:spcBef>
                <a:spcPct val="20000"/>
              </a:spcBef>
            </a:pPr>
            <a:endParaRPr lang="zh-CN" altLang="en-US" sz="2800" dirty="0">
              <a:solidFill>
                <a:srgbClr val="000066"/>
              </a:solidFill>
              <a:latin typeface="黑体" panose="02010609060101010101" pitchFamily="49" charset="-122"/>
            </a:endParaRPr>
          </a:p>
          <a:p>
            <a:pPr marL="342900" lvl="0" indent="-342900" eaLnBrk="1" hangingPunct="1">
              <a:lnSpc>
                <a:spcPct val="90000"/>
              </a:lnSpc>
              <a:spcBef>
                <a:spcPct val="20000"/>
              </a:spcBef>
              <a:buFont typeface="Monotype Sorts"/>
              <a:buNone/>
            </a:pPr>
            <a:endParaRPr lang="zh-CN" altLang="en-US" sz="2000" dirty="0">
              <a:solidFill>
                <a:schemeClr val="accent2"/>
              </a:solidFill>
              <a:latin typeface="Franklin Gothic Book" pitchFamily="34" charset="0"/>
            </a:endParaRPr>
          </a:p>
        </p:txBody>
      </p:sp>
      <p:sp>
        <p:nvSpPr>
          <p:cNvPr id="72" name="Rectangle 3"/>
          <p:cNvSpPr txBox="1">
            <a:spLocks noChangeArrowheads="1"/>
          </p:cNvSpPr>
          <p:nvPr/>
        </p:nvSpPr>
        <p:spPr bwMode="auto">
          <a:xfrm>
            <a:off x="1449388" y="2492375"/>
            <a:ext cx="2486025" cy="1152525"/>
          </a:xfrm>
          <a:prstGeom prst="rect">
            <a:avLst/>
          </a:prstGeom>
          <a:noFill/>
          <a:ln w="9525">
            <a:noFill/>
            <a:miter lim="800000"/>
          </a:ln>
          <a:effectLst/>
        </p:spPr>
        <p:txBody>
          <a:bodyPr lIns="92075" tIns="46037" rIns="92075" bIns="46037"/>
          <a:lstStyle/>
          <a:p>
            <a:pPr marR="0" defTabSz="914400" eaLnBrk="1" hangingPunct="1">
              <a:lnSpc>
                <a:spcPct val="110000"/>
              </a:lnSpc>
              <a:spcBef>
                <a:spcPts val="0"/>
              </a:spcBef>
              <a:buClr>
                <a:srgbClr val="FFCC66"/>
              </a:buClr>
              <a:buSzPct val="80000"/>
              <a:buFontTx/>
              <a:buNone/>
              <a:defRPr/>
            </a:pPr>
            <a:r>
              <a:rPr kumimoji="1" lang="en-US" altLang="zh-CN" sz="2400" kern="1200" cap="none" spc="0" normalizeH="0" baseline="0" noProof="0" dirty="0" err="1">
                <a:solidFill>
                  <a:srgbClr val="0000CC"/>
                </a:solidFill>
                <a:effectLst>
                  <a:outerShdw blurRad="38100" dist="38100" dir="2700000" algn="tl">
                    <a:srgbClr val="C0C0C0"/>
                  </a:outerShdw>
                </a:effectLst>
                <a:latin typeface="Courier New" panose="02070409020205090404" pitchFamily="49" charset="0"/>
                <a:ea typeface="宋体" pitchFamily="2" charset="-122"/>
                <a:cs typeface="+mn-cs"/>
              </a:rPr>
              <a:t>int</a:t>
            </a:r>
            <a:r>
              <a:rPr kumimoji="1" lang="en-US" altLang="zh-CN" sz="2400" kern="1200" cap="none" spc="0" normalizeH="0" baseline="0" noProof="0" dirty="0">
                <a:solidFill>
                  <a:srgbClr val="C00000"/>
                </a:solidFill>
                <a:effectLst>
                  <a:outerShdw blurRad="38100" dist="38100" dir="2700000" algn="tl">
                    <a:srgbClr val="C0C0C0"/>
                  </a:outerShdw>
                </a:effectLst>
                <a:latin typeface="Courier New" panose="02070409020205090404" pitchFamily="49" charset="0"/>
                <a:ea typeface="宋体" pitchFamily="2" charset="-122"/>
                <a:cs typeface="+mn-cs"/>
              </a:rPr>
              <a:t> </a:t>
            </a:r>
            <a:r>
              <a:rPr kumimoji="1" lang="en-US" altLang="zh-CN" sz="2400" kern="1200" cap="none" spc="0" normalizeH="0" baseline="0" noProof="0" dirty="0">
                <a:effectLst>
                  <a:outerShdw blurRad="38100" dist="38100" dir="2700000" algn="tl">
                    <a:srgbClr val="C0C0C0"/>
                  </a:outerShdw>
                </a:effectLst>
                <a:latin typeface="Courier New" panose="02070409020205090404" pitchFamily="49" charset="0"/>
                <a:ea typeface="宋体" pitchFamily="2" charset="-122"/>
                <a:cs typeface="+mn-cs"/>
              </a:rPr>
              <a:t>(</a:t>
            </a:r>
            <a:r>
              <a:rPr kumimoji="1" lang="zh-CN" altLang="en-US" sz="2400" kern="1200" cap="none" spc="0" normalizeH="0" baseline="0" noProof="0" dirty="0">
                <a:effectLst>
                  <a:outerShdw blurRad="38100" dist="38100" dir="2700000" algn="tl">
                    <a:srgbClr val="C0C0C0"/>
                  </a:outerShdw>
                </a:effectLst>
                <a:latin typeface="Courier New" panose="02070409020205090404" pitchFamily="49" charset="0"/>
                <a:ea typeface="宋体" pitchFamily="2" charset="-122"/>
                <a:cs typeface="+mn-cs"/>
              </a:rPr>
              <a:t>*</a:t>
            </a:r>
            <a:r>
              <a:rPr kumimoji="1" lang="en-US" altLang="zh-CN" sz="2400" kern="1200" cap="none" spc="0" normalizeH="0" baseline="0" noProof="0" dirty="0">
                <a:effectLst>
                  <a:outerShdw blurRad="38100" dist="38100" dir="2700000" algn="tl">
                    <a:srgbClr val="C0C0C0"/>
                  </a:outerShdw>
                </a:effectLst>
                <a:latin typeface="Courier New" panose="02070409020205090404" pitchFamily="49" charset="0"/>
                <a:ea typeface="宋体" pitchFamily="2" charset="-122"/>
                <a:cs typeface="+mn-cs"/>
              </a:rPr>
              <a:t>p)</a:t>
            </a:r>
            <a:r>
              <a:rPr kumimoji="1" lang="en-US" altLang="zh-CN" sz="2400" kern="1200" cap="none" spc="0" normalizeH="0" baseline="0" noProof="0" dirty="0">
                <a:solidFill>
                  <a:srgbClr val="0000CC"/>
                </a:solidFill>
                <a:effectLst>
                  <a:outerShdw blurRad="38100" dist="38100" dir="2700000" algn="tl">
                    <a:srgbClr val="C0C0C0"/>
                  </a:outerShdw>
                </a:effectLst>
                <a:latin typeface="Courier New" panose="02070409020205090404" pitchFamily="49" charset="0"/>
                <a:ea typeface="宋体" pitchFamily="2" charset="-122"/>
                <a:cs typeface="+mn-cs"/>
              </a:rPr>
              <a:t>[3]</a:t>
            </a:r>
            <a:r>
              <a:rPr kumimoji="1" lang="en-US" altLang="zh-CN" sz="2400" kern="1200" cap="none" spc="0" normalizeH="0" baseline="0" noProof="0" dirty="0">
                <a:effectLst>
                  <a:outerShdw blurRad="38100" dist="38100" dir="2700000" algn="tl">
                    <a:srgbClr val="C0C0C0"/>
                  </a:outerShdw>
                </a:effectLst>
                <a:latin typeface="Courier New" panose="02070409020205090404" pitchFamily="49" charset="0"/>
                <a:ea typeface="宋体" pitchFamily="2" charset="-122"/>
                <a:cs typeface="+mn-cs"/>
              </a:rPr>
              <a:t>; </a:t>
            </a:r>
            <a:endParaRPr kumimoji="1" lang="en-US" altLang="zh-CN" sz="2400" kern="1200" cap="none" spc="0" normalizeH="0" baseline="0" noProof="0" dirty="0">
              <a:effectLst>
                <a:outerShdw blurRad="38100" dist="38100" dir="2700000" algn="tl">
                  <a:srgbClr val="C0C0C0"/>
                </a:outerShdw>
              </a:effectLst>
              <a:latin typeface="Courier New" panose="02070409020205090404" pitchFamily="49" charset="0"/>
              <a:ea typeface="宋体" pitchFamily="2" charset="-122"/>
              <a:cs typeface="+mn-cs"/>
            </a:endParaRPr>
          </a:p>
          <a:p>
            <a:pPr marR="0" defTabSz="914400" eaLnBrk="1" hangingPunct="1">
              <a:lnSpc>
                <a:spcPct val="110000"/>
              </a:lnSpc>
              <a:spcBef>
                <a:spcPts val="0"/>
              </a:spcBef>
              <a:buClr>
                <a:srgbClr val="FFCC66"/>
              </a:buClr>
              <a:buSzPct val="80000"/>
              <a:buFontTx/>
              <a:buNone/>
              <a:defRPr/>
            </a:pPr>
            <a:r>
              <a:rPr kumimoji="1" lang="en-US" altLang="zh-CN" sz="2400" kern="1200" cap="none" spc="0" normalizeH="0" baseline="0" noProof="0" dirty="0">
                <a:effectLst>
                  <a:outerShdw blurRad="38100" dist="38100" dir="2700000" algn="tl">
                    <a:srgbClr val="C0C0C0"/>
                  </a:outerShdw>
                </a:effectLst>
                <a:latin typeface="Courier New" panose="02070409020205090404" pitchFamily="49" charset="0"/>
                <a:ea typeface="宋体" pitchFamily="2" charset="-122"/>
                <a:cs typeface="+mn-cs"/>
              </a:rPr>
              <a:t>p = </a:t>
            </a:r>
            <a:r>
              <a:rPr kumimoji="1" lang="en-US" altLang="zh-CN" sz="2400" kern="1200" cap="none" spc="0" normalizeH="0" baseline="0" noProof="0" dirty="0">
                <a:solidFill>
                  <a:srgbClr val="C00000"/>
                </a:solidFill>
                <a:effectLst>
                  <a:outerShdw blurRad="38100" dist="38100" dir="2700000" algn="tl">
                    <a:srgbClr val="C0C0C0"/>
                  </a:outerShdw>
                </a:effectLst>
                <a:latin typeface="Courier New" panose="02070409020205090404" pitchFamily="49" charset="0"/>
                <a:ea typeface="宋体" pitchFamily="2" charset="-122"/>
                <a:cs typeface="+mn-cs"/>
              </a:rPr>
              <a:t>a</a:t>
            </a:r>
            <a:r>
              <a:rPr kumimoji="1" lang="en-US" altLang="zh-CN" sz="2400" kern="1200" cap="none" spc="0" normalizeH="0" baseline="0" noProof="0" dirty="0">
                <a:effectLst>
                  <a:outerShdw blurRad="38100" dist="38100" dir="2700000" algn="tl">
                    <a:srgbClr val="C0C0C0"/>
                  </a:outerShdw>
                </a:effectLst>
                <a:latin typeface="Courier New" panose="02070409020205090404" pitchFamily="49" charset="0"/>
                <a:ea typeface="宋体" pitchFamily="2" charset="-122"/>
                <a:cs typeface="+mn-cs"/>
              </a:rPr>
              <a:t>; </a:t>
            </a:r>
            <a:endParaRPr kumimoji="1" lang="zh-CN" altLang="en-US" sz="2400" kern="1200" cap="none" spc="0" normalizeH="0" baseline="0" noProof="0" dirty="0">
              <a:solidFill>
                <a:srgbClr val="CC0000"/>
              </a:solidFill>
              <a:effectLst>
                <a:outerShdw blurRad="38100" dist="38100" dir="2700000" algn="tl">
                  <a:srgbClr val="C0C0C0"/>
                </a:outerShdw>
              </a:effectLst>
              <a:latin typeface="Arial" panose="020B0604020202090204" pitchFamily="34" charset="0"/>
              <a:ea typeface="黑体" panose="02010609060101010101" pitchFamily="49"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87107">
                                            <p:txEl>
                                              <p:pRg st="0" end="0"/>
                                            </p:txEl>
                                          </p:spTgt>
                                        </p:tgtEl>
                                        <p:attrNameLst>
                                          <p:attrName>style.visibility</p:attrName>
                                        </p:attrNameLst>
                                      </p:cBhvr>
                                      <p:to>
                                        <p:strVal val="visible"/>
                                      </p:to>
                                    </p:set>
                                    <p:animEffect transition="in" filter="wipe(left)">
                                      <p:cBhvr>
                                        <p:cTn id="7" dur="500"/>
                                        <p:tgtEl>
                                          <p:spTgt spid="68710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87107">
                                            <p:txEl>
                                              <p:pRg st="1" end="1"/>
                                            </p:txEl>
                                          </p:spTgt>
                                        </p:tgtEl>
                                        <p:attrNameLst>
                                          <p:attrName>style.visibility</p:attrName>
                                        </p:attrNameLst>
                                      </p:cBhvr>
                                      <p:to>
                                        <p:strVal val="visible"/>
                                      </p:to>
                                    </p:set>
                                    <p:animEffect transition="in" filter="wipe(left)">
                                      <p:cBhvr>
                                        <p:cTn id="12" dur="500"/>
                                        <p:tgtEl>
                                          <p:spTgt spid="68710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1">
                                            <p:txEl>
                                              <p:pRg st="0" end="0"/>
                                            </p:txEl>
                                          </p:spTgt>
                                        </p:tgtEl>
                                        <p:attrNameLst>
                                          <p:attrName>style.visibility</p:attrName>
                                        </p:attrNameLst>
                                      </p:cBhvr>
                                      <p:to>
                                        <p:strVal val="visible"/>
                                      </p:to>
                                    </p:set>
                                    <p:animEffect transition="in" filter="wipe(left)">
                                      <p:cBhvr>
                                        <p:cTn id="17" dur="500"/>
                                        <p:tgtEl>
                                          <p:spTgt spid="71">
                                            <p:txEl>
                                              <p:pRg st="0" end="0"/>
                                            </p:txEl>
                                          </p:spTgt>
                                        </p:tgtEl>
                                      </p:cBhvr>
                                    </p:animEffect>
                                  </p:childTnLst>
                                </p:cTn>
                              </p:par>
                              <p:par>
                                <p:cTn id="18" presetID="22" presetClass="entr" presetSubtype="8" fill="hold" grpId="0" nodeType="withEffect">
                                  <p:stCondLst>
                                    <p:cond delay="0"/>
                                  </p:stCondLst>
                                  <p:childTnLst>
                                    <p:set>
                                      <p:cBhvr>
                                        <p:cTn id="19" dur="1" fill="hold">
                                          <p:stCondLst>
                                            <p:cond delay="0"/>
                                          </p:stCondLst>
                                        </p:cTn>
                                        <p:tgtEl>
                                          <p:spTgt spid="71">
                                            <p:txEl>
                                              <p:pRg st="1" end="1"/>
                                            </p:txEl>
                                          </p:spTgt>
                                        </p:tgtEl>
                                        <p:attrNameLst>
                                          <p:attrName>style.visibility</p:attrName>
                                        </p:attrNameLst>
                                      </p:cBhvr>
                                      <p:to>
                                        <p:strVal val="visible"/>
                                      </p:to>
                                    </p:set>
                                    <p:animEffect transition="in" filter="wipe(left)">
                                      <p:cBhvr>
                                        <p:cTn id="20" dur="500"/>
                                        <p:tgtEl>
                                          <p:spTgt spid="71">
                                            <p:txEl>
                                              <p:pRg st="1" end="1"/>
                                            </p:txEl>
                                          </p:spTgt>
                                        </p:tgtEl>
                                      </p:cBhvr>
                                    </p:animEffect>
                                  </p:childTnLst>
                                </p:cTn>
                              </p:par>
                              <p:par>
                                <p:cTn id="21" presetID="22" presetClass="entr" presetSubtype="8" fill="hold" grpId="0" nodeType="withEffect">
                                  <p:stCondLst>
                                    <p:cond delay="0"/>
                                  </p:stCondLst>
                                  <p:childTnLst>
                                    <p:set>
                                      <p:cBhvr>
                                        <p:cTn id="22" dur="1" fill="hold">
                                          <p:stCondLst>
                                            <p:cond delay="0"/>
                                          </p:stCondLst>
                                        </p:cTn>
                                        <p:tgtEl>
                                          <p:spTgt spid="71">
                                            <p:txEl>
                                              <p:pRg st="2" end="2"/>
                                            </p:txEl>
                                          </p:spTgt>
                                        </p:tgtEl>
                                        <p:attrNameLst>
                                          <p:attrName>style.visibility</p:attrName>
                                        </p:attrNameLst>
                                      </p:cBhvr>
                                      <p:to>
                                        <p:strVal val="visible"/>
                                      </p:to>
                                    </p:set>
                                    <p:animEffect transition="in" filter="wipe(left)">
                                      <p:cBhvr>
                                        <p:cTn id="23" dur="500"/>
                                        <p:tgtEl>
                                          <p:spTgt spid="71">
                                            <p:txEl>
                                              <p:pRg st="2" end="2"/>
                                            </p:txEl>
                                          </p:spTgt>
                                        </p:tgtEl>
                                      </p:cBhvr>
                                    </p:animEffect>
                                  </p:childTnLst>
                                </p:cTn>
                              </p:par>
                              <p:par>
                                <p:cTn id="24" presetID="22" presetClass="entr" presetSubtype="8" fill="hold" grpId="0" nodeType="withEffect">
                                  <p:stCondLst>
                                    <p:cond delay="0"/>
                                  </p:stCondLst>
                                  <p:childTnLst>
                                    <p:set>
                                      <p:cBhvr>
                                        <p:cTn id="25" dur="1" fill="hold">
                                          <p:stCondLst>
                                            <p:cond delay="0"/>
                                          </p:stCondLst>
                                        </p:cTn>
                                        <p:tgtEl>
                                          <p:spTgt spid="71">
                                            <p:txEl>
                                              <p:pRg st="3" end="3"/>
                                            </p:txEl>
                                          </p:spTgt>
                                        </p:tgtEl>
                                        <p:attrNameLst>
                                          <p:attrName>style.visibility</p:attrName>
                                        </p:attrNameLst>
                                      </p:cBhvr>
                                      <p:to>
                                        <p:strVal val="visible"/>
                                      </p:to>
                                    </p:set>
                                    <p:animEffect transition="in" filter="wipe(left)">
                                      <p:cBhvr>
                                        <p:cTn id="26" dur="500"/>
                                        <p:tgtEl>
                                          <p:spTgt spid="71">
                                            <p:txEl>
                                              <p:pRg st="3" end="3"/>
                                            </p:txEl>
                                          </p:spTgt>
                                        </p:tgtEl>
                                      </p:cBhvr>
                                    </p:animEffect>
                                  </p:childTnLst>
                                </p:cTn>
                              </p:par>
                              <p:par>
                                <p:cTn id="27" presetID="22" presetClass="entr" presetSubtype="8" fill="hold" grpId="0" nodeType="withEffect">
                                  <p:stCondLst>
                                    <p:cond delay="0"/>
                                  </p:stCondLst>
                                  <p:childTnLst>
                                    <p:set>
                                      <p:cBhvr>
                                        <p:cTn id="28" dur="1" fill="hold">
                                          <p:stCondLst>
                                            <p:cond delay="0"/>
                                          </p:stCondLst>
                                        </p:cTn>
                                        <p:tgtEl>
                                          <p:spTgt spid="71">
                                            <p:txEl>
                                              <p:pRg st="4" end="4"/>
                                            </p:txEl>
                                          </p:spTgt>
                                        </p:tgtEl>
                                        <p:attrNameLst>
                                          <p:attrName>style.visibility</p:attrName>
                                        </p:attrNameLst>
                                      </p:cBhvr>
                                      <p:to>
                                        <p:strVal val="visible"/>
                                      </p:to>
                                    </p:set>
                                    <p:animEffect transition="in" filter="wipe(left)">
                                      <p:cBhvr>
                                        <p:cTn id="29" dur="500"/>
                                        <p:tgtEl>
                                          <p:spTgt spid="71">
                                            <p:txEl>
                                              <p:pRg st="4" end="4"/>
                                            </p:txEl>
                                          </p:spTgt>
                                        </p:tgtEl>
                                      </p:cBhvr>
                                    </p:animEffect>
                                  </p:childTnLst>
                                </p:cTn>
                              </p:par>
                              <p:par>
                                <p:cTn id="30" presetID="22" presetClass="entr" presetSubtype="8" fill="hold" grpId="0" nodeType="withEffect">
                                  <p:stCondLst>
                                    <p:cond delay="0"/>
                                  </p:stCondLst>
                                  <p:childTnLst>
                                    <p:set>
                                      <p:cBhvr>
                                        <p:cTn id="31" dur="1" fill="hold">
                                          <p:stCondLst>
                                            <p:cond delay="0"/>
                                          </p:stCondLst>
                                        </p:cTn>
                                        <p:tgtEl>
                                          <p:spTgt spid="71">
                                            <p:txEl>
                                              <p:pRg st="5" end="5"/>
                                            </p:txEl>
                                          </p:spTgt>
                                        </p:tgtEl>
                                        <p:attrNameLst>
                                          <p:attrName>style.visibility</p:attrName>
                                        </p:attrNameLst>
                                      </p:cBhvr>
                                      <p:to>
                                        <p:strVal val="visible"/>
                                      </p:to>
                                    </p:set>
                                    <p:animEffect transition="in" filter="wipe(left)">
                                      <p:cBhvr>
                                        <p:cTn id="32" dur="500"/>
                                        <p:tgtEl>
                                          <p:spTgt spid="71">
                                            <p:txEl>
                                              <p:pRg st="5" end="5"/>
                                            </p:txEl>
                                          </p:spTgt>
                                        </p:tgtEl>
                                      </p:cBhvr>
                                    </p:animEffect>
                                  </p:childTnLst>
                                </p:cTn>
                              </p:par>
                              <p:par>
                                <p:cTn id="33" presetID="22" presetClass="entr" presetSubtype="8" fill="hold" grpId="0" nodeType="withEffect">
                                  <p:stCondLst>
                                    <p:cond delay="0"/>
                                  </p:stCondLst>
                                  <p:childTnLst>
                                    <p:set>
                                      <p:cBhvr>
                                        <p:cTn id="34" dur="1" fill="hold">
                                          <p:stCondLst>
                                            <p:cond delay="0"/>
                                          </p:stCondLst>
                                        </p:cTn>
                                        <p:tgtEl>
                                          <p:spTgt spid="71">
                                            <p:txEl>
                                              <p:pRg st="6" end="6"/>
                                            </p:txEl>
                                          </p:spTgt>
                                        </p:tgtEl>
                                        <p:attrNameLst>
                                          <p:attrName>style.visibility</p:attrName>
                                        </p:attrNameLst>
                                      </p:cBhvr>
                                      <p:to>
                                        <p:strVal val="visible"/>
                                      </p:to>
                                    </p:set>
                                    <p:animEffect transition="in" filter="wipe(left)">
                                      <p:cBhvr>
                                        <p:cTn id="35" dur="500"/>
                                        <p:tgtEl>
                                          <p:spTgt spid="71">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7107" grpId="0" build="p"/>
      <p:bldP spid="71" grpId="0" build="p"/>
    </p:bldLst>
  </p:timing>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5538" name="Rectangle 2"/>
          <p:cNvSpPr>
            <a:spLocks noGrp="1"/>
          </p:cNvSpPr>
          <p:nvPr>
            <p:ph type="title"/>
          </p:nvPr>
        </p:nvSpPr>
        <p:spPr>
          <a:xfrm>
            <a:off x="1631950" y="257175"/>
            <a:ext cx="8915400" cy="936625"/>
          </a:xfrm>
        </p:spPr>
        <p:txBody>
          <a:bodyPr vert="horz" wrap="square" lIns="91440" tIns="45720" rIns="91440" bIns="45720" anchor="ctr" anchorCtr="0"/>
          <a:lstStyle/>
          <a:p>
            <a:r>
              <a:rPr lang="en-US" altLang="zh-CN" kern="1200" dirty="0">
                <a:latin typeface="Arial" panose="020B0604020202090204" pitchFamily="34" charset="0"/>
                <a:ea typeface="黑体" panose="02010609060101010101" pitchFamily="49" charset="-122"/>
                <a:cs typeface="Arial" panose="020B0604020202090204" pitchFamily="34" charset="0"/>
              </a:rPr>
              <a:t>3.2.5 </a:t>
            </a:r>
            <a:r>
              <a:rPr lang="zh-CN" altLang="en-US" kern="1200" dirty="0">
                <a:latin typeface="Arial" panose="020B0604020202090204" pitchFamily="34" charset="0"/>
                <a:ea typeface="黑体" panose="02010609060101010101" pitchFamily="49" charset="-122"/>
                <a:cs typeface="Arial" panose="020B0604020202090204" pitchFamily="34" charset="0"/>
              </a:rPr>
              <a:t>指针和二维数组间的关系</a:t>
            </a:r>
            <a:endParaRPr lang="zh-CN" altLang="en-US" kern="1200" dirty="0">
              <a:latin typeface="Arial" panose="020B0604020202090204" pitchFamily="34" charset="0"/>
              <a:ea typeface="黑体" panose="02010609060101010101" pitchFamily="49" charset="-122"/>
              <a:cs typeface="Arial" panose="020B0604020202090204" pitchFamily="34" charset="0"/>
            </a:endParaRPr>
          </a:p>
        </p:txBody>
      </p:sp>
      <p:sp>
        <p:nvSpPr>
          <p:cNvPr id="741379" name="Rectangle 3"/>
          <p:cNvSpPr>
            <a:spLocks noGrp="1"/>
          </p:cNvSpPr>
          <p:nvPr>
            <p:ph idx="1"/>
          </p:nvPr>
        </p:nvSpPr>
        <p:spPr>
          <a:xfrm>
            <a:off x="1571625" y="1268413"/>
            <a:ext cx="8969375" cy="865187"/>
          </a:xfrm>
        </p:spPr>
        <p:txBody>
          <a:bodyPr vert="horz" wrap="square" lIns="91440" tIns="45720" rIns="91440" bIns="45720" anchor="t" anchorCtr="0"/>
          <a:lstStyle/>
          <a:p>
            <a:pPr>
              <a:lnSpc>
                <a:spcPct val="105000"/>
              </a:lnSpc>
              <a:buSzPct val="50000"/>
            </a:pPr>
            <a:r>
              <a:rPr lang="zh-CN" altLang="en-US" kern="1200" dirty="0">
                <a:latin typeface="Arial" panose="020B0604020202090204" pitchFamily="34" charset="0"/>
                <a:ea typeface="黑体" panose="02010609060101010101" pitchFamily="49" charset="-122"/>
                <a:cs typeface="Arial" panose="020B0604020202090204" pitchFamily="34" charset="0"/>
              </a:rPr>
              <a:t>将二维数组</a:t>
            </a:r>
            <a:r>
              <a:rPr lang="en-US" altLang="zh-CN" b="1" kern="1200" dirty="0">
                <a:latin typeface="Courier New" panose="02070409020205090404" pitchFamily="49" charset="0"/>
                <a:ea typeface="黑体" panose="02010609060101010101" pitchFamily="49" charset="-122"/>
                <a:cs typeface="Courier New" panose="02070409020205090404" pitchFamily="49" charset="0"/>
              </a:rPr>
              <a:t>a</a:t>
            </a:r>
            <a:r>
              <a:rPr lang="zh-CN" altLang="en-US" kern="1200" dirty="0">
                <a:latin typeface="Arial" panose="020B0604020202090204" pitchFamily="34" charset="0"/>
                <a:ea typeface="黑体" panose="02010609060101010101" pitchFamily="49" charset="-122"/>
                <a:cs typeface="Arial" panose="020B0604020202090204" pitchFamily="34" charset="0"/>
              </a:rPr>
              <a:t>看成一维数组，有</a:t>
            </a:r>
            <a:r>
              <a:rPr lang="en-US" altLang="zh-CN" kern="1200" dirty="0">
                <a:solidFill>
                  <a:srgbClr val="C00000"/>
                </a:solidFill>
                <a:latin typeface="Arial" panose="020B0604020202090204" pitchFamily="34" charset="0"/>
                <a:ea typeface="黑体" panose="02010609060101010101" pitchFamily="49" charset="-122"/>
                <a:cs typeface="Arial" panose="020B0604020202090204" pitchFamily="34" charset="0"/>
              </a:rPr>
              <a:t>6</a:t>
            </a:r>
            <a:r>
              <a:rPr lang="zh-CN" altLang="en-US" kern="1200" dirty="0">
                <a:latin typeface="Arial" panose="020B0604020202090204" pitchFamily="34" charset="0"/>
                <a:ea typeface="黑体" panose="02010609060101010101" pitchFamily="49" charset="-122"/>
                <a:cs typeface="Arial" panose="020B0604020202090204" pitchFamily="34" charset="0"/>
              </a:rPr>
              <a:t>个</a:t>
            </a:r>
            <a:r>
              <a:rPr lang="en-US" altLang="zh-CN" b="1" kern="1200" dirty="0">
                <a:solidFill>
                  <a:srgbClr val="CC0000"/>
                </a:solidFill>
                <a:latin typeface="Courier New" panose="02070409020205090404" pitchFamily="49" charset="0"/>
                <a:ea typeface="黑体" panose="02010609060101010101" pitchFamily="49" charset="-122"/>
                <a:cs typeface="Courier New" panose="02070409020205090404" pitchFamily="49" charset="0"/>
              </a:rPr>
              <a:t>int</a:t>
            </a:r>
            <a:r>
              <a:rPr lang="zh-CN" altLang="en-US" kern="1200" dirty="0">
                <a:solidFill>
                  <a:srgbClr val="CC0000"/>
                </a:solidFill>
                <a:latin typeface="Arial" panose="020B0604020202090204" pitchFamily="34" charset="0"/>
                <a:ea typeface="黑体" panose="02010609060101010101" pitchFamily="49" charset="-122"/>
                <a:cs typeface="Arial" panose="020B0604020202090204" pitchFamily="34" charset="0"/>
              </a:rPr>
              <a:t>型</a:t>
            </a:r>
            <a:r>
              <a:rPr lang="zh-CN" altLang="en-US" kern="1200" dirty="0">
                <a:latin typeface="Arial" panose="020B0604020202090204" pitchFamily="34" charset="0"/>
                <a:ea typeface="黑体" panose="02010609060101010101" pitchFamily="49" charset="-122"/>
                <a:cs typeface="Arial" panose="020B0604020202090204" pitchFamily="34" charset="0"/>
              </a:rPr>
              <a:t>元素</a:t>
            </a:r>
            <a:endParaRPr lang="zh-CN" altLang="en-US" kern="1200" dirty="0">
              <a:latin typeface="Arial" panose="020B0604020202090204" pitchFamily="34" charset="0"/>
              <a:ea typeface="Arial" panose="020B0604020202090204" pitchFamily="34" charset="0"/>
              <a:cs typeface="+mn-cs"/>
            </a:endParaRPr>
          </a:p>
        </p:txBody>
      </p:sp>
      <p:grpSp>
        <p:nvGrpSpPr>
          <p:cNvPr id="65540" name="Group 3"/>
          <p:cNvGrpSpPr/>
          <p:nvPr/>
        </p:nvGrpSpPr>
        <p:grpSpPr>
          <a:xfrm>
            <a:off x="1804988" y="1916113"/>
            <a:ext cx="614362" cy="1397000"/>
            <a:chOff x="274" y="1148"/>
            <a:chExt cx="357" cy="880"/>
          </a:xfrm>
        </p:grpSpPr>
        <p:sp>
          <p:nvSpPr>
            <p:cNvPr id="65569" name="Text Box 4"/>
            <p:cNvSpPr txBox="1"/>
            <p:nvPr/>
          </p:nvSpPr>
          <p:spPr>
            <a:xfrm>
              <a:off x="407" y="1148"/>
              <a:ext cx="189" cy="231"/>
            </a:xfrm>
            <a:prstGeom prst="rect">
              <a:avLst/>
            </a:prstGeom>
            <a:noFill/>
            <a:ln w="9525">
              <a:noFill/>
            </a:ln>
          </p:spPr>
          <p:txBody>
            <a:bodyPr wrap="none">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ts val="590"/>
                </a:spcBef>
                <a:spcAft>
                  <a:spcPts val="590"/>
                </a:spcAft>
                <a:buSzPct val="80000"/>
                <a:buNone/>
              </a:pPr>
              <a:r>
                <a:rPr lang="en-US" altLang="zh-CN" sz="2000" dirty="0">
                  <a:ea typeface="宋体" pitchFamily="2" charset="-122"/>
                </a:rPr>
                <a:t>a</a:t>
              </a:r>
              <a:endParaRPr lang="en-US" altLang="zh-CN" sz="2000" dirty="0">
                <a:ea typeface="宋体" pitchFamily="2" charset="-122"/>
              </a:endParaRPr>
            </a:p>
          </p:txBody>
        </p:sp>
        <p:sp>
          <p:nvSpPr>
            <p:cNvPr id="65570" name="Text Box 5"/>
            <p:cNvSpPr txBox="1"/>
            <p:nvPr/>
          </p:nvSpPr>
          <p:spPr>
            <a:xfrm>
              <a:off x="274" y="1797"/>
              <a:ext cx="357" cy="231"/>
            </a:xfrm>
            <a:prstGeom prst="rect">
              <a:avLst/>
            </a:prstGeom>
            <a:noFill/>
            <a:ln w="9525">
              <a:noFill/>
            </a:ln>
          </p:spPr>
          <p:txBody>
            <a:bodyPr wrap="none">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ts val="590"/>
                </a:spcBef>
                <a:spcAft>
                  <a:spcPts val="590"/>
                </a:spcAft>
                <a:buSzPct val="80000"/>
                <a:buNone/>
              </a:pPr>
              <a:r>
                <a:rPr lang="en-US" altLang="zh-CN" sz="2000" dirty="0">
                  <a:ea typeface="宋体" pitchFamily="2" charset="-122"/>
                </a:rPr>
                <a:t>a+1</a:t>
              </a:r>
              <a:endParaRPr lang="en-US" altLang="zh-CN" sz="2000" dirty="0">
                <a:ea typeface="宋体" pitchFamily="2" charset="-122"/>
              </a:endParaRPr>
            </a:p>
          </p:txBody>
        </p:sp>
      </p:grpSp>
      <p:grpSp>
        <p:nvGrpSpPr>
          <p:cNvPr id="65541" name="Group 13"/>
          <p:cNvGrpSpPr/>
          <p:nvPr/>
        </p:nvGrpSpPr>
        <p:grpSpPr>
          <a:xfrm>
            <a:off x="2495550" y="1844675"/>
            <a:ext cx="2006600" cy="2374900"/>
            <a:chOff x="935" y="1104"/>
            <a:chExt cx="1166" cy="1496"/>
          </a:xfrm>
        </p:grpSpPr>
        <p:sp>
          <p:nvSpPr>
            <p:cNvPr id="65560" name="Line 14"/>
            <p:cNvSpPr/>
            <p:nvPr/>
          </p:nvSpPr>
          <p:spPr>
            <a:xfrm>
              <a:off x="1415" y="1978"/>
              <a:ext cx="686" cy="0"/>
            </a:xfrm>
            <a:prstGeom prst="line">
              <a:avLst/>
            </a:prstGeom>
            <a:ln w="22225" cap="rnd" cmpd="sng">
              <a:solidFill>
                <a:schemeClr val="tx1"/>
              </a:solidFill>
              <a:prstDash val="dash"/>
              <a:headEnd type="none" w="med" len="med"/>
              <a:tailEnd type="none" w="med" len="med"/>
            </a:ln>
          </p:spPr>
        </p:sp>
        <p:grpSp>
          <p:nvGrpSpPr>
            <p:cNvPr id="65561" name="Group 16"/>
            <p:cNvGrpSpPr/>
            <p:nvPr/>
          </p:nvGrpSpPr>
          <p:grpSpPr>
            <a:xfrm>
              <a:off x="1415" y="1330"/>
              <a:ext cx="686" cy="1270"/>
              <a:chOff x="1043" y="1318"/>
              <a:chExt cx="686" cy="1270"/>
            </a:xfrm>
          </p:grpSpPr>
          <p:sp>
            <p:nvSpPr>
              <p:cNvPr id="14" name="Rectangle 17"/>
              <p:cNvSpPr>
                <a:spLocks noChangeArrowheads="1"/>
              </p:cNvSpPr>
              <p:nvPr/>
            </p:nvSpPr>
            <p:spPr bwMode="auto">
              <a:xfrm>
                <a:off x="1043" y="1318"/>
                <a:ext cx="686" cy="1270"/>
              </a:xfrm>
              <a:prstGeom prst="rect">
                <a:avLst/>
              </a:prstGeom>
              <a:noFill/>
              <a:ln w="22225" cap="rnd">
                <a:solidFill>
                  <a:schemeClr val="tx1"/>
                </a:solidFill>
                <a:prstDash val="dash"/>
                <a:miter lim="800000"/>
              </a:ln>
              <a:effectLst/>
            </p:spPr>
            <p:txBody>
              <a:bodyPr wrap="none" anchor="ct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65567" name="Text Box 18"/>
              <p:cNvSpPr txBox="1"/>
              <p:nvPr/>
            </p:nvSpPr>
            <p:spPr>
              <a:xfrm>
                <a:off x="1193" y="1477"/>
                <a:ext cx="369" cy="231"/>
              </a:xfrm>
              <a:prstGeom prst="rect">
                <a:avLst/>
              </a:prstGeom>
              <a:noFill/>
              <a:ln w="9525">
                <a:noFill/>
              </a:ln>
            </p:spPr>
            <p:txBody>
              <a:bodyPr wrap="none">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ts val="590"/>
                  </a:spcBef>
                  <a:spcAft>
                    <a:spcPts val="590"/>
                  </a:spcAft>
                  <a:buSzPct val="80000"/>
                  <a:buNone/>
                </a:pPr>
                <a:r>
                  <a:rPr lang="en-US" altLang="zh-CN" sz="2000" dirty="0">
                    <a:solidFill>
                      <a:srgbClr val="CC0000"/>
                    </a:solidFill>
                    <a:ea typeface="宋体" pitchFamily="2" charset="-122"/>
                  </a:rPr>
                  <a:t>a[0]</a:t>
                </a:r>
                <a:endParaRPr lang="en-US" altLang="zh-CN" sz="2000" dirty="0">
                  <a:solidFill>
                    <a:srgbClr val="CC0000"/>
                  </a:solidFill>
                  <a:ea typeface="宋体" pitchFamily="2" charset="-122"/>
                </a:endParaRPr>
              </a:p>
            </p:txBody>
          </p:sp>
          <p:sp>
            <p:nvSpPr>
              <p:cNvPr id="65568" name="Text Box 19"/>
              <p:cNvSpPr txBox="1"/>
              <p:nvPr/>
            </p:nvSpPr>
            <p:spPr>
              <a:xfrm>
                <a:off x="1193" y="2180"/>
                <a:ext cx="355" cy="233"/>
              </a:xfrm>
              <a:prstGeom prst="rect">
                <a:avLst/>
              </a:prstGeom>
              <a:noFill/>
              <a:ln w="9525">
                <a:noFill/>
              </a:ln>
            </p:spPr>
            <p:txBody>
              <a:bodyPr wrap="none">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ts val="590"/>
                  </a:spcBef>
                  <a:spcAft>
                    <a:spcPts val="590"/>
                  </a:spcAft>
                  <a:buSzPct val="80000"/>
                  <a:buNone/>
                </a:pPr>
                <a:r>
                  <a:rPr lang="en-US" altLang="zh-CN" sz="2000" dirty="0">
                    <a:solidFill>
                      <a:srgbClr val="009900"/>
                    </a:solidFill>
                    <a:ea typeface="宋体" pitchFamily="2" charset="-122"/>
                  </a:rPr>
                  <a:t>a[1]</a:t>
                </a:r>
                <a:endParaRPr lang="en-US" altLang="zh-CN" sz="2000" dirty="0">
                  <a:solidFill>
                    <a:srgbClr val="009900"/>
                  </a:solidFill>
                  <a:ea typeface="宋体" pitchFamily="2" charset="-122"/>
                </a:endParaRPr>
              </a:p>
            </p:txBody>
          </p:sp>
        </p:grpSp>
        <p:sp>
          <p:nvSpPr>
            <p:cNvPr id="65562" name="Line 21"/>
            <p:cNvSpPr/>
            <p:nvPr/>
          </p:nvSpPr>
          <p:spPr>
            <a:xfrm>
              <a:off x="993" y="1330"/>
              <a:ext cx="422" cy="0"/>
            </a:xfrm>
            <a:prstGeom prst="line">
              <a:avLst/>
            </a:prstGeom>
            <a:ln w="9525" cap="flat" cmpd="sng">
              <a:solidFill>
                <a:schemeClr val="tx1"/>
              </a:solidFill>
              <a:prstDash val="solid"/>
              <a:headEnd type="none" w="med" len="med"/>
              <a:tailEnd type="triangle" w="med" len="med"/>
            </a:ln>
          </p:spPr>
        </p:sp>
        <p:sp>
          <p:nvSpPr>
            <p:cNvPr id="65563" name="Line 22"/>
            <p:cNvSpPr/>
            <p:nvPr/>
          </p:nvSpPr>
          <p:spPr>
            <a:xfrm>
              <a:off x="978" y="1974"/>
              <a:ext cx="422" cy="0"/>
            </a:xfrm>
            <a:prstGeom prst="line">
              <a:avLst/>
            </a:prstGeom>
            <a:ln w="9525" cap="flat" cmpd="sng">
              <a:solidFill>
                <a:schemeClr val="tx1"/>
              </a:solidFill>
              <a:prstDash val="solid"/>
              <a:headEnd type="none" w="med" len="med"/>
              <a:tailEnd type="triangle" w="med" len="med"/>
            </a:ln>
          </p:spPr>
        </p:sp>
        <p:sp>
          <p:nvSpPr>
            <p:cNvPr id="65564" name="Text Box 24"/>
            <p:cNvSpPr txBox="1"/>
            <p:nvPr/>
          </p:nvSpPr>
          <p:spPr>
            <a:xfrm>
              <a:off x="935" y="1104"/>
              <a:ext cx="455" cy="233"/>
            </a:xfrm>
            <a:prstGeom prst="rect">
              <a:avLst/>
            </a:prstGeom>
            <a:noFill/>
            <a:ln w="9525">
              <a:noFill/>
            </a:ln>
          </p:spPr>
          <p:txBody>
            <a:bodyPr wrap="none">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ts val="590"/>
                </a:spcBef>
                <a:spcAft>
                  <a:spcPts val="590"/>
                </a:spcAft>
                <a:buSzPct val="80000"/>
                <a:buNone/>
              </a:pPr>
              <a:r>
                <a:rPr lang="en-US" altLang="zh-CN" sz="2000" dirty="0">
                  <a:solidFill>
                    <a:srgbClr val="C00000"/>
                  </a:solidFill>
                  <a:ea typeface="宋体" pitchFamily="2" charset="-122"/>
                </a:rPr>
                <a:t>&amp;a[0]</a:t>
              </a:r>
              <a:endParaRPr lang="en-US" altLang="zh-CN" sz="2000" dirty="0">
                <a:solidFill>
                  <a:srgbClr val="C00000"/>
                </a:solidFill>
                <a:ea typeface="宋体" pitchFamily="2" charset="-122"/>
              </a:endParaRPr>
            </a:p>
          </p:txBody>
        </p:sp>
        <p:sp>
          <p:nvSpPr>
            <p:cNvPr id="65565" name="Text Box 25"/>
            <p:cNvSpPr txBox="1"/>
            <p:nvPr/>
          </p:nvSpPr>
          <p:spPr>
            <a:xfrm>
              <a:off x="935" y="1758"/>
              <a:ext cx="455" cy="233"/>
            </a:xfrm>
            <a:prstGeom prst="rect">
              <a:avLst/>
            </a:prstGeom>
            <a:noFill/>
            <a:ln w="9525">
              <a:noFill/>
            </a:ln>
          </p:spPr>
          <p:txBody>
            <a:bodyPr wrap="none">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ts val="590"/>
                </a:spcBef>
                <a:spcAft>
                  <a:spcPts val="590"/>
                </a:spcAft>
                <a:buSzPct val="80000"/>
                <a:buNone/>
              </a:pPr>
              <a:r>
                <a:rPr lang="en-US" altLang="zh-CN" sz="2000" dirty="0">
                  <a:solidFill>
                    <a:srgbClr val="009900"/>
                  </a:solidFill>
                  <a:ea typeface="宋体" pitchFamily="2" charset="-122"/>
                </a:rPr>
                <a:t>&amp;a[1]</a:t>
              </a:r>
              <a:endParaRPr lang="en-US" altLang="zh-CN" sz="2000" dirty="0">
                <a:solidFill>
                  <a:srgbClr val="009900"/>
                </a:solidFill>
                <a:ea typeface="宋体" pitchFamily="2" charset="-122"/>
              </a:endParaRPr>
            </a:p>
          </p:txBody>
        </p:sp>
      </p:grpSp>
      <p:grpSp>
        <p:nvGrpSpPr>
          <p:cNvPr id="65542" name="Group 27"/>
          <p:cNvGrpSpPr/>
          <p:nvPr/>
        </p:nvGrpSpPr>
        <p:grpSpPr>
          <a:xfrm>
            <a:off x="4344988" y="2147888"/>
            <a:ext cx="3876675" cy="1793875"/>
            <a:chOff x="2010" y="1295"/>
            <a:chExt cx="2254" cy="1130"/>
          </a:xfrm>
        </p:grpSpPr>
        <p:sp>
          <p:nvSpPr>
            <p:cNvPr id="65551" name="Line 28"/>
            <p:cNvSpPr/>
            <p:nvPr/>
          </p:nvSpPr>
          <p:spPr>
            <a:xfrm>
              <a:off x="2020" y="1648"/>
              <a:ext cx="454" cy="0"/>
            </a:xfrm>
            <a:prstGeom prst="line">
              <a:avLst/>
            </a:prstGeom>
            <a:ln w="9525" cap="flat" cmpd="sng">
              <a:solidFill>
                <a:schemeClr val="tx1"/>
              </a:solidFill>
              <a:prstDash val="solid"/>
              <a:headEnd type="none" w="med" len="med"/>
              <a:tailEnd type="triangle" w="med" len="med"/>
            </a:ln>
          </p:spPr>
        </p:sp>
        <p:sp>
          <p:nvSpPr>
            <p:cNvPr id="65552" name="Text Box 30"/>
            <p:cNvSpPr txBox="1"/>
            <p:nvPr/>
          </p:nvSpPr>
          <p:spPr>
            <a:xfrm>
              <a:off x="2064" y="1295"/>
              <a:ext cx="620" cy="233"/>
            </a:xfrm>
            <a:prstGeom prst="rect">
              <a:avLst/>
            </a:prstGeom>
            <a:noFill/>
            <a:ln w="9525">
              <a:noFill/>
            </a:ln>
          </p:spPr>
          <p:txBody>
            <a:bodyPr wrap="none">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ts val="590"/>
                </a:spcBef>
                <a:spcAft>
                  <a:spcPts val="590"/>
                </a:spcAft>
                <a:buSzPct val="80000"/>
                <a:buNone/>
              </a:pPr>
              <a:r>
                <a:rPr lang="en-US" altLang="zh-CN" sz="2000" dirty="0">
                  <a:solidFill>
                    <a:srgbClr val="C00000"/>
                  </a:solidFill>
                  <a:ea typeface="宋体" pitchFamily="2" charset="-122"/>
                </a:rPr>
                <a:t>&amp;a[0][0]</a:t>
              </a:r>
              <a:endParaRPr lang="en-US" altLang="zh-CN" sz="2000" dirty="0">
                <a:solidFill>
                  <a:srgbClr val="C00000"/>
                </a:solidFill>
                <a:ea typeface="宋体" pitchFamily="2" charset="-122"/>
              </a:endParaRPr>
            </a:p>
          </p:txBody>
        </p:sp>
        <p:sp>
          <p:nvSpPr>
            <p:cNvPr id="65553" name="Line 32"/>
            <p:cNvSpPr/>
            <p:nvPr/>
          </p:nvSpPr>
          <p:spPr>
            <a:xfrm>
              <a:off x="2010" y="2328"/>
              <a:ext cx="454" cy="0"/>
            </a:xfrm>
            <a:prstGeom prst="line">
              <a:avLst/>
            </a:prstGeom>
            <a:ln w="9525" cap="flat" cmpd="sng">
              <a:solidFill>
                <a:schemeClr val="tx1"/>
              </a:solidFill>
              <a:prstDash val="solid"/>
              <a:headEnd type="none" w="med" len="med"/>
              <a:tailEnd type="triangle" w="med" len="med"/>
            </a:ln>
          </p:spPr>
        </p:sp>
        <p:sp>
          <p:nvSpPr>
            <p:cNvPr id="65554" name="Text Box 49"/>
            <p:cNvSpPr txBox="1"/>
            <p:nvPr/>
          </p:nvSpPr>
          <p:spPr>
            <a:xfrm>
              <a:off x="2472" y="1512"/>
              <a:ext cx="561" cy="233"/>
            </a:xfrm>
            <a:prstGeom prst="rect">
              <a:avLst/>
            </a:prstGeom>
            <a:noFill/>
            <a:ln w="25400" cap="flat" cmpd="sng">
              <a:solidFill>
                <a:srgbClr val="C00000"/>
              </a:solidFill>
              <a:prstDash val="solid"/>
              <a:miter/>
              <a:headEnd type="none" w="med" len="med"/>
              <a:tailEnd type="none" w="med" len="med"/>
            </a:ln>
          </p:spPr>
          <p:txBody>
            <a:bodyPr wrap="none">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ts val="590"/>
                </a:spcBef>
                <a:spcAft>
                  <a:spcPts val="590"/>
                </a:spcAft>
                <a:buSzPct val="80000"/>
                <a:buNone/>
              </a:pPr>
              <a:r>
                <a:rPr lang="en-US" altLang="zh-CN" sz="2000" dirty="0">
                  <a:solidFill>
                    <a:srgbClr val="CC0000"/>
                  </a:solidFill>
                  <a:ea typeface="宋体" pitchFamily="2" charset="-122"/>
                </a:rPr>
                <a:t>a[0] [0]</a:t>
              </a:r>
              <a:endParaRPr lang="en-US" altLang="zh-CN" sz="2000" dirty="0">
                <a:solidFill>
                  <a:srgbClr val="CC0000"/>
                </a:solidFill>
                <a:ea typeface="宋体" pitchFamily="2" charset="-122"/>
              </a:endParaRPr>
            </a:p>
          </p:txBody>
        </p:sp>
        <p:sp>
          <p:nvSpPr>
            <p:cNvPr id="65555" name="Text Box 50"/>
            <p:cNvSpPr txBox="1"/>
            <p:nvPr/>
          </p:nvSpPr>
          <p:spPr>
            <a:xfrm>
              <a:off x="3089" y="1512"/>
              <a:ext cx="561" cy="233"/>
            </a:xfrm>
            <a:prstGeom prst="rect">
              <a:avLst/>
            </a:prstGeom>
            <a:noFill/>
            <a:ln w="25400" cap="flat" cmpd="sng">
              <a:solidFill>
                <a:srgbClr val="C00000"/>
              </a:solidFill>
              <a:prstDash val="solid"/>
              <a:miter/>
              <a:headEnd type="none" w="med" len="med"/>
              <a:tailEnd type="none" w="med" len="med"/>
            </a:ln>
          </p:spPr>
          <p:txBody>
            <a:bodyPr wrap="none">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ts val="590"/>
                </a:spcBef>
                <a:spcAft>
                  <a:spcPts val="590"/>
                </a:spcAft>
                <a:buSzPct val="80000"/>
                <a:buNone/>
              </a:pPr>
              <a:r>
                <a:rPr lang="en-US" altLang="zh-CN" sz="2000" dirty="0">
                  <a:solidFill>
                    <a:srgbClr val="CC0000"/>
                  </a:solidFill>
                  <a:ea typeface="宋体" pitchFamily="2" charset="-122"/>
                </a:rPr>
                <a:t>a[0] [1]</a:t>
              </a:r>
              <a:endParaRPr lang="en-US" altLang="zh-CN" sz="2000" dirty="0">
                <a:solidFill>
                  <a:srgbClr val="CC0000"/>
                </a:solidFill>
                <a:ea typeface="宋体" pitchFamily="2" charset="-122"/>
              </a:endParaRPr>
            </a:p>
          </p:txBody>
        </p:sp>
        <p:sp>
          <p:nvSpPr>
            <p:cNvPr id="65556" name="Text Box 51"/>
            <p:cNvSpPr txBox="1"/>
            <p:nvPr/>
          </p:nvSpPr>
          <p:spPr>
            <a:xfrm>
              <a:off x="2472" y="2192"/>
              <a:ext cx="561" cy="233"/>
            </a:xfrm>
            <a:prstGeom prst="rect">
              <a:avLst/>
            </a:prstGeom>
            <a:noFill/>
            <a:ln w="25400" cap="flat" cmpd="sng">
              <a:solidFill>
                <a:srgbClr val="009900"/>
              </a:solidFill>
              <a:prstDash val="solid"/>
              <a:miter/>
              <a:headEnd type="none" w="med" len="med"/>
              <a:tailEnd type="none" w="med" len="med"/>
            </a:ln>
          </p:spPr>
          <p:txBody>
            <a:bodyPr wrap="none">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ts val="590"/>
                </a:spcBef>
                <a:spcAft>
                  <a:spcPts val="590"/>
                </a:spcAft>
                <a:buSzPct val="80000"/>
                <a:buNone/>
              </a:pPr>
              <a:r>
                <a:rPr lang="en-US" altLang="zh-CN" sz="2000" dirty="0">
                  <a:solidFill>
                    <a:srgbClr val="CC0000"/>
                  </a:solidFill>
                  <a:ea typeface="宋体" pitchFamily="2" charset="-122"/>
                </a:rPr>
                <a:t>a[1] [0]</a:t>
              </a:r>
              <a:endParaRPr lang="en-US" altLang="zh-CN" sz="2000" dirty="0">
                <a:solidFill>
                  <a:srgbClr val="CC0000"/>
                </a:solidFill>
                <a:ea typeface="宋体" pitchFamily="2" charset="-122"/>
              </a:endParaRPr>
            </a:p>
          </p:txBody>
        </p:sp>
        <p:sp>
          <p:nvSpPr>
            <p:cNvPr id="65557" name="Text Box 52"/>
            <p:cNvSpPr txBox="1"/>
            <p:nvPr/>
          </p:nvSpPr>
          <p:spPr>
            <a:xfrm>
              <a:off x="3083" y="2192"/>
              <a:ext cx="561" cy="233"/>
            </a:xfrm>
            <a:prstGeom prst="rect">
              <a:avLst/>
            </a:prstGeom>
            <a:noFill/>
            <a:ln w="25400" cap="flat" cmpd="sng">
              <a:solidFill>
                <a:srgbClr val="009900"/>
              </a:solidFill>
              <a:prstDash val="solid"/>
              <a:miter/>
              <a:headEnd type="none" w="med" len="med"/>
              <a:tailEnd type="none" w="med" len="med"/>
            </a:ln>
          </p:spPr>
          <p:txBody>
            <a:bodyPr wrap="none">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ts val="590"/>
                </a:spcBef>
                <a:spcAft>
                  <a:spcPts val="590"/>
                </a:spcAft>
                <a:buSzPct val="80000"/>
                <a:buNone/>
              </a:pPr>
              <a:r>
                <a:rPr lang="en-US" altLang="zh-CN" sz="2000" dirty="0">
                  <a:solidFill>
                    <a:srgbClr val="CC0000"/>
                  </a:solidFill>
                  <a:ea typeface="宋体" pitchFamily="2" charset="-122"/>
                </a:rPr>
                <a:t>a[1] [1]</a:t>
              </a:r>
              <a:endParaRPr lang="en-US" altLang="zh-CN" sz="2000" dirty="0">
                <a:solidFill>
                  <a:srgbClr val="CC0000"/>
                </a:solidFill>
                <a:ea typeface="宋体" pitchFamily="2" charset="-122"/>
              </a:endParaRPr>
            </a:p>
          </p:txBody>
        </p:sp>
        <p:sp>
          <p:nvSpPr>
            <p:cNvPr id="65558" name="Text Box 58"/>
            <p:cNvSpPr txBox="1"/>
            <p:nvPr/>
          </p:nvSpPr>
          <p:spPr>
            <a:xfrm>
              <a:off x="3703" y="1512"/>
              <a:ext cx="561" cy="233"/>
            </a:xfrm>
            <a:prstGeom prst="rect">
              <a:avLst/>
            </a:prstGeom>
            <a:noFill/>
            <a:ln w="25400" cap="flat" cmpd="sng">
              <a:solidFill>
                <a:srgbClr val="C00000"/>
              </a:solidFill>
              <a:prstDash val="solid"/>
              <a:miter/>
              <a:headEnd type="none" w="med" len="med"/>
              <a:tailEnd type="none" w="med" len="med"/>
            </a:ln>
          </p:spPr>
          <p:txBody>
            <a:bodyPr wrap="none">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ts val="590"/>
                </a:spcBef>
                <a:spcAft>
                  <a:spcPts val="590"/>
                </a:spcAft>
                <a:buSzPct val="80000"/>
                <a:buNone/>
              </a:pPr>
              <a:r>
                <a:rPr lang="en-US" altLang="zh-CN" sz="2000" dirty="0">
                  <a:solidFill>
                    <a:srgbClr val="CC0000"/>
                  </a:solidFill>
                  <a:ea typeface="宋体" pitchFamily="2" charset="-122"/>
                </a:rPr>
                <a:t>a[0] [2]</a:t>
              </a:r>
              <a:endParaRPr lang="en-US" altLang="zh-CN" sz="2000" dirty="0">
                <a:solidFill>
                  <a:srgbClr val="CC0000"/>
                </a:solidFill>
                <a:ea typeface="宋体" pitchFamily="2" charset="-122"/>
              </a:endParaRPr>
            </a:p>
          </p:txBody>
        </p:sp>
        <p:sp>
          <p:nvSpPr>
            <p:cNvPr id="65559" name="Text Box 60"/>
            <p:cNvSpPr txBox="1"/>
            <p:nvPr/>
          </p:nvSpPr>
          <p:spPr>
            <a:xfrm>
              <a:off x="3696" y="2192"/>
              <a:ext cx="561" cy="233"/>
            </a:xfrm>
            <a:prstGeom prst="rect">
              <a:avLst/>
            </a:prstGeom>
            <a:noFill/>
            <a:ln w="25400" cap="flat" cmpd="sng">
              <a:solidFill>
                <a:srgbClr val="009900"/>
              </a:solidFill>
              <a:prstDash val="solid"/>
              <a:miter/>
              <a:headEnd type="none" w="med" len="med"/>
              <a:tailEnd type="none" w="med" len="med"/>
            </a:ln>
          </p:spPr>
          <p:txBody>
            <a:bodyPr wrap="none">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ts val="590"/>
                </a:spcBef>
                <a:spcAft>
                  <a:spcPts val="590"/>
                </a:spcAft>
                <a:buSzPct val="80000"/>
                <a:buNone/>
              </a:pPr>
              <a:r>
                <a:rPr lang="en-US" altLang="zh-CN" sz="2000" dirty="0">
                  <a:solidFill>
                    <a:srgbClr val="CC0000"/>
                  </a:solidFill>
                  <a:ea typeface="宋体" pitchFamily="2" charset="-122"/>
                </a:rPr>
                <a:t>a[1] [2]</a:t>
              </a:r>
              <a:endParaRPr lang="en-US" altLang="zh-CN" sz="2000" dirty="0">
                <a:solidFill>
                  <a:srgbClr val="CC0000"/>
                </a:solidFill>
                <a:ea typeface="宋体" pitchFamily="2" charset="-122"/>
              </a:endParaRPr>
            </a:p>
          </p:txBody>
        </p:sp>
      </p:grpSp>
      <p:cxnSp>
        <p:nvCxnSpPr>
          <p:cNvPr id="33799" name="直接连接符 54"/>
          <p:cNvCxnSpPr/>
          <p:nvPr/>
        </p:nvCxnSpPr>
        <p:spPr>
          <a:xfrm>
            <a:off x="5003800" y="2133600"/>
            <a:ext cx="3587750" cy="0"/>
          </a:xfrm>
          <a:prstGeom prst="line">
            <a:avLst/>
          </a:prstGeom>
          <a:ln w="38100" cap="flat" cmpd="sng">
            <a:solidFill>
              <a:srgbClr val="FF0000"/>
            </a:solidFill>
            <a:prstDash val="solid"/>
            <a:headEnd type="none" w="sm" len="sm"/>
            <a:tailEnd type="none" w="sm" len="sm"/>
          </a:ln>
        </p:spPr>
      </p:cxnSp>
      <p:cxnSp>
        <p:nvCxnSpPr>
          <p:cNvPr id="33800" name="直接连接符 56"/>
          <p:cNvCxnSpPr/>
          <p:nvPr/>
        </p:nvCxnSpPr>
        <p:spPr>
          <a:xfrm>
            <a:off x="8591550" y="2133600"/>
            <a:ext cx="0" cy="1079500"/>
          </a:xfrm>
          <a:prstGeom prst="line">
            <a:avLst/>
          </a:prstGeom>
          <a:ln w="38100" cap="flat" cmpd="sng">
            <a:solidFill>
              <a:srgbClr val="FF0000"/>
            </a:solidFill>
            <a:prstDash val="solid"/>
            <a:headEnd type="none" w="sm" len="sm"/>
            <a:tailEnd type="none" w="sm" len="sm"/>
          </a:ln>
        </p:spPr>
      </p:cxnSp>
      <p:cxnSp>
        <p:nvCxnSpPr>
          <p:cNvPr id="33801" name="直接连接符 58"/>
          <p:cNvCxnSpPr/>
          <p:nvPr/>
        </p:nvCxnSpPr>
        <p:spPr>
          <a:xfrm flipH="1">
            <a:off x="4926013" y="3224213"/>
            <a:ext cx="3665537" cy="0"/>
          </a:xfrm>
          <a:prstGeom prst="line">
            <a:avLst/>
          </a:prstGeom>
          <a:ln w="38100" cap="flat" cmpd="sng">
            <a:solidFill>
              <a:srgbClr val="FF0000"/>
            </a:solidFill>
            <a:prstDash val="solid"/>
            <a:headEnd type="none" w="sm" len="sm"/>
            <a:tailEnd type="none" w="sm" len="sm"/>
          </a:ln>
        </p:spPr>
      </p:cxnSp>
      <p:cxnSp>
        <p:nvCxnSpPr>
          <p:cNvPr id="33802" name="直接连接符 61"/>
          <p:cNvCxnSpPr/>
          <p:nvPr/>
        </p:nvCxnSpPr>
        <p:spPr>
          <a:xfrm>
            <a:off x="4926013" y="3224213"/>
            <a:ext cx="0" cy="935037"/>
          </a:xfrm>
          <a:prstGeom prst="line">
            <a:avLst/>
          </a:prstGeom>
          <a:ln w="38100" cap="flat" cmpd="sng">
            <a:solidFill>
              <a:srgbClr val="FF0000"/>
            </a:solidFill>
            <a:prstDash val="solid"/>
            <a:headEnd type="none" w="sm" len="sm"/>
            <a:tailEnd type="none" w="sm" len="sm"/>
          </a:ln>
        </p:spPr>
      </p:cxnSp>
      <p:cxnSp>
        <p:nvCxnSpPr>
          <p:cNvPr id="33803" name="直接箭头连接符 63"/>
          <p:cNvCxnSpPr/>
          <p:nvPr/>
        </p:nvCxnSpPr>
        <p:spPr>
          <a:xfrm>
            <a:off x="4926013" y="4160838"/>
            <a:ext cx="3665537" cy="0"/>
          </a:xfrm>
          <a:prstGeom prst="straightConnector1">
            <a:avLst/>
          </a:prstGeom>
          <a:ln w="38100" cap="flat" cmpd="sng">
            <a:solidFill>
              <a:srgbClr val="FF0000"/>
            </a:solidFill>
            <a:prstDash val="solid"/>
            <a:headEnd type="none" w="sm" len="sm"/>
            <a:tailEnd type="arrow" w="med" len="med"/>
          </a:ln>
        </p:spPr>
      </p:cxnSp>
      <p:sp>
        <p:nvSpPr>
          <p:cNvPr id="58" name="Rectangle 68"/>
          <p:cNvSpPr/>
          <p:nvPr/>
        </p:nvSpPr>
        <p:spPr>
          <a:xfrm>
            <a:off x="5951538" y="5373688"/>
            <a:ext cx="4321175" cy="938212"/>
          </a:xfrm>
          <a:prstGeom prst="rect">
            <a:avLst/>
          </a:prstGeom>
          <a:solidFill>
            <a:srgbClr val="FFFFCC"/>
          </a:solidFill>
          <a:ln w="28575" cap="flat" cmpd="sng">
            <a:solidFill>
              <a:srgbClr val="008000"/>
            </a:solidFill>
            <a:prstDash val="solid"/>
            <a:miter/>
            <a:headEnd type="none" w="med" len="med"/>
            <a:tailEnd type="none" w="med" len="med"/>
          </a:ln>
        </p:spPr>
        <p:txBody>
          <a:bodyPr wrap="none" anchor="ctr" anchorCtr="0"/>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algn="ctr" eaLnBrk="1" hangingPunct="1">
              <a:lnSpc>
                <a:spcPct val="90000"/>
              </a:lnSpc>
              <a:spcBef>
                <a:spcPct val="0"/>
              </a:spcBef>
              <a:spcAft>
                <a:spcPts val="590"/>
              </a:spcAft>
              <a:buClr>
                <a:srgbClr val="FFCC66"/>
              </a:buClr>
              <a:buSzPct val="80000"/>
              <a:buNone/>
            </a:pPr>
            <a:r>
              <a:rPr lang="en-US" altLang="zh-CN" sz="2400" dirty="0">
                <a:solidFill>
                  <a:srgbClr val="000066"/>
                </a:solidFill>
                <a:latin typeface="Courier New" panose="02070409020205090404" pitchFamily="49" charset="0"/>
              </a:rPr>
              <a:t>*(</a:t>
            </a:r>
            <a:r>
              <a:rPr lang="en-US" altLang="zh-CN" sz="2400" dirty="0">
                <a:solidFill>
                  <a:srgbClr val="008000"/>
                </a:solidFill>
                <a:latin typeface="Courier New" panose="02070409020205090404" pitchFamily="49" charset="0"/>
              </a:rPr>
              <a:t>*(</a:t>
            </a:r>
            <a:r>
              <a:rPr lang="en-US" altLang="zh-CN" sz="2400" dirty="0">
                <a:solidFill>
                  <a:srgbClr val="009900"/>
                </a:solidFill>
                <a:latin typeface="Courier New" panose="02070409020205090404" pitchFamily="49" charset="0"/>
              </a:rPr>
              <a:t>a+i)</a:t>
            </a:r>
            <a:r>
              <a:rPr lang="en-US" altLang="zh-CN" sz="2400" dirty="0">
                <a:solidFill>
                  <a:srgbClr val="000066"/>
                </a:solidFill>
                <a:latin typeface="Courier New" panose="02070409020205090404" pitchFamily="49" charset="0"/>
              </a:rPr>
              <a:t>+j) </a:t>
            </a:r>
            <a:r>
              <a:rPr lang="zh-CN" altLang="en-US" sz="2000" dirty="0">
                <a:solidFill>
                  <a:srgbClr val="000066"/>
                </a:solidFill>
                <a:latin typeface="Courier New" panose="02070409020205090404" pitchFamily="49" charset="0"/>
              </a:rPr>
              <a:t>即 </a:t>
            </a:r>
            <a:r>
              <a:rPr lang="en-US" altLang="zh-CN" sz="2400" dirty="0">
                <a:solidFill>
                  <a:srgbClr val="009900"/>
                </a:solidFill>
                <a:latin typeface="Courier New" panose="02070409020205090404" pitchFamily="49" charset="0"/>
              </a:rPr>
              <a:t>a[i]</a:t>
            </a:r>
            <a:r>
              <a:rPr lang="en-US" altLang="zh-CN" sz="2400" dirty="0">
                <a:solidFill>
                  <a:srgbClr val="000066"/>
                </a:solidFill>
                <a:latin typeface="Courier New" panose="02070409020205090404" pitchFamily="49" charset="0"/>
              </a:rPr>
              <a:t>[j]  </a:t>
            </a:r>
            <a:endParaRPr lang="en-US" altLang="zh-CN" sz="2000" dirty="0">
              <a:solidFill>
                <a:srgbClr val="000066"/>
              </a:solidFill>
              <a:latin typeface="Courier New" panose="02070409020205090404" pitchFamily="49" charset="0"/>
            </a:endParaRPr>
          </a:p>
          <a:p>
            <a:pPr marL="0" lvl="0" indent="0" algn="ctr" eaLnBrk="1" hangingPunct="1">
              <a:lnSpc>
                <a:spcPct val="90000"/>
              </a:lnSpc>
              <a:spcBef>
                <a:spcPct val="0"/>
              </a:spcBef>
              <a:spcAft>
                <a:spcPts val="590"/>
              </a:spcAft>
              <a:buClr>
                <a:srgbClr val="FFCC66"/>
              </a:buClr>
              <a:buSzPct val="80000"/>
              <a:buNone/>
            </a:pPr>
            <a:r>
              <a:rPr lang="zh-CN" altLang="zh-CN" sz="2000" dirty="0">
                <a:solidFill>
                  <a:srgbClr val="000066"/>
                </a:solidFill>
                <a:latin typeface="Courier New" panose="02070409020205090404" pitchFamily="49" charset="0"/>
              </a:rPr>
              <a:t>代表</a:t>
            </a:r>
            <a:r>
              <a:rPr lang="zh-CN" altLang="en-US" sz="2000" dirty="0">
                <a:solidFill>
                  <a:srgbClr val="000066"/>
                </a:solidFill>
                <a:latin typeface="Courier New" panose="02070409020205090404" pitchFamily="49" charset="0"/>
              </a:rPr>
              <a:t>第</a:t>
            </a:r>
            <a:r>
              <a:rPr lang="en-US" altLang="zh-CN" sz="2400" dirty="0">
                <a:solidFill>
                  <a:srgbClr val="000066"/>
                </a:solidFill>
                <a:latin typeface="Courier New" panose="02070409020205090404" pitchFamily="49" charset="0"/>
              </a:rPr>
              <a:t>i</a:t>
            </a:r>
            <a:r>
              <a:rPr lang="zh-CN" altLang="en-US" sz="2000" dirty="0">
                <a:solidFill>
                  <a:srgbClr val="000066"/>
                </a:solidFill>
                <a:latin typeface="Courier New" panose="02070409020205090404" pitchFamily="49" charset="0"/>
              </a:rPr>
              <a:t>行第</a:t>
            </a:r>
            <a:r>
              <a:rPr lang="en-US" altLang="zh-CN" sz="2400" dirty="0">
                <a:solidFill>
                  <a:srgbClr val="000066"/>
                </a:solidFill>
                <a:latin typeface="Courier New" panose="02070409020205090404" pitchFamily="49" charset="0"/>
              </a:rPr>
              <a:t>j</a:t>
            </a:r>
            <a:r>
              <a:rPr lang="zh-CN" altLang="en-US" sz="2000" dirty="0">
                <a:solidFill>
                  <a:srgbClr val="000066"/>
                </a:solidFill>
                <a:latin typeface="Courier New" panose="02070409020205090404" pitchFamily="49" charset="0"/>
              </a:rPr>
              <a:t>列</a:t>
            </a:r>
            <a:r>
              <a:rPr lang="zh-CN" altLang="zh-CN" sz="2000" dirty="0">
                <a:solidFill>
                  <a:srgbClr val="000066"/>
                </a:solidFill>
                <a:latin typeface="Courier New" panose="02070409020205090404" pitchFamily="49" charset="0"/>
              </a:rPr>
              <a:t>的</a:t>
            </a:r>
            <a:r>
              <a:rPr lang="zh-CN" altLang="en-US" sz="2000" dirty="0">
                <a:solidFill>
                  <a:srgbClr val="C00000"/>
                </a:solidFill>
                <a:latin typeface="Courier New" panose="02070409020205090404" pitchFamily="49" charset="0"/>
              </a:rPr>
              <a:t>内容</a:t>
            </a:r>
            <a:endParaRPr lang="en-US" altLang="zh-CN" sz="2000" dirty="0">
              <a:solidFill>
                <a:srgbClr val="C00000"/>
              </a:solidFill>
              <a:latin typeface="Courier New" panose="02070409020205090404" pitchFamily="49" charset="0"/>
            </a:endParaRPr>
          </a:p>
        </p:txBody>
      </p:sp>
      <p:sp>
        <p:nvSpPr>
          <p:cNvPr id="59" name="Rectangle 69"/>
          <p:cNvSpPr/>
          <p:nvPr/>
        </p:nvSpPr>
        <p:spPr>
          <a:xfrm>
            <a:off x="1343025" y="4652963"/>
            <a:ext cx="6769100" cy="515937"/>
          </a:xfrm>
          <a:prstGeom prst="rect">
            <a:avLst/>
          </a:prstGeom>
          <a:solidFill>
            <a:srgbClr val="FFFFCC"/>
          </a:solidFill>
          <a:ln w="28575" cap="flat" cmpd="sng">
            <a:solidFill>
              <a:srgbClr val="008000"/>
            </a:solidFill>
            <a:prstDash val="solid"/>
            <a:miter/>
            <a:headEnd type="none" w="med" len="med"/>
            <a:tailEnd type="none" w="med" len="med"/>
          </a:ln>
        </p:spPr>
        <p:txBody>
          <a:bodyPr wrap="none" anchor="ctr" anchorCtr="0"/>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algn="ctr" eaLnBrk="1" hangingPunct="1">
              <a:spcBef>
                <a:spcPct val="20000"/>
              </a:spcBef>
              <a:spcAft>
                <a:spcPts val="590"/>
              </a:spcAft>
              <a:buClr>
                <a:srgbClr val="FFCC66"/>
              </a:buClr>
              <a:buSzPct val="80000"/>
              <a:buNone/>
            </a:pPr>
            <a:r>
              <a:rPr lang="zh-CN" altLang="en-US" sz="2400" dirty="0">
                <a:solidFill>
                  <a:srgbClr val="000066"/>
                </a:solidFill>
                <a:latin typeface="Courier New" panose="02070409020205090404" pitchFamily="49" charset="0"/>
              </a:rPr>
              <a:t>*</a:t>
            </a:r>
            <a:r>
              <a:rPr lang="en-US" altLang="zh-CN" sz="2400" dirty="0">
                <a:solidFill>
                  <a:srgbClr val="000066"/>
                </a:solidFill>
                <a:latin typeface="Courier New" panose="02070409020205090404" pitchFamily="49" charset="0"/>
              </a:rPr>
              <a:t>(a + i)</a:t>
            </a:r>
            <a:r>
              <a:rPr lang="zh-CN" altLang="en-US" sz="2000" dirty="0">
                <a:solidFill>
                  <a:srgbClr val="000066"/>
                </a:solidFill>
                <a:latin typeface="Courier New" panose="02070409020205090404" pitchFamily="49" charset="0"/>
              </a:rPr>
              <a:t>即 </a:t>
            </a:r>
            <a:r>
              <a:rPr lang="en-US" altLang="zh-CN" sz="2400" dirty="0">
                <a:solidFill>
                  <a:srgbClr val="000066"/>
                </a:solidFill>
                <a:latin typeface="Courier New" panose="02070409020205090404" pitchFamily="49" charset="0"/>
              </a:rPr>
              <a:t>a[i]</a:t>
            </a:r>
            <a:r>
              <a:rPr lang="zh-CN" altLang="zh-CN" sz="2000" dirty="0">
                <a:solidFill>
                  <a:srgbClr val="000066"/>
                </a:solidFill>
                <a:latin typeface="Courier New" panose="02070409020205090404" pitchFamily="49" charset="0"/>
              </a:rPr>
              <a:t>代表</a:t>
            </a:r>
            <a:r>
              <a:rPr lang="zh-CN" altLang="en-US" sz="2000" dirty="0">
                <a:solidFill>
                  <a:srgbClr val="000066"/>
                </a:solidFill>
                <a:latin typeface="Courier New" panose="02070409020205090404" pitchFamily="49" charset="0"/>
              </a:rPr>
              <a:t>第</a:t>
            </a:r>
            <a:r>
              <a:rPr lang="en-US" altLang="zh-CN" sz="2400" dirty="0">
                <a:solidFill>
                  <a:srgbClr val="000066"/>
                </a:solidFill>
                <a:latin typeface="Courier New" panose="02070409020205090404" pitchFamily="49" charset="0"/>
              </a:rPr>
              <a:t>i</a:t>
            </a:r>
            <a:r>
              <a:rPr lang="zh-CN" altLang="en-US" sz="2000" dirty="0">
                <a:solidFill>
                  <a:srgbClr val="000066"/>
                </a:solidFill>
                <a:latin typeface="Courier New" panose="02070409020205090404" pitchFamily="49" charset="0"/>
              </a:rPr>
              <a:t>行</a:t>
            </a:r>
            <a:r>
              <a:rPr lang="zh-CN" altLang="en-US" sz="2000" dirty="0">
                <a:solidFill>
                  <a:srgbClr val="C00000"/>
                </a:solidFill>
                <a:latin typeface="Courier New" panose="02070409020205090404" pitchFamily="49" charset="0"/>
              </a:rPr>
              <a:t>第</a:t>
            </a:r>
            <a:r>
              <a:rPr lang="en-US" altLang="zh-CN" sz="2000" dirty="0">
                <a:solidFill>
                  <a:srgbClr val="C00000"/>
                </a:solidFill>
                <a:latin typeface="Courier New" panose="02070409020205090404" pitchFamily="49" charset="0"/>
              </a:rPr>
              <a:t>0</a:t>
            </a:r>
            <a:r>
              <a:rPr lang="zh-CN" altLang="en-US" sz="2000" dirty="0">
                <a:solidFill>
                  <a:srgbClr val="C00000"/>
                </a:solidFill>
                <a:latin typeface="Courier New" panose="02070409020205090404" pitchFamily="49" charset="0"/>
              </a:rPr>
              <a:t>列</a:t>
            </a:r>
            <a:r>
              <a:rPr lang="zh-CN" altLang="zh-CN" sz="2000" dirty="0">
                <a:solidFill>
                  <a:srgbClr val="000066"/>
                </a:solidFill>
                <a:latin typeface="Courier New" panose="02070409020205090404" pitchFamily="49" charset="0"/>
              </a:rPr>
              <a:t>的地址</a:t>
            </a:r>
            <a:r>
              <a:rPr lang="zh-CN" altLang="en-US" sz="2000" dirty="0">
                <a:solidFill>
                  <a:srgbClr val="000066"/>
                </a:solidFill>
                <a:latin typeface="Courier New" panose="02070409020205090404" pitchFamily="49" charset="0"/>
              </a:rPr>
              <a:t>，</a:t>
            </a:r>
            <a:r>
              <a:rPr lang="zh-CN" altLang="en-US" sz="2000" dirty="0">
                <a:solidFill>
                  <a:srgbClr val="C00000"/>
                </a:solidFill>
                <a:latin typeface="Courier New" panose="02070409020205090404" pitchFamily="49" charset="0"/>
              </a:rPr>
              <a:t>列地址</a:t>
            </a:r>
            <a:endParaRPr lang="en-US" altLang="zh-CN" sz="2000" dirty="0">
              <a:solidFill>
                <a:srgbClr val="C00000"/>
              </a:solidFill>
              <a:latin typeface="Courier New" panose="02070409020205090404" pitchFamily="49" charset="0"/>
            </a:endParaRPr>
          </a:p>
        </p:txBody>
      </p:sp>
      <p:sp>
        <p:nvSpPr>
          <p:cNvPr id="60" name="Rectangle 70"/>
          <p:cNvSpPr/>
          <p:nvPr/>
        </p:nvSpPr>
        <p:spPr>
          <a:xfrm>
            <a:off x="1343025" y="5373688"/>
            <a:ext cx="4475163" cy="935037"/>
          </a:xfrm>
          <a:prstGeom prst="rect">
            <a:avLst/>
          </a:prstGeom>
          <a:solidFill>
            <a:srgbClr val="FFFFCC"/>
          </a:solidFill>
          <a:ln w="28575" cap="flat" cmpd="sng">
            <a:solidFill>
              <a:srgbClr val="008000"/>
            </a:solidFill>
            <a:prstDash val="solid"/>
            <a:miter/>
            <a:headEnd type="none" w="med" len="med"/>
            <a:tailEnd type="none" w="med" len="med"/>
          </a:ln>
        </p:spPr>
        <p:txBody>
          <a:bodyPr wrap="none" anchor="ctr" anchorCtr="0"/>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algn="ctr" eaLnBrk="1" hangingPunct="1">
              <a:lnSpc>
                <a:spcPct val="90000"/>
              </a:lnSpc>
              <a:spcBef>
                <a:spcPct val="0"/>
              </a:spcBef>
              <a:buClr>
                <a:srgbClr val="FFCC66"/>
              </a:buClr>
              <a:buSzPct val="80000"/>
              <a:buFont typeface="Monotype Sorts"/>
              <a:buNone/>
            </a:pPr>
            <a:r>
              <a:rPr lang="zh-CN" altLang="en-US" sz="2400" dirty="0">
                <a:solidFill>
                  <a:srgbClr val="009900"/>
                </a:solidFill>
                <a:latin typeface="Courier New" panose="02070409020205090404" pitchFamily="49" charset="0"/>
              </a:rPr>
              <a:t>*</a:t>
            </a:r>
            <a:r>
              <a:rPr lang="en-US" altLang="zh-CN" sz="2400" dirty="0">
                <a:solidFill>
                  <a:srgbClr val="009900"/>
                </a:solidFill>
                <a:latin typeface="Courier New" panose="02070409020205090404" pitchFamily="49" charset="0"/>
              </a:rPr>
              <a:t>(a+i)</a:t>
            </a:r>
            <a:r>
              <a:rPr lang="en-US" altLang="zh-CN" sz="2400" dirty="0">
                <a:solidFill>
                  <a:srgbClr val="000066"/>
                </a:solidFill>
                <a:latin typeface="Courier New" panose="02070409020205090404" pitchFamily="49" charset="0"/>
              </a:rPr>
              <a:t>+</a:t>
            </a:r>
            <a:r>
              <a:rPr lang="en-US" altLang="zh-CN" sz="2400" dirty="0">
                <a:solidFill>
                  <a:srgbClr val="C00000"/>
                </a:solidFill>
                <a:latin typeface="Courier New" panose="02070409020205090404" pitchFamily="49" charset="0"/>
              </a:rPr>
              <a:t>j</a:t>
            </a:r>
            <a:r>
              <a:rPr lang="en-US" altLang="zh-CN" sz="2400" dirty="0">
                <a:solidFill>
                  <a:srgbClr val="000066"/>
                </a:solidFill>
                <a:latin typeface="Courier New" panose="02070409020205090404" pitchFamily="49" charset="0"/>
              </a:rPr>
              <a:t> </a:t>
            </a:r>
            <a:r>
              <a:rPr lang="zh-CN" altLang="en-US" sz="2000" dirty="0">
                <a:solidFill>
                  <a:srgbClr val="000066"/>
                </a:solidFill>
                <a:latin typeface="Courier New" panose="02070409020205090404" pitchFamily="49" charset="0"/>
              </a:rPr>
              <a:t>即 </a:t>
            </a:r>
            <a:r>
              <a:rPr lang="en-US" altLang="zh-CN" sz="2400" dirty="0">
                <a:solidFill>
                  <a:srgbClr val="009900"/>
                </a:solidFill>
                <a:latin typeface="Courier New" panose="02070409020205090404" pitchFamily="49" charset="0"/>
              </a:rPr>
              <a:t>a[i]</a:t>
            </a:r>
            <a:r>
              <a:rPr lang="en-US" altLang="zh-CN" sz="2400" dirty="0">
                <a:solidFill>
                  <a:srgbClr val="000066"/>
                </a:solidFill>
                <a:latin typeface="Courier New" panose="02070409020205090404" pitchFamily="49" charset="0"/>
              </a:rPr>
              <a:t>+</a:t>
            </a:r>
            <a:r>
              <a:rPr lang="en-US" altLang="zh-CN" sz="2400" dirty="0">
                <a:solidFill>
                  <a:srgbClr val="C00000"/>
                </a:solidFill>
                <a:latin typeface="Courier New" panose="02070409020205090404" pitchFamily="49" charset="0"/>
              </a:rPr>
              <a:t>j</a:t>
            </a:r>
            <a:endParaRPr lang="zh-CN" altLang="en-US" sz="2400" dirty="0">
              <a:solidFill>
                <a:srgbClr val="C00000"/>
              </a:solidFill>
              <a:latin typeface="Courier New" panose="02070409020205090404" pitchFamily="49" charset="0"/>
            </a:endParaRPr>
          </a:p>
          <a:p>
            <a:pPr marL="0" lvl="0" indent="0" algn="ctr" eaLnBrk="1" hangingPunct="1">
              <a:lnSpc>
                <a:spcPct val="90000"/>
              </a:lnSpc>
              <a:spcBef>
                <a:spcPct val="0"/>
              </a:spcBef>
              <a:buClr>
                <a:srgbClr val="FFCC66"/>
              </a:buClr>
              <a:buSzPct val="80000"/>
              <a:buFont typeface="Monotype Sorts"/>
              <a:buNone/>
            </a:pPr>
            <a:r>
              <a:rPr lang="zh-CN" altLang="zh-CN" sz="2000" dirty="0">
                <a:solidFill>
                  <a:srgbClr val="000066"/>
                </a:solidFill>
                <a:latin typeface="Courier New" panose="02070409020205090404" pitchFamily="49" charset="0"/>
              </a:rPr>
              <a:t>代表</a:t>
            </a:r>
            <a:r>
              <a:rPr lang="zh-CN" altLang="en-US" sz="2000" dirty="0">
                <a:solidFill>
                  <a:srgbClr val="000066"/>
                </a:solidFill>
                <a:latin typeface="Courier New" panose="02070409020205090404" pitchFamily="49" charset="0"/>
              </a:rPr>
              <a:t>第</a:t>
            </a:r>
            <a:r>
              <a:rPr lang="en-US" altLang="zh-CN" sz="2400" dirty="0">
                <a:solidFill>
                  <a:srgbClr val="000066"/>
                </a:solidFill>
                <a:latin typeface="Courier New" panose="02070409020205090404" pitchFamily="49" charset="0"/>
              </a:rPr>
              <a:t>i</a:t>
            </a:r>
            <a:r>
              <a:rPr lang="zh-CN" altLang="en-US" sz="2000" dirty="0">
                <a:solidFill>
                  <a:srgbClr val="000066"/>
                </a:solidFill>
                <a:latin typeface="Courier New" panose="02070409020205090404" pitchFamily="49" charset="0"/>
              </a:rPr>
              <a:t>行</a:t>
            </a:r>
            <a:r>
              <a:rPr lang="zh-CN" altLang="en-US" sz="2000" dirty="0">
                <a:solidFill>
                  <a:srgbClr val="C00000"/>
                </a:solidFill>
                <a:latin typeface="Courier New" panose="02070409020205090404" pitchFamily="49" charset="0"/>
              </a:rPr>
              <a:t>第</a:t>
            </a:r>
            <a:r>
              <a:rPr lang="en-US" altLang="zh-CN" sz="2400" dirty="0">
                <a:solidFill>
                  <a:srgbClr val="C00000"/>
                </a:solidFill>
                <a:latin typeface="Courier New" panose="02070409020205090404" pitchFamily="49" charset="0"/>
              </a:rPr>
              <a:t>j</a:t>
            </a:r>
            <a:r>
              <a:rPr lang="zh-CN" altLang="en-US" sz="2000" dirty="0">
                <a:solidFill>
                  <a:srgbClr val="C00000"/>
                </a:solidFill>
                <a:latin typeface="Courier New" panose="02070409020205090404" pitchFamily="49" charset="0"/>
              </a:rPr>
              <a:t>列</a:t>
            </a:r>
            <a:r>
              <a:rPr lang="zh-CN" altLang="zh-CN" sz="2000" dirty="0">
                <a:solidFill>
                  <a:srgbClr val="000066"/>
                </a:solidFill>
                <a:latin typeface="Courier New" panose="02070409020205090404" pitchFamily="49" charset="0"/>
              </a:rPr>
              <a:t>的地址</a:t>
            </a:r>
            <a:r>
              <a:rPr lang="en-US" altLang="zh-CN" sz="2400" dirty="0">
                <a:solidFill>
                  <a:srgbClr val="000066"/>
                </a:solidFill>
                <a:latin typeface="Courier New" panose="02070409020205090404" pitchFamily="49" charset="0"/>
              </a:rPr>
              <a:t>&amp;</a:t>
            </a:r>
            <a:r>
              <a:rPr lang="en-US" altLang="zh-CN" sz="2400" dirty="0">
                <a:solidFill>
                  <a:srgbClr val="009900"/>
                </a:solidFill>
                <a:latin typeface="Courier New" panose="02070409020205090404" pitchFamily="49" charset="0"/>
              </a:rPr>
              <a:t>a[i]</a:t>
            </a:r>
            <a:r>
              <a:rPr lang="en-US" altLang="zh-CN" sz="2400" dirty="0">
                <a:solidFill>
                  <a:srgbClr val="000066"/>
                </a:solidFill>
                <a:latin typeface="Courier New" panose="02070409020205090404" pitchFamily="49" charset="0"/>
              </a:rPr>
              <a:t>[</a:t>
            </a:r>
            <a:r>
              <a:rPr lang="en-US" altLang="zh-CN" sz="2400" dirty="0">
                <a:solidFill>
                  <a:srgbClr val="C00000"/>
                </a:solidFill>
                <a:latin typeface="Courier New" panose="02070409020205090404" pitchFamily="49" charset="0"/>
              </a:rPr>
              <a:t>j</a:t>
            </a:r>
            <a:r>
              <a:rPr lang="en-US" altLang="zh-CN" sz="2400" dirty="0">
                <a:solidFill>
                  <a:srgbClr val="000066"/>
                </a:solidFill>
                <a:latin typeface="Courier New" panose="02070409020205090404" pitchFamily="49" charset="0"/>
              </a:rPr>
              <a:t>]</a:t>
            </a:r>
            <a:r>
              <a:rPr lang="en-US" altLang="zh-CN" dirty="0">
                <a:solidFill>
                  <a:srgbClr val="000066"/>
                </a:solidFill>
                <a:latin typeface="Courier New" panose="02070409020205090404" pitchFamily="49" charset="0"/>
              </a:rPr>
              <a:t> </a:t>
            </a:r>
            <a:endParaRPr lang="en-US" altLang="zh-CN" sz="2800" dirty="0">
              <a:solidFill>
                <a:srgbClr val="000066"/>
              </a:solidFill>
              <a:latin typeface="Courier New" panose="02070409020205090404" pitchFamily="49"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41379">
                                            <p:txEl>
                                              <p:pRg st="0" end="0"/>
                                            </p:txEl>
                                          </p:spTgt>
                                        </p:tgtEl>
                                        <p:attrNameLst>
                                          <p:attrName>style.visibility</p:attrName>
                                        </p:attrNameLst>
                                      </p:cBhvr>
                                      <p:to>
                                        <p:strVal val="visible"/>
                                      </p:to>
                                    </p:set>
                                    <p:animEffect transition="in" filter="wipe(left)">
                                      <p:cBhvr>
                                        <p:cTn id="7" dur="500"/>
                                        <p:tgtEl>
                                          <p:spTgt spid="74137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3799"/>
                                        </p:tgtEl>
                                        <p:attrNameLst>
                                          <p:attrName>style.visibility</p:attrName>
                                        </p:attrNameLst>
                                      </p:cBhvr>
                                      <p:to>
                                        <p:strVal val="visible"/>
                                      </p:to>
                                    </p:set>
                                    <p:animEffect transition="in" filter="wipe(left)">
                                      <p:cBhvr>
                                        <p:cTn id="12" dur="500"/>
                                        <p:tgtEl>
                                          <p:spTgt spid="33799"/>
                                        </p:tgtEl>
                                      </p:cBhvr>
                                    </p:animEffect>
                                  </p:childTnLst>
                                </p:cTn>
                              </p:par>
                            </p:childTnLst>
                          </p:cTn>
                        </p:par>
                        <p:par>
                          <p:cTn id="13" fill="hold">
                            <p:stCondLst>
                              <p:cond delay="500"/>
                            </p:stCondLst>
                            <p:childTnLst>
                              <p:par>
                                <p:cTn id="14" presetID="22" presetClass="entr" presetSubtype="1" fill="hold" nodeType="afterEffect">
                                  <p:stCondLst>
                                    <p:cond delay="0"/>
                                  </p:stCondLst>
                                  <p:childTnLst>
                                    <p:set>
                                      <p:cBhvr>
                                        <p:cTn id="15" dur="1" fill="hold">
                                          <p:stCondLst>
                                            <p:cond delay="0"/>
                                          </p:stCondLst>
                                        </p:cTn>
                                        <p:tgtEl>
                                          <p:spTgt spid="33800"/>
                                        </p:tgtEl>
                                        <p:attrNameLst>
                                          <p:attrName>style.visibility</p:attrName>
                                        </p:attrNameLst>
                                      </p:cBhvr>
                                      <p:to>
                                        <p:strVal val="visible"/>
                                      </p:to>
                                    </p:set>
                                    <p:animEffect transition="in" filter="wipe(up)">
                                      <p:cBhvr>
                                        <p:cTn id="16" dur="500"/>
                                        <p:tgtEl>
                                          <p:spTgt spid="33800"/>
                                        </p:tgtEl>
                                      </p:cBhvr>
                                    </p:animEffect>
                                  </p:childTnLst>
                                </p:cTn>
                              </p:par>
                            </p:childTnLst>
                          </p:cTn>
                        </p:par>
                        <p:par>
                          <p:cTn id="17" fill="hold">
                            <p:stCondLst>
                              <p:cond delay="1000"/>
                            </p:stCondLst>
                            <p:childTnLst>
                              <p:par>
                                <p:cTn id="18" presetID="22" presetClass="entr" presetSubtype="2" fill="hold" nodeType="afterEffect">
                                  <p:stCondLst>
                                    <p:cond delay="0"/>
                                  </p:stCondLst>
                                  <p:childTnLst>
                                    <p:set>
                                      <p:cBhvr>
                                        <p:cTn id="19" dur="1" fill="hold">
                                          <p:stCondLst>
                                            <p:cond delay="0"/>
                                          </p:stCondLst>
                                        </p:cTn>
                                        <p:tgtEl>
                                          <p:spTgt spid="33801"/>
                                        </p:tgtEl>
                                        <p:attrNameLst>
                                          <p:attrName>style.visibility</p:attrName>
                                        </p:attrNameLst>
                                      </p:cBhvr>
                                      <p:to>
                                        <p:strVal val="visible"/>
                                      </p:to>
                                    </p:set>
                                    <p:animEffect transition="in" filter="wipe(right)">
                                      <p:cBhvr>
                                        <p:cTn id="20" dur="500"/>
                                        <p:tgtEl>
                                          <p:spTgt spid="33801"/>
                                        </p:tgtEl>
                                      </p:cBhvr>
                                    </p:animEffect>
                                  </p:childTnLst>
                                </p:cTn>
                              </p:par>
                            </p:childTnLst>
                          </p:cTn>
                        </p:par>
                        <p:par>
                          <p:cTn id="21" fill="hold">
                            <p:stCondLst>
                              <p:cond delay="1500"/>
                            </p:stCondLst>
                            <p:childTnLst>
                              <p:par>
                                <p:cTn id="22" presetID="22" presetClass="entr" presetSubtype="1" fill="hold" nodeType="afterEffect">
                                  <p:stCondLst>
                                    <p:cond delay="0"/>
                                  </p:stCondLst>
                                  <p:childTnLst>
                                    <p:set>
                                      <p:cBhvr>
                                        <p:cTn id="23" dur="1" fill="hold">
                                          <p:stCondLst>
                                            <p:cond delay="0"/>
                                          </p:stCondLst>
                                        </p:cTn>
                                        <p:tgtEl>
                                          <p:spTgt spid="33802"/>
                                        </p:tgtEl>
                                        <p:attrNameLst>
                                          <p:attrName>style.visibility</p:attrName>
                                        </p:attrNameLst>
                                      </p:cBhvr>
                                      <p:to>
                                        <p:strVal val="visible"/>
                                      </p:to>
                                    </p:set>
                                    <p:animEffect transition="in" filter="wipe(up)">
                                      <p:cBhvr>
                                        <p:cTn id="24" dur="500"/>
                                        <p:tgtEl>
                                          <p:spTgt spid="33802"/>
                                        </p:tgtEl>
                                      </p:cBhvr>
                                    </p:animEffect>
                                  </p:childTnLst>
                                </p:cTn>
                              </p:par>
                            </p:childTnLst>
                          </p:cTn>
                        </p:par>
                        <p:par>
                          <p:cTn id="25" fill="hold">
                            <p:stCondLst>
                              <p:cond delay="2000"/>
                            </p:stCondLst>
                            <p:childTnLst>
                              <p:par>
                                <p:cTn id="26" presetID="22" presetClass="entr" presetSubtype="8" fill="hold" nodeType="afterEffect">
                                  <p:stCondLst>
                                    <p:cond delay="0"/>
                                  </p:stCondLst>
                                  <p:childTnLst>
                                    <p:set>
                                      <p:cBhvr>
                                        <p:cTn id="27" dur="1" fill="hold">
                                          <p:stCondLst>
                                            <p:cond delay="0"/>
                                          </p:stCondLst>
                                        </p:cTn>
                                        <p:tgtEl>
                                          <p:spTgt spid="33803"/>
                                        </p:tgtEl>
                                        <p:attrNameLst>
                                          <p:attrName>style.visibility</p:attrName>
                                        </p:attrNameLst>
                                      </p:cBhvr>
                                      <p:to>
                                        <p:strVal val="visible"/>
                                      </p:to>
                                    </p:set>
                                    <p:animEffect transition="in" filter="wipe(left)">
                                      <p:cBhvr>
                                        <p:cTn id="28" dur="500"/>
                                        <p:tgtEl>
                                          <p:spTgt spid="33803"/>
                                        </p:tgtEl>
                                      </p:cBhvr>
                                    </p:animEffect>
                                  </p:childTnLst>
                                </p:cTn>
                              </p:par>
                            </p:childTnLst>
                          </p:cTn>
                        </p:par>
                      </p:childTnLst>
                    </p:cTn>
                  </p:par>
                  <p:par>
                    <p:cTn id="29" fill="hold">
                      <p:stCondLst>
                        <p:cond delay="indefinite"/>
                      </p:stCondLst>
                      <p:childTnLst>
                        <p:par>
                          <p:cTn id="30" fill="hold">
                            <p:stCondLst>
                              <p:cond delay="0"/>
                            </p:stCondLst>
                            <p:childTnLst>
                              <p:par>
                                <p:cTn id="31" presetID="53" presetClass="entr" presetSubtype="16" fill="hold" grpId="0" nodeType="clickEffect">
                                  <p:stCondLst>
                                    <p:cond delay="0"/>
                                  </p:stCondLst>
                                  <p:childTnLst>
                                    <p:set>
                                      <p:cBhvr>
                                        <p:cTn id="32" dur="1" fill="hold">
                                          <p:stCondLst>
                                            <p:cond delay="0"/>
                                          </p:stCondLst>
                                        </p:cTn>
                                        <p:tgtEl>
                                          <p:spTgt spid="59"/>
                                        </p:tgtEl>
                                        <p:attrNameLst>
                                          <p:attrName>style.visibility</p:attrName>
                                        </p:attrNameLst>
                                      </p:cBhvr>
                                      <p:to>
                                        <p:strVal val="visible"/>
                                      </p:to>
                                    </p:set>
                                    <p:anim calcmode="lin" valueType="num">
                                      <p:cBhvr>
                                        <p:cTn id="33" dur="500" fill="hold"/>
                                        <p:tgtEl>
                                          <p:spTgt spid="59"/>
                                        </p:tgtEl>
                                        <p:attrNameLst>
                                          <p:attrName>ppt_w</p:attrName>
                                        </p:attrNameLst>
                                      </p:cBhvr>
                                      <p:tavLst>
                                        <p:tav tm="0">
                                          <p:val>
                                            <p:fltVal val="0"/>
                                          </p:val>
                                        </p:tav>
                                        <p:tav tm="100000">
                                          <p:val>
                                            <p:strVal val="#ppt_w"/>
                                          </p:val>
                                        </p:tav>
                                      </p:tavLst>
                                    </p:anim>
                                    <p:anim calcmode="lin" valueType="num">
                                      <p:cBhvr>
                                        <p:cTn id="34" dur="500" fill="hold"/>
                                        <p:tgtEl>
                                          <p:spTgt spid="59"/>
                                        </p:tgtEl>
                                        <p:attrNameLst>
                                          <p:attrName>ppt_h</p:attrName>
                                        </p:attrNameLst>
                                      </p:cBhvr>
                                      <p:tavLst>
                                        <p:tav tm="0">
                                          <p:val>
                                            <p:fltVal val="0"/>
                                          </p:val>
                                        </p:tav>
                                        <p:tav tm="100000">
                                          <p:val>
                                            <p:strVal val="#ppt_h"/>
                                          </p:val>
                                        </p:tav>
                                      </p:tavLst>
                                    </p:anim>
                                    <p:animEffect transition="in" filter="fade">
                                      <p:cBhvr>
                                        <p:cTn id="35" dur="500"/>
                                        <p:tgtEl>
                                          <p:spTgt spid="59"/>
                                        </p:tgtEl>
                                      </p:cBhvr>
                                    </p:animEffect>
                                  </p:childTnLst>
                                </p:cTn>
                              </p:par>
                            </p:childTnLst>
                          </p:cTn>
                        </p:par>
                      </p:childTnLst>
                    </p:cTn>
                  </p:par>
                  <p:par>
                    <p:cTn id="36" fill="hold">
                      <p:stCondLst>
                        <p:cond delay="indefinite"/>
                      </p:stCondLst>
                      <p:childTnLst>
                        <p:par>
                          <p:cTn id="37" fill="hold">
                            <p:stCondLst>
                              <p:cond delay="0"/>
                            </p:stCondLst>
                            <p:childTnLst>
                              <p:par>
                                <p:cTn id="38" presetID="53" presetClass="entr" presetSubtype="16" fill="hold" grpId="0" nodeType="clickEffect">
                                  <p:stCondLst>
                                    <p:cond delay="0"/>
                                  </p:stCondLst>
                                  <p:childTnLst>
                                    <p:set>
                                      <p:cBhvr>
                                        <p:cTn id="39" dur="1" fill="hold">
                                          <p:stCondLst>
                                            <p:cond delay="0"/>
                                          </p:stCondLst>
                                        </p:cTn>
                                        <p:tgtEl>
                                          <p:spTgt spid="60"/>
                                        </p:tgtEl>
                                        <p:attrNameLst>
                                          <p:attrName>style.visibility</p:attrName>
                                        </p:attrNameLst>
                                      </p:cBhvr>
                                      <p:to>
                                        <p:strVal val="visible"/>
                                      </p:to>
                                    </p:set>
                                    <p:anim calcmode="lin" valueType="num">
                                      <p:cBhvr>
                                        <p:cTn id="40" dur="500" fill="hold"/>
                                        <p:tgtEl>
                                          <p:spTgt spid="60"/>
                                        </p:tgtEl>
                                        <p:attrNameLst>
                                          <p:attrName>ppt_w</p:attrName>
                                        </p:attrNameLst>
                                      </p:cBhvr>
                                      <p:tavLst>
                                        <p:tav tm="0">
                                          <p:val>
                                            <p:fltVal val="0"/>
                                          </p:val>
                                        </p:tav>
                                        <p:tav tm="100000">
                                          <p:val>
                                            <p:strVal val="#ppt_w"/>
                                          </p:val>
                                        </p:tav>
                                      </p:tavLst>
                                    </p:anim>
                                    <p:anim calcmode="lin" valueType="num">
                                      <p:cBhvr>
                                        <p:cTn id="41" dur="500" fill="hold"/>
                                        <p:tgtEl>
                                          <p:spTgt spid="60"/>
                                        </p:tgtEl>
                                        <p:attrNameLst>
                                          <p:attrName>ppt_h</p:attrName>
                                        </p:attrNameLst>
                                      </p:cBhvr>
                                      <p:tavLst>
                                        <p:tav tm="0">
                                          <p:val>
                                            <p:fltVal val="0"/>
                                          </p:val>
                                        </p:tav>
                                        <p:tav tm="100000">
                                          <p:val>
                                            <p:strVal val="#ppt_h"/>
                                          </p:val>
                                        </p:tav>
                                      </p:tavLst>
                                    </p:anim>
                                    <p:animEffect transition="in" filter="fade">
                                      <p:cBhvr>
                                        <p:cTn id="42" dur="500"/>
                                        <p:tgtEl>
                                          <p:spTgt spid="60"/>
                                        </p:tgtEl>
                                      </p:cBhvr>
                                    </p:animEffect>
                                  </p:childTnLst>
                                </p:cTn>
                              </p:par>
                            </p:childTnLst>
                          </p:cTn>
                        </p:par>
                      </p:childTnLst>
                    </p:cTn>
                  </p:par>
                  <p:par>
                    <p:cTn id="43" fill="hold">
                      <p:stCondLst>
                        <p:cond delay="indefinite"/>
                      </p:stCondLst>
                      <p:childTnLst>
                        <p:par>
                          <p:cTn id="44" fill="hold">
                            <p:stCondLst>
                              <p:cond delay="0"/>
                            </p:stCondLst>
                            <p:childTnLst>
                              <p:par>
                                <p:cTn id="45" presetID="53" presetClass="entr" presetSubtype="16" fill="hold" grpId="0" nodeType="clickEffect">
                                  <p:stCondLst>
                                    <p:cond delay="0"/>
                                  </p:stCondLst>
                                  <p:childTnLst>
                                    <p:set>
                                      <p:cBhvr>
                                        <p:cTn id="46" dur="1" fill="hold">
                                          <p:stCondLst>
                                            <p:cond delay="0"/>
                                          </p:stCondLst>
                                        </p:cTn>
                                        <p:tgtEl>
                                          <p:spTgt spid="58"/>
                                        </p:tgtEl>
                                        <p:attrNameLst>
                                          <p:attrName>style.visibility</p:attrName>
                                        </p:attrNameLst>
                                      </p:cBhvr>
                                      <p:to>
                                        <p:strVal val="visible"/>
                                      </p:to>
                                    </p:set>
                                    <p:anim calcmode="lin" valueType="num">
                                      <p:cBhvr>
                                        <p:cTn id="47" dur="500" fill="hold"/>
                                        <p:tgtEl>
                                          <p:spTgt spid="58"/>
                                        </p:tgtEl>
                                        <p:attrNameLst>
                                          <p:attrName>ppt_w</p:attrName>
                                        </p:attrNameLst>
                                      </p:cBhvr>
                                      <p:tavLst>
                                        <p:tav tm="0">
                                          <p:val>
                                            <p:fltVal val="0"/>
                                          </p:val>
                                        </p:tav>
                                        <p:tav tm="100000">
                                          <p:val>
                                            <p:strVal val="#ppt_w"/>
                                          </p:val>
                                        </p:tav>
                                      </p:tavLst>
                                    </p:anim>
                                    <p:anim calcmode="lin" valueType="num">
                                      <p:cBhvr>
                                        <p:cTn id="48" dur="500" fill="hold"/>
                                        <p:tgtEl>
                                          <p:spTgt spid="58"/>
                                        </p:tgtEl>
                                        <p:attrNameLst>
                                          <p:attrName>ppt_h</p:attrName>
                                        </p:attrNameLst>
                                      </p:cBhvr>
                                      <p:tavLst>
                                        <p:tav tm="0">
                                          <p:val>
                                            <p:fltVal val="0"/>
                                          </p:val>
                                        </p:tav>
                                        <p:tav tm="100000">
                                          <p:val>
                                            <p:strVal val="#ppt_h"/>
                                          </p:val>
                                        </p:tav>
                                      </p:tavLst>
                                    </p:anim>
                                    <p:animEffect transition="in" filter="fade">
                                      <p:cBhvr>
                                        <p:cTn id="49" dur="500"/>
                                        <p:tgtEl>
                                          <p:spTgt spid="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1379" grpId="0" build="p"/>
      <p:bldP spid="58" grpId="0" animBg="1"/>
      <p:bldP spid="59" grpId="0" animBg="1"/>
      <p:bldP spid="60" grpId="0" animBg="1"/>
    </p:bldLst>
  </p:timing>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7586" name="Rectangle 2"/>
          <p:cNvSpPr>
            <a:spLocks noGrp="1"/>
          </p:cNvSpPr>
          <p:nvPr>
            <p:ph type="title"/>
          </p:nvPr>
        </p:nvSpPr>
        <p:spPr>
          <a:xfrm>
            <a:off x="1631950" y="257175"/>
            <a:ext cx="8915400" cy="936625"/>
          </a:xfrm>
        </p:spPr>
        <p:txBody>
          <a:bodyPr vert="horz" wrap="square" lIns="91440" tIns="45720" rIns="91440" bIns="45720" anchor="ctr" anchorCtr="0"/>
          <a:lstStyle/>
          <a:p>
            <a:r>
              <a:rPr lang="en-US" altLang="zh-CN" kern="1200" dirty="0">
                <a:latin typeface="Arial" panose="020B0604020202090204" pitchFamily="34" charset="0"/>
                <a:ea typeface="黑体" panose="02010609060101010101" pitchFamily="49" charset="-122"/>
                <a:cs typeface="Arial" panose="020B0604020202090204" pitchFamily="34" charset="0"/>
              </a:rPr>
              <a:t>3.2.5 </a:t>
            </a:r>
            <a:r>
              <a:rPr lang="zh-CN" altLang="en-US" kern="1200" dirty="0">
                <a:latin typeface="Arial" panose="020B0604020202090204" pitchFamily="34" charset="0"/>
                <a:ea typeface="黑体" panose="02010609060101010101" pitchFamily="49" charset="-122"/>
                <a:cs typeface="Arial" panose="020B0604020202090204" pitchFamily="34" charset="0"/>
              </a:rPr>
              <a:t>指针和二维数组间的关系</a:t>
            </a:r>
            <a:endParaRPr lang="zh-CN" altLang="en-US" kern="1200" dirty="0">
              <a:latin typeface="Arial" panose="020B0604020202090204" pitchFamily="34" charset="0"/>
              <a:ea typeface="黑体" panose="02010609060101010101" pitchFamily="49" charset="-122"/>
              <a:cs typeface="Arial" panose="020B0604020202090204" pitchFamily="34" charset="0"/>
            </a:endParaRPr>
          </a:p>
        </p:txBody>
      </p:sp>
      <p:sp>
        <p:nvSpPr>
          <p:cNvPr id="67587" name="Rectangle 3"/>
          <p:cNvSpPr>
            <a:spLocks noGrp="1"/>
          </p:cNvSpPr>
          <p:nvPr>
            <p:ph type="body" idx="4294967295"/>
          </p:nvPr>
        </p:nvSpPr>
        <p:spPr>
          <a:xfrm>
            <a:off x="1571625" y="1268413"/>
            <a:ext cx="8969375" cy="865187"/>
          </a:xfrm>
        </p:spPr>
        <p:txBody>
          <a:bodyPr vert="horz" wrap="square" lIns="91440" tIns="45720" rIns="91440" bIns="45720" anchor="t" anchorCtr="0"/>
          <a:lstStyle/>
          <a:p>
            <a:pPr>
              <a:lnSpc>
                <a:spcPct val="105000"/>
              </a:lnSpc>
              <a:spcBef>
                <a:spcPts val="600"/>
              </a:spcBef>
              <a:spcAft>
                <a:spcPts val="600"/>
              </a:spcAft>
            </a:pPr>
            <a:r>
              <a:rPr lang="zh-CN" altLang="en-US" sz="2800" dirty="0">
                <a:cs typeface="Arial" panose="020B0604020202090204" pitchFamily="34" charset="0"/>
              </a:rPr>
              <a:t>将二维数组</a:t>
            </a:r>
            <a:r>
              <a:rPr lang="en-US" altLang="zh-CN" sz="2800" b="1" dirty="0">
                <a:latin typeface="Courier New" panose="02070409020205090404" pitchFamily="49" charset="0"/>
                <a:cs typeface="Courier New" panose="02070409020205090404" pitchFamily="49" charset="0"/>
              </a:rPr>
              <a:t>a</a:t>
            </a:r>
            <a:r>
              <a:rPr lang="zh-CN" altLang="en-US" sz="2800" dirty="0">
                <a:cs typeface="Arial" panose="020B0604020202090204" pitchFamily="34" charset="0"/>
              </a:rPr>
              <a:t>看成一维数组，有</a:t>
            </a:r>
            <a:r>
              <a:rPr lang="en-US" altLang="zh-CN" sz="2800" dirty="0">
                <a:solidFill>
                  <a:srgbClr val="C00000"/>
                </a:solidFill>
                <a:cs typeface="Arial" panose="020B0604020202090204" pitchFamily="34" charset="0"/>
              </a:rPr>
              <a:t>6</a:t>
            </a:r>
            <a:r>
              <a:rPr lang="zh-CN" altLang="en-US" sz="2800" dirty="0">
                <a:cs typeface="Arial" panose="020B0604020202090204" pitchFamily="34" charset="0"/>
              </a:rPr>
              <a:t>个</a:t>
            </a:r>
            <a:r>
              <a:rPr lang="en-US" altLang="zh-CN" sz="2800" b="1" dirty="0">
                <a:solidFill>
                  <a:srgbClr val="CC0000"/>
                </a:solidFill>
                <a:latin typeface="Courier New" panose="02070409020205090404" pitchFamily="49" charset="0"/>
                <a:cs typeface="Courier New" panose="02070409020205090404" pitchFamily="49" charset="0"/>
              </a:rPr>
              <a:t>int</a:t>
            </a:r>
            <a:r>
              <a:rPr lang="zh-CN" altLang="en-US" sz="2800" dirty="0">
                <a:solidFill>
                  <a:srgbClr val="CC0000"/>
                </a:solidFill>
                <a:cs typeface="Arial" panose="020B0604020202090204" pitchFamily="34" charset="0"/>
              </a:rPr>
              <a:t>型</a:t>
            </a:r>
            <a:r>
              <a:rPr lang="zh-CN" altLang="en-US" sz="2800" dirty="0">
                <a:cs typeface="Arial" panose="020B0604020202090204" pitchFamily="34" charset="0"/>
              </a:rPr>
              <a:t>元素</a:t>
            </a:r>
            <a:endParaRPr lang="zh-CN" altLang="en-US" sz="2800" dirty="0">
              <a:ea typeface="Arial" panose="020B0604020202090204" pitchFamily="34" charset="0"/>
            </a:endParaRPr>
          </a:p>
        </p:txBody>
      </p:sp>
      <p:sp>
        <p:nvSpPr>
          <p:cNvPr id="29" name="Rectangle 3"/>
          <p:cNvSpPr txBox="1">
            <a:spLocks noChangeArrowheads="1"/>
          </p:cNvSpPr>
          <p:nvPr/>
        </p:nvSpPr>
        <p:spPr bwMode="auto">
          <a:xfrm>
            <a:off x="1571625" y="4221163"/>
            <a:ext cx="9283700" cy="2160588"/>
          </a:xfrm>
          <a:prstGeom prst="rect">
            <a:avLst/>
          </a:prstGeom>
          <a:noFill/>
          <a:ln w="9525">
            <a:noFill/>
            <a:miter lim="800000"/>
          </a:ln>
          <a:effectLst/>
        </p:spPr>
        <p:txBody>
          <a:bodyPr lIns="92075" tIns="46037" rIns="92075" bIns="46037"/>
          <a:lstStyle/>
          <a:p>
            <a:pPr marL="374650" marR="0" indent="-374650" defTabSz="914400" eaLnBrk="1" hangingPunct="1">
              <a:lnSpc>
                <a:spcPct val="110000"/>
              </a:lnSpc>
              <a:spcBef>
                <a:spcPct val="20000"/>
              </a:spcBef>
              <a:buClr>
                <a:schemeClr val="tx1"/>
              </a:buClr>
              <a:buSzPct val="50000"/>
              <a:buFont typeface="Wingdings" panose="05000000000000000000" pitchFamily="2" charset="2"/>
              <a:buChar char="n"/>
              <a:defRPr/>
            </a:pPr>
            <a:r>
              <a:rPr kumimoji="0" lang="zh-CN" altLang="en-US" sz="2800" kern="1200" cap="none" spc="0" normalizeH="0" baseline="0" noProof="0" dirty="0">
                <a:latin typeface="黑体" panose="02010609060101010101" pitchFamily="49" charset="-122"/>
                <a:ea typeface="黑体" panose="02010609060101010101" pitchFamily="49" charset="-122"/>
                <a:cs typeface="+mn-cs"/>
              </a:rPr>
              <a:t>若要让一个指针指向它，则应定义为</a:t>
            </a:r>
            <a:endParaRPr kumimoji="0" lang="en-US" altLang="zh-CN" sz="2800" kern="1200" cap="none" spc="0" normalizeH="0" baseline="0" noProof="0" dirty="0">
              <a:latin typeface="黑体" panose="02010609060101010101" pitchFamily="49" charset="-122"/>
              <a:ea typeface="黑体" panose="02010609060101010101" pitchFamily="49" charset="-122"/>
              <a:cs typeface="+mn-cs"/>
            </a:endParaRPr>
          </a:p>
          <a:p>
            <a:pPr marL="374650" marR="0" indent="-374650" defTabSz="914400" eaLnBrk="1" hangingPunct="1">
              <a:lnSpc>
                <a:spcPct val="110000"/>
              </a:lnSpc>
              <a:spcBef>
                <a:spcPts val="0"/>
              </a:spcBef>
              <a:buClr>
                <a:srgbClr val="FFCC66"/>
              </a:buClr>
              <a:buSzPct val="80000"/>
              <a:buFont typeface="Monotype Sorts"/>
              <a:buChar char=""/>
              <a:defRPr/>
            </a:pPr>
            <a:r>
              <a:rPr kumimoji="1" lang="en-US" altLang="zh-CN" sz="2800" kern="1200" cap="none" spc="0" normalizeH="0" baseline="0" noProof="0" dirty="0" err="1">
                <a:solidFill>
                  <a:srgbClr val="0000CC"/>
                </a:solidFill>
                <a:effectLst>
                  <a:outerShdw blurRad="38100" dist="38100" dir="2700000" algn="tl">
                    <a:srgbClr val="C0C0C0"/>
                  </a:outerShdw>
                </a:effectLst>
                <a:latin typeface="Courier New" panose="02070409020205090404" pitchFamily="49" charset="0"/>
                <a:ea typeface="宋体" pitchFamily="2" charset="-122"/>
                <a:cs typeface="+mn-cs"/>
              </a:rPr>
              <a:t>int</a:t>
            </a:r>
            <a:r>
              <a:rPr kumimoji="1" lang="en-US" altLang="zh-CN" sz="2800" kern="1200" cap="none" spc="0" normalizeH="0" baseline="0" noProof="0" dirty="0">
                <a:solidFill>
                  <a:srgbClr val="0000CC"/>
                </a:solidFill>
                <a:effectLst>
                  <a:outerShdw blurRad="38100" dist="38100" dir="2700000" algn="tl">
                    <a:srgbClr val="C0C0C0"/>
                  </a:outerShdw>
                </a:effectLst>
                <a:latin typeface="Courier New" panose="02070409020205090404" pitchFamily="49" charset="0"/>
                <a:ea typeface="宋体" pitchFamily="2" charset="-122"/>
                <a:cs typeface="+mn-cs"/>
              </a:rPr>
              <a:t> </a:t>
            </a:r>
            <a:r>
              <a:rPr kumimoji="1" lang="zh-CN" altLang="en-US" sz="2800" kern="1200" cap="none" spc="0" normalizeH="0" baseline="0" noProof="0" dirty="0">
                <a:effectLst>
                  <a:outerShdw blurRad="38100" dist="38100" dir="2700000" algn="tl">
                    <a:srgbClr val="C0C0C0"/>
                  </a:outerShdw>
                </a:effectLst>
                <a:latin typeface="Courier New" panose="02070409020205090404" pitchFamily="49" charset="0"/>
                <a:ea typeface="宋体" pitchFamily="2" charset="-122"/>
                <a:cs typeface="+mn-cs"/>
              </a:rPr>
              <a:t>*</a:t>
            </a:r>
            <a:r>
              <a:rPr kumimoji="1" lang="en-US" altLang="zh-CN" sz="2800" kern="1200" cap="none" spc="0" normalizeH="0" baseline="0" noProof="0" dirty="0">
                <a:effectLst>
                  <a:outerShdw blurRad="38100" dist="38100" dir="2700000" algn="tl">
                    <a:srgbClr val="C0C0C0"/>
                  </a:outerShdw>
                </a:effectLst>
                <a:latin typeface="Courier New" panose="02070409020205090404" pitchFamily="49" charset="0"/>
                <a:ea typeface="宋体" pitchFamily="2" charset="-122"/>
                <a:cs typeface="+mn-cs"/>
              </a:rPr>
              <a:t>p;  </a:t>
            </a:r>
            <a:r>
              <a:rPr kumimoji="1" lang="en-US" altLang="zh-CN" sz="2800" kern="1200" cap="none" spc="0" normalizeH="0" baseline="0" noProof="0" dirty="0">
                <a:latin typeface="Arial" panose="020B0604020202090204" pitchFamily="34" charset="0"/>
                <a:ea typeface="黑体" panose="02010609060101010101" pitchFamily="49" charset="-122"/>
                <a:cs typeface="Arial" panose="020B0604020202090204" pitchFamily="34" charset="0"/>
              </a:rPr>
              <a:t>//</a:t>
            </a:r>
            <a:r>
              <a:rPr kumimoji="1" lang="zh-CN" altLang="en-US" sz="2800" kern="1200" cap="none" spc="0" normalizeH="0" baseline="0" noProof="0" dirty="0">
                <a:solidFill>
                  <a:srgbClr val="CC0000"/>
                </a:solidFill>
                <a:effectLst>
                  <a:outerShdw blurRad="38100" dist="38100" dir="2700000" algn="tl">
                    <a:srgbClr val="C0C0C0"/>
                  </a:outerShdw>
                </a:effectLst>
                <a:latin typeface="Arial" panose="020B0604020202090204" pitchFamily="34" charset="0"/>
                <a:ea typeface="黑体" panose="02010609060101010101" pitchFamily="49" charset="-122"/>
                <a:cs typeface="Arial" panose="020B0604020202090204" pitchFamily="34" charset="0"/>
              </a:rPr>
              <a:t>列指针</a:t>
            </a:r>
            <a:r>
              <a:rPr kumimoji="1" lang="zh-CN" altLang="en-US" sz="2800" kern="1200" cap="none" spc="0" normalizeH="0" baseline="0" noProof="0" dirty="0">
                <a:latin typeface="Arial" panose="020B0604020202090204" pitchFamily="34" charset="0"/>
                <a:ea typeface="黑体" panose="02010609060101010101" pitchFamily="49" charset="-122"/>
                <a:cs typeface="Arial" panose="020B0604020202090204" pitchFamily="34" charset="0"/>
              </a:rPr>
              <a:t>，基类型是</a:t>
            </a:r>
            <a:r>
              <a:rPr kumimoji="1" lang="en-US" altLang="zh-CN" sz="2800" kern="1200" cap="none" spc="0" normalizeH="0" baseline="0" noProof="0" dirty="0" err="1">
                <a:solidFill>
                  <a:srgbClr val="0000CC"/>
                </a:solidFill>
                <a:latin typeface="Courier New" panose="02070409020205090404" pitchFamily="49" charset="0"/>
                <a:ea typeface="黑体" panose="02010609060101010101" pitchFamily="49" charset="-122"/>
                <a:cs typeface="Courier New" panose="02070409020205090404" pitchFamily="49" charset="0"/>
              </a:rPr>
              <a:t>int</a:t>
            </a:r>
            <a:endParaRPr kumimoji="1" lang="en-US" altLang="zh-CN" sz="2800" kern="1200" cap="none" spc="0" normalizeH="0" baseline="0" noProof="0" dirty="0">
              <a:solidFill>
                <a:srgbClr val="CC0000"/>
              </a:solidFill>
              <a:effectLst>
                <a:outerShdw blurRad="38100" dist="38100" dir="2700000" algn="tl">
                  <a:srgbClr val="C0C0C0"/>
                </a:outerShdw>
              </a:effectLst>
              <a:latin typeface="Arial" panose="020B0604020202090204" pitchFamily="34" charset="0"/>
              <a:ea typeface="黑体" panose="02010609060101010101" pitchFamily="49" charset="-122"/>
              <a:cs typeface="Arial" panose="020B0604020202090204" pitchFamily="34" charset="0"/>
            </a:endParaRPr>
          </a:p>
          <a:p>
            <a:pPr marL="374650" marR="0" indent="-374650" defTabSz="914400" eaLnBrk="1" hangingPunct="1">
              <a:lnSpc>
                <a:spcPct val="110000"/>
              </a:lnSpc>
              <a:spcBef>
                <a:spcPts val="0"/>
              </a:spcBef>
              <a:buClr>
                <a:srgbClr val="FFCC66"/>
              </a:buClr>
              <a:buSzPct val="80000"/>
              <a:buFont typeface="Monotype Sorts"/>
              <a:buChar char=""/>
              <a:defRPr/>
            </a:pPr>
            <a:r>
              <a:rPr kumimoji="1" lang="en-US" altLang="zh-CN" sz="2800" kern="1200" cap="none" spc="0" normalizeH="0" baseline="0" noProof="0" dirty="0">
                <a:effectLst>
                  <a:outerShdw blurRad="38100" dist="38100" dir="2700000" algn="tl">
                    <a:srgbClr val="C0C0C0"/>
                  </a:outerShdw>
                </a:effectLst>
                <a:latin typeface="Courier New" panose="02070409020205090404" pitchFamily="49" charset="0"/>
                <a:ea typeface="宋体" pitchFamily="2" charset="-122"/>
                <a:cs typeface="+mn-cs"/>
              </a:rPr>
              <a:t>p = </a:t>
            </a:r>
            <a:r>
              <a:rPr kumimoji="1" lang="en-US" altLang="zh-CN" sz="2800" kern="1200" cap="none" spc="0" normalizeH="0" baseline="0" noProof="0" dirty="0">
                <a:solidFill>
                  <a:srgbClr val="C00000"/>
                </a:solidFill>
                <a:effectLst>
                  <a:outerShdw blurRad="38100" dist="38100" dir="2700000" algn="tl">
                    <a:srgbClr val="C0C0C0"/>
                  </a:outerShdw>
                </a:effectLst>
                <a:latin typeface="Courier New" panose="02070409020205090404" pitchFamily="49" charset="0"/>
                <a:ea typeface="宋体" pitchFamily="2" charset="-122"/>
                <a:cs typeface="+mn-cs"/>
              </a:rPr>
              <a:t>a[0]</a:t>
            </a:r>
            <a:r>
              <a:rPr kumimoji="1" lang="en-US" altLang="zh-CN" sz="2800" kern="1200" cap="none" spc="0" normalizeH="0" baseline="0" noProof="0" dirty="0">
                <a:effectLst>
                  <a:outerShdw blurRad="38100" dist="38100" dir="2700000" algn="tl">
                    <a:srgbClr val="C0C0C0"/>
                  </a:outerShdw>
                </a:effectLst>
                <a:latin typeface="Courier New" panose="02070409020205090404" pitchFamily="49" charset="0"/>
                <a:ea typeface="宋体" pitchFamily="2" charset="-122"/>
                <a:cs typeface="+mn-cs"/>
              </a:rPr>
              <a:t>; </a:t>
            </a:r>
            <a:endParaRPr kumimoji="1" lang="en-US" altLang="zh-CN" sz="2800" kern="1200" cap="none" spc="0" normalizeH="0" baseline="0" noProof="0" dirty="0">
              <a:effectLst>
                <a:outerShdw blurRad="38100" dist="38100" dir="2700000" algn="tl">
                  <a:srgbClr val="C0C0C0"/>
                </a:outerShdw>
              </a:effectLst>
              <a:latin typeface="Courier New" panose="02070409020205090404" pitchFamily="49" charset="0"/>
              <a:ea typeface="宋体" pitchFamily="2" charset="-122"/>
              <a:cs typeface="+mn-cs"/>
            </a:endParaRPr>
          </a:p>
          <a:p>
            <a:pPr marL="374650" marR="0" indent="-374650" defTabSz="914400" eaLnBrk="1" hangingPunct="1">
              <a:lnSpc>
                <a:spcPct val="110000"/>
              </a:lnSpc>
              <a:spcBef>
                <a:spcPts val="0"/>
              </a:spcBef>
              <a:buClr>
                <a:srgbClr val="FFCC66"/>
              </a:buClr>
              <a:buSzPct val="80000"/>
              <a:buFont typeface="Monotype Sorts"/>
              <a:buChar char=""/>
              <a:defRPr/>
            </a:pPr>
            <a:r>
              <a:rPr kumimoji="1" lang="en-US" altLang="zh-CN" sz="2800" kern="1200" cap="none" spc="0" normalizeH="0" baseline="0" noProof="0" dirty="0">
                <a:effectLst>
                  <a:outerShdw blurRad="38100" dist="38100" dir="2700000" algn="tl">
                    <a:srgbClr val="C0C0C0"/>
                  </a:outerShdw>
                </a:effectLst>
                <a:latin typeface="Courier New" panose="02070409020205090404" pitchFamily="49" charset="0"/>
                <a:ea typeface="宋体" pitchFamily="2" charset="-122"/>
                <a:cs typeface="+mn-cs"/>
              </a:rPr>
              <a:t>p = </a:t>
            </a:r>
            <a:r>
              <a:rPr kumimoji="1" lang="en-US" altLang="zh-CN" sz="2800" kern="1200" cap="none" spc="0" normalizeH="0" baseline="0" noProof="0" dirty="0">
                <a:solidFill>
                  <a:srgbClr val="C00000"/>
                </a:solidFill>
                <a:effectLst>
                  <a:outerShdw blurRad="38100" dist="38100" dir="2700000" algn="tl">
                    <a:srgbClr val="C0C0C0"/>
                  </a:outerShdw>
                </a:effectLst>
                <a:latin typeface="Courier New" panose="02070409020205090404" pitchFamily="49" charset="0"/>
                <a:ea typeface="宋体" pitchFamily="2" charset="-122"/>
                <a:cs typeface="+mn-cs"/>
              </a:rPr>
              <a:t>&amp;a[0][0]</a:t>
            </a:r>
            <a:r>
              <a:rPr kumimoji="1" lang="en-US" altLang="zh-CN" sz="2800" kern="1200" cap="none" spc="0" normalizeH="0" baseline="0" noProof="0" dirty="0">
                <a:effectLst>
                  <a:outerShdw blurRad="38100" dist="38100" dir="2700000" algn="tl">
                    <a:srgbClr val="C0C0C0"/>
                  </a:outerShdw>
                </a:effectLst>
                <a:latin typeface="Courier New" panose="02070409020205090404" pitchFamily="49" charset="0"/>
                <a:ea typeface="宋体" pitchFamily="2" charset="-122"/>
                <a:cs typeface="+mn-cs"/>
              </a:rPr>
              <a:t>; </a:t>
            </a:r>
            <a:r>
              <a:rPr kumimoji="1" lang="en-US" altLang="zh-CN" sz="2800" kern="1200" cap="none" spc="0" normalizeH="0" baseline="0" noProof="0" dirty="0">
                <a:latin typeface="Arial" panose="020B0604020202090204" pitchFamily="34" charset="0"/>
                <a:ea typeface="黑体" panose="02010609060101010101" pitchFamily="49" charset="-122"/>
                <a:cs typeface="+mn-cs"/>
              </a:rPr>
              <a:t>//</a:t>
            </a:r>
            <a:r>
              <a:rPr kumimoji="1" lang="zh-CN" altLang="en-US" sz="2800" kern="1200" cap="none" spc="0" normalizeH="0" baseline="0" noProof="0" dirty="0">
                <a:latin typeface="Arial" panose="020B0604020202090204" pitchFamily="34" charset="0"/>
                <a:ea typeface="黑体" panose="02010609060101010101" pitchFamily="49" charset="-122"/>
                <a:cs typeface="+mn-cs"/>
              </a:rPr>
              <a:t>指向</a:t>
            </a:r>
            <a:r>
              <a:rPr kumimoji="1" lang="zh-CN" altLang="en-US" sz="2800" kern="1200" cap="none" spc="0" normalizeH="0" baseline="0" noProof="0" dirty="0">
                <a:solidFill>
                  <a:srgbClr val="CC0000"/>
                </a:solidFill>
                <a:effectLst>
                  <a:outerShdw blurRad="38100" dist="38100" dir="2700000" algn="tl">
                    <a:srgbClr val="C0C0C0"/>
                  </a:outerShdw>
                </a:effectLst>
                <a:latin typeface="Arial" panose="020B0604020202090204" pitchFamily="34" charset="0"/>
                <a:ea typeface="黑体" panose="02010609060101010101" pitchFamily="49" charset="-122"/>
                <a:cs typeface="+mn-cs"/>
              </a:rPr>
              <a:t>第</a:t>
            </a:r>
            <a:r>
              <a:rPr kumimoji="1" lang="en-US" altLang="zh-CN" sz="2800" kern="1200" cap="none" spc="0" normalizeH="0" baseline="0" noProof="0" dirty="0">
                <a:solidFill>
                  <a:srgbClr val="CC0000"/>
                </a:solidFill>
                <a:effectLst>
                  <a:outerShdw blurRad="38100" dist="38100" dir="2700000" algn="tl">
                    <a:srgbClr val="C0C0C0"/>
                  </a:outerShdw>
                </a:effectLst>
                <a:latin typeface="Arial" panose="020B0604020202090204" pitchFamily="34" charset="0"/>
                <a:ea typeface="黑体" panose="02010609060101010101" pitchFamily="49" charset="-122"/>
                <a:cs typeface="+mn-cs"/>
              </a:rPr>
              <a:t>0</a:t>
            </a:r>
            <a:r>
              <a:rPr kumimoji="1" lang="zh-CN" altLang="en-US" sz="2800" kern="1200" cap="none" spc="0" normalizeH="0" baseline="0" noProof="0" dirty="0">
                <a:solidFill>
                  <a:srgbClr val="CC0000"/>
                </a:solidFill>
                <a:effectLst>
                  <a:outerShdw blurRad="38100" dist="38100" dir="2700000" algn="tl">
                    <a:srgbClr val="C0C0C0"/>
                  </a:outerShdw>
                </a:effectLst>
                <a:latin typeface="Arial" panose="020B0604020202090204" pitchFamily="34" charset="0"/>
                <a:ea typeface="黑体" panose="02010609060101010101" pitchFamily="49" charset="-122"/>
                <a:cs typeface="+mn-cs"/>
              </a:rPr>
              <a:t>行第</a:t>
            </a:r>
            <a:r>
              <a:rPr kumimoji="1" lang="en-US" altLang="zh-CN" sz="2800" kern="1200" cap="none" spc="0" normalizeH="0" baseline="0" noProof="0" dirty="0">
                <a:solidFill>
                  <a:srgbClr val="CC0000"/>
                </a:solidFill>
                <a:effectLst>
                  <a:outerShdw blurRad="38100" dist="38100" dir="2700000" algn="tl">
                    <a:srgbClr val="C0C0C0"/>
                  </a:outerShdw>
                </a:effectLst>
                <a:latin typeface="Arial" panose="020B0604020202090204" pitchFamily="34" charset="0"/>
                <a:ea typeface="黑体" panose="02010609060101010101" pitchFamily="49" charset="-122"/>
                <a:cs typeface="+mn-cs"/>
              </a:rPr>
              <a:t>0</a:t>
            </a:r>
            <a:r>
              <a:rPr kumimoji="1" lang="zh-CN" altLang="en-US" sz="2800" kern="1200" cap="none" spc="0" normalizeH="0" baseline="0" noProof="0" dirty="0">
                <a:solidFill>
                  <a:srgbClr val="CC0000"/>
                </a:solidFill>
                <a:effectLst>
                  <a:outerShdw blurRad="38100" dist="38100" dir="2700000" algn="tl">
                    <a:srgbClr val="C0C0C0"/>
                  </a:outerShdw>
                </a:effectLst>
                <a:latin typeface="Arial" panose="020B0604020202090204" pitchFamily="34" charset="0"/>
                <a:ea typeface="黑体" panose="02010609060101010101" pitchFamily="49" charset="-122"/>
                <a:cs typeface="+mn-cs"/>
              </a:rPr>
              <a:t>列</a:t>
            </a:r>
            <a:r>
              <a:rPr kumimoji="0" lang="zh-CN" altLang="en-US" sz="2800" kern="1200" cap="none" spc="0" normalizeH="0" baseline="0" noProof="0" dirty="0">
                <a:solidFill>
                  <a:prstClr val="black"/>
                </a:solidFill>
                <a:latin typeface="Arial" panose="020B0604020202090204" pitchFamily="34" charset="0"/>
                <a:ea typeface="黑体" panose="02010609060101010101" pitchFamily="49" charset="-122"/>
                <a:cs typeface="Arial" panose="020B0604020202090204" pitchFamily="34" charset="0"/>
              </a:rPr>
              <a:t>的</a:t>
            </a:r>
            <a:r>
              <a:rPr kumimoji="1" lang="en-US" altLang="zh-CN" sz="2800" kern="1200" cap="none" spc="0" normalizeH="0" baseline="0" noProof="0" dirty="0" err="1">
                <a:solidFill>
                  <a:srgbClr val="0000CC"/>
                </a:solidFill>
                <a:latin typeface="Courier New" panose="02070409020205090404" pitchFamily="49" charset="0"/>
                <a:ea typeface="黑体" panose="02010609060101010101" pitchFamily="49" charset="-122"/>
                <a:cs typeface="Courier New" panose="02070409020205090404" pitchFamily="49" charset="0"/>
              </a:rPr>
              <a:t>int</a:t>
            </a:r>
            <a:r>
              <a:rPr kumimoji="1" lang="zh-CN" altLang="en-US" sz="2800" kern="1200" cap="none" spc="0" normalizeH="0" baseline="0" noProof="0" dirty="0">
                <a:solidFill>
                  <a:srgbClr val="0000CC"/>
                </a:solidFill>
                <a:latin typeface="Courier New" panose="02070409020205090404" pitchFamily="49" charset="0"/>
                <a:ea typeface="黑体" panose="02010609060101010101" pitchFamily="49" charset="-122"/>
                <a:cs typeface="Courier New" panose="02070409020205090404" pitchFamily="49" charset="0"/>
              </a:rPr>
              <a:t>型</a:t>
            </a:r>
            <a:r>
              <a:rPr kumimoji="0" lang="zh-CN" altLang="en-US" sz="2800" kern="1200" cap="none" spc="0" normalizeH="0" baseline="0" noProof="0" dirty="0">
                <a:solidFill>
                  <a:prstClr val="black"/>
                </a:solidFill>
                <a:latin typeface="Arial" panose="020B0604020202090204" pitchFamily="34" charset="0"/>
                <a:ea typeface="黑体" panose="02010609060101010101" pitchFamily="49" charset="-122"/>
                <a:cs typeface="Arial" panose="020B0604020202090204" pitchFamily="34" charset="0"/>
              </a:rPr>
              <a:t>元素</a:t>
            </a:r>
            <a:endParaRPr kumimoji="0" lang="zh-CN" altLang="en-US" sz="2800" kern="1200" cap="none" spc="0" normalizeH="0" baseline="0" noProof="0" dirty="0">
              <a:solidFill>
                <a:prstClr val="black"/>
              </a:solidFill>
              <a:latin typeface="Arial" panose="020B0604020202090204" pitchFamily="34" charset="0"/>
              <a:ea typeface="黑体" panose="02010609060101010101" pitchFamily="49" charset="-122"/>
              <a:cs typeface="Arial" panose="020B0604020202090204" pitchFamily="34" charset="0"/>
            </a:endParaRPr>
          </a:p>
          <a:p>
            <a:pPr marL="374650" marR="0" indent="-374650" defTabSz="914400" eaLnBrk="1" hangingPunct="1">
              <a:lnSpc>
                <a:spcPct val="110000"/>
              </a:lnSpc>
              <a:spcBef>
                <a:spcPct val="20000"/>
              </a:spcBef>
              <a:buClr>
                <a:srgbClr val="FFCC66"/>
              </a:buClr>
              <a:buSzPct val="80000"/>
              <a:buFont typeface="Monotype Sorts"/>
              <a:buChar char=""/>
              <a:defRPr/>
            </a:pPr>
            <a:endParaRPr kumimoji="1" lang="zh-CN" altLang="en-US" sz="2800" kern="1200" cap="none" spc="0" normalizeH="0" baseline="0" noProof="0" dirty="0">
              <a:solidFill>
                <a:srgbClr val="CC0000"/>
              </a:solidFill>
              <a:effectLst>
                <a:outerShdw blurRad="38100" dist="38100" dir="2700000" algn="tl">
                  <a:srgbClr val="C0C0C0"/>
                </a:outerShdw>
              </a:effectLst>
              <a:latin typeface="Arial" panose="020B0604020202090204" pitchFamily="34" charset="0"/>
              <a:ea typeface="黑体" panose="02010609060101010101" pitchFamily="49" charset="-122"/>
              <a:cs typeface="+mn-cs"/>
            </a:endParaRPr>
          </a:p>
          <a:p>
            <a:pPr marL="374650" marR="0" indent="-374650" defTabSz="914400" eaLnBrk="1" hangingPunct="1">
              <a:lnSpc>
                <a:spcPct val="110000"/>
              </a:lnSpc>
              <a:spcBef>
                <a:spcPct val="20000"/>
              </a:spcBef>
              <a:buClr>
                <a:srgbClr val="FFCC66"/>
              </a:buClr>
              <a:buSzPct val="80000"/>
              <a:buFont typeface="Monotype Sorts"/>
              <a:buChar char=""/>
              <a:defRPr/>
            </a:pPr>
            <a:endParaRPr kumimoji="0" lang="zh-CN" altLang="en-US" sz="2800" kern="1200" cap="none" spc="0" normalizeH="0" baseline="0" noProof="0" dirty="0">
              <a:solidFill>
                <a:srgbClr val="CC0000"/>
              </a:solidFill>
              <a:effectLst>
                <a:outerShdw blurRad="38100" dist="38100" dir="2700000" algn="tl">
                  <a:srgbClr val="C0C0C0"/>
                </a:outerShdw>
              </a:effectLst>
              <a:latin typeface="Arial" panose="020B0604020202090204" pitchFamily="34" charset="0"/>
              <a:ea typeface="黑体" panose="02010609060101010101" pitchFamily="49" charset="-122"/>
              <a:cs typeface="+mn-cs"/>
            </a:endParaRPr>
          </a:p>
        </p:txBody>
      </p:sp>
      <p:grpSp>
        <p:nvGrpSpPr>
          <p:cNvPr id="67589" name="Group 3"/>
          <p:cNvGrpSpPr/>
          <p:nvPr/>
        </p:nvGrpSpPr>
        <p:grpSpPr>
          <a:xfrm>
            <a:off x="1804988" y="1916113"/>
            <a:ext cx="614362" cy="1397000"/>
            <a:chOff x="274" y="1148"/>
            <a:chExt cx="357" cy="880"/>
          </a:xfrm>
        </p:grpSpPr>
        <p:sp>
          <p:nvSpPr>
            <p:cNvPr id="67616" name="Text Box 4"/>
            <p:cNvSpPr txBox="1"/>
            <p:nvPr/>
          </p:nvSpPr>
          <p:spPr>
            <a:xfrm>
              <a:off x="407" y="1148"/>
              <a:ext cx="189" cy="231"/>
            </a:xfrm>
            <a:prstGeom prst="rect">
              <a:avLst/>
            </a:prstGeom>
            <a:noFill/>
            <a:ln w="9525">
              <a:noFill/>
            </a:ln>
          </p:spPr>
          <p:txBody>
            <a:bodyPr wrap="none">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ts val="590"/>
                </a:spcBef>
                <a:spcAft>
                  <a:spcPts val="590"/>
                </a:spcAft>
                <a:buSzPct val="80000"/>
                <a:buNone/>
              </a:pPr>
              <a:r>
                <a:rPr lang="en-US" altLang="zh-CN" sz="2000" dirty="0">
                  <a:ea typeface="宋体" pitchFamily="2" charset="-122"/>
                </a:rPr>
                <a:t>a</a:t>
              </a:r>
              <a:endParaRPr lang="en-US" altLang="zh-CN" sz="2000" dirty="0">
                <a:ea typeface="宋体" pitchFamily="2" charset="-122"/>
              </a:endParaRPr>
            </a:p>
          </p:txBody>
        </p:sp>
        <p:sp>
          <p:nvSpPr>
            <p:cNvPr id="67617" name="Text Box 5"/>
            <p:cNvSpPr txBox="1"/>
            <p:nvPr/>
          </p:nvSpPr>
          <p:spPr>
            <a:xfrm>
              <a:off x="274" y="1797"/>
              <a:ext cx="357" cy="231"/>
            </a:xfrm>
            <a:prstGeom prst="rect">
              <a:avLst/>
            </a:prstGeom>
            <a:noFill/>
            <a:ln w="9525">
              <a:noFill/>
            </a:ln>
          </p:spPr>
          <p:txBody>
            <a:bodyPr wrap="none">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ts val="590"/>
                </a:spcBef>
                <a:spcAft>
                  <a:spcPts val="590"/>
                </a:spcAft>
                <a:buSzPct val="80000"/>
                <a:buNone/>
              </a:pPr>
              <a:r>
                <a:rPr lang="en-US" altLang="zh-CN" sz="2000" dirty="0">
                  <a:ea typeface="宋体" pitchFamily="2" charset="-122"/>
                </a:rPr>
                <a:t>a+1</a:t>
              </a:r>
              <a:endParaRPr lang="en-US" altLang="zh-CN" sz="2000" dirty="0">
                <a:ea typeface="宋体" pitchFamily="2" charset="-122"/>
              </a:endParaRPr>
            </a:p>
          </p:txBody>
        </p:sp>
      </p:grpSp>
      <p:grpSp>
        <p:nvGrpSpPr>
          <p:cNvPr id="67590" name="Group 13"/>
          <p:cNvGrpSpPr/>
          <p:nvPr/>
        </p:nvGrpSpPr>
        <p:grpSpPr>
          <a:xfrm>
            <a:off x="2495550" y="1844675"/>
            <a:ext cx="2006600" cy="2374900"/>
            <a:chOff x="935" y="1104"/>
            <a:chExt cx="1166" cy="1496"/>
          </a:xfrm>
        </p:grpSpPr>
        <p:sp>
          <p:nvSpPr>
            <p:cNvPr id="67607" name="Line 14"/>
            <p:cNvSpPr/>
            <p:nvPr/>
          </p:nvSpPr>
          <p:spPr>
            <a:xfrm>
              <a:off x="1415" y="1978"/>
              <a:ext cx="686" cy="0"/>
            </a:xfrm>
            <a:prstGeom prst="line">
              <a:avLst/>
            </a:prstGeom>
            <a:ln w="22225" cap="rnd" cmpd="sng">
              <a:solidFill>
                <a:schemeClr val="tx1"/>
              </a:solidFill>
              <a:prstDash val="dash"/>
              <a:headEnd type="none" w="med" len="med"/>
              <a:tailEnd type="none" w="med" len="med"/>
            </a:ln>
          </p:spPr>
        </p:sp>
        <p:grpSp>
          <p:nvGrpSpPr>
            <p:cNvPr id="67608" name="Group 16"/>
            <p:cNvGrpSpPr/>
            <p:nvPr/>
          </p:nvGrpSpPr>
          <p:grpSpPr>
            <a:xfrm>
              <a:off x="1415" y="1330"/>
              <a:ext cx="686" cy="1270"/>
              <a:chOff x="1043" y="1318"/>
              <a:chExt cx="686" cy="1270"/>
            </a:xfrm>
          </p:grpSpPr>
          <p:sp>
            <p:nvSpPr>
              <p:cNvPr id="45" name="Rectangle 17"/>
              <p:cNvSpPr>
                <a:spLocks noChangeArrowheads="1"/>
              </p:cNvSpPr>
              <p:nvPr/>
            </p:nvSpPr>
            <p:spPr bwMode="auto">
              <a:xfrm>
                <a:off x="1043" y="1318"/>
                <a:ext cx="686" cy="1270"/>
              </a:xfrm>
              <a:prstGeom prst="rect">
                <a:avLst/>
              </a:prstGeom>
              <a:noFill/>
              <a:ln w="22225" cap="rnd">
                <a:solidFill>
                  <a:schemeClr val="tx1"/>
                </a:solidFill>
                <a:prstDash val="dash"/>
                <a:miter lim="800000"/>
              </a:ln>
              <a:effectLst/>
            </p:spPr>
            <p:txBody>
              <a:bodyPr wrap="none" anchor="ct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67614" name="Text Box 18"/>
              <p:cNvSpPr txBox="1"/>
              <p:nvPr/>
            </p:nvSpPr>
            <p:spPr>
              <a:xfrm>
                <a:off x="1193" y="1477"/>
                <a:ext cx="369" cy="231"/>
              </a:xfrm>
              <a:prstGeom prst="rect">
                <a:avLst/>
              </a:prstGeom>
              <a:noFill/>
              <a:ln w="9525">
                <a:noFill/>
              </a:ln>
            </p:spPr>
            <p:txBody>
              <a:bodyPr wrap="none">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ts val="590"/>
                  </a:spcBef>
                  <a:spcAft>
                    <a:spcPts val="590"/>
                  </a:spcAft>
                  <a:buSzPct val="80000"/>
                  <a:buNone/>
                </a:pPr>
                <a:r>
                  <a:rPr lang="en-US" altLang="zh-CN" sz="2000" dirty="0">
                    <a:solidFill>
                      <a:srgbClr val="CC0000"/>
                    </a:solidFill>
                    <a:ea typeface="宋体" pitchFamily="2" charset="-122"/>
                  </a:rPr>
                  <a:t>a[0]</a:t>
                </a:r>
                <a:endParaRPr lang="en-US" altLang="zh-CN" sz="2000" dirty="0">
                  <a:solidFill>
                    <a:srgbClr val="CC0000"/>
                  </a:solidFill>
                  <a:ea typeface="宋体" pitchFamily="2" charset="-122"/>
                </a:endParaRPr>
              </a:p>
            </p:txBody>
          </p:sp>
          <p:sp>
            <p:nvSpPr>
              <p:cNvPr id="67615" name="Text Box 19"/>
              <p:cNvSpPr txBox="1"/>
              <p:nvPr/>
            </p:nvSpPr>
            <p:spPr>
              <a:xfrm>
                <a:off x="1193" y="2180"/>
                <a:ext cx="355" cy="233"/>
              </a:xfrm>
              <a:prstGeom prst="rect">
                <a:avLst/>
              </a:prstGeom>
              <a:noFill/>
              <a:ln w="9525">
                <a:noFill/>
              </a:ln>
            </p:spPr>
            <p:txBody>
              <a:bodyPr wrap="none">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ts val="590"/>
                  </a:spcBef>
                  <a:spcAft>
                    <a:spcPts val="590"/>
                  </a:spcAft>
                  <a:buSzPct val="80000"/>
                  <a:buNone/>
                </a:pPr>
                <a:r>
                  <a:rPr lang="en-US" altLang="zh-CN" sz="2000" dirty="0">
                    <a:solidFill>
                      <a:srgbClr val="009900"/>
                    </a:solidFill>
                    <a:ea typeface="宋体" pitchFamily="2" charset="-122"/>
                  </a:rPr>
                  <a:t>a[1]</a:t>
                </a:r>
                <a:endParaRPr lang="en-US" altLang="zh-CN" sz="2000" dirty="0">
                  <a:solidFill>
                    <a:srgbClr val="009900"/>
                  </a:solidFill>
                  <a:ea typeface="宋体" pitchFamily="2" charset="-122"/>
                </a:endParaRPr>
              </a:p>
            </p:txBody>
          </p:sp>
        </p:grpSp>
        <p:sp>
          <p:nvSpPr>
            <p:cNvPr id="67609" name="Line 21"/>
            <p:cNvSpPr/>
            <p:nvPr/>
          </p:nvSpPr>
          <p:spPr>
            <a:xfrm>
              <a:off x="993" y="1330"/>
              <a:ext cx="422" cy="0"/>
            </a:xfrm>
            <a:prstGeom prst="line">
              <a:avLst/>
            </a:prstGeom>
            <a:ln w="9525" cap="flat" cmpd="sng">
              <a:solidFill>
                <a:schemeClr val="tx1"/>
              </a:solidFill>
              <a:prstDash val="solid"/>
              <a:headEnd type="none" w="med" len="med"/>
              <a:tailEnd type="triangle" w="med" len="med"/>
            </a:ln>
          </p:spPr>
        </p:sp>
        <p:sp>
          <p:nvSpPr>
            <p:cNvPr id="67610" name="Line 22"/>
            <p:cNvSpPr/>
            <p:nvPr/>
          </p:nvSpPr>
          <p:spPr>
            <a:xfrm>
              <a:off x="978" y="1974"/>
              <a:ext cx="422" cy="0"/>
            </a:xfrm>
            <a:prstGeom prst="line">
              <a:avLst/>
            </a:prstGeom>
            <a:ln w="9525" cap="flat" cmpd="sng">
              <a:solidFill>
                <a:schemeClr val="tx1"/>
              </a:solidFill>
              <a:prstDash val="solid"/>
              <a:headEnd type="none" w="med" len="med"/>
              <a:tailEnd type="triangle" w="med" len="med"/>
            </a:ln>
          </p:spPr>
        </p:sp>
        <p:sp>
          <p:nvSpPr>
            <p:cNvPr id="67611" name="Text Box 24"/>
            <p:cNvSpPr txBox="1"/>
            <p:nvPr/>
          </p:nvSpPr>
          <p:spPr>
            <a:xfrm>
              <a:off x="935" y="1104"/>
              <a:ext cx="455" cy="233"/>
            </a:xfrm>
            <a:prstGeom prst="rect">
              <a:avLst/>
            </a:prstGeom>
            <a:noFill/>
            <a:ln w="9525">
              <a:noFill/>
            </a:ln>
          </p:spPr>
          <p:txBody>
            <a:bodyPr wrap="none">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ts val="590"/>
                </a:spcBef>
                <a:spcAft>
                  <a:spcPts val="590"/>
                </a:spcAft>
                <a:buSzPct val="80000"/>
                <a:buNone/>
              </a:pPr>
              <a:r>
                <a:rPr lang="en-US" altLang="zh-CN" sz="2000" dirty="0">
                  <a:solidFill>
                    <a:srgbClr val="C00000"/>
                  </a:solidFill>
                  <a:ea typeface="宋体" pitchFamily="2" charset="-122"/>
                </a:rPr>
                <a:t>&amp;a[0]</a:t>
              </a:r>
              <a:endParaRPr lang="en-US" altLang="zh-CN" sz="2000" dirty="0">
                <a:solidFill>
                  <a:srgbClr val="C00000"/>
                </a:solidFill>
                <a:ea typeface="宋体" pitchFamily="2" charset="-122"/>
              </a:endParaRPr>
            </a:p>
          </p:txBody>
        </p:sp>
        <p:sp>
          <p:nvSpPr>
            <p:cNvPr id="67612" name="Text Box 25"/>
            <p:cNvSpPr txBox="1"/>
            <p:nvPr/>
          </p:nvSpPr>
          <p:spPr>
            <a:xfrm>
              <a:off x="935" y="1758"/>
              <a:ext cx="455" cy="233"/>
            </a:xfrm>
            <a:prstGeom prst="rect">
              <a:avLst/>
            </a:prstGeom>
            <a:noFill/>
            <a:ln w="9525">
              <a:noFill/>
            </a:ln>
          </p:spPr>
          <p:txBody>
            <a:bodyPr wrap="none">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ts val="590"/>
                </a:spcBef>
                <a:spcAft>
                  <a:spcPts val="590"/>
                </a:spcAft>
                <a:buSzPct val="80000"/>
                <a:buNone/>
              </a:pPr>
              <a:r>
                <a:rPr lang="en-US" altLang="zh-CN" sz="2000" dirty="0">
                  <a:solidFill>
                    <a:srgbClr val="009900"/>
                  </a:solidFill>
                  <a:ea typeface="宋体" pitchFamily="2" charset="-122"/>
                </a:rPr>
                <a:t>&amp;a[1]</a:t>
              </a:r>
              <a:endParaRPr lang="en-US" altLang="zh-CN" sz="2000" dirty="0">
                <a:solidFill>
                  <a:srgbClr val="009900"/>
                </a:solidFill>
                <a:ea typeface="宋体" pitchFamily="2" charset="-122"/>
              </a:endParaRPr>
            </a:p>
          </p:txBody>
        </p:sp>
      </p:grpSp>
      <p:grpSp>
        <p:nvGrpSpPr>
          <p:cNvPr id="67591" name="Group 27"/>
          <p:cNvGrpSpPr/>
          <p:nvPr/>
        </p:nvGrpSpPr>
        <p:grpSpPr>
          <a:xfrm>
            <a:off x="4344988" y="2147888"/>
            <a:ext cx="3876675" cy="1793875"/>
            <a:chOff x="2010" y="1295"/>
            <a:chExt cx="2254" cy="1130"/>
          </a:xfrm>
        </p:grpSpPr>
        <p:sp>
          <p:nvSpPr>
            <p:cNvPr id="67598" name="Line 28"/>
            <p:cNvSpPr/>
            <p:nvPr/>
          </p:nvSpPr>
          <p:spPr>
            <a:xfrm>
              <a:off x="2020" y="1648"/>
              <a:ext cx="454" cy="0"/>
            </a:xfrm>
            <a:prstGeom prst="line">
              <a:avLst/>
            </a:prstGeom>
            <a:ln w="9525" cap="flat" cmpd="sng">
              <a:solidFill>
                <a:schemeClr val="tx1"/>
              </a:solidFill>
              <a:prstDash val="solid"/>
              <a:headEnd type="none" w="med" len="med"/>
              <a:tailEnd type="triangle" w="med" len="med"/>
            </a:ln>
          </p:spPr>
        </p:sp>
        <p:sp>
          <p:nvSpPr>
            <p:cNvPr id="67599" name="Text Box 30"/>
            <p:cNvSpPr txBox="1"/>
            <p:nvPr/>
          </p:nvSpPr>
          <p:spPr>
            <a:xfrm>
              <a:off x="2064" y="1295"/>
              <a:ext cx="620" cy="233"/>
            </a:xfrm>
            <a:prstGeom prst="rect">
              <a:avLst/>
            </a:prstGeom>
            <a:noFill/>
            <a:ln w="9525">
              <a:noFill/>
            </a:ln>
          </p:spPr>
          <p:txBody>
            <a:bodyPr wrap="none">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ts val="590"/>
                </a:spcBef>
                <a:spcAft>
                  <a:spcPts val="590"/>
                </a:spcAft>
                <a:buSzPct val="80000"/>
                <a:buNone/>
              </a:pPr>
              <a:r>
                <a:rPr lang="en-US" altLang="zh-CN" sz="2000" dirty="0">
                  <a:solidFill>
                    <a:srgbClr val="C00000"/>
                  </a:solidFill>
                  <a:ea typeface="宋体" pitchFamily="2" charset="-122"/>
                </a:rPr>
                <a:t>&amp;a[0][0]</a:t>
              </a:r>
              <a:endParaRPr lang="en-US" altLang="zh-CN" sz="2000" dirty="0">
                <a:solidFill>
                  <a:srgbClr val="C00000"/>
                </a:solidFill>
                <a:ea typeface="宋体" pitchFamily="2" charset="-122"/>
              </a:endParaRPr>
            </a:p>
          </p:txBody>
        </p:sp>
        <p:sp>
          <p:nvSpPr>
            <p:cNvPr id="67600" name="Line 32"/>
            <p:cNvSpPr/>
            <p:nvPr/>
          </p:nvSpPr>
          <p:spPr>
            <a:xfrm>
              <a:off x="2010" y="2328"/>
              <a:ext cx="454" cy="0"/>
            </a:xfrm>
            <a:prstGeom prst="line">
              <a:avLst/>
            </a:prstGeom>
            <a:ln w="9525" cap="flat" cmpd="sng">
              <a:solidFill>
                <a:schemeClr val="tx1"/>
              </a:solidFill>
              <a:prstDash val="solid"/>
              <a:headEnd type="none" w="med" len="med"/>
              <a:tailEnd type="triangle" w="med" len="med"/>
            </a:ln>
          </p:spPr>
        </p:sp>
        <p:sp>
          <p:nvSpPr>
            <p:cNvPr id="67601" name="Text Box 49"/>
            <p:cNvSpPr txBox="1"/>
            <p:nvPr/>
          </p:nvSpPr>
          <p:spPr>
            <a:xfrm>
              <a:off x="2472" y="1512"/>
              <a:ext cx="561" cy="233"/>
            </a:xfrm>
            <a:prstGeom prst="rect">
              <a:avLst/>
            </a:prstGeom>
            <a:noFill/>
            <a:ln w="25400" cap="flat" cmpd="sng">
              <a:solidFill>
                <a:srgbClr val="C00000"/>
              </a:solidFill>
              <a:prstDash val="solid"/>
              <a:miter/>
              <a:headEnd type="none" w="med" len="med"/>
              <a:tailEnd type="none" w="med" len="med"/>
            </a:ln>
          </p:spPr>
          <p:txBody>
            <a:bodyPr wrap="none">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ts val="590"/>
                </a:spcBef>
                <a:spcAft>
                  <a:spcPts val="590"/>
                </a:spcAft>
                <a:buSzPct val="80000"/>
                <a:buNone/>
              </a:pPr>
              <a:r>
                <a:rPr lang="en-US" altLang="zh-CN" sz="2000" dirty="0">
                  <a:solidFill>
                    <a:srgbClr val="CC0000"/>
                  </a:solidFill>
                  <a:ea typeface="宋体" pitchFamily="2" charset="-122"/>
                </a:rPr>
                <a:t>a[0] [0]</a:t>
              </a:r>
              <a:endParaRPr lang="en-US" altLang="zh-CN" sz="2000" dirty="0">
                <a:solidFill>
                  <a:srgbClr val="CC0000"/>
                </a:solidFill>
                <a:ea typeface="宋体" pitchFamily="2" charset="-122"/>
              </a:endParaRPr>
            </a:p>
          </p:txBody>
        </p:sp>
        <p:sp>
          <p:nvSpPr>
            <p:cNvPr id="67602" name="Text Box 50"/>
            <p:cNvSpPr txBox="1"/>
            <p:nvPr/>
          </p:nvSpPr>
          <p:spPr>
            <a:xfrm>
              <a:off x="3089" y="1512"/>
              <a:ext cx="561" cy="233"/>
            </a:xfrm>
            <a:prstGeom prst="rect">
              <a:avLst/>
            </a:prstGeom>
            <a:noFill/>
            <a:ln w="25400" cap="flat" cmpd="sng">
              <a:solidFill>
                <a:srgbClr val="C00000"/>
              </a:solidFill>
              <a:prstDash val="solid"/>
              <a:miter/>
              <a:headEnd type="none" w="med" len="med"/>
              <a:tailEnd type="none" w="med" len="med"/>
            </a:ln>
          </p:spPr>
          <p:txBody>
            <a:bodyPr wrap="none">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ts val="590"/>
                </a:spcBef>
                <a:spcAft>
                  <a:spcPts val="590"/>
                </a:spcAft>
                <a:buSzPct val="80000"/>
                <a:buNone/>
              </a:pPr>
              <a:r>
                <a:rPr lang="en-US" altLang="zh-CN" sz="2000" dirty="0">
                  <a:solidFill>
                    <a:srgbClr val="CC0000"/>
                  </a:solidFill>
                  <a:ea typeface="宋体" pitchFamily="2" charset="-122"/>
                </a:rPr>
                <a:t>a[0] [1]</a:t>
              </a:r>
              <a:endParaRPr lang="en-US" altLang="zh-CN" sz="2000" dirty="0">
                <a:solidFill>
                  <a:srgbClr val="CC0000"/>
                </a:solidFill>
                <a:ea typeface="宋体" pitchFamily="2" charset="-122"/>
              </a:endParaRPr>
            </a:p>
          </p:txBody>
        </p:sp>
        <p:sp>
          <p:nvSpPr>
            <p:cNvPr id="67603" name="Text Box 51"/>
            <p:cNvSpPr txBox="1"/>
            <p:nvPr/>
          </p:nvSpPr>
          <p:spPr>
            <a:xfrm>
              <a:off x="2472" y="2192"/>
              <a:ext cx="561" cy="233"/>
            </a:xfrm>
            <a:prstGeom prst="rect">
              <a:avLst/>
            </a:prstGeom>
            <a:noFill/>
            <a:ln w="25400" cap="flat" cmpd="sng">
              <a:solidFill>
                <a:srgbClr val="009900"/>
              </a:solidFill>
              <a:prstDash val="solid"/>
              <a:miter/>
              <a:headEnd type="none" w="med" len="med"/>
              <a:tailEnd type="none" w="med" len="med"/>
            </a:ln>
          </p:spPr>
          <p:txBody>
            <a:bodyPr wrap="none">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ts val="590"/>
                </a:spcBef>
                <a:spcAft>
                  <a:spcPts val="590"/>
                </a:spcAft>
                <a:buSzPct val="80000"/>
                <a:buNone/>
              </a:pPr>
              <a:r>
                <a:rPr lang="en-US" altLang="zh-CN" sz="2000" dirty="0">
                  <a:solidFill>
                    <a:srgbClr val="CC0000"/>
                  </a:solidFill>
                  <a:ea typeface="宋体" pitchFamily="2" charset="-122"/>
                </a:rPr>
                <a:t>a[1] [0]</a:t>
              </a:r>
              <a:endParaRPr lang="en-US" altLang="zh-CN" sz="2000" dirty="0">
                <a:solidFill>
                  <a:srgbClr val="CC0000"/>
                </a:solidFill>
                <a:ea typeface="宋体" pitchFamily="2" charset="-122"/>
              </a:endParaRPr>
            </a:p>
          </p:txBody>
        </p:sp>
        <p:sp>
          <p:nvSpPr>
            <p:cNvPr id="67604" name="Text Box 52"/>
            <p:cNvSpPr txBox="1"/>
            <p:nvPr/>
          </p:nvSpPr>
          <p:spPr>
            <a:xfrm>
              <a:off x="3083" y="2192"/>
              <a:ext cx="561" cy="233"/>
            </a:xfrm>
            <a:prstGeom prst="rect">
              <a:avLst/>
            </a:prstGeom>
            <a:noFill/>
            <a:ln w="25400" cap="flat" cmpd="sng">
              <a:solidFill>
                <a:srgbClr val="009900"/>
              </a:solidFill>
              <a:prstDash val="solid"/>
              <a:miter/>
              <a:headEnd type="none" w="med" len="med"/>
              <a:tailEnd type="none" w="med" len="med"/>
            </a:ln>
          </p:spPr>
          <p:txBody>
            <a:bodyPr wrap="none">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ts val="590"/>
                </a:spcBef>
                <a:spcAft>
                  <a:spcPts val="590"/>
                </a:spcAft>
                <a:buSzPct val="80000"/>
                <a:buNone/>
              </a:pPr>
              <a:r>
                <a:rPr lang="en-US" altLang="zh-CN" sz="2000" dirty="0">
                  <a:solidFill>
                    <a:srgbClr val="CC0000"/>
                  </a:solidFill>
                  <a:ea typeface="宋体" pitchFamily="2" charset="-122"/>
                </a:rPr>
                <a:t>a[1] [1]</a:t>
              </a:r>
              <a:endParaRPr lang="en-US" altLang="zh-CN" sz="2000" dirty="0">
                <a:solidFill>
                  <a:srgbClr val="CC0000"/>
                </a:solidFill>
                <a:ea typeface="宋体" pitchFamily="2" charset="-122"/>
              </a:endParaRPr>
            </a:p>
          </p:txBody>
        </p:sp>
        <p:sp>
          <p:nvSpPr>
            <p:cNvPr id="67605" name="Text Box 58"/>
            <p:cNvSpPr txBox="1"/>
            <p:nvPr/>
          </p:nvSpPr>
          <p:spPr>
            <a:xfrm>
              <a:off x="3703" y="1512"/>
              <a:ext cx="561" cy="233"/>
            </a:xfrm>
            <a:prstGeom prst="rect">
              <a:avLst/>
            </a:prstGeom>
            <a:noFill/>
            <a:ln w="25400" cap="flat" cmpd="sng">
              <a:solidFill>
                <a:srgbClr val="C00000"/>
              </a:solidFill>
              <a:prstDash val="solid"/>
              <a:miter/>
              <a:headEnd type="none" w="med" len="med"/>
              <a:tailEnd type="none" w="med" len="med"/>
            </a:ln>
          </p:spPr>
          <p:txBody>
            <a:bodyPr wrap="none">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ts val="590"/>
                </a:spcBef>
                <a:spcAft>
                  <a:spcPts val="590"/>
                </a:spcAft>
                <a:buSzPct val="80000"/>
                <a:buNone/>
              </a:pPr>
              <a:r>
                <a:rPr lang="en-US" altLang="zh-CN" sz="2000" dirty="0">
                  <a:solidFill>
                    <a:srgbClr val="CC0000"/>
                  </a:solidFill>
                  <a:ea typeface="宋体" pitchFamily="2" charset="-122"/>
                </a:rPr>
                <a:t>a[0] [2]</a:t>
              </a:r>
              <a:endParaRPr lang="en-US" altLang="zh-CN" sz="2000" dirty="0">
                <a:solidFill>
                  <a:srgbClr val="CC0000"/>
                </a:solidFill>
                <a:ea typeface="宋体" pitchFamily="2" charset="-122"/>
              </a:endParaRPr>
            </a:p>
          </p:txBody>
        </p:sp>
        <p:sp>
          <p:nvSpPr>
            <p:cNvPr id="67606" name="Text Box 60"/>
            <p:cNvSpPr txBox="1"/>
            <p:nvPr/>
          </p:nvSpPr>
          <p:spPr>
            <a:xfrm>
              <a:off x="3696" y="2192"/>
              <a:ext cx="561" cy="233"/>
            </a:xfrm>
            <a:prstGeom prst="rect">
              <a:avLst/>
            </a:prstGeom>
            <a:noFill/>
            <a:ln w="25400" cap="flat" cmpd="sng">
              <a:solidFill>
                <a:srgbClr val="009900"/>
              </a:solidFill>
              <a:prstDash val="solid"/>
              <a:miter/>
              <a:headEnd type="none" w="med" len="med"/>
              <a:tailEnd type="none" w="med" len="med"/>
            </a:ln>
          </p:spPr>
          <p:txBody>
            <a:bodyPr wrap="none">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ts val="590"/>
                </a:spcBef>
                <a:spcAft>
                  <a:spcPts val="590"/>
                </a:spcAft>
                <a:buSzPct val="80000"/>
                <a:buNone/>
              </a:pPr>
              <a:r>
                <a:rPr lang="en-US" altLang="zh-CN" sz="2000" dirty="0">
                  <a:solidFill>
                    <a:srgbClr val="CC0000"/>
                  </a:solidFill>
                  <a:ea typeface="宋体" pitchFamily="2" charset="-122"/>
                </a:rPr>
                <a:t>a[1] [2]</a:t>
              </a:r>
              <a:endParaRPr lang="en-US" altLang="zh-CN" sz="2000" dirty="0">
                <a:solidFill>
                  <a:srgbClr val="CC0000"/>
                </a:solidFill>
                <a:ea typeface="宋体" pitchFamily="2" charset="-122"/>
              </a:endParaRPr>
            </a:p>
          </p:txBody>
        </p:sp>
      </p:grpSp>
      <p:cxnSp>
        <p:nvCxnSpPr>
          <p:cNvPr id="67592" name="直接连接符 54"/>
          <p:cNvCxnSpPr/>
          <p:nvPr/>
        </p:nvCxnSpPr>
        <p:spPr>
          <a:xfrm>
            <a:off x="5003800" y="2133600"/>
            <a:ext cx="3587750" cy="0"/>
          </a:xfrm>
          <a:prstGeom prst="line">
            <a:avLst/>
          </a:prstGeom>
          <a:ln w="38100" cap="flat" cmpd="sng">
            <a:solidFill>
              <a:srgbClr val="FF0000"/>
            </a:solidFill>
            <a:prstDash val="solid"/>
            <a:headEnd type="none" w="sm" len="sm"/>
            <a:tailEnd type="none" w="sm" len="sm"/>
          </a:ln>
        </p:spPr>
      </p:cxnSp>
      <p:cxnSp>
        <p:nvCxnSpPr>
          <p:cNvPr id="67593" name="直接连接符 56"/>
          <p:cNvCxnSpPr/>
          <p:nvPr/>
        </p:nvCxnSpPr>
        <p:spPr>
          <a:xfrm>
            <a:off x="8591550" y="2133600"/>
            <a:ext cx="0" cy="1079500"/>
          </a:xfrm>
          <a:prstGeom prst="line">
            <a:avLst/>
          </a:prstGeom>
          <a:ln w="38100" cap="flat" cmpd="sng">
            <a:solidFill>
              <a:srgbClr val="FF0000"/>
            </a:solidFill>
            <a:prstDash val="solid"/>
            <a:headEnd type="none" w="sm" len="sm"/>
            <a:tailEnd type="none" w="sm" len="sm"/>
          </a:ln>
        </p:spPr>
      </p:cxnSp>
      <p:cxnSp>
        <p:nvCxnSpPr>
          <p:cNvPr id="67594" name="直接连接符 58"/>
          <p:cNvCxnSpPr/>
          <p:nvPr/>
        </p:nvCxnSpPr>
        <p:spPr>
          <a:xfrm flipH="1">
            <a:off x="4926013" y="3224213"/>
            <a:ext cx="3665537" cy="0"/>
          </a:xfrm>
          <a:prstGeom prst="line">
            <a:avLst/>
          </a:prstGeom>
          <a:ln w="38100" cap="flat" cmpd="sng">
            <a:solidFill>
              <a:srgbClr val="FF0000"/>
            </a:solidFill>
            <a:prstDash val="solid"/>
            <a:headEnd type="none" w="sm" len="sm"/>
            <a:tailEnd type="none" w="sm" len="sm"/>
          </a:ln>
        </p:spPr>
      </p:cxnSp>
      <p:cxnSp>
        <p:nvCxnSpPr>
          <p:cNvPr id="67595" name="直接连接符 61"/>
          <p:cNvCxnSpPr/>
          <p:nvPr/>
        </p:nvCxnSpPr>
        <p:spPr>
          <a:xfrm>
            <a:off x="4926013" y="3224213"/>
            <a:ext cx="0" cy="935037"/>
          </a:xfrm>
          <a:prstGeom prst="line">
            <a:avLst/>
          </a:prstGeom>
          <a:ln w="38100" cap="flat" cmpd="sng">
            <a:solidFill>
              <a:srgbClr val="FF0000"/>
            </a:solidFill>
            <a:prstDash val="solid"/>
            <a:headEnd type="none" w="sm" len="sm"/>
            <a:tailEnd type="none" w="sm" len="sm"/>
          </a:ln>
        </p:spPr>
      </p:cxnSp>
      <p:cxnSp>
        <p:nvCxnSpPr>
          <p:cNvPr id="67596" name="直接箭头连接符 63"/>
          <p:cNvCxnSpPr/>
          <p:nvPr/>
        </p:nvCxnSpPr>
        <p:spPr>
          <a:xfrm>
            <a:off x="4926013" y="4160838"/>
            <a:ext cx="3665537" cy="0"/>
          </a:xfrm>
          <a:prstGeom prst="straightConnector1">
            <a:avLst/>
          </a:prstGeom>
          <a:ln w="38100" cap="flat" cmpd="sng">
            <a:solidFill>
              <a:srgbClr val="FF0000"/>
            </a:solidFill>
            <a:prstDash val="solid"/>
            <a:headEnd type="none" w="sm" len="sm"/>
            <a:tailEnd type="arrow" w="med" len="med"/>
          </a:ln>
        </p:spPr>
      </p:cxnSp>
      <p:sp>
        <p:nvSpPr>
          <p:cNvPr id="67597" name="Rectangle 61"/>
          <p:cNvSpPr/>
          <p:nvPr/>
        </p:nvSpPr>
        <p:spPr>
          <a:xfrm>
            <a:off x="8759825" y="2492375"/>
            <a:ext cx="2182813" cy="1512888"/>
          </a:xfrm>
          <a:prstGeom prst="rect">
            <a:avLst/>
          </a:prstGeom>
          <a:solidFill>
            <a:schemeClr val="bg1"/>
          </a:solidFill>
          <a:ln w="28575" cap="flat" cmpd="sng">
            <a:solidFill>
              <a:srgbClr val="009900"/>
            </a:solidFill>
            <a:prstDash val="solid"/>
            <a:miter/>
            <a:headEnd type="none" w="med" len="med"/>
            <a:tailEnd type="none" w="med" len="med"/>
          </a:ln>
        </p:spPr>
        <p:txBody>
          <a:bodyPr wrap="none" anchor="ctr" anchorCtr="0"/>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algn="ctr" eaLnBrk="1" hangingPunct="1">
              <a:spcBef>
                <a:spcPct val="20000"/>
              </a:spcBef>
              <a:spcAft>
                <a:spcPts val="590"/>
              </a:spcAft>
              <a:buClr>
                <a:srgbClr val="FFCC66"/>
              </a:buClr>
              <a:buSzPct val="80000"/>
              <a:buNone/>
            </a:pPr>
            <a:r>
              <a:rPr lang="en-US" altLang="zh-CN" sz="2400" dirty="0">
                <a:solidFill>
                  <a:srgbClr val="000066"/>
                </a:solidFill>
                <a:latin typeface="Courier New" panose="02070409020205090404" pitchFamily="49" charset="0"/>
                <a:ea typeface="楷体_GB2312" pitchFamily="49" charset="-122"/>
              </a:rPr>
              <a:t>a[i][j]</a:t>
            </a:r>
            <a:endParaRPr lang="en-US" altLang="zh-CN" sz="2400" dirty="0">
              <a:solidFill>
                <a:srgbClr val="000066"/>
              </a:solidFill>
              <a:latin typeface="Courier New" panose="02070409020205090404" pitchFamily="49" charset="0"/>
              <a:ea typeface="楷体_GB2312" pitchFamily="49" charset="-122"/>
            </a:endParaRPr>
          </a:p>
          <a:p>
            <a:pPr marL="0" lvl="0" indent="0" algn="ctr" eaLnBrk="1" hangingPunct="1">
              <a:spcBef>
                <a:spcPct val="20000"/>
              </a:spcBef>
              <a:spcAft>
                <a:spcPts val="590"/>
              </a:spcAft>
              <a:buClr>
                <a:srgbClr val="FFCC66"/>
              </a:buClr>
              <a:buSzPct val="80000"/>
              <a:buNone/>
            </a:pPr>
            <a:r>
              <a:rPr lang="en-US" altLang="zh-CN" sz="2400" dirty="0">
                <a:solidFill>
                  <a:srgbClr val="000066"/>
                </a:solidFill>
                <a:latin typeface="Courier New" panose="02070409020205090404" pitchFamily="49" charset="0"/>
                <a:ea typeface="楷体_GB2312" pitchFamily="49" charset="-122"/>
              </a:rPr>
              <a:t>*(p+</a:t>
            </a:r>
            <a:r>
              <a:rPr lang="en-US" altLang="zh-CN" sz="2400" dirty="0">
                <a:solidFill>
                  <a:srgbClr val="C00000"/>
                </a:solidFill>
                <a:latin typeface="Courier New" panose="02070409020205090404" pitchFamily="49" charset="0"/>
                <a:ea typeface="楷体_GB2312" pitchFamily="49" charset="-122"/>
              </a:rPr>
              <a:t>i*n+j</a:t>
            </a:r>
            <a:r>
              <a:rPr lang="en-US" altLang="zh-CN" sz="2400" dirty="0">
                <a:solidFill>
                  <a:srgbClr val="000066"/>
                </a:solidFill>
                <a:latin typeface="Courier New" panose="02070409020205090404" pitchFamily="49" charset="0"/>
                <a:ea typeface="楷体_GB2312" pitchFamily="49" charset="-122"/>
              </a:rPr>
              <a:t>)</a:t>
            </a:r>
            <a:endParaRPr lang="en-US" altLang="zh-CN" sz="2400" dirty="0">
              <a:solidFill>
                <a:srgbClr val="000066"/>
              </a:solidFill>
              <a:latin typeface="Courier New" panose="02070409020205090404" pitchFamily="49" charset="0"/>
              <a:ea typeface="楷体_GB2312" pitchFamily="49" charset="-122"/>
            </a:endParaRPr>
          </a:p>
          <a:p>
            <a:pPr marL="0" lvl="0" indent="0" algn="ctr" eaLnBrk="1" hangingPunct="1">
              <a:spcBef>
                <a:spcPct val="20000"/>
              </a:spcBef>
              <a:spcAft>
                <a:spcPts val="590"/>
              </a:spcAft>
              <a:buClr>
                <a:srgbClr val="FFCC66"/>
              </a:buClr>
              <a:buSzPct val="80000"/>
              <a:buNone/>
            </a:pPr>
            <a:r>
              <a:rPr lang="en-US" altLang="zh-CN" sz="2400" dirty="0">
                <a:solidFill>
                  <a:srgbClr val="000066"/>
                </a:solidFill>
                <a:latin typeface="Courier New" panose="02070409020205090404" pitchFamily="49" charset="0"/>
                <a:ea typeface="楷体_GB2312" pitchFamily="49" charset="-122"/>
              </a:rPr>
              <a:t>p[</a:t>
            </a:r>
            <a:r>
              <a:rPr lang="en-US" altLang="zh-CN" sz="2400" dirty="0">
                <a:solidFill>
                  <a:srgbClr val="CC0000"/>
                </a:solidFill>
                <a:latin typeface="Courier New" panose="02070409020205090404" pitchFamily="49" charset="0"/>
                <a:ea typeface="楷体_GB2312" pitchFamily="49" charset="-122"/>
              </a:rPr>
              <a:t>i*n+j</a:t>
            </a:r>
            <a:r>
              <a:rPr lang="en-US" altLang="zh-CN" sz="2400" dirty="0">
                <a:solidFill>
                  <a:srgbClr val="000066"/>
                </a:solidFill>
                <a:latin typeface="Courier New" panose="02070409020205090404" pitchFamily="49" charset="0"/>
                <a:ea typeface="楷体_GB2312" pitchFamily="49" charset="-122"/>
              </a:rPr>
              <a:t>]</a:t>
            </a:r>
            <a:endParaRPr lang="en-US" altLang="zh-CN" sz="2400" dirty="0">
              <a:solidFill>
                <a:srgbClr val="000066"/>
              </a:solidFill>
              <a:latin typeface="Courier New" panose="02070409020205090404" pitchFamily="49" charset="0"/>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29">
                                            <p:txEl>
                                              <p:pRg st="0" end="0"/>
                                            </p:txEl>
                                          </p:spTgt>
                                        </p:tgtEl>
                                        <p:attrNameLst>
                                          <p:attrName>style.visibility</p:attrName>
                                        </p:attrNameLst>
                                      </p:cBhvr>
                                      <p:to>
                                        <p:strVal val="visible"/>
                                      </p:to>
                                    </p:set>
                                    <p:anim calcmode="lin" valueType="num">
                                      <p:cBhvr>
                                        <p:cTn id="7" dur="500" fill="hold"/>
                                        <p:tgtEl>
                                          <p:spTgt spid="29">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29">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29">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29">
                                            <p:txEl>
                                              <p:pRg st="1" end="1"/>
                                            </p:txEl>
                                          </p:spTgt>
                                        </p:tgtEl>
                                        <p:attrNameLst>
                                          <p:attrName>style.visibility</p:attrName>
                                        </p:attrNameLst>
                                      </p:cBhvr>
                                      <p:to>
                                        <p:strVal val="visible"/>
                                      </p:to>
                                    </p:set>
                                    <p:anim calcmode="lin" valueType="num">
                                      <p:cBhvr>
                                        <p:cTn id="14" dur="500" fill="hold"/>
                                        <p:tgtEl>
                                          <p:spTgt spid="29">
                                            <p:txEl>
                                              <p:pRg st="1" end="1"/>
                                            </p:txEl>
                                          </p:spTgt>
                                        </p:tgtEl>
                                        <p:attrNameLst>
                                          <p:attrName>ppt_w</p:attrName>
                                        </p:attrNameLst>
                                      </p:cBhvr>
                                      <p:tavLst>
                                        <p:tav tm="0">
                                          <p:val>
                                            <p:fltVal val="0"/>
                                          </p:val>
                                        </p:tav>
                                        <p:tav tm="100000">
                                          <p:val>
                                            <p:strVal val="#ppt_w"/>
                                          </p:val>
                                        </p:tav>
                                      </p:tavLst>
                                    </p:anim>
                                    <p:anim calcmode="lin" valueType="num">
                                      <p:cBhvr>
                                        <p:cTn id="15" dur="500" fill="hold"/>
                                        <p:tgtEl>
                                          <p:spTgt spid="29">
                                            <p:txEl>
                                              <p:pRg st="1" end="1"/>
                                            </p:txEl>
                                          </p:spTgt>
                                        </p:tgtEl>
                                        <p:attrNameLst>
                                          <p:attrName>ppt_h</p:attrName>
                                        </p:attrNameLst>
                                      </p:cBhvr>
                                      <p:tavLst>
                                        <p:tav tm="0">
                                          <p:val>
                                            <p:fltVal val="0"/>
                                          </p:val>
                                        </p:tav>
                                        <p:tav tm="100000">
                                          <p:val>
                                            <p:strVal val="#ppt_h"/>
                                          </p:val>
                                        </p:tav>
                                      </p:tavLst>
                                    </p:anim>
                                    <p:animEffect transition="in" filter="fade">
                                      <p:cBhvr>
                                        <p:cTn id="16" dur="500"/>
                                        <p:tgtEl>
                                          <p:spTgt spid="29">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nodeType="clickEffect">
                                  <p:stCondLst>
                                    <p:cond delay="0"/>
                                  </p:stCondLst>
                                  <p:childTnLst>
                                    <p:set>
                                      <p:cBhvr>
                                        <p:cTn id="20" dur="1" fill="hold">
                                          <p:stCondLst>
                                            <p:cond delay="0"/>
                                          </p:stCondLst>
                                        </p:cTn>
                                        <p:tgtEl>
                                          <p:spTgt spid="29">
                                            <p:txEl>
                                              <p:pRg st="2" end="2"/>
                                            </p:txEl>
                                          </p:spTgt>
                                        </p:tgtEl>
                                        <p:attrNameLst>
                                          <p:attrName>style.visibility</p:attrName>
                                        </p:attrNameLst>
                                      </p:cBhvr>
                                      <p:to>
                                        <p:strVal val="visible"/>
                                      </p:to>
                                    </p:set>
                                    <p:anim calcmode="lin" valueType="num">
                                      <p:cBhvr>
                                        <p:cTn id="21" dur="500" fill="hold"/>
                                        <p:tgtEl>
                                          <p:spTgt spid="29">
                                            <p:txEl>
                                              <p:pRg st="2" end="2"/>
                                            </p:txEl>
                                          </p:spTgt>
                                        </p:tgtEl>
                                        <p:attrNameLst>
                                          <p:attrName>ppt_w</p:attrName>
                                        </p:attrNameLst>
                                      </p:cBhvr>
                                      <p:tavLst>
                                        <p:tav tm="0">
                                          <p:val>
                                            <p:fltVal val="0"/>
                                          </p:val>
                                        </p:tav>
                                        <p:tav tm="100000">
                                          <p:val>
                                            <p:strVal val="#ppt_w"/>
                                          </p:val>
                                        </p:tav>
                                      </p:tavLst>
                                    </p:anim>
                                    <p:anim calcmode="lin" valueType="num">
                                      <p:cBhvr>
                                        <p:cTn id="22" dur="500" fill="hold"/>
                                        <p:tgtEl>
                                          <p:spTgt spid="29">
                                            <p:txEl>
                                              <p:pRg st="2" end="2"/>
                                            </p:txEl>
                                          </p:spTgt>
                                        </p:tgtEl>
                                        <p:attrNameLst>
                                          <p:attrName>ppt_h</p:attrName>
                                        </p:attrNameLst>
                                      </p:cBhvr>
                                      <p:tavLst>
                                        <p:tav tm="0">
                                          <p:val>
                                            <p:fltVal val="0"/>
                                          </p:val>
                                        </p:tav>
                                        <p:tav tm="100000">
                                          <p:val>
                                            <p:strVal val="#ppt_h"/>
                                          </p:val>
                                        </p:tav>
                                      </p:tavLst>
                                    </p:anim>
                                    <p:animEffect transition="in" filter="fade">
                                      <p:cBhvr>
                                        <p:cTn id="23" dur="500"/>
                                        <p:tgtEl>
                                          <p:spTgt spid="29">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nodeType="clickEffect">
                                  <p:stCondLst>
                                    <p:cond delay="0"/>
                                  </p:stCondLst>
                                  <p:childTnLst>
                                    <p:set>
                                      <p:cBhvr>
                                        <p:cTn id="27" dur="1" fill="hold">
                                          <p:stCondLst>
                                            <p:cond delay="0"/>
                                          </p:stCondLst>
                                        </p:cTn>
                                        <p:tgtEl>
                                          <p:spTgt spid="29">
                                            <p:txEl>
                                              <p:pRg st="3" end="3"/>
                                            </p:txEl>
                                          </p:spTgt>
                                        </p:tgtEl>
                                        <p:attrNameLst>
                                          <p:attrName>style.visibility</p:attrName>
                                        </p:attrNameLst>
                                      </p:cBhvr>
                                      <p:to>
                                        <p:strVal val="visible"/>
                                      </p:to>
                                    </p:set>
                                    <p:anim calcmode="lin" valueType="num">
                                      <p:cBhvr>
                                        <p:cTn id="28" dur="500" fill="hold"/>
                                        <p:tgtEl>
                                          <p:spTgt spid="29">
                                            <p:txEl>
                                              <p:pRg st="3" end="3"/>
                                            </p:txEl>
                                          </p:spTgt>
                                        </p:tgtEl>
                                        <p:attrNameLst>
                                          <p:attrName>ppt_w</p:attrName>
                                        </p:attrNameLst>
                                      </p:cBhvr>
                                      <p:tavLst>
                                        <p:tav tm="0">
                                          <p:val>
                                            <p:fltVal val="0"/>
                                          </p:val>
                                        </p:tav>
                                        <p:tav tm="100000">
                                          <p:val>
                                            <p:strVal val="#ppt_w"/>
                                          </p:val>
                                        </p:tav>
                                      </p:tavLst>
                                    </p:anim>
                                    <p:anim calcmode="lin" valueType="num">
                                      <p:cBhvr>
                                        <p:cTn id="29" dur="500" fill="hold"/>
                                        <p:tgtEl>
                                          <p:spTgt spid="29">
                                            <p:txEl>
                                              <p:pRg st="3" end="3"/>
                                            </p:txEl>
                                          </p:spTgt>
                                        </p:tgtEl>
                                        <p:attrNameLst>
                                          <p:attrName>ppt_h</p:attrName>
                                        </p:attrNameLst>
                                      </p:cBhvr>
                                      <p:tavLst>
                                        <p:tav tm="0">
                                          <p:val>
                                            <p:fltVal val="0"/>
                                          </p:val>
                                        </p:tav>
                                        <p:tav tm="100000">
                                          <p:val>
                                            <p:strVal val="#ppt_h"/>
                                          </p:val>
                                        </p:tav>
                                      </p:tavLst>
                                    </p:anim>
                                    <p:animEffect transition="in" filter="fade">
                                      <p:cBhvr>
                                        <p:cTn id="30" dur="500"/>
                                        <p:tgtEl>
                                          <p:spTgt spid="2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90179" name="Rectangle 3"/>
          <p:cNvSpPr>
            <a:spLocks noGrp="1"/>
          </p:cNvSpPr>
          <p:nvPr>
            <p:ph type="body" sz="half" idx="4294967295"/>
          </p:nvPr>
        </p:nvSpPr>
        <p:spPr>
          <a:xfrm>
            <a:off x="1271588" y="1319213"/>
            <a:ext cx="3263900" cy="2038350"/>
          </a:xfrm>
        </p:spPr>
        <p:txBody>
          <a:bodyPr vert="horz" wrap="square" lIns="91440" tIns="45720" rIns="91440" bIns="45720" anchor="t" anchorCtr="0"/>
          <a:lstStyle>
            <a:lvl1pPr lvl="0">
              <a:buClr>
                <a:schemeClr val="tx2"/>
              </a:buClr>
              <a:buSzPct val="50000"/>
              <a:buFont typeface="Wingdings" panose="05000000000000000000" pitchFamily="2" charset="2"/>
              <a:defRPr sz="2800"/>
            </a:lvl1pPr>
            <a:lvl2pPr lvl="1">
              <a:buClr>
                <a:schemeClr val="tx2"/>
              </a:buClr>
              <a:buSzPct val="50000"/>
              <a:buFont typeface="Wingdings 2" panose="05020102010507070707" pitchFamily="18" charset="2"/>
              <a:defRPr sz="2400"/>
            </a:lvl2pPr>
            <a:lvl3pPr lvl="2">
              <a:buClr>
                <a:schemeClr val="tx2"/>
              </a:buClr>
              <a:buSzPct val="50000"/>
              <a:buFont typeface="Wingdings 2" panose="05020102010507070707" pitchFamily="18" charset="2"/>
              <a:defRPr sz="2000"/>
            </a:lvl3pPr>
            <a:lvl4pPr lvl="3">
              <a:buClr>
                <a:schemeClr val="tx2"/>
              </a:buClr>
              <a:buSzPct val="50000"/>
              <a:buFont typeface="Wingdings 2" panose="05020102010507070707" pitchFamily="18" charset="2"/>
              <a:defRPr sz="1800"/>
            </a:lvl4pPr>
            <a:lvl5pPr lvl="4">
              <a:buClr>
                <a:schemeClr val="tx2"/>
              </a:buClr>
              <a:buSzPct val="50000"/>
              <a:buFont typeface="Wingdings 2" panose="05020102010507070707" pitchFamily="18" charset="2"/>
              <a:defRPr sz="1800"/>
            </a:lvl5pPr>
          </a:lstStyle>
          <a:p>
            <a:pPr lvl="0" eaLnBrk="1"/>
            <a:r>
              <a:rPr lang="zh-CN" altLang="zh-CN" dirty="0">
                <a:latin typeface="楷体_GB2312" pitchFamily="49" charset="-122"/>
              </a:rPr>
              <a:t>逐</a:t>
            </a:r>
            <a:r>
              <a:rPr lang="zh-CN" altLang="en-US" dirty="0">
                <a:latin typeface="楷体_GB2312" pitchFamily="49" charset="-122"/>
              </a:rPr>
              <a:t>列</a:t>
            </a:r>
            <a:r>
              <a:rPr lang="zh-CN" altLang="zh-CN" dirty="0">
                <a:latin typeface="楷体_GB2312" pitchFamily="49" charset="-122"/>
              </a:rPr>
              <a:t>查找</a:t>
            </a:r>
            <a:endParaRPr lang="en-US" altLang="zh-CN" dirty="0">
              <a:latin typeface="楷体_GB2312" pitchFamily="49" charset="-122"/>
            </a:endParaRPr>
          </a:p>
          <a:p>
            <a:pPr lvl="0" eaLnBrk="1"/>
            <a:r>
              <a:rPr lang="zh-CN" altLang="en-US" dirty="0">
                <a:latin typeface="楷体_GB2312" pitchFamily="49" charset="-122"/>
              </a:rPr>
              <a:t>根据</a:t>
            </a:r>
            <a:r>
              <a:rPr lang="zh-CN" altLang="zh-CN" dirty="0"/>
              <a:t>相对偏移量</a:t>
            </a:r>
            <a:endParaRPr lang="en-US" altLang="zh-CN" dirty="0">
              <a:latin typeface="楷体_GB2312" pitchFamily="49" charset="-122"/>
            </a:endParaRPr>
          </a:p>
        </p:txBody>
      </p:sp>
      <p:sp>
        <p:nvSpPr>
          <p:cNvPr id="68611" name="Rectangle 2"/>
          <p:cNvSpPr>
            <a:spLocks noGrp="1"/>
          </p:cNvSpPr>
          <p:nvPr>
            <p:ph type="title"/>
          </p:nvPr>
        </p:nvSpPr>
        <p:spPr>
          <a:xfrm>
            <a:off x="1631950" y="257175"/>
            <a:ext cx="8915400" cy="936625"/>
          </a:xfrm>
        </p:spPr>
        <p:txBody>
          <a:bodyPr vert="horz" wrap="square" lIns="91440" tIns="45720" rIns="91440" bIns="45720" anchor="ctr" anchorCtr="0"/>
          <a:lstStyle/>
          <a:p>
            <a:r>
              <a:rPr lang="en-US" altLang="zh-CN" kern="1200" dirty="0">
                <a:latin typeface="Arial" panose="020B0604020202090204" pitchFamily="34" charset="0"/>
                <a:ea typeface="黑体" panose="02010609060101010101" pitchFamily="49" charset="-122"/>
                <a:cs typeface="Arial" panose="020B0604020202090204" pitchFamily="34" charset="0"/>
              </a:rPr>
              <a:t>3.2.5 </a:t>
            </a:r>
            <a:r>
              <a:rPr lang="zh-CN" altLang="en-US" kern="1200" dirty="0">
                <a:latin typeface="Arial" panose="020B0604020202090204" pitchFamily="34" charset="0"/>
                <a:ea typeface="黑体" panose="02010609060101010101" pitchFamily="49" charset="-122"/>
                <a:cs typeface="Arial" panose="020B0604020202090204" pitchFamily="34" charset="0"/>
              </a:rPr>
              <a:t>指针和二维数组间的关系</a:t>
            </a:r>
            <a:endParaRPr lang="zh-CN" altLang="en-US" kern="1200" dirty="0">
              <a:latin typeface="Arial" panose="020B0604020202090204" pitchFamily="34" charset="0"/>
              <a:ea typeface="黑体" panose="02010609060101010101" pitchFamily="49" charset="-122"/>
              <a:cs typeface="Arial" panose="020B0604020202090204" pitchFamily="34" charset="0"/>
            </a:endParaRPr>
          </a:p>
        </p:txBody>
      </p:sp>
      <p:sp>
        <p:nvSpPr>
          <p:cNvPr id="68612" name="Rectangle 61"/>
          <p:cNvSpPr/>
          <p:nvPr/>
        </p:nvSpPr>
        <p:spPr>
          <a:xfrm>
            <a:off x="8502650" y="4221163"/>
            <a:ext cx="2182813" cy="1512887"/>
          </a:xfrm>
          <a:prstGeom prst="rect">
            <a:avLst/>
          </a:prstGeom>
          <a:solidFill>
            <a:schemeClr val="bg1"/>
          </a:solidFill>
          <a:ln w="28575" cap="flat" cmpd="sng">
            <a:solidFill>
              <a:srgbClr val="009900"/>
            </a:solidFill>
            <a:prstDash val="solid"/>
            <a:miter/>
            <a:headEnd type="none" w="med" len="med"/>
            <a:tailEnd type="none" w="med" len="med"/>
          </a:ln>
        </p:spPr>
        <p:txBody>
          <a:bodyPr wrap="none" anchor="ctr" anchorCtr="0"/>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algn="ctr" eaLnBrk="1" hangingPunct="1">
              <a:spcBef>
                <a:spcPct val="20000"/>
              </a:spcBef>
              <a:spcAft>
                <a:spcPts val="590"/>
              </a:spcAft>
              <a:buClr>
                <a:srgbClr val="FFCC66"/>
              </a:buClr>
              <a:buSzPct val="80000"/>
              <a:buNone/>
            </a:pPr>
            <a:r>
              <a:rPr lang="en-US" altLang="zh-CN" sz="2400" dirty="0">
                <a:solidFill>
                  <a:srgbClr val="000066"/>
                </a:solidFill>
                <a:latin typeface="Courier New" panose="02070409020205090404" pitchFamily="49" charset="0"/>
                <a:ea typeface="楷体_GB2312" pitchFamily="49" charset="-122"/>
              </a:rPr>
              <a:t>a[i][j]</a:t>
            </a:r>
            <a:endParaRPr lang="en-US" altLang="zh-CN" sz="2400" dirty="0">
              <a:solidFill>
                <a:srgbClr val="000066"/>
              </a:solidFill>
              <a:latin typeface="Courier New" panose="02070409020205090404" pitchFamily="49" charset="0"/>
              <a:ea typeface="楷体_GB2312" pitchFamily="49" charset="-122"/>
            </a:endParaRPr>
          </a:p>
          <a:p>
            <a:pPr marL="0" lvl="0" indent="0" algn="ctr" eaLnBrk="1" hangingPunct="1">
              <a:spcBef>
                <a:spcPct val="20000"/>
              </a:spcBef>
              <a:spcAft>
                <a:spcPts val="590"/>
              </a:spcAft>
              <a:buClr>
                <a:srgbClr val="FFCC66"/>
              </a:buClr>
              <a:buSzPct val="80000"/>
              <a:buNone/>
            </a:pPr>
            <a:r>
              <a:rPr lang="en-US" altLang="zh-CN" sz="2400" dirty="0">
                <a:solidFill>
                  <a:srgbClr val="000066"/>
                </a:solidFill>
                <a:latin typeface="Courier New" panose="02070409020205090404" pitchFamily="49" charset="0"/>
                <a:ea typeface="楷体_GB2312" pitchFamily="49" charset="-122"/>
              </a:rPr>
              <a:t>*(p+</a:t>
            </a:r>
            <a:r>
              <a:rPr lang="en-US" altLang="zh-CN" sz="2400" dirty="0">
                <a:solidFill>
                  <a:srgbClr val="C00000"/>
                </a:solidFill>
                <a:latin typeface="Courier New" panose="02070409020205090404" pitchFamily="49" charset="0"/>
                <a:ea typeface="楷体_GB2312" pitchFamily="49" charset="-122"/>
              </a:rPr>
              <a:t>i*n+j</a:t>
            </a:r>
            <a:r>
              <a:rPr lang="en-US" altLang="zh-CN" sz="2400" dirty="0">
                <a:solidFill>
                  <a:srgbClr val="000066"/>
                </a:solidFill>
                <a:latin typeface="Courier New" panose="02070409020205090404" pitchFamily="49" charset="0"/>
                <a:ea typeface="楷体_GB2312" pitchFamily="49" charset="-122"/>
              </a:rPr>
              <a:t>)</a:t>
            </a:r>
            <a:endParaRPr lang="en-US" altLang="zh-CN" sz="2400" dirty="0">
              <a:solidFill>
                <a:srgbClr val="000066"/>
              </a:solidFill>
              <a:latin typeface="Courier New" panose="02070409020205090404" pitchFamily="49" charset="0"/>
              <a:ea typeface="楷体_GB2312" pitchFamily="49" charset="-122"/>
            </a:endParaRPr>
          </a:p>
          <a:p>
            <a:pPr marL="0" lvl="0" indent="0" algn="ctr" eaLnBrk="1" hangingPunct="1">
              <a:spcBef>
                <a:spcPct val="20000"/>
              </a:spcBef>
              <a:spcAft>
                <a:spcPts val="590"/>
              </a:spcAft>
              <a:buClr>
                <a:srgbClr val="FFCC66"/>
              </a:buClr>
              <a:buSzPct val="80000"/>
              <a:buNone/>
            </a:pPr>
            <a:r>
              <a:rPr lang="en-US" altLang="zh-CN" sz="2400" dirty="0">
                <a:solidFill>
                  <a:srgbClr val="000066"/>
                </a:solidFill>
                <a:latin typeface="Courier New" panose="02070409020205090404" pitchFamily="49" charset="0"/>
                <a:ea typeface="楷体_GB2312" pitchFamily="49" charset="-122"/>
              </a:rPr>
              <a:t>  p[</a:t>
            </a:r>
            <a:r>
              <a:rPr lang="en-US" altLang="zh-CN" sz="2400" dirty="0">
                <a:solidFill>
                  <a:srgbClr val="CC0000"/>
                </a:solidFill>
                <a:latin typeface="Courier New" panose="02070409020205090404" pitchFamily="49" charset="0"/>
                <a:ea typeface="楷体_GB2312" pitchFamily="49" charset="-122"/>
              </a:rPr>
              <a:t>i*n+j</a:t>
            </a:r>
            <a:r>
              <a:rPr lang="en-US" altLang="zh-CN" sz="2400" dirty="0">
                <a:solidFill>
                  <a:srgbClr val="000066"/>
                </a:solidFill>
                <a:latin typeface="Courier New" panose="02070409020205090404" pitchFamily="49" charset="0"/>
                <a:ea typeface="楷体_GB2312" pitchFamily="49" charset="-122"/>
              </a:rPr>
              <a:t>]</a:t>
            </a:r>
            <a:endParaRPr lang="en-US" altLang="zh-CN" sz="2400" dirty="0">
              <a:solidFill>
                <a:srgbClr val="000066"/>
              </a:solidFill>
              <a:latin typeface="Courier New" panose="02070409020205090404" pitchFamily="49" charset="0"/>
              <a:ea typeface="楷体_GB2312" pitchFamily="49" charset="-122"/>
            </a:endParaRPr>
          </a:p>
        </p:txBody>
      </p:sp>
      <p:grpSp>
        <p:nvGrpSpPr>
          <p:cNvPr id="68613" name="Group 3"/>
          <p:cNvGrpSpPr/>
          <p:nvPr/>
        </p:nvGrpSpPr>
        <p:grpSpPr>
          <a:xfrm>
            <a:off x="1558925" y="4005263"/>
            <a:ext cx="614363" cy="1397000"/>
            <a:chOff x="274" y="1148"/>
            <a:chExt cx="357" cy="880"/>
          </a:xfrm>
        </p:grpSpPr>
        <p:sp>
          <p:nvSpPr>
            <p:cNvPr id="68641" name="Text Box 4"/>
            <p:cNvSpPr txBox="1"/>
            <p:nvPr/>
          </p:nvSpPr>
          <p:spPr>
            <a:xfrm>
              <a:off x="407" y="1148"/>
              <a:ext cx="189" cy="231"/>
            </a:xfrm>
            <a:prstGeom prst="rect">
              <a:avLst/>
            </a:prstGeom>
            <a:noFill/>
            <a:ln w="9525">
              <a:noFill/>
            </a:ln>
          </p:spPr>
          <p:txBody>
            <a:bodyPr wrap="none">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ts val="590"/>
                </a:spcBef>
                <a:spcAft>
                  <a:spcPts val="590"/>
                </a:spcAft>
                <a:buSzPct val="80000"/>
                <a:buNone/>
              </a:pPr>
              <a:r>
                <a:rPr lang="en-US" altLang="zh-CN" sz="2000" dirty="0">
                  <a:ea typeface="宋体" pitchFamily="2" charset="-122"/>
                </a:rPr>
                <a:t>a</a:t>
              </a:r>
              <a:endParaRPr lang="en-US" altLang="zh-CN" sz="2000" dirty="0">
                <a:ea typeface="宋体" pitchFamily="2" charset="-122"/>
              </a:endParaRPr>
            </a:p>
          </p:txBody>
        </p:sp>
        <p:sp>
          <p:nvSpPr>
            <p:cNvPr id="68642" name="Text Box 5"/>
            <p:cNvSpPr txBox="1"/>
            <p:nvPr/>
          </p:nvSpPr>
          <p:spPr>
            <a:xfrm>
              <a:off x="274" y="1797"/>
              <a:ext cx="357" cy="231"/>
            </a:xfrm>
            <a:prstGeom prst="rect">
              <a:avLst/>
            </a:prstGeom>
            <a:noFill/>
            <a:ln w="9525">
              <a:noFill/>
            </a:ln>
          </p:spPr>
          <p:txBody>
            <a:bodyPr wrap="none">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ts val="590"/>
                </a:spcBef>
                <a:spcAft>
                  <a:spcPts val="590"/>
                </a:spcAft>
                <a:buSzPct val="80000"/>
                <a:buNone/>
              </a:pPr>
              <a:r>
                <a:rPr lang="en-US" altLang="zh-CN" sz="2000" dirty="0">
                  <a:ea typeface="宋体" pitchFamily="2" charset="-122"/>
                </a:rPr>
                <a:t>a+1</a:t>
              </a:r>
              <a:endParaRPr lang="en-US" altLang="zh-CN" sz="2000" dirty="0">
                <a:ea typeface="宋体" pitchFamily="2" charset="-122"/>
              </a:endParaRPr>
            </a:p>
          </p:txBody>
        </p:sp>
      </p:grpSp>
      <p:grpSp>
        <p:nvGrpSpPr>
          <p:cNvPr id="68614" name="Group 13"/>
          <p:cNvGrpSpPr/>
          <p:nvPr/>
        </p:nvGrpSpPr>
        <p:grpSpPr>
          <a:xfrm>
            <a:off x="2251075" y="3933825"/>
            <a:ext cx="2005013" cy="2374900"/>
            <a:chOff x="935" y="1104"/>
            <a:chExt cx="1166" cy="1496"/>
          </a:xfrm>
        </p:grpSpPr>
        <p:sp>
          <p:nvSpPr>
            <p:cNvPr id="68632" name="Line 14"/>
            <p:cNvSpPr/>
            <p:nvPr/>
          </p:nvSpPr>
          <p:spPr>
            <a:xfrm>
              <a:off x="1415" y="1978"/>
              <a:ext cx="686" cy="0"/>
            </a:xfrm>
            <a:prstGeom prst="line">
              <a:avLst/>
            </a:prstGeom>
            <a:ln w="22225" cap="rnd" cmpd="sng">
              <a:solidFill>
                <a:schemeClr val="tx1"/>
              </a:solidFill>
              <a:prstDash val="dash"/>
              <a:headEnd type="none" w="med" len="med"/>
              <a:tailEnd type="none" w="med" len="med"/>
            </a:ln>
          </p:spPr>
        </p:sp>
        <p:grpSp>
          <p:nvGrpSpPr>
            <p:cNvPr id="68633" name="Group 16"/>
            <p:cNvGrpSpPr/>
            <p:nvPr/>
          </p:nvGrpSpPr>
          <p:grpSpPr>
            <a:xfrm>
              <a:off x="1415" y="1330"/>
              <a:ext cx="686" cy="1270"/>
              <a:chOff x="1043" y="1318"/>
              <a:chExt cx="686" cy="1270"/>
            </a:xfrm>
          </p:grpSpPr>
          <p:sp>
            <p:nvSpPr>
              <p:cNvPr id="44" name="Rectangle 17"/>
              <p:cNvSpPr>
                <a:spLocks noChangeArrowheads="1"/>
              </p:cNvSpPr>
              <p:nvPr/>
            </p:nvSpPr>
            <p:spPr bwMode="auto">
              <a:xfrm>
                <a:off x="1043" y="1318"/>
                <a:ext cx="686" cy="1270"/>
              </a:xfrm>
              <a:prstGeom prst="rect">
                <a:avLst/>
              </a:prstGeom>
              <a:noFill/>
              <a:ln w="22225" cap="rnd">
                <a:solidFill>
                  <a:schemeClr val="tx1"/>
                </a:solidFill>
                <a:prstDash val="dash"/>
                <a:miter lim="800000"/>
              </a:ln>
              <a:effectLst/>
            </p:spPr>
            <p:txBody>
              <a:bodyPr wrap="none" anchor="ct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68639" name="Text Box 18"/>
              <p:cNvSpPr txBox="1"/>
              <p:nvPr/>
            </p:nvSpPr>
            <p:spPr>
              <a:xfrm>
                <a:off x="1193" y="1477"/>
                <a:ext cx="369" cy="231"/>
              </a:xfrm>
              <a:prstGeom prst="rect">
                <a:avLst/>
              </a:prstGeom>
              <a:noFill/>
              <a:ln w="9525">
                <a:noFill/>
              </a:ln>
            </p:spPr>
            <p:txBody>
              <a:bodyPr wrap="none">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ts val="590"/>
                  </a:spcBef>
                  <a:spcAft>
                    <a:spcPts val="590"/>
                  </a:spcAft>
                  <a:buSzPct val="80000"/>
                  <a:buNone/>
                </a:pPr>
                <a:r>
                  <a:rPr lang="en-US" altLang="zh-CN" sz="2000" dirty="0">
                    <a:solidFill>
                      <a:srgbClr val="CC0000"/>
                    </a:solidFill>
                    <a:ea typeface="宋体" pitchFamily="2" charset="-122"/>
                  </a:rPr>
                  <a:t>a[0]</a:t>
                </a:r>
                <a:endParaRPr lang="en-US" altLang="zh-CN" sz="2000" dirty="0">
                  <a:solidFill>
                    <a:srgbClr val="CC0000"/>
                  </a:solidFill>
                  <a:ea typeface="宋体" pitchFamily="2" charset="-122"/>
                </a:endParaRPr>
              </a:p>
            </p:txBody>
          </p:sp>
          <p:sp>
            <p:nvSpPr>
              <p:cNvPr id="68640" name="Text Box 19"/>
              <p:cNvSpPr txBox="1"/>
              <p:nvPr/>
            </p:nvSpPr>
            <p:spPr>
              <a:xfrm>
                <a:off x="1193" y="2180"/>
                <a:ext cx="355" cy="233"/>
              </a:xfrm>
              <a:prstGeom prst="rect">
                <a:avLst/>
              </a:prstGeom>
              <a:noFill/>
              <a:ln w="9525">
                <a:noFill/>
              </a:ln>
            </p:spPr>
            <p:txBody>
              <a:bodyPr wrap="none">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ts val="590"/>
                  </a:spcBef>
                  <a:spcAft>
                    <a:spcPts val="590"/>
                  </a:spcAft>
                  <a:buSzPct val="80000"/>
                  <a:buNone/>
                </a:pPr>
                <a:r>
                  <a:rPr lang="en-US" altLang="zh-CN" sz="2000" dirty="0">
                    <a:solidFill>
                      <a:srgbClr val="009900"/>
                    </a:solidFill>
                    <a:ea typeface="宋体" pitchFamily="2" charset="-122"/>
                  </a:rPr>
                  <a:t>a[1]</a:t>
                </a:r>
                <a:endParaRPr lang="en-US" altLang="zh-CN" sz="2000" dirty="0">
                  <a:solidFill>
                    <a:srgbClr val="009900"/>
                  </a:solidFill>
                  <a:ea typeface="宋体" pitchFamily="2" charset="-122"/>
                </a:endParaRPr>
              </a:p>
            </p:txBody>
          </p:sp>
        </p:grpSp>
        <p:sp>
          <p:nvSpPr>
            <p:cNvPr id="68634" name="Line 21"/>
            <p:cNvSpPr/>
            <p:nvPr/>
          </p:nvSpPr>
          <p:spPr>
            <a:xfrm>
              <a:off x="993" y="1330"/>
              <a:ext cx="422" cy="0"/>
            </a:xfrm>
            <a:prstGeom prst="line">
              <a:avLst/>
            </a:prstGeom>
            <a:ln w="9525" cap="flat" cmpd="sng">
              <a:solidFill>
                <a:schemeClr val="tx1"/>
              </a:solidFill>
              <a:prstDash val="solid"/>
              <a:headEnd type="none" w="med" len="med"/>
              <a:tailEnd type="triangle" w="med" len="med"/>
            </a:ln>
          </p:spPr>
        </p:sp>
        <p:sp>
          <p:nvSpPr>
            <p:cNvPr id="68635" name="Line 22"/>
            <p:cNvSpPr/>
            <p:nvPr/>
          </p:nvSpPr>
          <p:spPr>
            <a:xfrm>
              <a:off x="978" y="1974"/>
              <a:ext cx="422" cy="0"/>
            </a:xfrm>
            <a:prstGeom prst="line">
              <a:avLst/>
            </a:prstGeom>
            <a:ln w="9525" cap="flat" cmpd="sng">
              <a:solidFill>
                <a:schemeClr val="tx1"/>
              </a:solidFill>
              <a:prstDash val="solid"/>
              <a:headEnd type="none" w="med" len="med"/>
              <a:tailEnd type="triangle" w="med" len="med"/>
            </a:ln>
          </p:spPr>
        </p:sp>
        <p:sp>
          <p:nvSpPr>
            <p:cNvPr id="68636" name="Text Box 24"/>
            <p:cNvSpPr txBox="1"/>
            <p:nvPr/>
          </p:nvSpPr>
          <p:spPr>
            <a:xfrm>
              <a:off x="935" y="1104"/>
              <a:ext cx="455" cy="233"/>
            </a:xfrm>
            <a:prstGeom prst="rect">
              <a:avLst/>
            </a:prstGeom>
            <a:noFill/>
            <a:ln w="9525">
              <a:noFill/>
            </a:ln>
          </p:spPr>
          <p:txBody>
            <a:bodyPr wrap="none">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ts val="590"/>
                </a:spcBef>
                <a:spcAft>
                  <a:spcPts val="590"/>
                </a:spcAft>
                <a:buSzPct val="80000"/>
                <a:buNone/>
              </a:pPr>
              <a:r>
                <a:rPr lang="en-US" altLang="zh-CN" sz="2000" dirty="0">
                  <a:solidFill>
                    <a:srgbClr val="C00000"/>
                  </a:solidFill>
                  <a:ea typeface="宋体" pitchFamily="2" charset="-122"/>
                </a:rPr>
                <a:t>&amp;a[0]</a:t>
              </a:r>
              <a:endParaRPr lang="en-US" altLang="zh-CN" sz="2000" dirty="0">
                <a:solidFill>
                  <a:srgbClr val="C00000"/>
                </a:solidFill>
                <a:ea typeface="宋体" pitchFamily="2" charset="-122"/>
              </a:endParaRPr>
            </a:p>
          </p:txBody>
        </p:sp>
        <p:sp>
          <p:nvSpPr>
            <p:cNvPr id="68637" name="Text Box 25"/>
            <p:cNvSpPr txBox="1"/>
            <p:nvPr/>
          </p:nvSpPr>
          <p:spPr>
            <a:xfrm>
              <a:off x="935" y="1758"/>
              <a:ext cx="455" cy="233"/>
            </a:xfrm>
            <a:prstGeom prst="rect">
              <a:avLst/>
            </a:prstGeom>
            <a:noFill/>
            <a:ln w="9525">
              <a:noFill/>
            </a:ln>
          </p:spPr>
          <p:txBody>
            <a:bodyPr wrap="none">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ts val="590"/>
                </a:spcBef>
                <a:spcAft>
                  <a:spcPts val="590"/>
                </a:spcAft>
                <a:buSzPct val="80000"/>
                <a:buNone/>
              </a:pPr>
              <a:r>
                <a:rPr lang="en-US" altLang="zh-CN" sz="2000" dirty="0">
                  <a:solidFill>
                    <a:srgbClr val="009900"/>
                  </a:solidFill>
                  <a:ea typeface="宋体" pitchFamily="2" charset="-122"/>
                </a:rPr>
                <a:t>&amp;a[1]</a:t>
              </a:r>
              <a:endParaRPr lang="en-US" altLang="zh-CN" sz="2000" dirty="0">
                <a:solidFill>
                  <a:srgbClr val="009900"/>
                </a:solidFill>
                <a:ea typeface="宋体" pitchFamily="2" charset="-122"/>
              </a:endParaRPr>
            </a:p>
          </p:txBody>
        </p:sp>
      </p:grpSp>
      <p:grpSp>
        <p:nvGrpSpPr>
          <p:cNvPr id="68615" name="Group 27"/>
          <p:cNvGrpSpPr/>
          <p:nvPr/>
        </p:nvGrpSpPr>
        <p:grpSpPr>
          <a:xfrm>
            <a:off x="4098925" y="4237038"/>
            <a:ext cx="3876675" cy="1793875"/>
            <a:chOff x="2010" y="1295"/>
            <a:chExt cx="2254" cy="1130"/>
          </a:xfrm>
        </p:grpSpPr>
        <p:sp>
          <p:nvSpPr>
            <p:cNvPr id="68623" name="Line 28"/>
            <p:cNvSpPr/>
            <p:nvPr/>
          </p:nvSpPr>
          <p:spPr>
            <a:xfrm>
              <a:off x="2020" y="1648"/>
              <a:ext cx="454" cy="0"/>
            </a:xfrm>
            <a:prstGeom prst="line">
              <a:avLst/>
            </a:prstGeom>
            <a:ln w="9525" cap="flat" cmpd="sng">
              <a:solidFill>
                <a:schemeClr val="tx1"/>
              </a:solidFill>
              <a:prstDash val="solid"/>
              <a:headEnd type="none" w="med" len="med"/>
              <a:tailEnd type="triangle" w="med" len="med"/>
            </a:ln>
          </p:spPr>
        </p:sp>
        <p:sp>
          <p:nvSpPr>
            <p:cNvPr id="68624" name="Text Box 30"/>
            <p:cNvSpPr txBox="1"/>
            <p:nvPr/>
          </p:nvSpPr>
          <p:spPr>
            <a:xfrm>
              <a:off x="2064" y="1295"/>
              <a:ext cx="620" cy="233"/>
            </a:xfrm>
            <a:prstGeom prst="rect">
              <a:avLst/>
            </a:prstGeom>
            <a:noFill/>
            <a:ln w="9525">
              <a:noFill/>
            </a:ln>
          </p:spPr>
          <p:txBody>
            <a:bodyPr wrap="none">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ts val="590"/>
                </a:spcBef>
                <a:spcAft>
                  <a:spcPts val="590"/>
                </a:spcAft>
                <a:buSzPct val="80000"/>
                <a:buNone/>
              </a:pPr>
              <a:r>
                <a:rPr lang="en-US" altLang="zh-CN" sz="2000" dirty="0">
                  <a:solidFill>
                    <a:srgbClr val="C00000"/>
                  </a:solidFill>
                  <a:ea typeface="宋体" pitchFamily="2" charset="-122"/>
                </a:rPr>
                <a:t>&amp;a[0][0]</a:t>
              </a:r>
              <a:endParaRPr lang="en-US" altLang="zh-CN" sz="2000" dirty="0">
                <a:solidFill>
                  <a:srgbClr val="C00000"/>
                </a:solidFill>
                <a:ea typeface="宋体" pitchFamily="2" charset="-122"/>
              </a:endParaRPr>
            </a:p>
          </p:txBody>
        </p:sp>
        <p:sp>
          <p:nvSpPr>
            <p:cNvPr id="68625" name="Line 32"/>
            <p:cNvSpPr/>
            <p:nvPr/>
          </p:nvSpPr>
          <p:spPr>
            <a:xfrm>
              <a:off x="2010" y="2328"/>
              <a:ext cx="454" cy="0"/>
            </a:xfrm>
            <a:prstGeom prst="line">
              <a:avLst/>
            </a:prstGeom>
            <a:ln w="9525" cap="flat" cmpd="sng">
              <a:solidFill>
                <a:schemeClr val="tx1"/>
              </a:solidFill>
              <a:prstDash val="solid"/>
              <a:headEnd type="none" w="med" len="med"/>
              <a:tailEnd type="triangle" w="med" len="med"/>
            </a:ln>
          </p:spPr>
        </p:sp>
        <p:sp>
          <p:nvSpPr>
            <p:cNvPr id="68626" name="Text Box 49"/>
            <p:cNvSpPr txBox="1"/>
            <p:nvPr/>
          </p:nvSpPr>
          <p:spPr>
            <a:xfrm>
              <a:off x="2472" y="1512"/>
              <a:ext cx="561" cy="233"/>
            </a:xfrm>
            <a:prstGeom prst="rect">
              <a:avLst/>
            </a:prstGeom>
            <a:noFill/>
            <a:ln w="25400" cap="flat" cmpd="sng">
              <a:solidFill>
                <a:srgbClr val="C00000"/>
              </a:solidFill>
              <a:prstDash val="solid"/>
              <a:miter/>
              <a:headEnd type="none" w="med" len="med"/>
              <a:tailEnd type="none" w="med" len="med"/>
            </a:ln>
          </p:spPr>
          <p:txBody>
            <a:bodyPr wrap="none">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ts val="590"/>
                </a:spcBef>
                <a:spcAft>
                  <a:spcPts val="590"/>
                </a:spcAft>
                <a:buSzPct val="80000"/>
                <a:buNone/>
              </a:pPr>
              <a:r>
                <a:rPr lang="en-US" altLang="zh-CN" sz="2000" dirty="0">
                  <a:solidFill>
                    <a:srgbClr val="CC0000"/>
                  </a:solidFill>
                  <a:ea typeface="宋体" pitchFamily="2" charset="-122"/>
                </a:rPr>
                <a:t>a[0] [0]</a:t>
              </a:r>
              <a:endParaRPr lang="en-US" altLang="zh-CN" sz="2000" dirty="0">
                <a:solidFill>
                  <a:srgbClr val="CC0000"/>
                </a:solidFill>
                <a:ea typeface="宋体" pitchFamily="2" charset="-122"/>
              </a:endParaRPr>
            </a:p>
          </p:txBody>
        </p:sp>
        <p:sp>
          <p:nvSpPr>
            <p:cNvPr id="68627" name="Text Box 50"/>
            <p:cNvSpPr txBox="1"/>
            <p:nvPr/>
          </p:nvSpPr>
          <p:spPr>
            <a:xfrm>
              <a:off x="3089" y="1512"/>
              <a:ext cx="561" cy="233"/>
            </a:xfrm>
            <a:prstGeom prst="rect">
              <a:avLst/>
            </a:prstGeom>
            <a:noFill/>
            <a:ln w="25400" cap="flat" cmpd="sng">
              <a:solidFill>
                <a:srgbClr val="C00000"/>
              </a:solidFill>
              <a:prstDash val="solid"/>
              <a:miter/>
              <a:headEnd type="none" w="med" len="med"/>
              <a:tailEnd type="none" w="med" len="med"/>
            </a:ln>
          </p:spPr>
          <p:txBody>
            <a:bodyPr wrap="none">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ts val="590"/>
                </a:spcBef>
                <a:spcAft>
                  <a:spcPts val="590"/>
                </a:spcAft>
                <a:buSzPct val="80000"/>
                <a:buNone/>
              </a:pPr>
              <a:r>
                <a:rPr lang="en-US" altLang="zh-CN" sz="2000" dirty="0">
                  <a:solidFill>
                    <a:srgbClr val="CC0000"/>
                  </a:solidFill>
                  <a:ea typeface="宋体" pitchFamily="2" charset="-122"/>
                </a:rPr>
                <a:t>a[0] [1]</a:t>
              </a:r>
              <a:endParaRPr lang="en-US" altLang="zh-CN" sz="2000" dirty="0">
                <a:solidFill>
                  <a:srgbClr val="CC0000"/>
                </a:solidFill>
                <a:ea typeface="宋体" pitchFamily="2" charset="-122"/>
              </a:endParaRPr>
            </a:p>
          </p:txBody>
        </p:sp>
        <p:sp>
          <p:nvSpPr>
            <p:cNvPr id="68628" name="Text Box 51"/>
            <p:cNvSpPr txBox="1"/>
            <p:nvPr/>
          </p:nvSpPr>
          <p:spPr>
            <a:xfrm>
              <a:off x="2472" y="2192"/>
              <a:ext cx="561" cy="233"/>
            </a:xfrm>
            <a:prstGeom prst="rect">
              <a:avLst/>
            </a:prstGeom>
            <a:noFill/>
            <a:ln w="25400" cap="flat" cmpd="sng">
              <a:solidFill>
                <a:srgbClr val="009900"/>
              </a:solidFill>
              <a:prstDash val="solid"/>
              <a:miter/>
              <a:headEnd type="none" w="med" len="med"/>
              <a:tailEnd type="none" w="med" len="med"/>
            </a:ln>
          </p:spPr>
          <p:txBody>
            <a:bodyPr wrap="none">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ts val="590"/>
                </a:spcBef>
                <a:spcAft>
                  <a:spcPts val="590"/>
                </a:spcAft>
                <a:buSzPct val="80000"/>
                <a:buNone/>
              </a:pPr>
              <a:r>
                <a:rPr lang="en-US" altLang="zh-CN" sz="2000" dirty="0">
                  <a:solidFill>
                    <a:srgbClr val="CC0000"/>
                  </a:solidFill>
                  <a:ea typeface="宋体" pitchFamily="2" charset="-122"/>
                </a:rPr>
                <a:t>a[1] [0]</a:t>
              </a:r>
              <a:endParaRPr lang="en-US" altLang="zh-CN" sz="2000" dirty="0">
                <a:solidFill>
                  <a:srgbClr val="CC0000"/>
                </a:solidFill>
                <a:ea typeface="宋体" pitchFamily="2" charset="-122"/>
              </a:endParaRPr>
            </a:p>
          </p:txBody>
        </p:sp>
        <p:sp>
          <p:nvSpPr>
            <p:cNvPr id="68629" name="Text Box 52"/>
            <p:cNvSpPr txBox="1"/>
            <p:nvPr/>
          </p:nvSpPr>
          <p:spPr>
            <a:xfrm>
              <a:off x="3083" y="2192"/>
              <a:ext cx="561" cy="233"/>
            </a:xfrm>
            <a:prstGeom prst="rect">
              <a:avLst/>
            </a:prstGeom>
            <a:noFill/>
            <a:ln w="25400" cap="flat" cmpd="sng">
              <a:solidFill>
                <a:srgbClr val="009900"/>
              </a:solidFill>
              <a:prstDash val="solid"/>
              <a:miter/>
              <a:headEnd type="none" w="med" len="med"/>
              <a:tailEnd type="none" w="med" len="med"/>
            </a:ln>
          </p:spPr>
          <p:txBody>
            <a:bodyPr wrap="none">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ts val="590"/>
                </a:spcBef>
                <a:spcAft>
                  <a:spcPts val="590"/>
                </a:spcAft>
                <a:buSzPct val="80000"/>
                <a:buNone/>
              </a:pPr>
              <a:r>
                <a:rPr lang="en-US" altLang="zh-CN" sz="2000" dirty="0">
                  <a:solidFill>
                    <a:srgbClr val="CC0000"/>
                  </a:solidFill>
                  <a:ea typeface="宋体" pitchFamily="2" charset="-122"/>
                </a:rPr>
                <a:t>a[1] [1]</a:t>
              </a:r>
              <a:endParaRPr lang="en-US" altLang="zh-CN" sz="2000" dirty="0">
                <a:solidFill>
                  <a:srgbClr val="CC0000"/>
                </a:solidFill>
                <a:ea typeface="宋体" pitchFamily="2" charset="-122"/>
              </a:endParaRPr>
            </a:p>
          </p:txBody>
        </p:sp>
        <p:sp>
          <p:nvSpPr>
            <p:cNvPr id="68630" name="Text Box 58"/>
            <p:cNvSpPr txBox="1"/>
            <p:nvPr/>
          </p:nvSpPr>
          <p:spPr>
            <a:xfrm>
              <a:off x="3703" y="1512"/>
              <a:ext cx="561" cy="233"/>
            </a:xfrm>
            <a:prstGeom prst="rect">
              <a:avLst/>
            </a:prstGeom>
            <a:noFill/>
            <a:ln w="25400" cap="flat" cmpd="sng">
              <a:solidFill>
                <a:srgbClr val="C00000"/>
              </a:solidFill>
              <a:prstDash val="solid"/>
              <a:miter/>
              <a:headEnd type="none" w="med" len="med"/>
              <a:tailEnd type="none" w="med" len="med"/>
            </a:ln>
          </p:spPr>
          <p:txBody>
            <a:bodyPr wrap="none">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ts val="590"/>
                </a:spcBef>
                <a:spcAft>
                  <a:spcPts val="590"/>
                </a:spcAft>
                <a:buSzPct val="80000"/>
                <a:buNone/>
              </a:pPr>
              <a:r>
                <a:rPr lang="en-US" altLang="zh-CN" sz="2000" dirty="0">
                  <a:solidFill>
                    <a:srgbClr val="CC0000"/>
                  </a:solidFill>
                  <a:ea typeface="宋体" pitchFamily="2" charset="-122"/>
                </a:rPr>
                <a:t>a[0] [2]</a:t>
              </a:r>
              <a:endParaRPr lang="en-US" altLang="zh-CN" sz="2000" dirty="0">
                <a:solidFill>
                  <a:srgbClr val="CC0000"/>
                </a:solidFill>
                <a:ea typeface="宋体" pitchFamily="2" charset="-122"/>
              </a:endParaRPr>
            </a:p>
          </p:txBody>
        </p:sp>
        <p:sp>
          <p:nvSpPr>
            <p:cNvPr id="68631" name="Text Box 60"/>
            <p:cNvSpPr txBox="1"/>
            <p:nvPr/>
          </p:nvSpPr>
          <p:spPr>
            <a:xfrm>
              <a:off x="3696" y="2192"/>
              <a:ext cx="561" cy="233"/>
            </a:xfrm>
            <a:prstGeom prst="rect">
              <a:avLst/>
            </a:prstGeom>
            <a:noFill/>
            <a:ln w="25400" cap="flat" cmpd="sng">
              <a:solidFill>
                <a:srgbClr val="009900"/>
              </a:solidFill>
              <a:prstDash val="solid"/>
              <a:miter/>
              <a:headEnd type="none" w="med" len="med"/>
              <a:tailEnd type="none" w="med" len="med"/>
            </a:ln>
          </p:spPr>
          <p:txBody>
            <a:bodyPr wrap="none">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ts val="590"/>
                </a:spcBef>
                <a:spcAft>
                  <a:spcPts val="590"/>
                </a:spcAft>
                <a:buSzPct val="80000"/>
                <a:buNone/>
              </a:pPr>
              <a:r>
                <a:rPr lang="en-US" altLang="zh-CN" sz="2000" dirty="0">
                  <a:solidFill>
                    <a:srgbClr val="CC0000"/>
                  </a:solidFill>
                  <a:ea typeface="宋体" pitchFamily="2" charset="-122"/>
                </a:rPr>
                <a:t>a[1] [2]</a:t>
              </a:r>
              <a:endParaRPr lang="en-US" altLang="zh-CN" sz="2000" dirty="0">
                <a:solidFill>
                  <a:srgbClr val="CC0000"/>
                </a:solidFill>
                <a:ea typeface="宋体" pitchFamily="2" charset="-122"/>
              </a:endParaRPr>
            </a:p>
          </p:txBody>
        </p:sp>
      </p:grpSp>
      <p:cxnSp>
        <p:nvCxnSpPr>
          <p:cNvPr id="68616" name="直接连接符 54"/>
          <p:cNvCxnSpPr/>
          <p:nvPr/>
        </p:nvCxnSpPr>
        <p:spPr>
          <a:xfrm>
            <a:off x="4757738" y="4222750"/>
            <a:ext cx="3587750" cy="0"/>
          </a:xfrm>
          <a:prstGeom prst="line">
            <a:avLst/>
          </a:prstGeom>
          <a:ln w="38100" cap="flat" cmpd="sng">
            <a:solidFill>
              <a:srgbClr val="FF0000"/>
            </a:solidFill>
            <a:prstDash val="solid"/>
            <a:headEnd type="none" w="sm" len="sm"/>
            <a:tailEnd type="none" w="sm" len="sm"/>
          </a:ln>
        </p:spPr>
      </p:cxnSp>
      <p:cxnSp>
        <p:nvCxnSpPr>
          <p:cNvPr id="68617" name="直接连接符 56"/>
          <p:cNvCxnSpPr/>
          <p:nvPr/>
        </p:nvCxnSpPr>
        <p:spPr>
          <a:xfrm>
            <a:off x="8345488" y="4222750"/>
            <a:ext cx="0" cy="1079500"/>
          </a:xfrm>
          <a:prstGeom prst="line">
            <a:avLst/>
          </a:prstGeom>
          <a:ln w="38100" cap="flat" cmpd="sng">
            <a:solidFill>
              <a:srgbClr val="FF0000"/>
            </a:solidFill>
            <a:prstDash val="solid"/>
            <a:headEnd type="none" w="sm" len="sm"/>
            <a:tailEnd type="none" w="sm" len="sm"/>
          </a:ln>
        </p:spPr>
      </p:cxnSp>
      <p:cxnSp>
        <p:nvCxnSpPr>
          <p:cNvPr id="68618" name="直接连接符 58"/>
          <p:cNvCxnSpPr/>
          <p:nvPr/>
        </p:nvCxnSpPr>
        <p:spPr>
          <a:xfrm flipH="1">
            <a:off x="4679950" y="5313363"/>
            <a:ext cx="3665538" cy="0"/>
          </a:xfrm>
          <a:prstGeom prst="line">
            <a:avLst/>
          </a:prstGeom>
          <a:ln w="38100" cap="flat" cmpd="sng">
            <a:solidFill>
              <a:srgbClr val="FF0000"/>
            </a:solidFill>
            <a:prstDash val="solid"/>
            <a:headEnd type="none" w="sm" len="sm"/>
            <a:tailEnd type="none" w="sm" len="sm"/>
          </a:ln>
        </p:spPr>
      </p:cxnSp>
      <p:cxnSp>
        <p:nvCxnSpPr>
          <p:cNvPr id="68619" name="直接连接符 61"/>
          <p:cNvCxnSpPr/>
          <p:nvPr/>
        </p:nvCxnSpPr>
        <p:spPr>
          <a:xfrm>
            <a:off x="4679950" y="5313363"/>
            <a:ext cx="0" cy="935037"/>
          </a:xfrm>
          <a:prstGeom prst="line">
            <a:avLst/>
          </a:prstGeom>
          <a:ln w="38100" cap="flat" cmpd="sng">
            <a:solidFill>
              <a:srgbClr val="FF0000"/>
            </a:solidFill>
            <a:prstDash val="solid"/>
            <a:headEnd type="none" w="sm" len="sm"/>
            <a:tailEnd type="none" w="sm" len="sm"/>
          </a:ln>
        </p:spPr>
      </p:cxnSp>
      <p:cxnSp>
        <p:nvCxnSpPr>
          <p:cNvPr id="68620" name="直接箭头连接符 63"/>
          <p:cNvCxnSpPr/>
          <p:nvPr/>
        </p:nvCxnSpPr>
        <p:spPr>
          <a:xfrm>
            <a:off x="4679950" y="6249988"/>
            <a:ext cx="3665538" cy="0"/>
          </a:xfrm>
          <a:prstGeom prst="straightConnector1">
            <a:avLst/>
          </a:prstGeom>
          <a:ln w="38100" cap="flat" cmpd="sng">
            <a:solidFill>
              <a:srgbClr val="FF0000"/>
            </a:solidFill>
            <a:prstDash val="solid"/>
            <a:headEnd type="none" w="sm" len="sm"/>
            <a:tailEnd type="arrow" w="med" len="med"/>
          </a:ln>
        </p:spPr>
      </p:cxnSp>
      <p:sp>
        <p:nvSpPr>
          <p:cNvPr id="62" name="Rectangle 3"/>
          <p:cNvSpPr txBox="1"/>
          <p:nvPr/>
        </p:nvSpPr>
        <p:spPr>
          <a:xfrm>
            <a:off x="4367213" y="1319213"/>
            <a:ext cx="6553200" cy="2614612"/>
          </a:xfrm>
          <a:prstGeom prst="rect">
            <a:avLst/>
          </a:prstGeom>
          <a:noFill/>
          <a:ln w="9525">
            <a:noFill/>
          </a:ln>
        </p:spPr>
        <p:txBody>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342900" lvl="0" indent="-342900" eaLnBrk="1" hangingPunct="1">
              <a:lnSpc>
                <a:spcPct val="90000"/>
              </a:lnSpc>
              <a:spcBef>
                <a:spcPts val="300"/>
              </a:spcBef>
              <a:buNone/>
            </a:pPr>
            <a:r>
              <a:rPr lang="en-US" altLang="zh-CN" sz="2400" dirty="0">
                <a:latin typeface="Courier New" panose="02070409020205090404" pitchFamily="49" charset="0"/>
                <a:ea typeface="宋体" pitchFamily="2" charset="-122"/>
              </a:rPr>
              <a:t>for (i=0; i&lt;m; i++)</a:t>
            </a:r>
            <a:endParaRPr lang="en-US" altLang="zh-CN" sz="2400" dirty="0">
              <a:latin typeface="Courier New" panose="02070409020205090404" pitchFamily="49" charset="0"/>
              <a:ea typeface="宋体" pitchFamily="2" charset="-122"/>
            </a:endParaRPr>
          </a:p>
          <a:p>
            <a:pPr marL="342900" lvl="0" indent="-342900" eaLnBrk="1" hangingPunct="1">
              <a:lnSpc>
                <a:spcPct val="90000"/>
              </a:lnSpc>
              <a:spcBef>
                <a:spcPts val="300"/>
              </a:spcBef>
              <a:buNone/>
            </a:pPr>
            <a:r>
              <a:rPr lang="en-US" altLang="zh-CN" sz="2400" dirty="0">
                <a:latin typeface="Courier New" panose="02070409020205090404" pitchFamily="49" charset="0"/>
                <a:ea typeface="宋体" pitchFamily="2" charset="-122"/>
              </a:rPr>
              <a:t>{</a:t>
            </a:r>
            <a:endParaRPr lang="en-US" altLang="zh-CN" sz="2400" dirty="0">
              <a:latin typeface="Courier New" panose="02070409020205090404" pitchFamily="49" charset="0"/>
              <a:ea typeface="宋体" pitchFamily="2" charset="-122"/>
            </a:endParaRPr>
          </a:p>
          <a:p>
            <a:pPr marL="342900" lvl="0" indent="-342900" eaLnBrk="1" hangingPunct="1">
              <a:lnSpc>
                <a:spcPct val="90000"/>
              </a:lnSpc>
              <a:spcBef>
                <a:spcPts val="300"/>
              </a:spcBef>
              <a:buNone/>
            </a:pPr>
            <a:r>
              <a:rPr lang="en-US" altLang="zh-CN" sz="2400" dirty="0">
                <a:latin typeface="Courier New" panose="02070409020205090404" pitchFamily="49" charset="0"/>
                <a:ea typeface="宋体" pitchFamily="2" charset="-122"/>
              </a:rPr>
              <a:t>	for (j=0; j&lt;n; j++)</a:t>
            </a:r>
            <a:endParaRPr lang="en-US" altLang="zh-CN" sz="2400" dirty="0">
              <a:latin typeface="Courier New" panose="02070409020205090404" pitchFamily="49" charset="0"/>
              <a:ea typeface="宋体" pitchFamily="2" charset="-122"/>
            </a:endParaRPr>
          </a:p>
          <a:p>
            <a:pPr marL="342900" lvl="0" indent="-342900" eaLnBrk="1" hangingPunct="1">
              <a:lnSpc>
                <a:spcPct val="90000"/>
              </a:lnSpc>
              <a:spcBef>
                <a:spcPts val="300"/>
              </a:spcBef>
              <a:buNone/>
            </a:pPr>
            <a:r>
              <a:rPr lang="en-US" altLang="zh-CN" sz="2400" dirty="0">
                <a:latin typeface="Courier New" panose="02070409020205090404" pitchFamily="49" charset="0"/>
                <a:ea typeface="宋体" pitchFamily="2" charset="-122"/>
              </a:rPr>
              <a:t>  {</a:t>
            </a:r>
            <a:endParaRPr lang="en-US" altLang="zh-CN" sz="2400" dirty="0">
              <a:latin typeface="Courier New" panose="02070409020205090404" pitchFamily="49" charset="0"/>
              <a:ea typeface="宋体" pitchFamily="2" charset="-122"/>
            </a:endParaRPr>
          </a:p>
          <a:p>
            <a:pPr marL="342900" lvl="0" indent="-342900" eaLnBrk="1" hangingPunct="1">
              <a:lnSpc>
                <a:spcPct val="90000"/>
              </a:lnSpc>
              <a:spcBef>
                <a:spcPts val="300"/>
              </a:spcBef>
              <a:buNone/>
            </a:pPr>
            <a:r>
              <a:rPr lang="en-US" altLang="zh-CN" sz="2400" dirty="0">
                <a:latin typeface="Courier New" panose="02070409020205090404" pitchFamily="49" charset="0"/>
                <a:ea typeface="宋体" pitchFamily="2" charset="-122"/>
              </a:rPr>
              <a:t>     printf(</a:t>
            </a:r>
            <a:r>
              <a:rPr lang="en-US" altLang="zh-CN" dirty="0">
                <a:latin typeface="Courier New" panose="02070409020205090404" pitchFamily="49" charset="0"/>
                <a:ea typeface="宋体" pitchFamily="2" charset="-122"/>
              </a:rPr>
              <a:t>"</a:t>
            </a:r>
            <a:r>
              <a:rPr lang="en-US" altLang="zh-CN" sz="2400" dirty="0">
                <a:latin typeface="Courier New" panose="02070409020205090404" pitchFamily="49" charset="0"/>
                <a:ea typeface="宋体" pitchFamily="2" charset="-122"/>
              </a:rPr>
              <a:t>%d</a:t>
            </a:r>
            <a:r>
              <a:rPr lang="en-US" altLang="zh-CN" dirty="0">
                <a:latin typeface="Courier New" panose="02070409020205090404" pitchFamily="49" charset="0"/>
                <a:ea typeface="宋体" pitchFamily="2" charset="-122"/>
              </a:rPr>
              <a:t>"</a:t>
            </a:r>
            <a:r>
              <a:rPr lang="en-US" altLang="zh-CN" sz="2400" dirty="0">
                <a:latin typeface="Courier New" panose="02070409020205090404" pitchFamily="49" charset="0"/>
                <a:ea typeface="宋体" pitchFamily="2" charset="-122"/>
              </a:rPr>
              <a:t>,</a:t>
            </a:r>
            <a:r>
              <a:rPr lang="en-US" altLang="zh-CN" sz="2400" dirty="0">
                <a:solidFill>
                  <a:srgbClr val="333399"/>
                </a:solidFill>
                <a:latin typeface="Courier New" panose="02070409020205090404" pitchFamily="49" charset="0"/>
                <a:ea typeface="宋体" pitchFamily="2" charset="-122"/>
              </a:rPr>
              <a:t> *(p+</a:t>
            </a:r>
            <a:r>
              <a:rPr lang="en-US" altLang="zh-CN" sz="2400" dirty="0">
                <a:solidFill>
                  <a:srgbClr val="C00000"/>
                </a:solidFill>
                <a:latin typeface="Courier New" panose="02070409020205090404" pitchFamily="49" charset="0"/>
                <a:ea typeface="宋体" pitchFamily="2" charset="-122"/>
              </a:rPr>
              <a:t>i*n+j</a:t>
            </a:r>
            <a:r>
              <a:rPr lang="en-US" altLang="zh-CN" sz="2400" dirty="0">
                <a:solidFill>
                  <a:srgbClr val="333399"/>
                </a:solidFill>
                <a:latin typeface="Courier New" panose="02070409020205090404" pitchFamily="49" charset="0"/>
                <a:ea typeface="宋体" pitchFamily="2" charset="-122"/>
              </a:rPr>
              <a:t>)</a:t>
            </a:r>
            <a:r>
              <a:rPr lang="en-US" altLang="zh-CN" sz="2400" dirty="0">
                <a:latin typeface="Courier New" panose="02070409020205090404" pitchFamily="49" charset="0"/>
                <a:ea typeface="宋体" pitchFamily="2" charset="-122"/>
              </a:rPr>
              <a:t>);</a:t>
            </a:r>
            <a:endParaRPr lang="en-US" altLang="zh-CN" sz="2400" dirty="0">
              <a:latin typeface="Courier New" panose="02070409020205090404" pitchFamily="49" charset="0"/>
              <a:ea typeface="宋体" pitchFamily="2" charset="-122"/>
            </a:endParaRPr>
          </a:p>
          <a:p>
            <a:pPr marL="342900" lvl="0" indent="-342900" eaLnBrk="1" hangingPunct="1">
              <a:lnSpc>
                <a:spcPct val="90000"/>
              </a:lnSpc>
              <a:spcBef>
                <a:spcPts val="300"/>
              </a:spcBef>
              <a:buNone/>
            </a:pPr>
            <a:r>
              <a:rPr lang="en-US" altLang="zh-CN" sz="2400" dirty="0">
                <a:solidFill>
                  <a:srgbClr val="000066"/>
                </a:solidFill>
                <a:latin typeface="Courier New" panose="02070409020205090404" pitchFamily="49" charset="0"/>
                <a:ea typeface="宋体" pitchFamily="2" charset="-122"/>
              </a:rPr>
              <a:t>  </a:t>
            </a:r>
            <a:r>
              <a:rPr lang="en-US" altLang="zh-CN" sz="2400" dirty="0">
                <a:latin typeface="Courier New" panose="02070409020205090404" pitchFamily="49" charset="0"/>
                <a:ea typeface="宋体" pitchFamily="2" charset="-122"/>
              </a:rPr>
              <a:t>}</a:t>
            </a:r>
            <a:endParaRPr lang="en-US" altLang="zh-CN" sz="2400" dirty="0">
              <a:latin typeface="Courier New" panose="02070409020205090404" pitchFamily="49" charset="0"/>
              <a:ea typeface="宋体" pitchFamily="2" charset="-122"/>
            </a:endParaRPr>
          </a:p>
          <a:p>
            <a:pPr marL="342900" lvl="0" indent="-342900" eaLnBrk="1" hangingPunct="1">
              <a:lnSpc>
                <a:spcPct val="90000"/>
              </a:lnSpc>
              <a:spcBef>
                <a:spcPts val="300"/>
              </a:spcBef>
              <a:buNone/>
            </a:pPr>
            <a:r>
              <a:rPr lang="en-US" altLang="zh-CN" sz="2400" dirty="0">
                <a:latin typeface="Courier New" panose="02070409020205090404" pitchFamily="49" charset="0"/>
                <a:ea typeface="宋体" pitchFamily="2" charset="-122"/>
              </a:rPr>
              <a:t>}</a:t>
            </a:r>
            <a:endParaRPr lang="zh-CN" altLang="en-US" dirty="0">
              <a:latin typeface="楷体_GB2312" pitchFamily="49" charset="-122"/>
              <a:ea typeface="楷体_GB2312" pitchFamily="49" charset="-122"/>
            </a:endParaRPr>
          </a:p>
          <a:p>
            <a:pPr marL="342900" lvl="0" indent="-342900" eaLnBrk="1" hangingPunct="1">
              <a:lnSpc>
                <a:spcPct val="90000"/>
              </a:lnSpc>
              <a:spcBef>
                <a:spcPct val="20000"/>
              </a:spcBef>
            </a:pPr>
            <a:endParaRPr lang="zh-CN" altLang="en-US" sz="2800" dirty="0">
              <a:solidFill>
                <a:srgbClr val="000066"/>
              </a:solidFill>
              <a:latin typeface="黑体" panose="02010609060101010101" pitchFamily="49" charset="-122"/>
            </a:endParaRPr>
          </a:p>
          <a:p>
            <a:pPr marL="342900" lvl="0" indent="-342900" eaLnBrk="1" hangingPunct="1">
              <a:lnSpc>
                <a:spcPct val="90000"/>
              </a:lnSpc>
              <a:spcBef>
                <a:spcPct val="20000"/>
              </a:spcBef>
              <a:buFont typeface="Monotype Sorts"/>
              <a:buNone/>
            </a:pPr>
            <a:endParaRPr lang="zh-CN" altLang="en-US" sz="2000" dirty="0">
              <a:solidFill>
                <a:schemeClr val="accent2"/>
              </a:solidFill>
              <a:latin typeface="Franklin Gothic Book" pitchFamily="34" charset="0"/>
            </a:endParaRPr>
          </a:p>
        </p:txBody>
      </p:sp>
      <p:sp>
        <p:nvSpPr>
          <p:cNvPr id="63" name="Rectangle 3"/>
          <p:cNvSpPr txBox="1">
            <a:spLocks noChangeArrowheads="1"/>
          </p:cNvSpPr>
          <p:nvPr/>
        </p:nvSpPr>
        <p:spPr bwMode="auto">
          <a:xfrm>
            <a:off x="1449388" y="2492375"/>
            <a:ext cx="3040063" cy="1152525"/>
          </a:xfrm>
          <a:prstGeom prst="rect">
            <a:avLst/>
          </a:prstGeom>
          <a:noFill/>
          <a:ln w="9525">
            <a:noFill/>
            <a:miter lim="800000"/>
          </a:ln>
          <a:effectLst/>
        </p:spPr>
        <p:txBody>
          <a:bodyPr lIns="92075" tIns="46037" rIns="92075" bIns="46037"/>
          <a:lstStyle/>
          <a:p>
            <a:pPr marR="0" defTabSz="914400" eaLnBrk="1" hangingPunct="1">
              <a:lnSpc>
                <a:spcPct val="110000"/>
              </a:lnSpc>
              <a:spcBef>
                <a:spcPts val="0"/>
              </a:spcBef>
              <a:buClr>
                <a:srgbClr val="FFCC66"/>
              </a:buClr>
              <a:buSzPct val="80000"/>
              <a:buFontTx/>
              <a:buNone/>
              <a:defRPr/>
            </a:pPr>
            <a:r>
              <a:rPr kumimoji="1" lang="en-US" altLang="zh-CN" sz="2400" kern="1200" cap="none" spc="0" normalizeH="0" baseline="0" noProof="0" dirty="0" err="1">
                <a:solidFill>
                  <a:srgbClr val="0000CC"/>
                </a:solidFill>
                <a:effectLst>
                  <a:outerShdw blurRad="38100" dist="38100" dir="2700000" algn="tl">
                    <a:srgbClr val="C0C0C0"/>
                  </a:outerShdw>
                </a:effectLst>
                <a:latin typeface="Courier New" panose="02070409020205090404" pitchFamily="49" charset="0"/>
                <a:ea typeface="宋体" pitchFamily="2" charset="-122"/>
                <a:cs typeface="+mn-cs"/>
              </a:rPr>
              <a:t>int</a:t>
            </a:r>
            <a:r>
              <a:rPr kumimoji="1" lang="en-US" altLang="zh-CN" sz="2400" kern="1200" cap="none" spc="0" normalizeH="0" baseline="0" noProof="0" dirty="0">
                <a:solidFill>
                  <a:srgbClr val="C00000"/>
                </a:solidFill>
                <a:effectLst>
                  <a:outerShdw blurRad="38100" dist="38100" dir="2700000" algn="tl">
                    <a:srgbClr val="C0C0C0"/>
                  </a:outerShdw>
                </a:effectLst>
                <a:latin typeface="Courier New" panose="02070409020205090404" pitchFamily="49" charset="0"/>
                <a:ea typeface="宋体" pitchFamily="2" charset="-122"/>
                <a:cs typeface="+mn-cs"/>
              </a:rPr>
              <a:t> </a:t>
            </a:r>
            <a:r>
              <a:rPr kumimoji="1" lang="zh-CN" altLang="en-US" sz="2400" kern="1200" cap="none" spc="0" normalizeH="0" baseline="0" noProof="0" dirty="0">
                <a:effectLst>
                  <a:outerShdw blurRad="38100" dist="38100" dir="2700000" algn="tl">
                    <a:srgbClr val="C0C0C0"/>
                  </a:outerShdw>
                </a:effectLst>
                <a:latin typeface="Courier New" panose="02070409020205090404" pitchFamily="49" charset="0"/>
                <a:ea typeface="宋体" pitchFamily="2" charset="-122"/>
                <a:cs typeface="+mn-cs"/>
              </a:rPr>
              <a:t>*</a:t>
            </a:r>
            <a:r>
              <a:rPr kumimoji="1" lang="en-US" altLang="zh-CN" sz="2400" kern="1200" cap="none" spc="0" normalizeH="0" baseline="0" noProof="0" dirty="0">
                <a:effectLst>
                  <a:outerShdw blurRad="38100" dist="38100" dir="2700000" algn="tl">
                    <a:srgbClr val="C0C0C0"/>
                  </a:outerShdw>
                </a:effectLst>
                <a:latin typeface="Courier New" panose="02070409020205090404" pitchFamily="49" charset="0"/>
                <a:ea typeface="宋体" pitchFamily="2" charset="-122"/>
                <a:cs typeface="+mn-cs"/>
              </a:rPr>
              <a:t>p; </a:t>
            </a:r>
            <a:endParaRPr kumimoji="1" lang="en-US" altLang="zh-CN" sz="2400" kern="1200" cap="none" spc="0" normalizeH="0" baseline="0" noProof="0" dirty="0">
              <a:effectLst>
                <a:outerShdw blurRad="38100" dist="38100" dir="2700000" algn="tl">
                  <a:srgbClr val="C0C0C0"/>
                </a:outerShdw>
              </a:effectLst>
              <a:latin typeface="Courier New" panose="02070409020205090404" pitchFamily="49" charset="0"/>
              <a:ea typeface="宋体" pitchFamily="2" charset="-122"/>
              <a:cs typeface="+mn-cs"/>
            </a:endParaRPr>
          </a:p>
          <a:p>
            <a:pPr marR="0" defTabSz="914400" eaLnBrk="1" hangingPunct="1">
              <a:lnSpc>
                <a:spcPct val="110000"/>
              </a:lnSpc>
              <a:spcBef>
                <a:spcPts val="0"/>
              </a:spcBef>
              <a:buClr>
                <a:srgbClr val="FFCC66"/>
              </a:buClr>
              <a:buSzPct val="80000"/>
              <a:buFontTx/>
              <a:buNone/>
              <a:defRPr/>
            </a:pPr>
            <a:r>
              <a:rPr kumimoji="1" lang="en-US" altLang="zh-CN" sz="2400" kern="1200" cap="none" spc="0" normalizeH="0" baseline="0" noProof="0" dirty="0">
                <a:effectLst>
                  <a:outerShdw blurRad="38100" dist="38100" dir="2700000" algn="tl">
                    <a:srgbClr val="C0C0C0"/>
                  </a:outerShdw>
                </a:effectLst>
                <a:latin typeface="Courier New" panose="02070409020205090404" pitchFamily="49" charset="0"/>
                <a:ea typeface="宋体" pitchFamily="2" charset="-122"/>
                <a:cs typeface="+mn-cs"/>
              </a:rPr>
              <a:t>p = </a:t>
            </a:r>
            <a:r>
              <a:rPr kumimoji="1" lang="en-US" altLang="zh-CN" sz="2400" kern="1200" cap="none" spc="0" normalizeH="0" baseline="0" noProof="0" dirty="0">
                <a:solidFill>
                  <a:srgbClr val="C00000"/>
                </a:solidFill>
                <a:effectLst>
                  <a:outerShdw blurRad="38100" dist="38100" dir="2700000" algn="tl">
                    <a:srgbClr val="C0C0C0"/>
                  </a:outerShdw>
                </a:effectLst>
                <a:latin typeface="Courier New" panose="02070409020205090404" pitchFamily="49" charset="0"/>
                <a:ea typeface="宋体" pitchFamily="2" charset="-122"/>
                <a:cs typeface="+mn-cs"/>
              </a:rPr>
              <a:t>&amp;a[0][0]</a:t>
            </a:r>
            <a:r>
              <a:rPr kumimoji="1" lang="en-US" altLang="zh-CN" sz="2400" kern="1200" cap="none" spc="0" normalizeH="0" baseline="0" noProof="0" dirty="0">
                <a:effectLst>
                  <a:outerShdw blurRad="38100" dist="38100" dir="2700000" algn="tl">
                    <a:srgbClr val="C0C0C0"/>
                  </a:outerShdw>
                </a:effectLst>
                <a:latin typeface="Courier New" panose="02070409020205090404" pitchFamily="49" charset="0"/>
                <a:ea typeface="宋体" pitchFamily="2" charset="-122"/>
                <a:cs typeface="+mn-cs"/>
              </a:rPr>
              <a:t>; </a:t>
            </a:r>
            <a:endParaRPr kumimoji="1" lang="zh-CN" altLang="en-US" sz="2400" kern="1200" cap="none" spc="0" normalizeH="0" baseline="0" noProof="0" dirty="0">
              <a:solidFill>
                <a:srgbClr val="CC0000"/>
              </a:solidFill>
              <a:effectLst>
                <a:outerShdw blurRad="38100" dist="38100" dir="2700000" algn="tl">
                  <a:srgbClr val="C0C0C0"/>
                </a:outerShdw>
              </a:effectLst>
              <a:latin typeface="Arial" panose="020B0604020202090204" pitchFamily="34" charset="0"/>
              <a:ea typeface="黑体" panose="02010609060101010101" pitchFamily="49"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690179">
                                            <p:txEl>
                                              <p:pRg st="0" end="0"/>
                                            </p:txEl>
                                          </p:spTgt>
                                        </p:tgtEl>
                                        <p:attrNameLst>
                                          <p:attrName>style.visibility</p:attrName>
                                        </p:attrNameLst>
                                      </p:cBhvr>
                                      <p:to>
                                        <p:strVal val="visible"/>
                                      </p:to>
                                    </p:set>
                                    <p:anim calcmode="lin" valueType="num">
                                      <p:cBhvr>
                                        <p:cTn id="7" dur="500" fill="hold"/>
                                        <p:tgtEl>
                                          <p:spTgt spid="690179">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690179">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690179">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690179">
                                            <p:txEl>
                                              <p:pRg st="1" end="1"/>
                                            </p:txEl>
                                          </p:spTgt>
                                        </p:tgtEl>
                                        <p:attrNameLst>
                                          <p:attrName>style.visibility</p:attrName>
                                        </p:attrNameLst>
                                      </p:cBhvr>
                                      <p:to>
                                        <p:strVal val="visible"/>
                                      </p:to>
                                    </p:set>
                                    <p:anim calcmode="lin" valueType="num">
                                      <p:cBhvr>
                                        <p:cTn id="14" dur="500" fill="hold"/>
                                        <p:tgtEl>
                                          <p:spTgt spid="690179">
                                            <p:txEl>
                                              <p:pRg st="1" end="1"/>
                                            </p:txEl>
                                          </p:spTgt>
                                        </p:tgtEl>
                                        <p:attrNameLst>
                                          <p:attrName>ppt_w</p:attrName>
                                        </p:attrNameLst>
                                      </p:cBhvr>
                                      <p:tavLst>
                                        <p:tav tm="0">
                                          <p:val>
                                            <p:fltVal val="0"/>
                                          </p:val>
                                        </p:tav>
                                        <p:tav tm="100000">
                                          <p:val>
                                            <p:strVal val="#ppt_w"/>
                                          </p:val>
                                        </p:tav>
                                      </p:tavLst>
                                    </p:anim>
                                    <p:anim calcmode="lin" valueType="num">
                                      <p:cBhvr>
                                        <p:cTn id="15" dur="500" fill="hold"/>
                                        <p:tgtEl>
                                          <p:spTgt spid="690179">
                                            <p:txEl>
                                              <p:pRg st="1" end="1"/>
                                            </p:txEl>
                                          </p:spTgt>
                                        </p:tgtEl>
                                        <p:attrNameLst>
                                          <p:attrName>ppt_h</p:attrName>
                                        </p:attrNameLst>
                                      </p:cBhvr>
                                      <p:tavLst>
                                        <p:tav tm="0">
                                          <p:val>
                                            <p:fltVal val="0"/>
                                          </p:val>
                                        </p:tav>
                                        <p:tav tm="100000">
                                          <p:val>
                                            <p:strVal val="#ppt_h"/>
                                          </p:val>
                                        </p:tav>
                                      </p:tavLst>
                                    </p:anim>
                                    <p:animEffect transition="in" filter="fade">
                                      <p:cBhvr>
                                        <p:cTn id="16" dur="500"/>
                                        <p:tgtEl>
                                          <p:spTgt spid="690179">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62">
                                            <p:txEl>
                                              <p:pRg st="0" end="0"/>
                                            </p:txEl>
                                          </p:spTgt>
                                        </p:tgtEl>
                                        <p:attrNameLst>
                                          <p:attrName>style.visibility</p:attrName>
                                        </p:attrNameLst>
                                      </p:cBhvr>
                                      <p:to>
                                        <p:strVal val="visible"/>
                                      </p:to>
                                    </p:set>
                                    <p:animEffect transition="in" filter="wipe(left)">
                                      <p:cBhvr>
                                        <p:cTn id="21" dur="500"/>
                                        <p:tgtEl>
                                          <p:spTgt spid="62">
                                            <p:txEl>
                                              <p:pRg st="0" end="0"/>
                                            </p:txEl>
                                          </p:spTgt>
                                        </p:tgtEl>
                                      </p:cBhvr>
                                    </p:animEffect>
                                  </p:childTnLst>
                                </p:cTn>
                              </p:par>
                              <p:par>
                                <p:cTn id="22" presetID="22" presetClass="entr" presetSubtype="8" fill="hold" grpId="0" nodeType="withEffect">
                                  <p:stCondLst>
                                    <p:cond delay="0"/>
                                  </p:stCondLst>
                                  <p:childTnLst>
                                    <p:set>
                                      <p:cBhvr>
                                        <p:cTn id="23" dur="1" fill="hold">
                                          <p:stCondLst>
                                            <p:cond delay="0"/>
                                          </p:stCondLst>
                                        </p:cTn>
                                        <p:tgtEl>
                                          <p:spTgt spid="62">
                                            <p:txEl>
                                              <p:pRg st="1" end="1"/>
                                            </p:txEl>
                                          </p:spTgt>
                                        </p:tgtEl>
                                        <p:attrNameLst>
                                          <p:attrName>style.visibility</p:attrName>
                                        </p:attrNameLst>
                                      </p:cBhvr>
                                      <p:to>
                                        <p:strVal val="visible"/>
                                      </p:to>
                                    </p:set>
                                    <p:animEffect transition="in" filter="wipe(left)">
                                      <p:cBhvr>
                                        <p:cTn id="24" dur="500"/>
                                        <p:tgtEl>
                                          <p:spTgt spid="62">
                                            <p:txEl>
                                              <p:pRg st="1" end="1"/>
                                            </p:txEl>
                                          </p:spTgt>
                                        </p:tgtEl>
                                      </p:cBhvr>
                                    </p:animEffect>
                                  </p:childTnLst>
                                </p:cTn>
                              </p:par>
                              <p:par>
                                <p:cTn id="25" presetID="22" presetClass="entr" presetSubtype="8" fill="hold" grpId="0" nodeType="withEffect">
                                  <p:stCondLst>
                                    <p:cond delay="0"/>
                                  </p:stCondLst>
                                  <p:childTnLst>
                                    <p:set>
                                      <p:cBhvr>
                                        <p:cTn id="26" dur="1" fill="hold">
                                          <p:stCondLst>
                                            <p:cond delay="0"/>
                                          </p:stCondLst>
                                        </p:cTn>
                                        <p:tgtEl>
                                          <p:spTgt spid="62">
                                            <p:txEl>
                                              <p:pRg st="2" end="2"/>
                                            </p:txEl>
                                          </p:spTgt>
                                        </p:tgtEl>
                                        <p:attrNameLst>
                                          <p:attrName>style.visibility</p:attrName>
                                        </p:attrNameLst>
                                      </p:cBhvr>
                                      <p:to>
                                        <p:strVal val="visible"/>
                                      </p:to>
                                    </p:set>
                                    <p:animEffect transition="in" filter="wipe(left)">
                                      <p:cBhvr>
                                        <p:cTn id="27" dur="500"/>
                                        <p:tgtEl>
                                          <p:spTgt spid="62">
                                            <p:txEl>
                                              <p:pRg st="2" end="2"/>
                                            </p:txEl>
                                          </p:spTgt>
                                        </p:tgtEl>
                                      </p:cBhvr>
                                    </p:animEffect>
                                  </p:childTnLst>
                                </p:cTn>
                              </p:par>
                              <p:par>
                                <p:cTn id="28" presetID="22" presetClass="entr" presetSubtype="8" fill="hold" grpId="0" nodeType="withEffect">
                                  <p:stCondLst>
                                    <p:cond delay="0"/>
                                  </p:stCondLst>
                                  <p:childTnLst>
                                    <p:set>
                                      <p:cBhvr>
                                        <p:cTn id="29" dur="1" fill="hold">
                                          <p:stCondLst>
                                            <p:cond delay="0"/>
                                          </p:stCondLst>
                                        </p:cTn>
                                        <p:tgtEl>
                                          <p:spTgt spid="62">
                                            <p:txEl>
                                              <p:pRg st="3" end="3"/>
                                            </p:txEl>
                                          </p:spTgt>
                                        </p:tgtEl>
                                        <p:attrNameLst>
                                          <p:attrName>style.visibility</p:attrName>
                                        </p:attrNameLst>
                                      </p:cBhvr>
                                      <p:to>
                                        <p:strVal val="visible"/>
                                      </p:to>
                                    </p:set>
                                    <p:animEffect transition="in" filter="wipe(left)">
                                      <p:cBhvr>
                                        <p:cTn id="30" dur="500"/>
                                        <p:tgtEl>
                                          <p:spTgt spid="62">
                                            <p:txEl>
                                              <p:pRg st="3" end="3"/>
                                            </p:txEl>
                                          </p:spTgt>
                                        </p:tgtEl>
                                      </p:cBhvr>
                                    </p:animEffect>
                                  </p:childTnLst>
                                </p:cTn>
                              </p:par>
                              <p:par>
                                <p:cTn id="31" presetID="22" presetClass="entr" presetSubtype="8" fill="hold" grpId="0" nodeType="withEffect">
                                  <p:stCondLst>
                                    <p:cond delay="0"/>
                                  </p:stCondLst>
                                  <p:childTnLst>
                                    <p:set>
                                      <p:cBhvr>
                                        <p:cTn id="32" dur="1" fill="hold">
                                          <p:stCondLst>
                                            <p:cond delay="0"/>
                                          </p:stCondLst>
                                        </p:cTn>
                                        <p:tgtEl>
                                          <p:spTgt spid="62">
                                            <p:txEl>
                                              <p:pRg st="4" end="4"/>
                                            </p:txEl>
                                          </p:spTgt>
                                        </p:tgtEl>
                                        <p:attrNameLst>
                                          <p:attrName>style.visibility</p:attrName>
                                        </p:attrNameLst>
                                      </p:cBhvr>
                                      <p:to>
                                        <p:strVal val="visible"/>
                                      </p:to>
                                    </p:set>
                                    <p:animEffect transition="in" filter="wipe(left)">
                                      <p:cBhvr>
                                        <p:cTn id="33" dur="500"/>
                                        <p:tgtEl>
                                          <p:spTgt spid="62">
                                            <p:txEl>
                                              <p:pRg st="4" end="4"/>
                                            </p:txEl>
                                          </p:spTgt>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62">
                                            <p:txEl>
                                              <p:pRg st="5" end="5"/>
                                            </p:txEl>
                                          </p:spTgt>
                                        </p:tgtEl>
                                        <p:attrNameLst>
                                          <p:attrName>style.visibility</p:attrName>
                                        </p:attrNameLst>
                                      </p:cBhvr>
                                      <p:to>
                                        <p:strVal val="visible"/>
                                      </p:to>
                                    </p:set>
                                    <p:animEffect transition="in" filter="wipe(left)">
                                      <p:cBhvr>
                                        <p:cTn id="36" dur="500"/>
                                        <p:tgtEl>
                                          <p:spTgt spid="62">
                                            <p:txEl>
                                              <p:pRg st="5" end="5"/>
                                            </p:txEl>
                                          </p:spTgt>
                                        </p:tgtEl>
                                      </p:cBhvr>
                                    </p:animEffect>
                                  </p:childTnLst>
                                </p:cTn>
                              </p:par>
                              <p:par>
                                <p:cTn id="37" presetID="22" presetClass="entr" presetSubtype="8" fill="hold" grpId="0" nodeType="withEffect">
                                  <p:stCondLst>
                                    <p:cond delay="0"/>
                                  </p:stCondLst>
                                  <p:childTnLst>
                                    <p:set>
                                      <p:cBhvr>
                                        <p:cTn id="38" dur="1" fill="hold">
                                          <p:stCondLst>
                                            <p:cond delay="0"/>
                                          </p:stCondLst>
                                        </p:cTn>
                                        <p:tgtEl>
                                          <p:spTgt spid="62">
                                            <p:txEl>
                                              <p:pRg st="6" end="6"/>
                                            </p:txEl>
                                          </p:spTgt>
                                        </p:tgtEl>
                                        <p:attrNameLst>
                                          <p:attrName>style.visibility</p:attrName>
                                        </p:attrNameLst>
                                      </p:cBhvr>
                                      <p:to>
                                        <p:strVal val="visible"/>
                                      </p:to>
                                    </p:set>
                                    <p:animEffect transition="in" filter="wipe(left)">
                                      <p:cBhvr>
                                        <p:cTn id="39" dur="500"/>
                                        <p:tgtEl>
                                          <p:spTgt spid="62">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 grpId="0" build="p"/>
    </p:bldLst>
  </p:timing>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9634" name="Rectangle 3"/>
          <p:cNvSpPr>
            <a:spLocks noGrp="1"/>
          </p:cNvSpPr>
          <p:nvPr>
            <p:ph idx="1"/>
          </p:nvPr>
        </p:nvSpPr>
        <p:spPr>
          <a:xfrm>
            <a:off x="1271588" y="1268413"/>
            <a:ext cx="8655050" cy="1155700"/>
          </a:xfrm>
        </p:spPr>
        <p:txBody>
          <a:bodyPr vert="horz" wrap="square" lIns="91440" tIns="45720" rIns="91440" bIns="45720" anchor="t" anchorCtr="0"/>
          <a:lstStyle/>
          <a:p>
            <a:pPr>
              <a:buSzPct val="50000"/>
              <a:buFont typeface="Monotype Sorts"/>
              <a:buNone/>
            </a:pPr>
            <a:r>
              <a:rPr lang="en-US" altLang="zh-CN" kern="1200" dirty="0">
                <a:latin typeface="Arial" panose="020B0604020202090204" pitchFamily="34" charset="0"/>
                <a:ea typeface="黑体" panose="02010609060101010101" pitchFamily="49" charset="-122"/>
                <a:cs typeface="Arial" panose="020B0604020202090204" pitchFamily="34" charset="0"/>
              </a:rPr>
              <a:t>【</a:t>
            </a:r>
            <a:r>
              <a:rPr lang="zh-CN" altLang="en-US" kern="1200" dirty="0">
                <a:latin typeface="Arial" panose="020B0604020202090204" pitchFamily="34" charset="0"/>
                <a:ea typeface="黑体" panose="02010609060101010101" pitchFamily="49" charset="-122"/>
                <a:cs typeface="Arial" panose="020B0604020202090204" pitchFamily="34" charset="0"/>
              </a:rPr>
              <a:t>例</a:t>
            </a:r>
            <a:r>
              <a:rPr lang="en-US" altLang="zh-CN" kern="1200" dirty="0">
                <a:latin typeface="Arial" panose="020B0604020202090204" pitchFamily="34" charset="0"/>
                <a:ea typeface="黑体" panose="02010609060101010101" pitchFamily="49" charset="-122"/>
                <a:cs typeface="Arial" panose="020B0604020202090204" pitchFamily="34" charset="0"/>
              </a:rPr>
              <a:t>】</a:t>
            </a:r>
            <a:r>
              <a:rPr lang="zh-CN" altLang="en-US" kern="1200" dirty="0">
                <a:latin typeface="Arial" panose="020B0604020202090204" pitchFamily="34" charset="0"/>
                <a:ea typeface="黑体" panose="02010609060101010101" pitchFamily="49" charset="-122"/>
                <a:cs typeface="Arial" panose="020B0604020202090204" pitchFamily="34" charset="0"/>
              </a:rPr>
              <a:t>输入一个</a:t>
            </a:r>
            <a:r>
              <a:rPr lang="en-US" altLang="zh-CN" kern="1200" dirty="0">
                <a:latin typeface="Arial" panose="020B0604020202090204" pitchFamily="34" charset="0"/>
                <a:ea typeface="黑体" panose="02010609060101010101" pitchFamily="49" charset="-122"/>
                <a:cs typeface="Arial" panose="020B0604020202090204" pitchFamily="34" charset="0"/>
              </a:rPr>
              <a:t>3</a:t>
            </a:r>
            <a:r>
              <a:rPr lang="zh-CN" altLang="en-US" kern="1200" dirty="0">
                <a:latin typeface="Arial" panose="020B0604020202090204" pitchFamily="34" charset="0"/>
                <a:ea typeface="黑体" panose="02010609060101010101" pitchFamily="49" charset="-122"/>
                <a:cs typeface="Arial" panose="020B0604020202090204" pitchFamily="34" charset="0"/>
              </a:rPr>
              <a:t>行</a:t>
            </a:r>
            <a:r>
              <a:rPr lang="en-US" altLang="zh-CN" kern="1200" dirty="0">
                <a:latin typeface="Arial" panose="020B0604020202090204" pitchFamily="34" charset="0"/>
                <a:ea typeface="黑体" panose="02010609060101010101" pitchFamily="49" charset="-122"/>
                <a:cs typeface="Arial" panose="020B0604020202090204" pitchFamily="34" charset="0"/>
              </a:rPr>
              <a:t>4</a:t>
            </a:r>
            <a:r>
              <a:rPr lang="zh-CN" altLang="en-US" kern="1200" dirty="0">
                <a:latin typeface="Arial" panose="020B0604020202090204" pitchFamily="34" charset="0"/>
                <a:ea typeface="黑体" panose="02010609060101010101" pitchFamily="49" charset="-122"/>
                <a:cs typeface="Arial" panose="020B0604020202090204" pitchFamily="34" charset="0"/>
              </a:rPr>
              <a:t>列的二维数组，然后输出这个二维数组的元素值 </a:t>
            </a:r>
            <a:endParaRPr lang="zh-CN" altLang="en-US" kern="1200" dirty="0">
              <a:latin typeface="Arial" panose="020B0604020202090204" pitchFamily="34" charset="0"/>
              <a:ea typeface="Arial" panose="020B0604020202090204" pitchFamily="34" charset="0"/>
              <a:cs typeface="+mn-cs"/>
            </a:endParaRPr>
          </a:p>
        </p:txBody>
      </p:sp>
      <p:pic>
        <p:nvPicPr>
          <p:cNvPr id="69635" name="Picture 8"/>
          <p:cNvPicPr>
            <a:picLocks noChangeAspect="1"/>
          </p:cNvPicPr>
          <p:nvPr/>
        </p:nvPicPr>
        <p:blipFill>
          <a:blip r:embed="rId1"/>
          <a:stretch>
            <a:fillRect/>
          </a:stretch>
        </p:blipFill>
        <p:spPr>
          <a:xfrm>
            <a:off x="1727200" y="2408238"/>
            <a:ext cx="4762500" cy="2965450"/>
          </a:xfrm>
          <a:prstGeom prst="rect">
            <a:avLst/>
          </a:prstGeom>
          <a:noFill/>
          <a:ln w="57150" cap="flat" cmpd="thickThin">
            <a:solidFill>
              <a:srgbClr val="000080"/>
            </a:solidFill>
            <a:prstDash val="solid"/>
            <a:miter/>
            <a:headEnd type="none" w="sm" len="sm"/>
            <a:tailEnd type="none" w="sm" len="sm"/>
          </a:ln>
        </p:spPr>
      </p:pic>
      <p:pic>
        <p:nvPicPr>
          <p:cNvPr id="69636" name="Picture 9"/>
          <p:cNvPicPr>
            <a:picLocks noChangeAspect="1"/>
          </p:cNvPicPr>
          <p:nvPr/>
        </p:nvPicPr>
        <p:blipFill>
          <a:blip r:embed="rId2"/>
          <a:stretch>
            <a:fillRect/>
          </a:stretch>
        </p:blipFill>
        <p:spPr>
          <a:xfrm>
            <a:off x="6057900" y="3546475"/>
            <a:ext cx="4873625" cy="3195638"/>
          </a:xfrm>
          <a:prstGeom prst="rect">
            <a:avLst/>
          </a:prstGeom>
          <a:noFill/>
          <a:ln w="57150" cap="flat" cmpd="thickThin">
            <a:solidFill>
              <a:srgbClr val="000080"/>
            </a:solidFill>
            <a:prstDash val="solid"/>
            <a:miter/>
            <a:headEnd type="none" w="sm" len="sm"/>
            <a:tailEnd type="none" w="sm" len="sm"/>
          </a:ln>
        </p:spPr>
      </p:pic>
      <p:sp>
        <p:nvSpPr>
          <p:cNvPr id="110602" name="Line 10"/>
          <p:cNvSpPr/>
          <p:nvPr/>
        </p:nvSpPr>
        <p:spPr>
          <a:xfrm flipH="1" flipV="1">
            <a:off x="4770438" y="2636838"/>
            <a:ext cx="2184400" cy="0"/>
          </a:xfrm>
          <a:prstGeom prst="line">
            <a:avLst/>
          </a:prstGeom>
          <a:ln w="38100" cap="flat" cmpd="sng">
            <a:solidFill>
              <a:srgbClr val="FF0000"/>
            </a:solidFill>
            <a:prstDash val="solid"/>
            <a:miter/>
            <a:headEnd type="none" w="med" len="med"/>
            <a:tailEnd type="triangle" w="med" len="med"/>
          </a:ln>
        </p:spPr>
      </p:sp>
      <p:sp>
        <p:nvSpPr>
          <p:cNvPr id="110603" name="Text Box 11"/>
          <p:cNvSpPr txBox="1"/>
          <p:nvPr/>
        </p:nvSpPr>
        <p:spPr>
          <a:xfrm>
            <a:off x="6877050" y="2311400"/>
            <a:ext cx="3971925" cy="757238"/>
          </a:xfrm>
          <a:prstGeom prst="rect">
            <a:avLst/>
          </a:prstGeom>
          <a:solidFill>
            <a:srgbClr val="FFFFCC"/>
          </a:solidFill>
          <a:ln w="38100" cap="flat" cmpd="sng">
            <a:solidFill>
              <a:srgbClr val="009900"/>
            </a:solidFill>
            <a:prstDash val="solid"/>
            <a:miter/>
            <a:headEnd type="none" w="med" len="med"/>
            <a:tailEnd type="none" w="med" len="med"/>
          </a:ln>
        </p:spPr>
        <p:txBody>
          <a:bodyPr>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ct val="50000"/>
              </a:spcBef>
              <a:spcAft>
                <a:spcPts val="590"/>
              </a:spcAft>
              <a:buSzPct val="80000"/>
              <a:buNone/>
            </a:pPr>
            <a:r>
              <a:rPr lang="zh-CN" altLang="zh-CN" sz="2400" dirty="0">
                <a:solidFill>
                  <a:srgbClr val="000066"/>
                </a:solidFill>
                <a:latin typeface="黑体" panose="02010609060101010101" pitchFamily="49" charset="-122"/>
              </a:rPr>
              <a:t>形参声明为</a:t>
            </a:r>
            <a:r>
              <a:rPr lang="zh-CN" altLang="zh-CN" sz="2400" dirty="0">
                <a:solidFill>
                  <a:srgbClr val="CC0000"/>
                </a:solidFill>
                <a:latin typeface="黑体" panose="02010609060101010101" pitchFamily="49" charset="-122"/>
              </a:rPr>
              <a:t>二维数组</a:t>
            </a:r>
            <a:r>
              <a:rPr lang="zh-CN" altLang="en-US" sz="2400" dirty="0">
                <a:solidFill>
                  <a:srgbClr val="000066"/>
                </a:solidFill>
                <a:latin typeface="黑体" panose="02010609060101010101" pitchFamily="49" charset="-122"/>
              </a:rPr>
              <a:t>，</a:t>
            </a:r>
            <a:r>
              <a:rPr lang="zh-CN" altLang="zh-CN" sz="2400" dirty="0">
                <a:solidFill>
                  <a:srgbClr val="000066"/>
                </a:solidFill>
                <a:latin typeface="黑体" panose="02010609060101010101" pitchFamily="49" charset="-122"/>
              </a:rPr>
              <a:t>列数</a:t>
            </a:r>
            <a:r>
              <a:rPr lang="zh-CN" altLang="en-US" sz="2400" dirty="0">
                <a:solidFill>
                  <a:srgbClr val="000066"/>
                </a:solidFill>
                <a:latin typeface="黑体" panose="02010609060101010101" pitchFamily="49" charset="-122"/>
              </a:rPr>
              <a:t>须为常量</a:t>
            </a:r>
            <a:endParaRPr lang="en-US" altLang="zh-CN" sz="2400" dirty="0">
              <a:solidFill>
                <a:srgbClr val="000066"/>
              </a:solidFill>
              <a:latin typeface="黑体" panose="02010609060101010101" pitchFamily="49" charset="-122"/>
            </a:endParaRPr>
          </a:p>
        </p:txBody>
      </p:sp>
      <p:sp>
        <p:nvSpPr>
          <p:cNvPr id="110604" name="Oval 12"/>
          <p:cNvSpPr>
            <a:spLocks noChangeArrowheads="1"/>
          </p:cNvSpPr>
          <p:nvPr/>
        </p:nvSpPr>
        <p:spPr bwMode="auto">
          <a:xfrm>
            <a:off x="3444875" y="2370138"/>
            <a:ext cx="1481138" cy="288925"/>
          </a:xfrm>
          <a:prstGeom prst="ellipse">
            <a:avLst/>
          </a:prstGeom>
          <a:noFill/>
          <a:ln w="38100">
            <a:solidFill>
              <a:srgbClr val="008000"/>
            </a:solidFill>
            <a:round/>
            <a:headEnd type="none" w="sm" len="sm"/>
            <a:tailEnd type="none" w="sm" len="sm"/>
          </a:ln>
          <a:effectLst/>
        </p:spPr>
        <p:txBody>
          <a:bodyPr wrap="none" anchor="ct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110605" name="Oval 13"/>
          <p:cNvSpPr>
            <a:spLocks noChangeArrowheads="1"/>
          </p:cNvSpPr>
          <p:nvPr/>
        </p:nvSpPr>
        <p:spPr bwMode="auto">
          <a:xfrm>
            <a:off x="8013700" y="3462338"/>
            <a:ext cx="1247775" cy="303213"/>
          </a:xfrm>
          <a:prstGeom prst="ellipse">
            <a:avLst/>
          </a:prstGeom>
          <a:noFill/>
          <a:ln w="38100">
            <a:solidFill>
              <a:srgbClr val="008000"/>
            </a:solidFill>
            <a:round/>
            <a:headEnd type="none" w="sm" len="sm"/>
            <a:tailEnd type="none" w="sm" len="sm"/>
          </a:ln>
          <a:effectLst/>
        </p:spPr>
        <p:txBody>
          <a:bodyPr wrap="none" anchor="ct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110607" name="Line 15"/>
          <p:cNvSpPr/>
          <p:nvPr/>
        </p:nvSpPr>
        <p:spPr>
          <a:xfrm>
            <a:off x="8513763" y="3068638"/>
            <a:ext cx="0" cy="398462"/>
          </a:xfrm>
          <a:prstGeom prst="line">
            <a:avLst/>
          </a:prstGeom>
          <a:ln w="38100" cap="flat" cmpd="sng">
            <a:solidFill>
              <a:srgbClr val="FF0000"/>
            </a:solidFill>
            <a:prstDash val="solid"/>
            <a:miter/>
            <a:headEnd type="none" w="med" len="med"/>
            <a:tailEnd type="triangle" w="med" len="med"/>
          </a:ln>
        </p:spPr>
      </p:sp>
      <p:pic>
        <p:nvPicPr>
          <p:cNvPr id="69642" name="Picture 17"/>
          <p:cNvPicPr>
            <a:picLocks noChangeAspect="1"/>
          </p:cNvPicPr>
          <p:nvPr/>
        </p:nvPicPr>
        <p:blipFill>
          <a:blip r:embed="rId3">
            <a:clrChange>
              <a:clrFrom>
                <a:srgbClr val="FFFFFF"/>
              </a:clrFrom>
              <a:clrTo>
                <a:srgbClr val="FFFFFF">
                  <a:alpha val="0"/>
                </a:srgbClr>
              </a:clrTo>
            </a:clrChange>
          </a:blip>
          <a:stretch>
            <a:fillRect/>
          </a:stretch>
        </p:blipFill>
        <p:spPr>
          <a:xfrm>
            <a:off x="2195513" y="5661025"/>
            <a:ext cx="3251200" cy="657225"/>
          </a:xfrm>
          <a:prstGeom prst="rect">
            <a:avLst/>
          </a:prstGeom>
          <a:noFill/>
          <a:ln w="12700">
            <a:noFill/>
          </a:ln>
        </p:spPr>
      </p:pic>
      <p:sp>
        <p:nvSpPr>
          <p:cNvPr id="12" name="Oval 13"/>
          <p:cNvSpPr>
            <a:spLocks noChangeArrowheads="1"/>
          </p:cNvSpPr>
          <p:nvPr/>
        </p:nvSpPr>
        <p:spPr bwMode="auto">
          <a:xfrm>
            <a:off x="9137650" y="5422900"/>
            <a:ext cx="1249363" cy="303213"/>
          </a:xfrm>
          <a:prstGeom prst="ellipse">
            <a:avLst/>
          </a:prstGeom>
          <a:noFill/>
          <a:ln w="38100">
            <a:solidFill>
              <a:srgbClr val="008000"/>
            </a:solidFill>
            <a:round/>
            <a:headEnd type="none" w="sm" len="sm"/>
            <a:tailEnd type="none" w="sm" len="sm"/>
          </a:ln>
          <a:effectLst/>
        </p:spPr>
        <p:txBody>
          <a:bodyPr wrap="none" anchor="ct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13" name="Oval 13"/>
          <p:cNvSpPr>
            <a:spLocks noChangeArrowheads="1"/>
          </p:cNvSpPr>
          <p:nvPr/>
        </p:nvSpPr>
        <p:spPr bwMode="auto">
          <a:xfrm>
            <a:off x="4679950" y="4303713"/>
            <a:ext cx="1249363" cy="303213"/>
          </a:xfrm>
          <a:prstGeom prst="ellipse">
            <a:avLst/>
          </a:prstGeom>
          <a:noFill/>
          <a:ln w="38100">
            <a:solidFill>
              <a:srgbClr val="008000"/>
            </a:solidFill>
            <a:round/>
            <a:headEnd type="none" w="sm" len="sm"/>
            <a:tailEnd type="none" w="sm" len="sm"/>
          </a:ln>
          <a:effectLst/>
        </p:spPr>
        <p:txBody>
          <a:bodyPr wrap="none" anchor="ct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69645" name="Rectangle 2"/>
          <p:cNvSpPr>
            <a:spLocks noGrp="1"/>
          </p:cNvSpPr>
          <p:nvPr>
            <p:ph type="title"/>
          </p:nvPr>
        </p:nvSpPr>
        <p:spPr>
          <a:xfrm>
            <a:off x="1631950" y="257175"/>
            <a:ext cx="8915400" cy="936625"/>
          </a:xfrm>
        </p:spPr>
        <p:txBody>
          <a:bodyPr vert="horz" wrap="square" lIns="91440" tIns="45720" rIns="91440" bIns="45720" anchor="ctr" anchorCtr="0"/>
          <a:lstStyle/>
          <a:p>
            <a:r>
              <a:rPr lang="en-US" altLang="zh-CN" kern="1200" dirty="0">
                <a:latin typeface="Arial" panose="020B0604020202090204" pitchFamily="34" charset="0"/>
                <a:ea typeface="黑体" panose="02010609060101010101" pitchFamily="49" charset="-122"/>
                <a:cs typeface="Arial" panose="020B0604020202090204" pitchFamily="34" charset="0"/>
              </a:rPr>
              <a:t>3.2.5 </a:t>
            </a:r>
            <a:r>
              <a:rPr lang="zh-CN" altLang="en-US" kern="1200" dirty="0">
                <a:latin typeface="Arial" panose="020B0604020202090204" pitchFamily="34" charset="0"/>
                <a:ea typeface="黑体" panose="02010609060101010101" pitchFamily="49" charset="-122"/>
                <a:cs typeface="Arial" panose="020B0604020202090204" pitchFamily="34" charset="0"/>
              </a:rPr>
              <a:t>指针和二维数组间的关系</a:t>
            </a:r>
            <a:endParaRPr lang="zh-CN" altLang="en-US" kern="1200" dirty="0">
              <a:latin typeface="Arial" panose="020B0604020202090204" pitchFamily="34" charset="0"/>
              <a:ea typeface="黑体" panose="02010609060101010101" pitchFamily="49" charset="-122"/>
              <a:cs typeface="Arial" panose="020B060402020209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10604"/>
                                        </p:tgtEl>
                                        <p:attrNameLst>
                                          <p:attrName>style.visibility</p:attrName>
                                        </p:attrNameLst>
                                      </p:cBhvr>
                                      <p:to>
                                        <p:strVal val="visible"/>
                                      </p:to>
                                    </p:set>
                                    <p:anim calcmode="lin" valueType="num">
                                      <p:cBhvr>
                                        <p:cTn id="7" dur="500" fill="hold"/>
                                        <p:tgtEl>
                                          <p:spTgt spid="110604"/>
                                        </p:tgtEl>
                                        <p:attrNameLst>
                                          <p:attrName>ppt_w</p:attrName>
                                        </p:attrNameLst>
                                      </p:cBhvr>
                                      <p:tavLst>
                                        <p:tav tm="0">
                                          <p:val>
                                            <p:fltVal val="0"/>
                                          </p:val>
                                        </p:tav>
                                        <p:tav tm="100000">
                                          <p:val>
                                            <p:strVal val="#ppt_w"/>
                                          </p:val>
                                        </p:tav>
                                      </p:tavLst>
                                    </p:anim>
                                    <p:anim calcmode="lin" valueType="num">
                                      <p:cBhvr>
                                        <p:cTn id="8" dur="500" fill="hold"/>
                                        <p:tgtEl>
                                          <p:spTgt spid="110604"/>
                                        </p:tgtEl>
                                        <p:attrNameLst>
                                          <p:attrName>ppt_h</p:attrName>
                                        </p:attrNameLst>
                                      </p:cBhvr>
                                      <p:tavLst>
                                        <p:tav tm="0">
                                          <p:val>
                                            <p:fltVal val="0"/>
                                          </p:val>
                                        </p:tav>
                                        <p:tav tm="100000">
                                          <p:val>
                                            <p:strVal val="#ppt_h"/>
                                          </p:val>
                                        </p:tav>
                                      </p:tavLst>
                                    </p:anim>
                                    <p:animEffect transition="in" filter="fade">
                                      <p:cBhvr>
                                        <p:cTn id="9" dur="500"/>
                                        <p:tgtEl>
                                          <p:spTgt spid="110604"/>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110605"/>
                                        </p:tgtEl>
                                        <p:attrNameLst>
                                          <p:attrName>style.visibility</p:attrName>
                                        </p:attrNameLst>
                                      </p:cBhvr>
                                      <p:to>
                                        <p:strVal val="visible"/>
                                      </p:to>
                                    </p:set>
                                    <p:anim calcmode="lin" valueType="num">
                                      <p:cBhvr>
                                        <p:cTn id="12" dur="500" fill="hold"/>
                                        <p:tgtEl>
                                          <p:spTgt spid="110605"/>
                                        </p:tgtEl>
                                        <p:attrNameLst>
                                          <p:attrName>ppt_w</p:attrName>
                                        </p:attrNameLst>
                                      </p:cBhvr>
                                      <p:tavLst>
                                        <p:tav tm="0">
                                          <p:val>
                                            <p:fltVal val="0"/>
                                          </p:val>
                                        </p:tav>
                                        <p:tav tm="100000">
                                          <p:val>
                                            <p:strVal val="#ppt_w"/>
                                          </p:val>
                                        </p:tav>
                                      </p:tavLst>
                                    </p:anim>
                                    <p:anim calcmode="lin" valueType="num">
                                      <p:cBhvr>
                                        <p:cTn id="13" dur="500" fill="hold"/>
                                        <p:tgtEl>
                                          <p:spTgt spid="110605"/>
                                        </p:tgtEl>
                                        <p:attrNameLst>
                                          <p:attrName>ppt_h</p:attrName>
                                        </p:attrNameLst>
                                      </p:cBhvr>
                                      <p:tavLst>
                                        <p:tav tm="0">
                                          <p:val>
                                            <p:fltVal val="0"/>
                                          </p:val>
                                        </p:tav>
                                        <p:tav tm="100000">
                                          <p:val>
                                            <p:strVal val="#ppt_h"/>
                                          </p:val>
                                        </p:tav>
                                      </p:tavLst>
                                    </p:anim>
                                    <p:animEffect transition="in" filter="fade">
                                      <p:cBhvr>
                                        <p:cTn id="14" dur="500"/>
                                        <p:tgtEl>
                                          <p:spTgt spid="110605"/>
                                        </p:tgtEl>
                                      </p:cBhvr>
                                    </p:animEffect>
                                  </p:childTnLst>
                                </p:cTn>
                              </p:par>
                              <p:par>
                                <p:cTn id="15" presetID="22" presetClass="entr" presetSubtype="8" fill="hold" nodeType="withEffect">
                                  <p:stCondLst>
                                    <p:cond delay="0"/>
                                  </p:stCondLst>
                                  <p:childTnLst>
                                    <p:set>
                                      <p:cBhvr>
                                        <p:cTn id="16" dur="1" fill="hold">
                                          <p:stCondLst>
                                            <p:cond delay="0"/>
                                          </p:stCondLst>
                                        </p:cTn>
                                        <p:tgtEl>
                                          <p:spTgt spid="110602"/>
                                        </p:tgtEl>
                                        <p:attrNameLst>
                                          <p:attrName>style.visibility</p:attrName>
                                        </p:attrNameLst>
                                      </p:cBhvr>
                                      <p:to>
                                        <p:strVal val="visible"/>
                                      </p:to>
                                    </p:set>
                                    <p:animEffect transition="in" filter="wipe(left)">
                                      <p:cBhvr>
                                        <p:cTn id="17" dur="500"/>
                                        <p:tgtEl>
                                          <p:spTgt spid="110602"/>
                                        </p:tgtEl>
                                      </p:cBhvr>
                                    </p:animEffect>
                                  </p:childTnLst>
                                </p:cTn>
                              </p:par>
                            </p:childTnLst>
                          </p:cTn>
                        </p:par>
                        <p:par>
                          <p:cTn id="18" fill="hold">
                            <p:stCondLst>
                              <p:cond delay="500"/>
                            </p:stCondLst>
                            <p:childTnLst>
                              <p:par>
                                <p:cTn id="19" presetID="22" presetClass="entr" presetSubtype="4" fill="hold" nodeType="afterEffect">
                                  <p:stCondLst>
                                    <p:cond delay="0"/>
                                  </p:stCondLst>
                                  <p:childTnLst>
                                    <p:set>
                                      <p:cBhvr>
                                        <p:cTn id="20" dur="1" fill="hold">
                                          <p:stCondLst>
                                            <p:cond delay="0"/>
                                          </p:stCondLst>
                                        </p:cTn>
                                        <p:tgtEl>
                                          <p:spTgt spid="110607"/>
                                        </p:tgtEl>
                                        <p:attrNameLst>
                                          <p:attrName>style.visibility</p:attrName>
                                        </p:attrNameLst>
                                      </p:cBhvr>
                                      <p:to>
                                        <p:strVal val="visible"/>
                                      </p:to>
                                    </p:set>
                                    <p:animEffect transition="in" filter="wipe(down)">
                                      <p:cBhvr>
                                        <p:cTn id="21" dur="500"/>
                                        <p:tgtEl>
                                          <p:spTgt spid="110607"/>
                                        </p:tgtEl>
                                      </p:cBhvr>
                                    </p:animEffect>
                                  </p:childTnLst>
                                </p:cTn>
                              </p:par>
                            </p:childTnLst>
                          </p:cTn>
                        </p:par>
                        <p:par>
                          <p:cTn id="22" fill="hold">
                            <p:stCondLst>
                              <p:cond delay="1000"/>
                            </p:stCondLst>
                            <p:childTnLst>
                              <p:par>
                                <p:cTn id="23" presetID="4" presetClass="entr" presetSubtype="16" fill="hold" grpId="0" nodeType="afterEffect">
                                  <p:stCondLst>
                                    <p:cond delay="0"/>
                                  </p:stCondLst>
                                  <p:childTnLst>
                                    <p:set>
                                      <p:cBhvr>
                                        <p:cTn id="24" dur="1" fill="hold">
                                          <p:stCondLst>
                                            <p:cond delay="0"/>
                                          </p:stCondLst>
                                        </p:cTn>
                                        <p:tgtEl>
                                          <p:spTgt spid="110603"/>
                                        </p:tgtEl>
                                        <p:attrNameLst>
                                          <p:attrName>style.visibility</p:attrName>
                                        </p:attrNameLst>
                                      </p:cBhvr>
                                      <p:to>
                                        <p:strVal val="visible"/>
                                      </p:to>
                                    </p:set>
                                    <p:animEffect transition="in" filter="box(in)">
                                      <p:cBhvr>
                                        <p:cTn id="25" dur="500"/>
                                        <p:tgtEl>
                                          <p:spTgt spid="1106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603" grpId="0" animBg="1"/>
      <p:bldP spid="110604" grpId="0" animBg="1"/>
      <p:bldP spid="110605" grpId="0" animBg="1"/>
    </p:bldLst>
  </p:timing>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70658" name="Picture 11"/>
          <p:cNvPicPr>
            <a:picLocks noChangeAspect="1"/>
          </p:cNvPicPr>
          <p:nvPr/>
        </p:nvPicPr>
        <p:blipFill>
          <a:blip r:embed="rId1"/>
          <a:stretch>
            <a:fillRect/>
          </a:stretch>
        </p:blipFill>
        <p:spPr>
          <a:xfrm>
            <a:off x="1727200" y="2422525"/>
            <a:ext cx="4837113" cy="2928938"/>
          </a:xfrm>
          <a:prstGeom prst="rect">
            <a:avLst/>
          </a:prstGeom>
          <a:noFill/>
          <a:ln w="57150" cap="flat" cmpd="thickThin">
            <a:solidFill>
              <a:srgbClr val="000080"/>
            </a:solidFill>
            <a:prstDash val="solid"/>
            <a:miter/>
            <a:headEnd type="none" w="sm" len="sm"/>
            <a:tailEnd type="none" w="sm" len="sm"/>
          </a:ln>
        </p:spPr>
      </p:pic>
      <p:pic>
        <p:nvPicPr>
          <p:cNvPr id="70659" name="Picture 15"/>
          <p:cNvPicPr>
            <a:picLocks noChangeAspect="1"/>
          </p:cNvPicPr>
          <p:nvPr/>
        </p:nvPicPr>
        <p:blipFill>
          <a:blip r:embed="rId2"/>
          <a:stretch>
            <a:fillRect/>
          </a:stretch>
        </p:blipFill>
        <p:spPr>
          <a:xfrm>
            <a:off x="6018213" y="3617913"/>
            <a:ext cx="4930775" cy="3125787"/>
          </a:xfrm>
          <a:prstGeom prst="rect">
            <a:avLst/>
          </a:prstGeom>
          <a:noFill/>
          <a:ln w="57150" cap="flat" cmpd="thickThin">
            <a:solidFill>
              <a:srgbClr val="000080"/>
            </a:solidFill>
            <a:prstDash val="solid"/>
            <a:miter/>
            <a:headEnd type="none" w="med" len="med"/>
            <a:tailEnd type="none" w="med" len="med"/>
          </a:ln>
        </p:spPr>
      </p:pic>
      <p:sp>
        <p:nvSpPr>
          <p:cNvPr id="70660" name="Rectangle 2"/>
          <p:cNvSpPr>
            <a:spLocks noGrp="1"/>
          </p:cNvSpPr>
          <p:nvPr>
            <p:ph idx="1"/>
          </p:nvPr>
        </p:nvSpPr>
        <p:spPr>
          <a:xfrm>
            <a:off x="1271588" y="1268413"/>
            <a:ext cx="8655050" cy="1155700"/>
          </a:xfrm>
        </p:spPr>
        <p:txBody>
          <a:bodyPr vert="horz" wrap="square" lIns="91440" tIns="45720" rIns="91440" bIns="45720" anchor="t" anchorCtr="0"/>
          <a:lstStyle/>
          <a:p>
            <a:pPr>
              <a:buSzPct val="50000"/>
              <a:buFont typeface="Monotype Sorts"/>
              <a:buNone/>
            </a:pPr>
            <a:r>
              <a:rPr lang="en-US" altLang="zh-CN" kern="1200" dirty="0">
                <a:latin typeface="Arial" panose="020B0604020202090204" pitchFamily="34" charset="0"/>
                <a:ea typeface="黑体" panose="02010609060101010101" pitchFamily="49" charset="-122"/>
                <a:cs typeface="Arial" panose="020B0604020202090204" pitchFamily="34" charset="0"/>
              </a:rPr>
              <a:t>【</a:t>
            </a:r>
            <a:r>
              <a:rPr lang="zh-CN" altLang="en-US" kern="1200" dirty="0">
                <a:latin typeface="Arial" panose="020B0604020202090204" pitchFamily="34" charset="0"/>
                <a:ea typeface="黑体" panose="02010609060101010101" pitchFamily="49" charset="-122"/>
                <a:cs typeface="Arial" panose="020B0604020202090204" pitchFamily="34" charset="0"/>
              </a:rPr>
              <a:t>例</a:t>
            </a:r>
            <a:r>
              <a:rPr lang="en-US" altLang="zh-CN" kern="1200" dirty="0">
                <a:latin typeface="Arial" panose="020B0604020202090204" pitchFamily="34" charset="0"/>
                <a:ea typeface="黑体" panose="02010609060101010101" pitchFamily="49" charset="-122"/>
                <a:cs typeface="Arial" panose="020B0604020202090204" pitchFamily="34" charset="0"/>
              </a:rPr>
              <a:t>】</a:t>
            </a:r>
            <a:r>
              <a:rPr lang="zh-CN" altLang="en-US" kern="1200" dirty="0">
                <a:latin typeface="Arial" panose="020B0604020202090204" pitchFamily="34" charset="0"/>
                <a:ea typeface="黑体" panose="02010609060101010101" pitchFamily="49" charset="-122"/>
                <a:cs typeface="Arial" panose="020B0604020202090204" pitchFamily="34" charset="0"/>
              </a:rPr>
              <a:t>输入一个</a:t>
            </a:r>
            <a:r>
              <a:rPr lang="en-US" altLang="zh-CN" kern="1200" dirty="0">
                <a:latin typeface="Arial" panose="020B0604020202090204" pitchFamily="34" charset="0"/>
                <a:ea typeface="黑体" panose="02010609060101010101" pitchFamily="49" charset="-122"/>
                <a:cs typeface="Arial" panose="020B0604020202090204" pitchFamily="34" charset="0"/>
              </a:rPr>
              <a:t>3</a:t>
            </a:r>
            <a:r>
              <a:rPr lang="zh-CN" altLang="en-US" kern="1200" dirty="0">
                <a:latin typeface="Arial" panose="020B0604020202090204" pitchFamily="34" charset="0"/>
                <a:ea typeface="黑体" panose="02010609060101010101" pitchFamily="49" charset="-122"/>
                <a:cs typeface="Arial" panose="020B0604020202090204" pitchFamily="34" charset="0"/>
              </a:rPr>
              <a:t>行</a:t>
            </a:r>
            <a:r>
              <a:rPr lang="en-US" altLang="zh-CN" kern="1200" dirty="0">
                <a:latin typeface="Arial" panose="020B0604020202090204" pitchFamily="34" charset="0"/>
                <a:ea typeface="黑体" panose="02010609060101010101" pitchFamily="49" charset="-122"/>
                <a:cs typeface="Arial" panose="020B0604020202090204" pitchFamily="34" charset="0"/>
              </a:rPr>
              <a:t>4</a:t>
            </a:r>
            <a:r>
              <a:rPr lang="zh-CN" altLang="en-US" kern="1200" dirty="0">
                <a:latin typeface="Arial" panose="020B0604020202090204" pitchFamily="34" charset="0"/>
                <a:ea typeface="黑体" panose="02010609060101010101" pitchFamily="49" charset="-122"/>
                <a:cs typeface="Arial" panose="020B0604020202090204" pitchFamily="34" charset="0"/>
              </a:rPr>
              <a:t>列的二维数组，然后输出这个二维数组的元素值</a:t>
            </a:r>
            <a:r>
              <a:rPr lang="zh-CN" altLang="en-US" kern="1200" dirty="0">
                <a:latin typeface="Arial" panose="020B0604020202090204" pitchFamily="34" charset="0"/>
                <a:ea typeface="楷体_GB2312" pitchFamily="49" charset="-122"/>
                <a:cs typeface="+mn-cs"/>
              </a:rPr>
              <a:t> </a:t>
            </a:r>
            <a:endParaRPr lang="zh-CN" altLang="en-US" kern="1200" dirty="0">
              <a:latin typeface="Arial" panose="020B0604020202090204" pitchFamily="34" charset="0"/>
              <a:ea typeface="楷体_GB2312" pitchFamily="49" charset="-122"/>
              <a:cs typeface="+mn-cs"/>
            </a:endParaRPr>
          </a:p>
        </p:txBody>
      </p:sp>
      <p:sp>
        <p:nvSpPr>
          <p:cNvPr id="111622" name="Line 6"/>
          <p:cNvSpPr/>
          <p:nvPr/>
        </p:nvSpPr>
        <p:spPr>
          <a:xfrm flipH="1" flipV="1">
            <a:off x="5160963" y="2636838"/>
            <a:ext cx="1793875" cy="0"/>
          </a:xfrm>
          <a:prstGeom prst="line">
            <a:avLst/>
          </a:prstGeom>
          <a:ln w="38100" cap="flat" cmpd="sng">
            <a:solidFill>
              <a:srgbClr val="FF0000"/>
            </a:solidFill>
            <a:prstDash val="solid"/>
            <a:miter/>
            <a:headEnd type="none" w="med" len="med"/>
            <a:tailEnd type="triangle" w="med" len="med"/>
          </a:ln>
        </p:spPr>
      </p:sp>
      <p:sp>
        <p:nvSpPr>
          <p:cNvPr id="111623" name="Text Box 7"/>
          <p:cNvSpPr txBox="1"/>
          <p:nvPr/>
        </p:nvSpPr>
        <p:spPr>
          <a:xfrm>
            <a:off x="6877050" y="2311400"/>
            <a:ext cx="3395663" cy="757238"/>
          </a:xfrm>
          <a:prstGeom prst="rect">
            <a:avLst/>
          </a:prstGeom>
          <a:solidFill>
            <a:srgbClr val="FFFFCC"/>
          </a:solidFill>
          <a:ln w="38100" cap="flat" cmpd="sng">
            <a:solidFill>
              <a:srgbClr val="009900"/>
            </a:solidFill>
            <a:prstDash val="solid"/>
            <a:miter/>
            <a:headEnd type="none" w="med" len="med"/>
            <a:tailEnd type="none" w="med" len="med"/>
          </a:ln>
        </p:spPr>
        <p:txBody>
          <a:bodyPr>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ct val="50000"/>
              </a:spcBef>
              <a:spcAft>
                <a:spcPts val="590"/>
              </a:spcAft>
              <a:buSzPct val="80000"/>
              <a:buNone/>
            </a:pPr>
            <a:r>
              <a:rPr lang="zh-CN" altLang="zh-CN" sz="2400" dirty="0">
                <a:solidFill>
                  <a:srgbClr val="000066"/>
                </a:solidFill>
                <a:latin typeface="黑体" panose="02010609060101010101" pitchFamily="49" charset="-122"/>
              </a:rPr>
              <a:t>形参声明为二维数组的</a:t>
            </a:r>
            <a:r>
              <a:rPr lang="zh-CN" altLang="zh-CN" sz="2400" dirty="0">
                <a:solidFill>
                  <a:srgbClr val="CC0000"/>
                </a:solidFill>
                <a:latin typeface="黑体" panose="02010609060101010101" pitchFamily="49" charset="-122"/>
              </a:rPr>
              <a:t>行指针</a:t>
            </a:r>
            <a:r>
              <a:rPr lang="zh-CN" altLang="en-US" sz="2400" dirty="0">
                <a:solidFill>
                  <a:srgbClr val="000066"/>
                </a:solidFill>
                <a:latin typeface="黑体" panose="02010609060101010101" pitchFamily="49" charset="-122"/>
              </a:rPr>
              <a:t>，</a:t>
            </a:r>
            <a:r>
              <a:rPr lang="zh-CN" altLang="zh-CN" sz="2400" dirty="0">
                <a:solidFill>
                  <a:srgbClr val="000066"/>
                </a:solidFill>
                <a:latin typeface="黑体" panose="02010609060101010101" pitchFamily="49" charset="-122"/>
              </a:rPr>
              <a:t>列数</a:t>
            </a:r>
            <a:r>
              <a:rPr lang="zh-CN" altLang="en-US" sz="2400" dirty="0">
                <a:solidFill>
                  <a:srgbClr val="000066"/>
                </a:solidFill>
                <a:latin typeface="黑体" panose="02010609060101010101" pitchFamily="49" charset="-122"/>
              </a:rPr>
              <a:t>须为常量</a:t>
            </a:r>
            <a:endParaRPr lang="en-US" altLang="zh-CN" sz="2400" dirty="0">
              <a:solidFill>
                <a:srgbClr val="000066"/>
              </a:solidFill>
              <a:latin typeface="黑体" panose="02010609060101010101" pitchFamily="49" charset="-122"/>
            </a:endParaRPr>
          </a:p>
        </p:txBody>
      </p:sp>
      <p:sp>
        <p:nvSpPr>
          <p:cNvPr id="111624" name="Oval 8"/>
          <p:cNvSpPr>
            <a:spLocks noChangeArrowheads="1"/>
          </p:cNvSpPr>
          <p:nvPr/>
        </p:nvSpPr>
        <p:spPr bwMode="auto">
          <a:xfrm>
            <a:off x="3444875" y="2301875"/>
            <a:ext cx="1544638" cy="395288"/>
          </a:xfrm>
          <a:prstGeom prst="ellipse">
            <a:avLst/>
          </a:prstGeom>
          <a:noFill/>
          <a:ln w="38100">
            <a:solidFill>
              <a:srgbClr val="008000"/>
            </a:solidFill>
            <a:round/>
            <a:headEnd type="none" w="sm" len="sm"/>
            <a:tailEnd type="none" w="sm" len="sm"/>
          </a:ln>
          <a:effectLst/>
        </p:spPr>
        <p:txBody>
          <a:bodyPr wrap="none" anchor="ct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111625" name="Oval 9"/>
          <p:cNvSpPr>
            <a:spLocks noChangeArrowheads="1"/>
          </p:cNvSpPr>
          <p:nvPr/>
        </p:nvSpPr>
        <p:spPr bwMode="auto">
          <a:xfrm>
            <a:off x="7889875" y="3500438"/>
            <a:ext cx="1404938" cy="374650"/>
          </a:xfrm>
          <a:prstGeom prst="ellipse">
            <a:avLst/>
          </a:prstGeom>
          <a:noFill/>
          <a:ln w="38100">
            <a:solidFill>
              <a:srgbClr val="008000"/>
            </a:solidFill>
            <a:round/>
            <a:headEnd type="none" w="sm" len="sm"/>
            <a:tailEnd type="none" w="sm" len="sm"/>
          </a:ln>
          <a:effectLst/>
        </p:spPr>
        <p:txBody>
          <a:bodyPr wrap="none" anchor="ct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111626" name="Line 10"/>
          <p:cNvSpPr/>
          <p:nvPr/>
        </p:nvSpPr>
        <p:spPr>
          <a:xfrm flipH="1">
            <a:off x="8593138" y="3068638"/>
            <a:ext cx="0" cy="431800"/>
          </a:xfrm>
          <a:prstGeom prst="line">
            <a:avLst/>
          </a:prstGeom>
          <a:ln w="38100" cap="flat" cmpd="sng">
            <a:solidFill>
              <a:srgbClr val="FF0000"/>
            </a:solidFill>
            <a:prstDash val="solid"/>
            <a:miter/>
            <a:headEnd type="none" w="med" len="med"/>
            <a:tailEnd type="triangle" w="med" len="med"/>
          </a:ln>
        </p:spPr>
      </p:sp>
      <p:pic>
        <p:nvPicPr>
          <p:cNvPr id="70666" name="Picture 14"/>
          <p:cNvPicPr>
            <a:picLocks noChangeAspect="1"/>
          </p:cNvPicPr>
          <p:nvPr/>
        </p:nvPicPr>
        <p:blipFill>
          <a:blip r:embed="rId3">
            <a:clrChange>
              <a:clrFrom>
                <a:srgbClr val="FFFFFF"/>
              </a:clrFrom>
              <a:clrTo>
                <a:srgbClr val="FFFFFF">
                  <a:alpha val="0"/>
                </a:srgbClr>
              </a:clrTo>
            </a:clrChange>
          </a:blip>
          <a:stretch>
            <a:fillRect/>
          </a:stretch>
        </p:blipFill>
        <p:spPr>
          <a:xfrm>
            <a:off x="2273300" y="5589588"/>
            <a:ext cx="3249613" cy="657225"/>
          </a:xfrm>
          <a:prstGeom prst="rect">
            <a:avLst/>
          </a:prstGeom>
          <a:noFill/>
          <a:ln w="12700">
            <a:noFill/>
          </a:ln>
        </p:spPr>
      </p:pic>
      <p:sp>
        <p:nvSpPr>
          <p:cNvPr id="12" name="Oval 13"/>
          <p:cNvSpPr>
            <a:spLocks noChangeArrowheads="1"/>
          </p:cNvSpPr>
          <p:nvPr/>
        </p:nvSpPr>
        <p:spPr bwMode="auto">
          <a:xfrm>
            <a:off x="9137650" y="5384800"/>
            <a:ext cx="1403350" cy="352425"/>
          </a:xfrm>
          <a:prstGeom prst="ellipse">
            <a:avLst/>
          </a:prstGeom>
          <a:noFill/>
          <a:ln w="38100">
            <a:solidFill>
              <a:srgbClr val="008000"/>
            </a:solidFill>
            <a:round/>
            <a:headEnd type="none" w="sm" len="sm"/>
            <a:tailEnd type="none" w="sm" len="sm"/>
          </a:ln>
          <a:effectLst/>
        </p:spPr>
        <p:txBody>
          <a:bodyPr wrap="none" anchor="ct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13" name="Oval 13"/>
          <p:cNvSpPr>
            <a:spLocks noChangeArrowheads="1"/>
          </p:cNvSpPr>
          <p:nvPr/>
        </p:nvSpPr>
        <p:spPr bwMode="auto">
          <a:xfrm>
            <a:off x="4613275" y="4275138"/>
            <a:ext cx="1249363" cy="303213"/>
          </a:xfrm>
          <a:prstGeom prst="ellipse">
            <a:avLst/>
          </a:prstGeom>
          <a:noFill/>
          <a:ln w="38100">
            <a:solidFill>
              <a:srgbClr val="008000"/>
            </a:solidFill>
            <a:round/>
            <a:headEnd type="none" w="sm" len="sm"/>
            <a:tailEnd type="none" w="sm" len="sm"/>
          </a:ln>
          <a:effectLst/>
        </p:spPr>
        <p:txBody>
          <a:bodyPr wrap="none" anchor="ct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70669" name="Rectangle 2"/>
          <p:cNvSpPr>
            <a:spLocks noGrp="1"/>
          </p:cNvSpPr>
          <p:nvPr>
            <p:ph type="title"/>
          </p:nvPr>
        </p:nvSpPr>
        <p:spPr>
          <a:xfrm>
            <a:off x="1631950" y="257175"/>
            <a:ext cx="8915400" cy="936625"/>
          </a:xfrm>
        </p:spPr>
        <p:txBody>
          <a:bodyPr vert="horz" wrap="square" lIns="91440" tIns="45720" rIns="91440" bIns="45720" anchor="ctr" anchorCtr="0"/>
          <a:lstStyle/>
          <a:p>
            <a:r>
              <a:rPr lang="en-US" altLang="zh-CN" kern="1200" dirty="0">
                <a:latin typeface="Arial" panose="020B0604020202090204" pitchFamily="34" charset="0"/>
                <a:ea typeface="黑体" panose="02010609060101010101" pitchFamily="49" charset="-122"/>
                <a:cs typeface="Arial" panose="020B0604020202090204" pitchFamily="34" charset="0"/>
              </a:rPr>
              <a:t>3.2.5 </a:t>
            </a:r>
            <a:r>
              <a:rPr lang="zh-CN" altLang="en-US" kern="1200" dirty="0">
                <a:latin typeface="Arial" panose="020B0604020202090204" pitchFamily="34" charset="0"/>
                <a:ea typeface="黑体" panose="02010609060101010101" pitchFamily="49" charset="-122"/>
                <a:cs typeface="Arial" panose="020B0604020202090204" pitchFamily="34" charset="0"/>
              </a:rPr>
              <a:t>指针和二维数组间的关系</a:t>
            </a:r>
            <a:endParaRPr lang="zh-CN" altLang="en-US" kern="1200" dirty="0">
              <a:latin typeface="Arial" panose="020B0604020202090204" pitchFamily="34" charset="0"/>
              <a:ea typeface="黑体" panose="02010609060101010101" pitchFamily="49" charset="-122"/>
              <a:cs typeface="Arial" panose="020B060402020209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11624"/>
                                        </p:tgtEl>
                                        <p:attrNameLst>
                                          <p:attrName>style.visibility</p:attrName>
                                        </p:attrNameLst>
                                      </p:cBhvr>
                                      <p:to>
                                        <p:strVal val="visible"/>
                                      </p:to>
                                    </p:set>
                                    <p:anim calcmode="lin" valueType="num">
                                      <p:cBhvr>
                                        <p:cTn id="7" dur="500" fill="hold"/>
                                        <p:tgtEl>
                                          <p:spTgt spid="111624"/>
                                        </p:tgtEl>
                                        <p:attrNameLst>
                                          <p:attrName>ppt_w</p:attrName>
                                        </p:attrNameLst>
                                      </p:cBhvr>
                                      <p:tavLst>
                                        <p:tav tm="0">
                                          <p:val>
                                            <p:fltVal val="0"/>
                                          </p:val>
                                        </p:tav>
                                        <p:tav tm="100000">
                                          <p:val>
                                            <p:strVal val="#ppt_w"/>
                                          </p:val>
                                        </p:tav>
                                      </p:tavLst>
                                    </p:anim>
                                    <p:anim calcmode="lin" valueType="num">
                                      <p:cBhvr>
                                        <p:cTn id="8" dur="500" fill="hold"/>
                                        <p:tgtEl>
                                          <p:spTgt spid="111624"/>
                                        </p:tgtEl>
                                        <p:attrNameLst>
                                          <p:attrName>ppt_h</p:attrName>
                                        </p:attrNameLst>
                                      </p:cBhvr>
                                      <p:tavLst>
                                        <p:tav tm="0">
                                          <p:val>
                                            <p:fltVal val="0"/>
                                          </p:val>
                                        </p:tav>
                                        <p:tav tm="100000">
                                          <p:val>
                                            <p:strVal val="#ppt_h"/>
                                          </p:val>
                                        </p:tav>
                                      </p:tavLst>
                                    </p:anim>
                                    <p:animEffect transition="in" filter="fade">
                                      <p:cBhvr>
                                        <p:cTn id="9" dur="500"/>
                                        <p:tgtEl>
                                          <p:spTgt spid="111624"/>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111625"/>
                                        </p:tgtEl>
                                        <p:attrNameLst>
                                          <p:attrName>style.visibility</p:attrName>
                                        </p:attrNameLst>
                                      </p:cBhvr>
                                      <p:to>
                                        <p:strVal val="visible"/>
                                      </p:to>
                                    </p:set>
                                    <p:anim calcmode="lin" valueType="num">
                                      <p:cBhvr>
                                        <p:cTn id="12" dur="500" fill="hold"/>
                                        <p:tgtEl>
                                          <p:spTgt spid="111625"/>
                                        </p:tgtEl>
                                        <p:attrNameLst>
                                          <p:attrName>ppt_w</p:attrName>
                                        </p:attrNameLst>
                                      </p:cBhvr>
                                      <p:tavLst>
                                        <p:tav tm="0">
                                          <p:val>
                                            <p:fltVal val="0"/>
                                          </p:val>
                                        </p:tav>
                                        <p:tav tm="100000">
                                          <p:val>
                                            <p:strVal val="#ppt_w"/>
                                          </p:val>
                                        </p:tav>
                                      </p:tavLst>
                                    </p:anim>
                                    <p:anim calcmode="lin" valueType="num">
                                      <p:cBhvr>
                                        <p:cTn id="13" dur="500" fill="hold"/>
                                        <p:tgtEl>
                                          <p:spTgt spid="111625"/>
                                        </p:tgtEl>
                                        <p:attrNameLst>
                                          <p:attrName>ppt_h</p:attrName>
                                        </p:attrNameLst>
                                      </p:cBhvr>
                                      <p:tavLst>
                                        <p:tav tm="0">
                                          <p:val>
                                            <p:fltVal val="0"/>
                                          </p:val>
                                        </p:tav>
                                        <p:tav tm="100000">
                                          <p:val>
                                            <p:strVal val="#ppt_h"/>
                                          </p:val>
                                        </p:tav>
                                      </p:tavLst>
                                    </p:anim>
                                    <p:animEffect transition="in" filter="fade">
                                      <p:cBhvr>
                                        <p:cTn id="14" dur="500"/>
                                        <p:tgtEl>
                                          <p:spTgt spid="111625"/>
                                        </p:tgtEl>
                                      </p:cBhvr>
                                    </p:animEffect>
                                  </p:childTnLst>
                                </p:cTn>
                              </p:par>
                              <p:par>
                                <p:cTn id="15" presetID="22" presetClass="entr" presetSubtype="8" fill="hold" nodeType="withEffect">
                                  <p:stCondLst>
                                    <p:cond delay="0"/>
                                  </p:stCondLst>
                                  <p:childTnLst>
                                    <p:set>
                                      <p:cBhvr>
                                        <p:cTn id="16" dur="1" fill="hold">
                                          <p:stCondLst>
                                            <p:cond delay="0"/>
                                          </p:stCondLst>
                                        </p:cTn>
                                        <p:tgtEl>
                                          <p:spTgt spid="111622"/>
                                        </p:tgtEl>
                                        <p:attrNameLst>
                                          <p:attrName>style.visibility</p:attrName>
                                        </p:attrNameLst>
                                      </p:cBhvr>
                                      <p:to>
                                        <p:strVal val="visible"/>
                                      </p:to>
                                    </p:set>
                                    <p:animEffect transition="in" filter="wipe(left)">
                                      <p:cBhvr>
                                        <p:cTn id="17" dur="500"/>
                                        <p:tgtEl>
                                          <p:spTgt spid="111622"/>
                                        </p:tgtEl>
                                      </p:cBhvr>
                                    </p:animEffect>
                                  </p:childTnLst>
                                </p:cTn>
                              </p:par>
                            </p:childTnLst>
                          </p:cTn>
                        </p:par>
                        <p:par>
                          <p:cTn id="18" fill="hold">
                            <p:stCondLst>
                              <p:cond delay="500"/>
                            </p:stCondLst>
                            <p:childTnLst>
                              <p:par>
                                <p:cTn id="19" presetID="22" presetClass="entr" presetSubtype="4" fill="hold" nodeType="afterEffect">
                                  <p:stCondLst>
                                    <p:cond delay="0"/>
                                  </p:stCondLst>
                                  <p:childTnLst>
                                    <p:set>
                                      <p:cBhvr>
                                        <p:cTn id="20" dur="1" fill="hold">
                                          <p:stCondLst>
                                            <p:cond delay="0"/>
                                          </p:stCondLst>
                                        </p:cTn>
                                        <p:tgtEl>
                                          <p:spTgt spid="111626"/>
                                        </p:tgtEl>
                                        <p:attrNameLst>
                                          <p:attrName>style.visibility</p:attrName>
                                        </p:attrNameLst>
                                      </p:cBhvr>
                                      <p:to>
                                        <p:strVal val="visible"/>
                                      </p:to>
                                    </p:set>
                                    <p:animEffect transition="in" filter="wipe(down)">
                                      <p:cBhvr>
                                        <p:cTn id="21" dur="500"/>
                                        <p:tgtEl>
                                          <p:spTgt spid="111626"/>
                                        </p:tgtEl>
                                      </p:cBhvr>
                                    </p:animEffect>
                                  </p:childTnLst>
                                </p:cTn>
                              </p:par>
                            </p:childTnLst>
                          </p:cTn>
                        </p:par>
                        <p:par>
                          <p:cTn id="22" fill="hold">
                            <p:stCondLst>
                              <p:cond delay="1000"/>
                            </p:stCondLst>
                            <p:childTnLst>
                              <p:par>
                                <p:cTn id="23" presetID="4" presetClass="entr" presetSubtype="16" fill="hold" grpId="0" nodeType="afterEffect">
                                  <p:stCondLst>
                                    <p:cond delay="0"/>
                                  </p:stCondLst>
                                  <p:childTnLst>
                                    <p:set>
                                      <p:cBhvr>
                                        <p:cTn id="24" dur="1" fill="hold">
                                          <p:stCondLst>
                                            <p:cond delay="0"/>
                                          </p:stCondLst>
                                        </p:cTn>
                                        <p:tgtEl>
                                          <p:spTgt spid="111623"/>
                                        </p:tgtEl>
                                        <p:attrNameLst>
                                          <p:attrName>style.visibility</p:attrName>
                                        </p:attrNameLst>
                                      </p:cBhvr>
                                      <p:to>
                                        <p:strVal val="visible"/>
                                      </p:to>
                                    </p:set>
                                    <p:animEffect transition="in" filter="box(in)">
                                      <p:cBhvr>
                                        <p:cTn id="25" dur="500"/>
                                        <p:tgtEl>
                                          <p:spTgt spid="1116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623" grpId="0" animBg="1"/>
      <p:bldP spid="111624" grpId="0" animBg="1"/>
      <p:bldP spid="111625" grpId="0" animBg="1"/>
    </p:bldLst>
  </p:timing>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71682" name="Picture 14"/>
          <p:cNvPicPr>
            <a:picLocks noChangeAspect="1"/>
          </p:cNvPicPr>
          <p:nvPr/>
        </p:nvPicPr>
        <p:blipFill>
          <a:blip r:embed="rId1"/>
          <a:stretch>
            <a:fillRect/>
          </a:stretch>
        </p:blipFill>
        <p:spPr>
          <a:xfrm>
            <a:off x="6357938" y="3500438"/>
            <a:ext cx="4538662" cy="3232150"/>
          </a:xfrm>
          <a:prstGeom prst="rect">
            <a:avLst/>
          </a:prstGeom>
          <a:noFill/>
          <a:ln w="57150" cap="flat" cmpd="thickThin">
            <a:solidFill>
              <a:srgbClr val="000080"/>
            </a:solidFill>
            <a:prstDash val="solid"/>
            <a:miter/>
            <a:headEnd type="none" w="med" len="med"/>
            <a:tailEnd type="none" w="med" len="med"/>
          </a:ln>
        </p:spPr>
      </p:pic>
      <p:pic>
        <p:nvPicPr>
          <p:cNvPr id="71683" name="Picture 12"/>
          <p:cNvPicPr>
            <a:picLocks noChangeAspect="1"/>
          </p:cNvPicPr>
          <p:nvPr/>
        </p:nvPicPr>
        <p:blipFill>
          <a:blip r:embed="rId2"/>
          <a:stretch>
            <a:fillRect/>
          </a:stretch>
        </p:blipFill>
        <p:spPr>
          <a:xfrm>
            <a:off x="1727200" y="2382838"/>
            <a:ext cx="4446588" cy="3081337"/>
          </a:xfrm>
          <a:prstGeom prst="rect">
            <a:avLst/>
          </a:prstGeom>
          <a:noFill/>
          <a:ln w="57150" cap="flat" cmpd="thickThin">
            <a:solidFill>
              <a:srgbClr val="000080"/>
            </a:solidFill>
            <a:prstDash val="solid"/>
            <a:miter/>
            <a:headEnd type="none" w="sm" len="sm"/>
            <a:tailEnd type="none" w="sm" len="sm"/>
          </a:ln>
        </p:spPr>
      </p:pic>
      <p:sp>
        <p:nvSpPr>
          <p:cNvPr id="71684" name="Rectangle 4"/>
          <p:cNvSpPr>
            <a:spLocks noGrp="1"/>
          </p:cNvSpPr>
          <p:nvPr>
            <p:ph idx="1"/>
          </p:nvPr>
        </p:nvSpPr>
        <p:spPr>
          <a:xfrm>
            <a:off x="1257300" y="1268413"/>
            <a:ext cx="8655050" cy="1155700"/>
          </a:xfrm>
        </p:spPr>
        <p:txBody>
          <a:bodyPr vert="horz" wrap="square" lIns="91440" tIns="45720" rIns="91440" bIns="45720" anchor="t" anchorCtr="0"/>
          <a:lstStyle/>
          <a:p>
            <a:pPr>
              <a:buSzPct val="50000"/>
              <a:buFont typeface="Monotype Sorts"/>
              <a:buNone/>
            </a:pPr>
            <a:r>
              <a:rPr lang="en-US" altLang="zh-CN" kern="1200" dirty="0">
                <a:latin typeface="Arial" panose="020B0604020202090204" pitchFamily="34" charset="0"/>
                <a:ea typeface="黑体" panose="02010609060101010101" pitchFamily="49" charset="-122"/>
                <a:cs typeface="Arial" panose="020B0604020202090204" pitchFamily="34" charset="0"/>
              </a:rPr>
              <a:t>【</a:t>
            </a:r>
            <a:r>
              <a:rPr lang="zh-CN" altLang="en-US" kern="1200" dirty="0">
                <a:latin typeface="Arial" panose="020B0604020202090204" pitchFamily="34" charset="0"/>
                <a:ea typeface="黑体" panose="02010609060101010101" pitchFamily="49" charset="-122"/>
                <a:cs typeface="Arial" panose="020B0604020202090204" pitchFamily="34" charset="0"/>
              </a:rPr>
              <a:t>例</a:t>
            </a:r>
            <a:r>
              <a:rPr lang="en-US" altLang="zh-CN" kern="1200" dirty="0">
                <a:latin typeface="Arial" panose="020B0604020202090204" pitchFamily="34" charset="0"/>
                <a:ea typeface="黑体" panose="02010609060101010101" pitchFamily="49" charset="-122"/>
                <a:cs typeface="Arial" panose="020B0604020202090204" pitchFamily="34" charset="0"/>
              </a:rPr>
              <a:t>】</a:t>
            </a:r>
            <a:r>
              <a:rPr lang="zh-CN" altLang="en-US" kern="1200" dirty="0">
                <a:latin typeface="Arial" panose="020B0604020202090204" pitchFamily="34" charset="0"/>
                <a:ea typeface="黑体" panose="02010609060101010101" pitchFamily="49" charset="-122"/>
                <a:cs typeface="Arial" panose="020B0604020202090204" pitchFamily="34" charset="0"/>
              </a:rPr>
              <a:t>输入一个</a:t>
            </a:r>
            <a:r>
              <a:rPr lang="en-US" altLang="zh-CN" kern="1200" dirty="0">
                <a:latin typeface="Arial" panose="020B0604020202090204" pitchFamily="34" charset="0"/>
                <a:ea typeface="黑体" panose="02010609060101010101" pitchFamily="49" charset="-122"/>
                <a:cs typeface="Arial" panose="020B0604020202090204" pitchFamily="34" charset="0"/>
              </a:rPr>
              <a:t>3</a:t>
            </a:r>
            <a:r>
              <a:rPr lang="zh-CN" altLang="en-US" kern="1200" dirty="0">
                <a:latin typeface="Arial" panose="020B0604020202090204" pitchFamily="34" charset="0"/>
                <a:ea typeface="黑体" panose="02010609060101010101" pitchFamily="49" charset="-122"/>
                <a:cs typeface="Arial" panose="020B0604020202090204" pitchFamily="34" charset="0"/>
              </a:rPr>
              <a:t>行</a:t>
            </a:r>
            <a:r>
              <a:rPr lang="en-US" altLang="zh-CN" kern="1200" dirty="0">
                <a:latin typeface="Arial" panose="020B0604020202090204" pitchFamily="34" charset="0"/>
                <a:ea typeface="黑体" panose="02010609060101010101" pitchFamily="49" charset="-122"/>
                <a:cs typeface="Arial" panose="020B0604020202090204" pitchFamily="34" charset="0"/>
              </a:rPr>
              <a:t>4</a:t>
            </a:r>
            <a:r>
              <a:rPr lang="zh-CN" altLang="en-US" kern="1200" dirty="0">
                <a:latin typeface="Arial" panose="020B0604020202090204" pitchFamily="34" charset="0"/>
                <a:ea typeface="黑体" panose="02010609060101010101" pitchFamily="49" charset="-122"/>
                <a:cs typeface="Arial" panose="020B0604020202090204" pitchFamily="34" charset="0"/>
              </a:rPr>
              <a:t>列的二维数组，然后输出这个二维数组的元素值 </a:t>
            </a:r>
            <a:endParaRPr lang="zh-CN" altLang="en-US" kern="1200" dirty="0">
              <a:latin typeface="Arial" panose="020B0604020202090204" pitchFamily="34" charset="0"/>
              <a:ea typeface="Arial" panose="020B0604020202090204" pitchFamily="34" charset="0"/>
              <a:cs typeface="+mn-cs"/>
            </a:endParaRPr>
          </a:p>
        </p:txBody>
      </p:sp>
      <p:sp>
        <p:nvSpPr>
          <p:cNvPr id="112646" name="Line 6"/>
          <p:cNvSpPr/>
          <p:nvPr/>
        </p:nvSpPr>
        <p:spPr>
          <a:xfrm flipH="1" flipV="1">
            <a:off x="4457700" y="2636838"/>
            <a:ext cx="2497138" cy="0"/>
          </a:xfrm>
          <a:prstGeom prst="line">
            <a:avLst/>
          </a:prstGeom>
          <a:ln w="38100" cap="flat" cmpd="sng">
            <a:solidFill>
              <a:srgbClr val="FF0000"/>
            </a:solidFill>
            <a:prstDash val="solid"/>
            <a:miter/>
            <a:headEnd type="none" w="med" len="med"/>
            <a:tailEnd type="triangle" w="med" len="med"/>
          </a:ln>
        </p:spPr>
      </p:sp>
      <p:sp>
        <p:nvSpPr>
          <p:cNvPr id="112647" name="Text Box 7"/>
          <p:cNvSpPr txBox="1"/>
          <p:nvPr/>
        </p:nvSpPr>
        <p:spPr>
          <a:xfrm>
            <a:off x="6877050" y="2239963"/>
            <a:ext cx="3467100" cy="757237"/>
          </a:xfrm>
          <a:prstGeom prst="rect">
            <a:avLst/>
          </a:prstGeom>
          <a:solidFill>
            <a:srgbClr val="FFFFCC"/>
          </a:solidFill>
          <a:ln w="38100" cap="flat" cmpd="sng">
            <a:solidFill>
              <a:srgbClr val="009900"/>
            </a:solidFill>
            <a:prstDash val="solid"/>
            <a:miter/>
            <a:headEnd type="none" w="med" len="med"/>
            <a:tailEnd type="none" w="med" len="med"/>
          </a:ln>
        </p:spPr>
        <p:txBody>
          <a:bodyPr>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ct val="50000"/>
              </a:spcBef>
              <a:spcAft>
                <a:spcPts val="590"/>
              </a:spcAft>
              <a:buSzPct val="80000"/>
              <a:buNone/>
            </a:pPr>
            <a:r>
              <a:rPr lang="zh-CN" altLang="zh-CN" sz="2400" dirty="0">
                <a:solidFill>
                  <a:srgbClr val="000066"/>
                </a:solidFill>
                <a:latin typeface="黑体" panose="02010609060101010101" pitchFamily="49" charset="-122"/>
              </a:rPr>
              <a:t>形参声明为二维数组的</a:t>
            </a:r>
            <a:r>
              <a:rPr lang="zh-CN" altLang="zh-CN" sz="2400" dirty="0">
                <a:solidFill>
                  <a:srgbClr val="CC0000"/>
                </a:solidFill>
                <a:latin typeface="黑体" panose="02010609060101010101" pitchFamily="49" charset="-122"/>
              </a:rPr>
              <a:t>列指针</a:t>
            </a:r>
            <a:r>
              <a:rPr lang="zh-CN" altLang="en-US" sz="2400" dirty="0">
                <a:solidFill>
                  <a:srgbClr val="000066"/>
                </a:solidFill>
                <a:latin typeface="黑体" panose="02010609060101010101" pitchFamily="49" charset="-122"/>
              </a:rPr>
              <a:t>，列数可为变量</a:t>
            </a:r>
            <a:endParaRPr lang="en-US" altLang="zh-CN" sz="2400" dirty="0">
              <a:solidFill>
                <a:srgbClr val="000066"/>
              </a:solidFill>
              <a:latin typeface="黑体" panose="02010609060101010101" pitchFamily="49" charset="-122"/>
            </a:endParaRPr>
          </a:p>
        </p:txBody>
      </p:sp>
      <p:sp>
        <p:nvSpPr>
          <p:cNvPr id="112648" name="Oval 8"/>
          <p:cNvSpPr>
            <a:spLocks noChangeArrowheads="1"/>
          </p:cNvSpPr>
          <p:nvPr/>
        </p:nvSpPr>
        <p:spPr bwMode="auto">
          <a:xfrm>
            <a:off x="3462338" y="2263775"/>
            <a:ext cx="1150938" cy="395288"/>
          </a:xfrm>
          <a:prstGeom prst="ellipse">
            <a:avLst/>
          </a:prstGeom>
          <a:noFill/>
          <a:ln w="38100">
            <a:solidFill>
              <a:srgbClr val="008000"/>
            </a:solidFill>
            <a:round/>
            <a:headEnd type="none" w="sm" len="sm"/>
            <a:tailEnd type="none" w="sm" len="sm"/>
          </a:ln>
          <a:effectLst/>
        </p:spPr>
        <p:txBody>
          <a:bodyPr wrap="none" anchor="ct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112649" name="Oval 9"/>
          <p:cNvSpPr>
            <a:spLocks noChangeArrowheads="1"/>
          </p:cNvSpPr>
          <p:nvPr/>
        </p:nvSpPr>
        <p:spPr bwMode="auto">
          <a:xfrm>
            <a:off x="8280400" y="3414713"/>
            <a:ext cx="935038" cy="374650"/>
          </a:xfrm>
          <a:prstGeom prst="ellipse">
            <a:avLst/>
          </a:prstGeom>
          <a:noFill/>
          <a:ln w="38100">
            <a:solidFill>
              <a:srgbClr val="008000"/>
            </a:solidFill>
            <a:round/>
            <a:headEnd type="none" w="sm" len="sm"/>
            <a:tailEnd type="none" w="sm" len="sm"/>
          </a:ln>
          <a:effectLst/>
        </p:spPr>
        <p:txBody>
          <a:bodyPr wrap="none" anchor="ct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112650" name="Line 10"/>
          <p:cNvSpPr/>
          <p:nvPr/>
        </p:nvSpPr>
        <p:spPr>
          <a:xfrm>
            <a:off x="8716963" y="3043238"/>
            <a:ext cx="0" cy="395287"/>
          </a:xfrm>
          <a:prstGeom prst="line">
            <a:avLst/>
          </a:prstGeom>
          <a:ln w="38100" cap="flat" cmpd="sng">
            <a:solidFill>
              <a:srgbClr val="FF0000"/>
            </a:solidFill>
            <a:prstDash val="solid"/>
            <a:miter/>
            <a:headEnd type="none" w="med" len="med"/>
            <a:tailEnd type="triangle" w="med" len="med"/>
          </a:ln>
        </p:spPr>
      </p:sp>
      <p:pic>
        <p:nvPicPr>
          <p:cNvPr id="71690" name="Picture 15"/>
          <p:cNvPicPr>
            <a:picLocks noChangeAspect="1"/>
          </p:cNvPicPr>
          <p:nvPr/>
        </p:nvPicPr>
        <p:blipFill>
          <a:blip r:embed="rId3">
            <a:clrChange>
              <a:clrFrom>
                <a:srgbClr val="FFFFFF"/>
              </a:clrFrom>
              <a:clrTo>
                <a:srgbClr val="FFFFFF">
                  <a:alpha val="0"/>
                </a:srgbClr>
              </a:clrTo>
            </a:clrChange>
          </a:blip>
          <a:stretch>
            <a:fillRect/>
          </a:stretch>
        </p:blipFill>
        <p:spPr>
          <a:xfrm>
            <a:off x="2117725" y="5589588"/>
            <a:ext cx="3363913" cy="628650"/>
          </a:xfrm>
          <a:prstGeom prst="rect">
            <a:avLst/>
          </a:prstGeom>
          <a:noFill/>
          <a:ln w="12700">
            <a:noFill/>
          </a:ln>
        </p:spPr>
      </p:pic>
      <p:sp>
        <p:nvSpPr>
          <p:cNvPr id="12" name="Oval 13"/>
          <p:cNvSpPr>
            <a:spLocks noChangeArrowheads="1"/>
          </p:cNvSpPr>
          <p:nvPr/>
        </p:nvSpPr>
        <p:spPr bwMode="auto">
          <a:xfrm>
            <a:off x="9528175" y="5384800"/>
            <a:ext cx="1249363" cy="303213"/>
          </a:xfrm>
          <a:prstGeom prst="ellipse">
            <a:avLst/>
          </a:prstGeom>
          <a:noFill/>
          <a:ln w="38100">
            <a:solidFill>
              <a:srgbClr val="008000"/>
            </a:solidFill>
            <a:round/>
            <a:headEnd type="none" w="sm" len="sm"/>
            <a:tailEnd type="none" w="sm" len="sm"/>
          </a:ln>
          <a:effectLst/>
        </p:spPr>
        <p:txBody>
          <a:bodyPr wrap="none" anchor="ct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13" name="Oval 13"/>
          <p:cNvSpPr>
            <a:spLocks noChangeArrowheads="1"/>
          </p:cNvSpPr>
          <p:nvPr/>
        </p:nvSpPr>
        <p:spPr bwMode="auto">
          <a:xfrm>
            <a:off x="4757738" y="4343400"/>
            <a:ext cx="1249363" cy="303213"/>
          </a:xfrm>
          <a:prstGeom prst="ellipse">
            <a:avLst/>
          </a:prstGeom>
          <a:noFill/>
          <a:ln w="38100">
            <a:solidFill>
              <a:srgbClr val="008000"/>
            </a:solidFill>
            <a:round/>
            <a:headEnd type="none" w="sm" len="sm"/>
            <a:tailEnd type="none" w="sm" len="sm"/>
          </a:ln>
          <a:effectLst/>
        </p:spPr>
        <p:txBody>
          <a:bodyPr wrap="none" anchor="ct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71693" name="Rectangle 2"/>
          <p:cNvSpPr>
            <a:spLocks noGrp="1"/>
          </p:cNvSpPr>
          <p:nvPr>
            <p:ph type="title"/>
          </p:nvPr>
        </p:nvSpPr>
        <p:spPr>
          <a:xfrm>
            <a:off x="1631950" y="257175"/>
            <a:ext cx="8915400" cy="936625"/>
          </a:xfrm>
        </p:spPr>
        <p:txBody>
          <a:bodyPr vert="horz" wrap="square" lIns="91440" tIns="45720" rIns="91440" bIns="45720" anchor="ctr" anchorCtr="0"/>
          <a:lstStyle/>
          <a:p>
            <a:r>
              <a:rPr lang="en-US" altLang="zh-CN" kern="1200" dirty="0">
                <a:latin typeface="Arial" panose="020B0604020202090204" pitchFamily="34" charset="0"/>
                <a:ea typeface="黑体" panose="02010609060101010101" pitchFamily="49" charset="-122"/>
                <a:cs typeface="Arial" panose="020B0604020202090204" pitchFamily="34" charset="0"/>
              </a:rPr>
              <a:t>3.2.5 </a:t>
            </a:r>
            <a:r>
              <a:rPr lang="zh-CN" altLang="en-US" kern="1200" dirty="0">
                <a:latin typeface="Arial" panose="020B0604020202090204" pitchFamily="34" charset="0"/>
                <a:ea typeface="黑体" panose="02010609060101010101" pitchFamily="49" charset="-122"/>
                <a:cs typeface="Arial" panose="020B0604020202090204" pitchFamily="34" charset="0"/>
              </a:rPr>
              <a:t>指针和二维数组间的关系</a:t>
            </a:r>
            <a:endParaRPr lang="zh-CN" altLang="en-US" kern="1200" dirty="0">
              <a:latin typeface="Arial" panose="020B0604020202090204" pitchFamily="34" charset="0"/>
              <a:ea typeface="黑体" panose="02010609060101010101" pitchFamily="49" charset="-122"/>
              <a:cs typeface="Arial" panose="020B0604020202090204" pitchFamily="34" charset="0"/>
            </a:endParaRPr>
          </a:p>
        </p:txBody>
      </p:sp>
      <p:sp>
        <p:nvSpPr>
          <p:cNvPr id="15" name="椭圆 14"/>
          <p:cNvSpPr/>
          <p:nvPr/>
        </p:nvSpPr>
        <p:spPr>
          <a:xfrm>
            <a:off x="2566988" y="6550025"/>
            <a:ext cx="73025" cy="7302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lt1"/>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12648"/>
                                        </p:tgtEl>
                                        <p:attrNameLst>
                                          <p:attrName>style.visibility</p:attrName>
                                        </p:attrNameLst>
                                      </p:cBhvr>
                                      <p:to>
                                        <p:strVal val="visible"/>
                                      </p:to>
                                    </p:set>
                                    <p:anim calcmode="lin" valueType="num">
                                      <p:cBhvr>
                                        <p:cTn id="7" dur="500" fill="hold"/>
                                        <p:tgtEl>
                                          <p:spTgt spid="112648"/>
                                        </p:tgtEl>
                                        <p:attrNameLst>
                                          <p:attrName>ppt_w</p:attrName>
                                        </p:attrNameLst>
                                      </p:cBhvr>
                                      <p:tavLst>
                                        <p:tav tm="0">
                                          <p:val>
                                            <p:fltVal val="0"/>
                                          </p:val>
                                        </p:tav>
                                        <p:tav tm="100000">
                                          <p:val>
                                            <p:strVal val="#ppt_w"/>
                                          </p:val>
                                        </p:tav>
                                      </p:tavLst>
                                    </p:anim>
                                    <p:anim calcmode="lin" valueType="num">
                                      <p:cBhvr>
                                        <p:cTn id="8" dur="500" fill="hold"/>
                                        <p:tgtEl>
                                          <p:spTgt spid="112648"/>
                                        </p:tgtEl>
                                        <p:attrNameLst>
                                          <p:attrName>ppt_h</p:attrName>
                                        </p:attrNameLst>
                                      </p:cBhvr>
                                      <p:tavLst>
                                        <p:tav tm="0">
                                          <p:val>
                                            <p:fltVal val="0"/>
                                          </p:val>
                                        </p:tav>
                                        <p:tav tm="100000">
                                          <p:val>
                                            <p:strVal val="#ppt_h"/>
                                          </p:val>
                                        </p:tav>
                                      </p:tavLst>
                                    </p:anim>
                                    <p:animEffect transition="in" filter="fade">
                                      <p:cBhvr>
                                        <p:cTn id="9" dur="500"/>
                                        <p:tgtEl>
                                          <p:spTgt spid="112648"/>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112649"/>
                                        </p:tgtEl>
                                        <p:attrNameLst>
                                          <p:attrName>style.visibility</p:attrName>
                                        </p:attrNameLst>
                                      </p:cBhvr>
                                      <p:to>
                                        <p:strVal val="visible"/>
                                      </p:to>
                                    </p:set>
                                    <p:anim calcmode="lin" valueType="num">
                                      <p:cBhvr>
                                        <p:cTn id="12" dur="500" fill="hold"/>
                                        <p:tgtEl>
                                          <p:spTgt spid="112649"/>
                                        </p:tgtEl>
                                        <p:attrNameLst>
                                          <p:attrName>ppt_w</p:attrName>
                                        </p:attrNameLst>
                                      </p:cBhvr>
                                      <p:tavLst>
                                        <p:tav tm="0">
                                          <p:val>
                                            <p:fltVal val="0"/>
                                          </p:val>
                                        </p:tav>
                                        <p:tav tm="100000">
                                          <p:val>
                                            <p:strVal val="#ppt_w"/>
                                          </p:val>
                                        </p:tav>
                                      </p:tavLst>
                                    </p:anim>
                                    <p:anim calcmode="lin" valueType="num">
                                      <p:cBhvr>
                                        <p:cTn id="13" dur="500" fill="hold"/>
                                        <p:tgtEl>
                                          <p:spTgt spid="112649"/>
                                        </p:tgtEl>
                                        <p:attrNameLst>
                                          <p:attrName>ppt_h</p:attrName>
                                        </p:attrNameLst>
                                      </p:cBhvr>
                                      <p:tavLst>
                                        <p:tav tm="0">
                                          <p:val>
                                            <p:fltVal val="0"/>
                                          </p:val>
                                        </p:tav>
                                        <p:tav tm="100000">
                                          <p:val>
                                            <p:strVal val="#ppt_h"/>
                                          </p:val>
                                        </p:tav>
                                      </p:tavLst>
                                    </p:anim>
                                    <p:animEffect transition="in" filter="fade">
                                      <p:cBhvr>
                                        <p:cTn id="14" dur="500"/>
                                        <p:tgtEl>
                                          <p:spTgt spid="112649"/>
                                        </p:tgtEl>
                                      </p:cBhvr>
                                    </p:animEffect>
                                  </p:childTnLst>
                                </p:cTn>
                              </p:par>
                              <p:par>
                                <p:cTn id="15" presetID="22" presetClass="entr" presetSubtype="8" fill="hold" nodeType="withEffect">
                                  <p:stCondLst>
                                    <p:cond delay="0"/>
                                  </p:stCondLst>
                                  <p:childTnLst>
                                    <p:set>
                                      <p:cBhvr>
                                        <p:cTn id="16" dur="1" fill="hold">
                                          <p:stCondLst>
                                            <p:cond delay="0"/>
                                          </p:stCondLst>
                                        </p:cTn>
                                        <p:tgtEl>
                                          <p:spTgt spid="112646"/>
                                        </p:tgtEl>
                                        <p:attrNameLst>
                                          <p:attrName>style.visibility</p:attrName>
                                        </p:attrNameLst>
                                      </p:cBhvr>
                                      <p:to>
                                        <p:strVal val="visible"/>
                                      </p:to>
                                    </p:set>
                                    <p:animEffect transition="in" filter="wipe(left)">
                                      <p:cBhvr>
                                        <p:cTn id="17" dur="500"/>
                                        <p:tgtEl>
                                          <p:spTgt spid="112646"/>
                                        </p:tgtEl>
                                      </p:cBhvr>
                                    </p:animEffect>
                                  </p:childTnLst>
                                </p:cTn>
                              </p:par>
                            </p:childTnLst>
                          </p:cTn>
                        </p:par>
                        <p:par>
                          <p:cTn id="18" fill="hold">
                            <p:stCondLst>
                              <p:cond delay="500"/>
                            </p:stCondLst>
                            <p:childTnLst>
                              <p:par>
                                <p:cTn id="19" presetID="22" presetClass="entr" presetSubtype="4" fill="hold" nodeType="afterEffect">
                                  <p:stCondLst>
                                    <p:cond delay="0"/>
                                  </p:stCondLst>
                                  <p:childTnLst>
                                    <p:set>
                                      <p:cBhvr>
                                        <p:cTn id="20" dur="1" fill="hold">
                                          <p:stCondLst>
                                            <p:cond delay="0"/>
                                          </p:stCondLst>
                                        </p:cTn>
                                        <p:tgtEl>
                                          <p:spTgt spid="112650"/>
                                        </p:tgtEl>
                                        <p:attrNameLst>
                                          <p:attrName>style.visibility</p:attrName>
                                        </p:attrNameLst>
                                      </p:cBhvr>
                                      <p:to>
                                        <p:strVal val="visible"/>
                                      </p:to>
                                    </p:set>
                                    <p:animEffect transition="in" filter="wipe(down)">
                                      <p:cBhvr>
                                        <p:cTn id="21" dur="500"/>
                                        <p:tgtEl>
                                          <p:spTgt spid="112650"/>
                                        </p:tgtEl>
                                      </p:cBhvr>
                                    </p:animEffect>
                                  </p:childTnLst>
                                </p:cTn>
                              </p:par>
                            </p:childTnLst>
                          </p:cTn>
                        </p:par>
                        <p:par>
                          <p:cTn id="22" fill="hold">
                            <p:stCondLst>
                              <p:cond delay="1000"/>
                            </p:stCondLst>
                            <p:childTnLst>
                              <p:par>
                                <p:cTn id="23" presetID="4" presetClass="entr" presetSubtype="16" fill="hold" grpId="0" nodeType="afterEffect">
                                  <p:stCondLst>
                                    <p:cond delay="0"/>
                                  </p:stCondLst>
                                  <p:childTnLst>
                                    <p:set>
                                      <p:cBhvr>
                                        <p:cTn id="24" dur="1" fill="hold">
                                          <p:stCondLst>
                                            <p:cond delay="0"/>
                                          </p:stCondLst>
                                        </p:cTn>
                                        <p:tgtEl>
                                          <p:spTgt spid="112647"/>
                                        </p:tgtEl>
                                        <p:attrNameLst>
                                          <p:attrName>style.visibility</p:attrName>
                                        </p:attrNameLst>
                                      </p:cBhvr>
                                      <p:to>
                                        <p:strVal val="visible"/>
                                      </p:to>
                                    </p:set>
                                    <p:animEffect transition="in" filter="box(in)">
                                      <p:cBhvr>
                                        <p:cTn id="25" dur="500"/>
                                        <p:tgtEl>
                                          <p:spTgt spid="1126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47" grpId="0" animBg="1"/>
      <p:bldP spid="112648" grpId="0" animBg="1"/>
      <p:bldP spid="112649"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p:cNvSpPr>
          <p:nvPr>
            <p:ph type="title"/>
          </p:nvPr>
        </p:nvSpPr>
        <p:spPr>
          <a:xfrm>
            <a:off x="1638300" y="269875"/>
            <a:ext cx="8915400" cy="1143000"/>
          </a:xfrm>
        </p:spPr>
        <p:txBody>
          <a:bodyPr vert="horz" wrap="square" lIns="91440" tIns="45720" rIns="91440" bIns="45720" anchor="ctr" anchorCtr="0"/>
          <a:lstStyle/>
          <a:p>
            <a:pPr eaLnBrk="1" hangingPunct="1"/>
            <a:r>
              <a:rPr lang="zh-CN" altLang="en-US" kern="1200" dirty="0">
                <a:latin typeface="黑体" panose="02010609060101010101" pitchFamily="49" charset="-122"/>
                <a:ea typeface="黑体" panose="02010609060101010101" pitchFamily="49" charset="-122"/>
                <a:cs typeface="Arial" panose="020B0604020202090204" pitchFamily="34" charset="0"/>
              </a:rPr>
              <a:t> 学习内容</a:t>
            </a:r>
            <a:endParaRPr lang="zh-CN" altLang="en-US" kern="1200" dirty="0">
              <a:latin typeface="黑体" panose="02010609060101010101" pitchFamily="49" charset="-122"/>
              <a:ea typeface="黑体" panose="02010609060101010101" pitchFamily="49" charset="-122"/>
              <a:cs typeface="Arial" panose="020B0604020202090204" pitchFamily="34" charset="0"/>
            </a:endParaRPr>
          </a:p>
        </p:txBody>
      </p:sp>
      <p:sp>
        <p:nvSpPr>
          <p:cNvPr id="12290" name="Rectangle 3"/>
          <p:cNvSpPr>
            <a:spLocks noGrp="1" noChangeArrowheads="1"/>
          </p:cNvSpPr>
          <p:nvPr>
            <p:ph idx="1"/>
          </p:nvPr>
        </p:nvSpPr>
        <p:spPr>
          <a:xfrm>
            <a:off x="2495550" y="1844675"/>
            <a:ext cx="6840538" cy="4556125"/>
          </a:xfrm>
        </p:spPr>
        <p:txBody>
          <a:bodyPr vert="horz" wrap="square" lIns="91440" tIns="45720" rIns="91440" bIns="45720" numCol="1" anchor="t" anchorCtr="0" compatLnSpc="1"/>
          <a:lstStyle/>
          <a:p>
            <a:pPr marL="533400" marR="0" lvl="0" indent="-533400" algn="l" defTabSz="914400" rtl="0" eaLnBrk="1" fontAlgn="base" latinLnBrk="0" hangingPunct="1">
              <a:lnSpc>
                <a:spcPct val="120000"/>
              </a:lnSpc>
              <a:spcBef>
                <a:spcPts val="600"/>
              </a:spcBef>
              <a:spcAft>
                <a:spcPts val="600"/>
              </a:spcAft>
              <a:buClr>
                <a:schemeClr val="tx2"/>
              </a:buClr>
              <a:buSzPct val="50000"/>
              <a:buFont typeface="Wingdings" panose="05000000000000000000" pitchFamily="2" charset="2"/>
              <a:buChar char="n"/>
              <a:defRPr/>
            </a:pPr>
            <a:r>
              <a:rPr kumimoji="0" lang="en-US" altLang="zh-CN" sz="3200" b="0" i="0" u="none" strike="noStrike" kern="1200" cap="none" spc="0" normalizeH="0" baseline="0" noProof="0" dirty="0">
                <a:ln>
                  <a:noFill/>
                </a:ln>
                <a:solidFill>
                  <a:schemeClr val="tx1"/>
                </a:solidFill>
                <a:effectLst/>
                <a:uLnTx/>
                <a:uFillTx/>
                <a:latin typeface="+mn-ea"/>
                <a:ea typeface="+mn-ea"/>
                <a:cs typeface="Times New Roman" panose="02020503050405090304" pitchFamily="18" charset="0"/>
              </a:rPr>
              <a:t>3.1 </a:t>
            </a:r>
            <a:r>
              <a:rPr kumimoji="0" lang="zh-CN" altLang="en-US" sz="3200" b="0" i="0" u="none" strike="noStrike" kern="1200" cap="none" spc="0" normalizeH="0" baseline="0" noProof="0" dirty="0">
                <a:ln>
                  <a:noFill/>
                </a:ln>
                <a:solidFill>
                  <a:schemeClr val="tx1"/>
                </a:solidFill>
                <a:effectLst/>
                <a:uLnTx/>
                <a:uFillTx/>
                <a:latin typeface="+mn-ea"/>
                <a:ea typeface="+mn-ea"/>
                <a:cs typeface="Times New Roman" panose="02020503050405090304" pitchFamily="18" charset="0"/>
              </a:rPr>
              <a:t>数组</a:t>
            </a:r>
            <a:endParaRPr kumimoji="0" lang="en-US" altLang="zh-CN" sz="3200" b="0" i="0" u="none" strike="noStrike" kern="1200" cap="none" spc="0" normalizeH="0" baseline="0" noProof="0" dirty="0">
              <a:ln>
                <a:noFill/>
              </a:ln>
              <a:solidFill>
                <a:schemeClr val="tx1"/>
              </a:solidFill>
              <a:effectLst/>
              <a:uLnTx/>
              <a:uFillTx/>
              <a:latin typeface="+mn-ea"/>
              <a:ea typeface="+mn-ea"/>
              <a:cs typeface="Times New Roman" panose="02020503050405090304" pitchFamily="18" charset="0"/>
            </a:endParaRPr>
          </a:p>
          <a:p>
            <a:pPr marL="533400" marR="0" lvl="0" indent="-533400" algn="l" defTabSz="914400" rtl="0" eaLnBrk="1" fontAlgn="base" latinLnBrk="0" hangingPunct="1">
              <a:lnSpc>
                <a:spcPct val="120000"/>
              </a:lnSpc>
              <a:spcBef>
                <a:spcPts val="600"/>
              </a:spcBef>
              <a:spcAft>
                <a:spcPts val="600"/>
              </a:spcAft>
              <a:buClr>
                <a:schemeClr val="tx2"/>
              </a:buClr>
              <a:buSzPct val="50000"/>
              <a:buFont typeface="Wingdings" panose="05000000000000000000" pitchFamily="2" charset="2"/>
              <a:buChar char="n"/>
              <a:defRPr/>
            </a:pPr>
            <a:r>
              <a:rPr kumimoji="0" lang="en-US" altLang="zh-CN" sz="3200" b="0" i="0" u="none" strike="noStrike" kern="1200" cap="none" spc="0" normalizeH="0" baseline="0" noProof="0" dirty="0">
                <a:ln>
                  <a:noFill/>
                </a:ln>
                <a:solidFill>
                  <a:schemeClr val="tx1"/>
                </a:solidFill>
                <a:effectLst/>
                <a:uLnTx/>
                <a:uFillTx/>
                <a:latin typeface="+mn-ea"/>
                <a:ea typeface="+mn-ea"/>
                <a:cs typeface="Times New Roman" panose="02020503050405090304" pitchFamily="18" charset="0"/>
              </a:rPr>
              <a:t>3.2 </a:t>
            </a:r>
            <a:r>
              <a:rPr kumimoji="0" lang="zh-CN" altLang="en-US" sz="3200" b="0" i="0" u="none" strike="noStrike" kern="1200" cap="none" spc="0" normalizeH="0" baseline="0" noProof="0" dirty="0">
                <a:ln>
                  <a:noFill/>
                </a:ln>
                <a:solidFill>
                  <a:schemeClr val="tx1"/>
                </a:solidFill>
                <a:effectLst/>
                <a:uLnTx/>
                <a:uFillTx/>
                <a:latin typeface="+mn-ea"/>
                <a:ea typeface="+mn-ea"/>
                <a:cs typeface="Times New Roman" panose="02020503050405090304" pitchFamily="18" charset="0"/>
              </a:rPr>
              <a:t>指针</a:t>
            </a:r>
            <a:endParaRPr kumimoji="0" lang="zh-CN" altLang="en-US" sz="3200" b="0" i="0" u="none" strike="noStrike" kern="1200" cap="none" spc="0" normalizeH="0" baseline="0" noProof="0" dirty="0">
              <a:ln>
                <a:noFill/>
              </a:ln>
              <a:solidFill>
                <a:schemeClr val="tx1"/>
              </a:solidFill>
              <a:effectLst/>
              <a:uLnTx/>
              <a:uFillTx/>
              <a:latin typeface="+mn-ea"/>
              <a:ea typeface="+mn-ea"/>
              <a:cs typeface="Times New Roman" panose="02020503050405090304" pitchFamily="18" charset="0"/>
            </a:endParaRPr>
          </a:p>
          <a:p>
            <a:pPr marL="533400" marR="0" lvl="0" indent="-533400" algn="l" defTabSz="914400" rtl="0" eaLnBrk="1" fontAlgn="base" latinLnBrk="0" hangingPunct="1">
              <a:lnSpc>
                <a:spcPct val="120000"/>
              </a:lnSpc>
              <a:spcBef>
                <a:spcPts val="600"/>
              </a:spcBef>
              <a:spcAft>
                <a:spcPts val="600"/>
              </a:spcAft>
              <a:buClr>
                <a:schemeClr val="tx2"/>
              </a:buClr>
              <a:buSzPct val="50000"/>
              <a:buFont typeface="Wingdings" panose="05000000000000000000" pitchFamily="2" charset="2"/>
              <a:buChar char="n"/>
              <a:defRPr/>
            </a:pPr>
            <a:r>
              <a:rPr kumimoji="0" lang="en-US" altLang="zh-CN" sz="3200" b="1" i="0" u="none" strike="noStrike" kern="1200" cap="none" spc="0" normalizeH="0" baseline="0" noProof="0" dirty="0">
                <a:ln>
                  <a:noFill/>
                </a:ln>
                <a:solidFill>
                  <a:srgbClr val="FF0000"/>
                </a:solidFill>
                <a:effectLst/>
                <a:uLnTx/>
                <a:uFillTx/>
                <a:latin typeface="+mn-ea"/>
                <a:ea typeface="+mn-ea"/>
                <a:cs typeface="Times New Roman" panose="02020503050405090304" pitchFamily="18" charset="0"/>
              </a:rPr>
              <a:t>3.3 </a:t>
            </a:r>
            <a:r>
              <a:rPr kumimoji="0" lang="zh-CN" altLang="en-US" sz="3200" b="1" i="0" u="none" strike="noStrike" kern="1200" cap="none" spc="0" normalizeH="0" baseline="0" noProof="0" dirty="0">
                <a:ln>
                  <a:noFill/>
                </a:ln>
                <a:solidFill>
                  <a:srgbClr val="FF0000"/>
                </a:solidFill>
                <a:effectLst/>
                <a:uLnTx/>
                <a:uFillTx/>
                <a:latin typeface="+mn-ea"/>
                <a:ea typeface="+mn-ea"/>
                <a:cs typeface="Times New Roman" panose="02020503050405090304" pitchFamily="18" charset="0"/>
              </a:rPr>
              <a:t>字符串</a:t>
            </a:r>
            <a:endParaRPr kumimoji="0" lang="zh-CN" altLang="en-US" sz="3200" b="1" i="0" u="none" strike="noStrike" kern="1200" cap="none" spc="0" normalizeH="0" baseline="0" noProof="0" dirty="0">
              <a:ln>
                <a:noFill/>
              </a:ln>
              <a:solidFill>
                <a:srgbClr val="FF0000"/>
              </a:solidFill>
              <a:effectLst/>
              <a:uLnTx/>
              <a:uFillTx/>
              <a:latin typeface="+mn-ea"/>
              <a:ea typeface="+mn-ea"/>
              <a:cs typeface="Times New Roman" panose="02020503050405090304" pitchFamily="18" charset="0"/>
            </a:endParaRPr>
          </a:p>
          <a:p>
            <a:pPr marL="533400" marR="0" lvl="0" indent="-533400" algn="l" defTabSz="914400" rtl="0" eaLnBrk="1" fontAlgn="base" latinLnBrk="0" hangingPunct="1">
              <a:lnSpc>
                <a:spcPct val="120000"/>
              </a:lnSpc>
              <a:spcBef>
                <a:spcPts val="600"/>
              </a:spcBef>
              <a:spcAft>
                <a:spcPts val="600"/>
              </a:spcAft>
              <a:buClr>
                <a:schemeClr val="tx2"/>
              </a:buClr>
              <a:buSzPct val="50000"/>
              <a:buFont typeface="Wingdings" panose="05000000000000000000" pitchFamily="2" charset="2"/>
              <a:buChar char="n"/>
              <a:defRPr/>
            </a:pPr>
            <a:r>
              <a:rPr kumimoji="0" lang="en-US" altLang="zh-CN" sz="3200" b="0" i="0" u="none" strike="noStrike" kern="1200" cap="none" spc="0" normalizeH="0" baseline="0" noProof="0" dirty="0">
                <a:ln>
                  <a:noFill/>
                </a:ln>
                <a:solidFill>
                  <a:schemeClr val="tx1"/>
                </a:solidFill>
                <a:effectLst/>
                <a:uLnTx/>
                <a:uFillTx/>
                <a:latin typeface="+mn-ea"/>
                <a:ea typeface="+mn-ea"/>
                <a:cs typeface="Times New Roman" panose="02020503050405090304" pitchFamily="18" charset="0"/>
              </a:rPr>
              <a:t>3.4 </a:t>
            </a:r>
            <a:r>
              <a:rPr kumimoji="0" lang="zh-CN" altLang="en-US" sz="3200" b="0" i="0" u="none" strike="noStrike" kern="1200" cap="none" spc="0" normalizeH="0" baseline="0" noProof="0" dirty="0">
                <a:ln>
                  <a:noFill/>
                </a:ln>
                <a:solidFill>
                  <a:schemeClr val="tx1"/>
                </a:solidFill>
                <a:effectLst/>
                <a:uLnTx/>
                <a:uFillTx/>
                <a:latin typeface="+mn-ea"/>
                <a:ea typeface="+mn-ea"/>
                <a:cs typeface="Times New Roman" panose="02020503050405090304" pitchFamily="18" charset="0"/>
              </a:rPr>
              <a:t>结构体</a:t>
            </a:r>
            <a:endParaRPr kumimoji="0" lang="en-US" altLang="zh-CN" sz="3200" b="0" i="0" u="none" strike="noStrike" kern="1200" cap="none" spc="0" normalizeH="0" baseline="0" noProof="0" dirty="0">
              <a:ln>
                <a:noFill/>
              </a:ln>
              <a:solidFill>
                <a:schemeClr val="tx1"/>
              </a:solidFill>
              <a:effectLst/>
              <a:uLnTx/>
              <a:uFillTx/>
              <a:latin typeface="+mn-ea"/>
              <a:ea typeface="+mn-ea"/>
              <a:cs typeface="Times New Roman" panose="02020503050405090304" pitchFamily="18" charset="0"/>
            </a:endParaRPr>
          </a:p>
          <a:p>
            <a:pPr marL="533400" marR="0" lvl="0" indent="-533400" algn="l" defTabSz="914400" rtl="0" eaLnBrk="1" fontAlgn="base" latinLnBrk="0" hangingPunct="1">
              <a:lnSpc>
                <a:spcPct val="120000"/>
              </a:lnSpc>
              <a:spcBef>
                <a:spcPts val="600"/>
              </a:spcBef>
              <a:spcAft>
                <a:spcPts val="600"/>
              </a:spcAft>
              <a:buClr>
                <a:schemeClr val="tx2"/>
              </a:buClr>
              <a:buSzPct val="50000"/>
              <a:buFont typeface="Wingdings" panose="05000000000000000000" pitchFamily="2" charset="2"/>
              <a:buChar char="n"/>
              <a:defRPr/>
            </a:pPr>
            <a:r>
              <a:rPr kumimoji="0" lang="en-US" altLang="zh-CN" sz="3200" b="0" i="0" u="none" strike="noStrike" kern="1200" cap="none" spc="0" normalizeH="0" baseline="0" noProof="0" dirty="0">
                <a:ln>
                  <a:noFill/>
                </a:ln>
                <a:solidFill>
                  <a:schemeClr val="tx1"/>
                </a:solidFill>
                <a:effectLst/>
                <a:uLnTx/>
                <a:uFillTx/>
                <a:latin typeface="+mn-ea"/>
                <a:ea typeface="+mn-ea"/>
                <a:cs typeface="Times New Roman" panose="02020503050405090304" pitchFamily="18" charset="0"/>
              </a:rPr>
              <a:t>3.5 </a:t>
            </a:r>
            <a:r>
              <a:rPr kumimoji="0" lang="zh-CN" altLang="en-US" sz="3200" b="0" i="0" u="none" strike="noStrike" kern="1200" cap="none" spc="0" normalizeH="0" baseline="0" noProof="0" dirty="0">
                <a:ln>
                  <a:noFill/>
                </a:ln>
                <a:solidFill>
                  <a:schemeClr val="tx1"/>
                </a:solidFill>
                <a:effectLst/>
                <a:uLnTx/>
                <a:uFillTx/>
                <a:latin typeface="+mn-ea"/>
                <a:ea typeface="+mn-ea"/>
                <a:cs typeface="Times New Roman" panose="02020503050405090304" pitchFamily="18" charset="0"/>
              </a:rPr>
              <a:t>动态内存分配</a:t>
            </a:r>
            <a:endParaRPr kumimoji="0" lang="en-US" altLang="zh-CN" sz="3200" b="0" i="0" u="none" strike="noStrike" kern="1200" cap="none" spc="0" normalizeH="0" baseline="0" noProof="0" dirty="0">
              <a:ln>
                <a:noFill/>
              </a:ln>
              <a:solidFill>
                <a:schemeClr val="tx1"/>
              </a:solidFill>
              <a:effectLst/>
              <a:uLnTx/>
              <a:uFillTx/>
              <a:latin typeface="+mn-ea"/>
              <a:ea typeface="+mn-ea"/>
              <a:cs typeface="Times New Roman" panose="02020503050405090304" pitchFamily="18" charset="0"/>
            </a:endParaRPr>
          </a:p>
        </p:txBody>
      </p:sp>
      <p:pic>
        <p:nvPicPr>
          <p:cNvPr id="72708" name="Picture 7"/>
          <p:cNvPicPr>
            <a:picLocks noChangeAspect="1"/>
          </p:cNvPicPr>
          <p:nvPr/>
        </p:nvPicPr>
        <p:blipFill>
          <a:blip r:embed="rId1">
            <a:clrChange>
              <a:clrFrom>
                <a:srgbClr val="FFFFFF"/>
              </a:clrFrom>
              <a:clrTo>
                <a:srgbClr val="FFFFFF">
                  <a:alpha val="0"/>
                </a:srgbClr>
              </a:clrTo>
            </a:clrChange>
          </a:blip>
          <a:stretch>
            <a:fillRect/>
          </a:stretch>
        </p:blipFill>
        <p:spPr>
          <a:xfrm>
            <a:off x="7842250" y="3141663"/>
            <a:ext cx="2774950" cy="2616200"/>
          </a:xfrm>
          <a:prstGeom prst="rect">
            <a:avLst/>
          </a:prstGeom>
          <a:noFill/>
          <a:ln w="9525">
            <a:noFill/>
          </a:ln>
        </p:spPr>
      </p:pic>
    </p:spTree>
  </p:cSld>
  <p:clrMapOvr>
    <a:masterClrMapping/>
  </p:clrMapOvr>
  <p:transition>
    <p:newsflash/>
  </p:transition>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3730" name="Rectangle 2"/>
          <p:cNvSpPr>
            <a:spLocks noGrp="1"/>
          </p:cNvSpPr>
          <p:nvPr>
            <p:ph type="title"/>
          </p:nvPr>
        </p:nvSpPr>
        <p:spPr>
          <a:xfrm>
            <a:off x="1631950" y="255588"/>
            <a:ext cx="8915400" cy="1143000"/>
          </a:xfrm>
        </p:spPr>
        <p:txBody>
          <a:bodyPr vert="horz" wrap="square" lIns="91440" tIns="45720" rIns="91440" bIns="45720" anchor="ctr" anchorCtr="0"/>
          <a:lstStyle/>
          <a:p>
            <a:r>
              <a:rPr lang="en-US" altLang="zh-CN" kern="1200" dirty="0">
                <a:latin typeface="Arial" panose="020B0604020202090204" pitchFamily="34" charset="0"/>
                <a:ea typeface="黑体" panose="02010609060101010101" pitchFamily="49" charset="-122"/>
                <a:cs typeface="Arial" panose="020B0604020202090204" pitchFamily="34" charset="0"/>
              </a:rPr>
              <a:t>3.3.1 </a:t>
            </a:r>
            <a:r>
              <a:rPr lang="zh-CN" altLang="en-US" kern="1200" dirty="0">
                <a:latin typeface="Arial" panose="020B0604020202090204" pitchFamily="34" charset="0"/>
                <a:ea typeface="黑体" panose="02010609060101010101" pitchFamily="49" charset="-122"/>
                <a:cs typeface="Arial" panose="020B0604020202090204" pitchFamily="34" charset="0"/>
              </a:rPr>
              <a:t>字符串常量</a:t>
            </a:r>
            <a:endParaRPr lang="zh-CN" altLang="en-US" kern="1200" dirty="0">
              <a:latin typeface="Arial" panose="020B0604020202090204" pitchFamily="34" charset="0"/>
              <a:ea typeface="黑体" panose="02010609060101010101" pitchFamily="49" charset="-122"/>
              <a:cs typeface="Arial" panose="020B0604020202090204" pitchFamily="34" charset="0"/>
            </a:endParaRPr>
          </a:p>
        </p:txBody>
      </p:sp>
      <p:grpSp>
        <p:nvGrpSpPr>
          <p:cNvPr id="2" name="Group 3"/>
          <p:cNvGrpSpPr/>
          <p:nvPr/>
        </p:nvGrpSpPr>
        <p:grpSpPr>
          <a:xfrm>
            <a:off x="5003800" y="4076700"/>
            <a:ext cx="5226050" cy="2306638"/>
            <a:chOff x="2245" y="2568"/>
            <a:chExt cx="2858" cy="1453"/>
          </a:xfrm>
        </p:grpSpPr>
        <p:sp>
          <p:nvSpPr>
            <p:cNvPr id="761860" name="Line 4"/>
            <p:cNvSpPr>
              <a:spLocks noChangeShapeType="1"/>
            </p:cNvSpPr>
            <p:nvPr/>
          </p:nvSpPr>
          <p:spPr bwMode="auto">
            <a:xfrm flipH="1" flipV="1">
              <a:off x="2245" y="2568"/>
              <a:ext cx="363" cy="363"/>
            </a:xfrm>
            <a:prstGeom prst="line">
              <a:avLst/>
            </a:prstGeom>
            <a:noFill/>
            <a:ln w="38100">
              <a:solidFill>
                <a:srgbClr val="00B050"/>
              </a:solidFill>
              <a:miter lim="800000"/>
              <a:tailEnd type="triangle" w="med" len="med"/>
            </a:ln>
            <a:effectLst/>
          </p:spPr>
          <p:txBody>
            <a:bodyPr wrap="none"/>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73754" name="Text Box 5"/>
            <p:cNvSpPr txBox="1"/>
            <p:nvPr/>
          </p:nvSpPr>
          <p:spPr>
            <a:xfrm>
              <a:off x="2608" y="2931"/>
              <a:ext cx="2495" cy="1090"/>
            </a:xfrm>
            <a:prstGeom prst="rect">
              <a:avLst/>
            </a:prstGeom>
            <a:solidFill>
              <a:srgbClr val="FFFFCC"/>
            </a:solidFill>
            <a:ln w="38100" cap="flat" cmpd="sng">
              <a:solidFill>
                <a:srgbClr val="00B050"/>
              </a:solidFill>
              <a:prstDash val="solid"/>
              <a:miter/>
              <a:headEnd type="none" w="med" len="med"/>
              <a:tailEnd type="none" w="med" len="med"/>
            </a:ln>
          </p:spPr>
          <p:txBody>
            <a:bodyPr>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algn="ctr" eaLnBrk="1" hangingPunct="1">
                <a:lnSpc>
                  <a:spcPct val="125000"/>
                </a:lnSpc>
                <a:spcBef>
                  <a:spcPct val="50000"/>
                </a:spcBef>
                <a:spcAft>
                  <a:spcPts val="590"/>
                </a:spcAft>
                <a:buSzPct val="80000"/>
                <a:buNone/>
              </a:pPr>
              <a:r>
                <a:rPr lang="zh-CN" altLang="en-US" sz="2800" dirty="0">
                  <a:solidFill>
                    <a:srgbClr val="000066"/>
                  </a:solidFill>
                  <a:latin typeface="黑体" panose="02010609060101010101" pitchFamily="49" charset="-122"/>
                </a:rPr>
                <a:t>用双引号括起的一串字符是字符串常量，</a:t>
              </a:r>
              <a:r>
                <a:rPr lang="en-US" altLang="zh-CN" sz="2800" dirty="0">
                  <a:solidFill>
                    <a:srgbClr val="000066"/>
                  </a:solidFill>
                  <a:cs typeface="Arial" panose="020B0604020202090204" pitchFamily="34" charset="0"/>
                </a:rPr>
                <a:t>C</a:t>
              </a:r>
              <a:r>
                <a:rPr lang="zh-CN" altLang="en-US" sz="2800" dirty="0">
                  <a:solidFill>
                    <a:srgbClr val="000066"/>
                  </a:solidFill>
                  <a:latin typeface="黑体" panose="02010609060101010101" pitchFamily="49" charset="-122"/>
                </a:rPr>
                <a:t>语言自动为其添加</a:t>
              </a:r>
              <a:r>
                <a:rPr lang="en-US" altLang="zh-CN" sz="2800" b="1" dirty="0">
                  <a:solidFill>
                    <a:srgbClr val="CC0000"/>
                  </a:solidFill>
                  <a:latin typeface="Courier New" panose="02070409020205090404" pitchFamily="49" charset="0"/>
                  <a:ea typeface="楷体_GB2312" pitchFamily="49" charset="-122"/>
                </a:rPr>
                <a:t>'\0'</a:t>
              </a:r>
              <a:r>
                <a:rPr lang="zh-CN" altLang="en-US" sz="2800" dirty="0">
                  <a:solidFill>
                    <a:srgbClr val="000066"/>
                  </a:solidFill>
                  <a:latin typeface="黑体" panose="02010609060101010101" pitchFamily="49" charset="-122"/>
                </a:rPr>
                <a:t>结束符</a:t>
              </a:r>
              <a:endParaRPr lang="zh-CN" altLang="en-US" sz="2800" dirty="0">
                <a:solidFill>
                  <a:srgbClr val="000066"/>
                </a:solidFill>
                <a:latin typeface="黑体" panose="02010609060101010101" pitchFamily="49" charset="-122"/>
              </a:endParaRPr>
            </a:p>
          </p:txBody>
        </p:sp>
      </p:grpSp>
      <p:grpSp>
        <p:nvGrpSpPr>
          <p:cNvPr id="3" name="Group 6"/>
          <p:cNvGrpSpPr/>
          <p:nvPr/>
        </p:nvGrpSpPr>
        <p:grpSpPr>
          <a:xfrm>
            <a:off x="2135188" y="3573463"/>
            <a:ext cx="3240087" cy="511175"/>
            <a:chOff x="1331" y="2654"/>
            <a:chExt cx="1370" cy="322"/>
          </a:xfrm>
        </p:grpSpPr>
        <p:sp>
          <p:nvSpPr>
            <p:cNvPr id="761863" name="Rectangle 7"/>
            <p:cNvSpPr>
              <a:spLocks noChangeArrowheads="1"/>
            </p:cNvSpPr>
            <p:nvPr/>
          </p:nvSpPr>
          <p:spPr bwMode="auto">
            <a:xfrm>
              <a:off x="1337" y="2654"/>
              <a:ext cx="1364" cy="322"/>
            </a:xfrm>
            <a:prstGeom prst="rect">
              <a:avLst/>
            </a:prstGeom>
            <a:noFill/>
            <a:ln w="38100">
              <a:solidFill>
                <a:srgbClr val="00B050"/>
              </a:solidFill>
              <a:miter lim="800000"/>
            </a:ln>
            <a:effectLst/>
          </p:spPr>
          <p:txBody>
            <a:bodyPr wrap="none" anchor="ct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761864" name="Text Box 8"/>
            <p:cNvSpPr txBox="1">
              <a:spLocks noChangeArrowheads="1"/>
            </p:cNvSpPr>
            <p:nvPr/>
          </p:nvSpPr>
          <p:spPr bwMode="auto">
            <a:xfrm>
              <a:off x="1331" y="2659"/>
              <a:ext cx="1360" cy="309"/>
            </a:xfrm>
            <a:prstGeom prst="rect">
              <a:avLst/>
            </a:prstGeom>
            <a:noFill/>
            <a:ln w="38100">
              <a:solidFill>
                <a:srgbClr val="00B050"/>
              </a:solidFill>
              <a:miter lim="800000"/>
              <a:headEnd type="none" w="sm" len="sm"/>
              <a:tailEnd type="none" w="sm" len="sm"/>
            </a:ln>
            <a:effectLst/>
          </p:spPr>
          <p:txBody>
            <a:bodyPr>
              <a:spAutoFit/>
            </a:bodyPr>
            <a:lstStyle/>
            <a:p>
              <a:pPr marR="0" defTabSz="914400" eaLnBrk="1" hangingPunct="1">
                <a:lnSpc>
                  <a:spcPct val="90000"/>
                </a:lnSpc>
                <a:spcBef>
                  <a:spcPct val="50000"/>
                </a:spcBef>
                <a:spcAft>
                  <a:spcPts val="590"/>
                </a:spcAft>
                <a:buClr>
                  <a:schemeClr val="tx2"/>
                </a:buClr>
                <a:buSzPct val="80000"/>
                <a:buFontTx/>
                <a:buNone/>
                <a:defRPr/>
              </a:pPr>
              <a:r>
                <a:rPr kumimoji="0" lang="en-US" altLang="zh-CN" sz="2800" b="1" kern="1200" cap="none" spc="0" normalizeH="0" baseline="0" noProof="0" dirty="0">
                  <a:effectLst>
                    <a:outerShdw blurRad="38100" dist="38100" dir="2700000" algn="tl">
                      <a:srgbClr val="C0C0C0"/>
                    </a:outerShdw>
                  </a:effectLst>
                  <a:latin typeface="Courier New" panose="02070409020205090404" pitchFamily="49" charset="0"/>
                  <a:ea typeface="宋体" pitchFamily="2" charset="-122"/>
                  <a:cs typeface="Courier New" panose="02070409020205090404" pitchFamily="49" charset="0"/>
                </a:rPr>
                <a:t>"How are you"</a:t>
              </a:r>
              <a:endParaRPr kumimoji="0" lang="en-US" altLang="zh-CN" sz="2800" b="1" kern="1200" cap="none" spc="0" normalizeH="0" baseline="0" noProof="0" dirty="0">
                <a:effectLst>
                  <a:outerShdw blurRad="38100" dist="38100" dir="2700000" algn="tl">
                    <a:srgbClr val="C0C0C0"/>
                  </a:outerShdw>
                </a:effectLst>
                <a:latin typeface="Courier New" panose="02070409020205090404" pitchFamily="49" charset="0"/>
                <a:ea typeface="宋体" pitchFamily="2" charset="-122"/>
                <a:cs typeface="Courier New" panose="02070409020205090404" pitchFamily="49" charset="0"/>
              </a:endParaRPr>
            </a:p>
          </p:txBody>
        </p:sp>
      </p:grpSp>
      <p:grpSp>
        <p:nvGrpSpPr>
          <p:cNvPr id="4" name="Group 9"/>
          <p:cNvGrpSpPr/>
          <p:nvPr/>
        </p:nvGrpSpPr>
        <p:grpSpPr>
          <a:xfrm>
            <a:off x="2586038" y="1773238"/>
            <a:ext cx="7332662" cy="503237"/>
            <a:chOff x="839" y="1389"/>
            <a:chExt cx="4264" cy="317"/>
          </a:xfrm>
        </p:grpSpPr>
        <p:grpSp>
          <p:nvGrpSpPr>
            <p:cNvPr id="73737" name="Group 10"/>
            <p:cNvGrpSpPr/>
            <p:nvPr/>
          </p:nvGrpSpPr>
          <p:grpSpPr>
            <a:xfrm>
              <a:off x="839" y="1389"/>
              <a:ext cx="4173" cy="317"/>
              <a:chOff x="1474" y="1389"/>
              <a:chExt cx="4173" cy="317"/>
            </a:xfrm>
          </p:grpSpPr>
          <p:sp>
            <p:nvSpPr>
              <p:cNvPr id="761867" name="Rectangle 11"/>
              <p:cNvSpPr>
                <a:spLocks noChangeArrowheads="1"/>
              </p:cNvSpPr>
              <p:nvPr/>
            </p:nvSpPr>
            <p:spPr bwMode="auto">
              <a:xfrm>
                <a:off x="1474" y="1389"/>
                <a:ext cx="4173" cy="317"/>
              </a:xfrm>
              <a:prstGeom prst="rect">
                <a:avLst/>
              </a:prstGeom>
              <a:noFill/>
              <a:ln w="57150">
                <a:solidFill>
                  <a:srgbClr val="000080"/>
                </a:solidFill>
                <a:miter lim="800000"/>
              </a:ln>
              <a:effectLst/>
            </p:spPr>
            <p:txBody>
              <a:bodyPr wrap="none" anchor="ct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761868" name="Line 12"/>
              <p:cNvSpPr>
                <a:spLocks noChangeShapeType="1"/>
              </p:cNvSpPr>
              <p:nvPr/>
            </p:nvSpPr>
            <p:spPr bwMode="auto">
              <a:xfrm>
                <a:off x="1837" y="1389"/>
                <a:ext cx="0" cy="317"/>
              </a:xfrm>
              <a:prstGeom prst="line">
                <a:avLst/>
              </a:prstGeom>
              <a:noFill/>
              <a:ln w="38100">
                <a:solidFill>
                  <a:srgbClr val="000080"/>
                </a:solidFill>
                <a:round/>
                <a:headEnd type="none" w="sm" len="sm"/>
                <a:tailEnd type="none" w="sm" len="sm"/>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761869" name="Line 13"/>
              <p:cNvSpPr>
                <a:spLocks noChangeShapeType="1"/>
              </p:cNvSpPr>
              <p:nvPr/>
            </p:nvSpPr>
            <p:spPr bwMode="auto">
              <a:xfrm>
                <a:off x="2200" y="1389"/>
                <a:ext cx="0" cy="317"/>
              </a:xfrm>
              <a:prstGeom prst="line">
                <a:avLst/>
              </a:prstGeom>
              <a:noFill/>
              <a:ln w="38100">
                <a:solidFill>
                  <a:srgbClr val="000080"/>
                </a:solidFill>
                <a:round/>
                <a:headEnd type="none" w="sm" len="sm"/>
                <a:tailEnd type="none" w="sm" len="sm"/>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761870" name="Line 14"/>
              <p:cNvSpPr>
                <a:spLocks noChangeShapeType="1"/>
              </p:cNvSpPr>
              <p:nvPr/>
            </p:nvSpPr>
            <p:spPr bwMode="auto">
              <a:xfrm>
                <a:off x="2561" y="1389"/>
                <a:ext cx="0" cy="317"/>
              </a:xfrm>
              <a:prstGeom prst="line">
                <a:avLst/>
              </a:prstGeom>
              <a:noFill/>
              <a:ln w="38100">
                <a:solidFill>
                  <a:srgbClr val="000080"/>
                </a:solidFill>
                <a:round/>
                <a:headEnd type="none" w="sm" len="sm"/>
                <a:tailEnd type="none" w="sm" len="sm"/>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761871" name="Line 15"/>
              <p:cNvSpPr>
                <a:spLocks noChangeShapeType="1"/>
              </p:cNvSpPr>
              <p:nvPr/>
            </p:nvSpPr>
            <p:spPr bwMode="auto">
              <a:xfrm>
                <a:off x="2925" y="1389"/>
                <a:ext cx="0" cy="317"/>
              </a:xfrm>
              <a:prstGeom prst="line">
                <a:avLst/>
              </a:prstGeom>
              <a:noFill/>
              <a:ln w="38100">
                <a:solidFill>
                  <a:srgbClr val="000080"/>
                </a:solidFill>
                <a:round/>
                <a:headEnd type="none" w="sm" len="sm"/>
                <a:tailEnd type="none" w="sm" len="sm"/>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761872" name="Line 16"/>
              <p:cNvSpPr>
                <a:spLocks noChangeShapeType="1"/>
              </p:cNvSpPr>
              <p:nvPr/>
            </p:nvSpPr>
            <p:spPr bwMode="auto">
              <a:xfrm>
                <a:off x="3288" y="1389"/>
                <a:ext cx="0" cy="317"/>
              </a:xfrm>
              <a:prstGeom prst="line">
                <a:avLst/>
              </a:prstGeom>
              <a:noFill/>
              <a:ln w="38100">
                <a:solidFill>
                  <a:srgbClr val="000080"/>
                </a:solidFill>
                <a:round/>
                <a:headEnd type="none" w="sm" len="sm"/>
                <a:tailEnd type="none" w="sm" len="sm"/>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761873" name="Line 17"/>
              <p:cNvSpPr>
                <a:spLocks noChangeShapeType="1"/>
              </p:cNvSpPr>
              <p:nvPr/>
            </p:nvSpPr>
            <p:spPr bwMode="auto">
              <a:xfrm>
                <a:off x="3636" y="1389"/>
                <a:ext cx="0" cy="317"/>
              </a:xfrm>
              <a:prstGeom prst="line">
                <a:avLst/>
              </a:prstGeom>
              <a:noFill/>
              <a:ln w="38100">
                <a:solidFill>
                  <a:srgbClr val="000080"/>
                </a:solidFill>
                <a:round/>
                <a:headEnd type="none" w="sm" len="sm"/>
                <a:tailEnd type="none" w="sm" len="sm"/>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761874" name="Line 18"/>
              <p:cNvSpPr>
                <a:spLocks noChangeShapeType="1"/>
              </p:cNvSpPr>
              <p:nvPr/>
            </p:nvSpPr>
            <p:spPr bwMode="auto">
              <a:xfrm>
                <a:off x="3966" y="1389"/>
                <a:ext cx="0" cy="317"/>
              </a:xfrm>
              <a:prstGeom prst="line">
                <a:avLst/>
              </a:prstGeom>
              <a:noFill/>
              <a:ln w="38100">
                <a:solidFill>
                  <a:srgbClr val="000080"/>
                </a:solidFill>
                <a:round/>
                <a:headEnd type="none" w="sm" len="sm"/>
                <a:tailEnd type="none" w="sm" len="sm"/>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761875" name="Line 19"/>
              <p:cNvSpPr>
                <a:spLocks noChangeShapeType="1"/>
              </p:cNvSpPr>
              <p:nvPr/>
            </p:nvSpPr>
            <p:spPr bwMode="auto">
              <a:xfrm>
                <a:off x="4315" y="1389"/>
                <a:ext cx="0" cy="317"/>
              </a:xfrm>
              <a:prstGeom prst="line">
                <a:avLst/>
              </a:prstGeom>
              <a:noFill/>
              <a:ln w="38100">
                <a:solidFill>
                  <a:srgbClr val="000080"/>
                </a:solidFill>
                <a:round/>
                <a:headEnd type="none" w="sm" len="sm"/>
                <a:tailEnd type="none" w="sm" len="sm"/>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761876" name="Line 20"/>
              <p:cNvSpPr>
                <a:spLocks noChangeShapeType="1"/>
              </p:cNvSpPr>
              <p:nvPr/>
            </p:nvSpPr>
            <p:spPr bwMode="auto">
              <a:xfrm>
                <a:off x="4649" y="1389"/>
                <a:ext cx="0" cy="317"/>
              </a:xfrm>
              <a:prstGeom prst="line">
                <a:avLst/>
              </a:prstGeom>
              <a:noFill/>
              <a:ln w="38100">
                <a:solidFill>
                  <a:srgbClr val="000080"/>
                </a:solidFill>
                <a:round/>
                <a:headEnd type="none" w="sm" len="sm"/>
                <a:tailEnd type="none" w="sm" len="sm"/>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761877" name="Line 21"/>
              <p:cNvSpPr>
                <a:spLocks noChangeShapeType="1"/>
              </p:cNvSpPr>
              <p:nvPr/>
            </p:nvSpPr>
            <p:spPr bwMode="auto">
              <a:xfrm>
                <a:off x="4982" y="1389"/>
                <a:ext cx="0" cy="317"/>
              </a:xfrm>
              <a:prstGeom prst="line">
                <a:avLst/>
              </a:prstGeom>
              <a:noFill/>
              <a:ln w="38100">
                <a:solidFill>
                  <a:srgbClr val="000080"/>
                </a:solidFill>
                <a:round/>
                <a:headEnd type="none" w="sm" len="sm"/>
                <a:tailEnd type="none" w="sm" len="sm"/>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761878" name="Line 22"/>
              <p:cNvSpPr>
                <a:spLocks noChangeShapeType="1"/>
              </p:cNvSpPr>
              <p:nvPr/>
            </p:nvSpPr>
            <p:spPr bwMode="auto">
              <a:xfrm>
                <a:off x="5312" y="1389"/>
                <a:ext cx="0" cy="317"/>
              </a:xfrm>
              <a:prstGeom prst="line">
                <a:avLst/>
              </a:prstGeom>
              <a:noFill/>
              <a:ln w="38100">
                <a:solidFill>
                  <a:srgbClr val="000080"/>
                </a:solidFill>
                <a:round/>
                <a:headEnd type="none" w="sm" len="sm"/>
                <a:tailEnd type="none" w="sm" len="sm"/>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grpSp>
        <p:sp>
          <p:nvSpPr>
            <p:cNvPr id="761879" name="Text Box 23"/>
            <p:cNvSpPr txBox="1">
              <a:spLocks noChangeArrowheads="1"/>
            </p:cNvSpPr>
            <p:nvPr/>
          </p:nvSpPr>
          <p:spPr bwMode="auto">
            <a:xfrm>
              <a:off x="859" y="1393"/>
              <a:ext cx="4244" cy="273"/>
            </a:xfrm>
            <a:prstGeom prst="rect">
              <a:avLst/>
            </a:prstGeom>
            <a:noFill/>
            <a:ln w="12700">
              <a:noFill/>
              <a:miter lim="800000"/>
              <a:headEnd type="none" w="sm" len="sm"/>
              <a:tailEnd type="none" w="sm" len="sm"/>
            </a:ln>
            <a:effectLst/>
          </p:spPr>
          <p:txBody>
            <a:bodyPr>
              <a:spAutoFit/>
            </a:bodyPr>
            <a:lstStyle/>
            <a:p>
              <a:pPr marR="0" defTabSz="914400" eaLnBrk="1" hangingPunct="1">
                <a:lnSpc>
                  <a:spcPct val="90000"/>
                </a:lnSpc>
                <a:spcBef>
                  <a:spcPct val="50000"/>
                </a:spcBef>
                <a:spcAft>
                  <a:spcPts val="590"/>
                </a:spcAft>
                <a:buClr>
                  <a:schemeClr val="tx2"/>
                </a:buClr>
                <a:buSzPct val="80000"/>
                <a:buFontTx/>
                <a:buNone/>
                <a:defRPr/>
              </a:pPr>
              <a:r>
                <a:rPr kumimoji="0" lang="en-US" altLang="zh-CN" sz="2400" b="1" kern="1200" cap="none" spc="0" normalizeH="0" baseline="0" noProof="0">
                  <a:effectLst>
                    <a:outerShdw blurRad="38100" dist="38100" dir="2700000" algn="tl">
                      <a:srgbClr val="C0C0C0"/>
                    </a:outerShdw>
                  </a:effectLst>
                  <a:latin typeface="Courier New" panose="02070409020205090404" pitchFamily="49" charset="0"/>
                  <a:ea typeface="宋体" pitchFamily="2" charset="-122"/>
                  <a:cs typeface="Courier New" panose="02070409020205090404" pitchFamily="49" charset="0"/>
                </a:rPr>
                <a:t> H  o   w     a   r  e     y  o   u </a:t>
              </a:r>
              <a:r>
                <a:rPr kumimoji="0" lang="en-US" altLang="zh-CN" sz="2400" b="1" kern="1200" cap="none" spc="0" normalizeH="0" baseline="0" noProof="0">
                  <a:solidFill>
                    <a:srgbClr val="CC0000"/>
                  </a:solidFill>
                  <a:effectLst>
                    <a:outerShdw blurRad="38100" dist="38100" dir="2700000" algn="tl">
                      <a:srgbClr val="C0C0C0"/>
                    </a:outerShdw>
                  </a:effectLst>
                  <a:latin typeface="Courier New" panose="02070409020205090404" pitchFamily="49" charset="0"/>
                  <a:ea typeface="宋体" pitchFamily="2" charset="-122"/>
                  <a:cs typeface="Courier New" panose="02070409020205090404" pitchFamily="49" charset="0"/>
                </a:rPr>
                <a:t>\0</a:t>
              </a:r>
              <a:endParaRPr kumimoji="0" lang="en-US" altLang="zh-CN" sz="2400" b="1" kern="1200" cap="none" spc="0" normalizeH="0" baseline="0" noProof="0">
                <a:solidFill>
                  <a:srgbClr val="CC0000"/>
                </a:solidFill>
                <a:effectLst>
                  <a:outerShdw blurRad="38100" dist="38100" dir="2700000" algn="tl">
                    <a:srgbClr val="C0C0C0"/>
                  </a:outerShdw>
                </a:effectLst>
                <a:latin typeface="Courier New" panose="02070409020205090404" pitchFamily="49" charset="0"/>
                <a:ea typeface="宋体" pitchFamily="2" charset="-122"/>
                <a:cs typeface="Courier New" panose="02070409020205090404" pitchFamily="49" charset="0"/>
              </a:endParaRPr>
            </a:p>
          </p:txBody>
        </p:sp>
      </p:grpSp>
      <p:grpSp>
        <p:nvGrpSpPr>
          <p:cNvPr id="6" name="Group 24"/>
          <p:cNvGrpSpPr/>
          <p:nvPr/>
        </p:nvGrpSpPr>
        <p:grpSpPr>
          <a:xfrm>
            <a:off x="1804988" y="2349500"/>
            <a:ext cx="8348662" cy="887413"/>
            <a:chOff x="748" y="1752"/>
            <a:chExt cx="4315" cy="559"/>
          </a:xfrm>
        </p:grpSpPr>
        <p:sp>
          <p:nvSpPr>
            <p:cNvPr id="761881" name="Line 25"/>
            <p:cNvSpPr>
              <a:spLocks noChangeShapeType="1"/>
            </p:cNvSpPr>
            <p:nvPr/>
          </p:nvSpPr>
          <p:spPr bwMode="auto">
            <a:xfrm flipV="1">
              <a:off x="4195" y="1752"/>
              <a:ext cx="588" cy="181"/>
            </a:xfrm>
            <a:prstGeom prst="line">
              <a:avLst/>
            </a:prstGeom>
            <a:noFill/>
            <a:ln w="38100">
              <a:solidFill>
                <a:srgbClr val="00B050"/>
              </a:solidFill>
              <a:miter lim="800000"/>
              <a:tailEnd type="triangle" w="med" len="med"/>
            </a:ln>
            <a:effectLst/>
          </p:spPr>
          <p:txBody>
            <a:bodyPr wrap="none"/>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73736" name="Text Box 26"/>
            <p:cNvSpPr txBox="1"/>
            <p:nvPr/>
          </p:nvSpPr>
          <p:spPr>
            <a:xfrm>
              <a:off x="748" y="1934"/>
              <a:ext cx="4315" cy="377"/>
            </a:xfrm>
            <a:prstGeom prst="rect">
              <a:avLst/>
            </a:prstGeom>
            <a:solidFill>
              <a:srgbClr val="FFFFCC"/>
            </a:solidFill>
            <a:ln w="38100" cap="flat" cmpd="sng">
              <a:solidFill>
                <a:srgbClr val="00B050"/>
              </a:solidFill>
              <a:prstDash val="solid"/>
              <a:miter/>
              <a:headEnd type="none" w="med" len="med"/>
              <a:tailEnd type="none" w="med" len="med"/>
            </a:ln>
          </p:spPr>
          <p:txBody>
            <a:bodyPr>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algn="ctr" eaLnBrk="1" hangingPunct="1">
                <a:lnSpc>
                  <a:spcPct val="125000"/>
                </a:lnSpc>
                <a:spcBef>
                  <a:spcPct val="50000"/>
                </a:spcBef>
                <a:spcAft>
                  <a:spcPts val="590"/>
                </a:spcAft>
                <a:buSzPct val="80000"/>
                <a:buNone/>
              </a:pPr>
              <a:r>
                <a:rPr lang="zh-CN" altLang="en-US" sz="2800" dirty="0">
                  <a:solidFill>
                    <a:srgbClr val="000066"/>
                  </a:solidFill>
                  <a:latin typeface="黑体" panose="02010609060101010101" pitchFamily="49" charset="-122"/>
                </a:rPr>
                <a:t>一串以</a:t>
              </a:r>
              <a:r>
                <a:rPr lang="en-US" altLang="zh-CN" sz="2800" b="1" dirty="0">
                  <a:solidFill>
                    <a:srgbClr val="CC0000"/>
                  </a:solidFill>
                  <a:latin typeface="Courier New" panose="02070409020205090404" pitchFamily="49" charset="0"/>
                  <a:ea typeface="楷体_GB2312" pitchFamily="49" charset="-122"/>
                </a:rPr>
                <a:t>'\0'</a:t>
              </a:r>
              <a:r>
                <a:rPr lang="zh-CN" altLang="en-US" sz="2800" dirty="0">
                  <a:solidFill>
                    <a:srgbClr val="000066"/>
                  </a:solidFill>
                  <a:latin typeface="黑体" panose="02010609060101010101" pitchFamily="49" charset="-122"/>
                </a:rPr>
                <a:t>结尾的字符在</a:t>
              </a:r>
              <a:r>
                <a:rPr lang="en-US" altLang="zh-CN" sz="2800" dirty="0">
                  <a:solidFill>
                    <a:srgbClr val="000066"/>
                  </a:solidFill>
                </a:rPr>
                <a:t>C</a:t>
              </a:r>
              <a:r>
                <a:rPr lang="zh-CN" altLang="en-US" sz="2800" dirty="0">
                  <a:solidFill>
                    <a:srgbClr val="000066"/>
                  </a:solidFill>
                  <a:latin typeface="黑体" panose="02010609060101010101" pitchFamily="49" charset="-122"/>
                </a:rPr>
                <a:t>语言中被看作字符串</a:t>
              </a:r>
              <a:endParaRPr lang="zh-CN" altLang="en-US" sz="2800" dirty="0">
                <a:solidFill>
                  <a:srgbClr val="000066"/>
                </a:solidFill>
                <a:latin typeface="黑体" panose="02010609060101010101" pitchFamily="49"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22" presetClass="entr" presetSubtype="1" fill="hold"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wipe(up)">
                                      <p:cBhvr>
                                        <p:cTn id="14" dur="500"/>
                                        <p:tgtEl>
                                          <p:spTgt spid="6"/>
                                        </p:tgtEl>
                                      </p:cBhvr>
                                    </p:animEffect>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anim calcmode="lin" valueType="num">
                                      <p:cBhvr>
                                        <p:cTn id="19" dur="500" fill="hold"/>
                                        <p:tgtEl>
                                          <p:spTgt spid="3"/>
                                        </p:tgtEl>
                                        <p:attrNameLst>
                                          <p:attrName>ppt_w</p:attrName>
                                        </p:attrNameLst>
                                      </p:cBhvr>
                                      <p:tavLst>
                                        <p:tav tm="0">
                                          <p:val>
                                            <p:fltVal val="0"/>
                                          </p:val>
                                        </p:tav>
                                        <p:tav tm="100000">
                                          <p:val>
                                            <p:strVal val="#ppt_w"/>
                                          </p:val>
                                        </p:tav>
                                      </p:tavLst>
                                    </p:anim>
                                    <p:anim calcmode="lin" valueType="num">
                                      <p:cBhvr>
                                        <p:cTn id="20" dur="500" fill="hold"/>
                                        <p:tgtEl>
                                          <p:spTgt spid="3"/>
                                        </p:tgtEl>
                                        <p:attrNameLst>
                                          <p:attrName>ppt_h</p:attrName>
                                        </p:attrNameLst>
                                      </p:cBhvr>
                                      <p:tavLst>
                                        <p:tav tm="0">
                                          <p:val>
                                            <p:fltVal val="0"/>
                                          </p:val>
                                        </p:tav>
                                        <p:tav tm="100000">
                                          <p:val>
                                            <p:strVal val="#ppt_h"/>
                                          </p:val>
                                        </p:tav>
                                      </p:tavLst>
                                    </p:anim>
                                    <p:animEffect transition="in" filter="fade">
                                      <p:cBhvr>
                                        <p:cTn id="21" dur="500"/>
                                        <p:tgtEl>
                                          <p:spTgt spid="3"/>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1" fill="hold" nodeType="clickEffect">
                                  <p:stCondLst>
                                    <p:cond delay="0"/>
                                  </p:stCondLst>
                                  <p:childTnLst>
                                    <p:set>
                                      <p:cBhvr>
                                        <p:cTn id="25" dur="1" fill="hold">
                                          <p:stCondLst>
                                            <p:cond delay="0"/>
                                          </p:stCondLst>
                                        </p:cTn>
                                        <p:tgtEl>
                                          <p:spTgt spid="2"/>
                                        </p:tgtEl>
                                        <p:attrNameLst>
                                          <p:attrName>style.visibility</p:attrName>
                                        </p:attrNameLst>
                                      </p:cBhvr>
                                      <p:to>
                                        <p:strVal val="visible"/>
                                      </p:to>
                                    </p:set>
                                    <p:animEffect transition="in" filter="wipe(up)">
                                      <p:cBhvr>
                                        <p:cTn id="26"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4754" name="Rectangle 2"/>
          <p:cNvSpPr>
            <a:spLocks noGrp="1"/>
          </p:cNvSpPr>
          <p:nvPr>
            <p:ph type="title"/>
          </p:nvPr>
        </p:nvSpPr>
        <p:spPr>
          <a:xfrm>
            <a:off x="1631950" y="255588"/>
            <a:ext cx="8915400" cy="1143000"/>
          </a:xfrm>
        </p:spPr>
        <p:txBody>
          <a:bodyPr vert="horz" wrap="square" lIns="91440" tIns="45720" rIns="91440" bIns="45720" anchor="ctr" anchorCtr="0"/>
          <a:lstStyle/>
          <a:p>
            <a:r>
              <a:rPr lang="en-US" altLang="zh-CN" kern="1200" dirty="0">
                <a:latin typeface="Arial" panose="020B0604020202090204" pitchFamily="34" charset="0"/>
                <a:ea typeface="黑体" panose="02010609060101010101" pitchFamily="49" charset="-122"/>
                <a:cs typeface="Arial" panose="020B0604020202090204" pitchFamily="34" charset="0"/>
              </a:rPr>
              <a:t>3.3.1 </a:t>
            </a:r>
            <a:r>
              <a:rPr lang="zh-CN" altLang="en-US" kern="1200" dirty="0">
                <a:latin typeface="Arial" panose="020B0604020202090204" pitchFamily="34" charset="0"/>
                <a:ea typeface="黑体" panose="02010609060101010101" pitchFamily="49" charset="-122"/>
                <a:cs typeface="Arial" panose="020B0604020202090204" pitchFamily="34" charset="0"/>
              </a:rPr>
              <a:t>字符串的存储</a:t>
            </a:r>
            <a:endParaRPr lang="en-US" altLang="zh-CN" kern="1200" dirty="0">
              <a:latin typeface="Arial" panose="020B0604020202090204" pitchFamily="34" charset="0"/>
              <a:ea typeface="黑体" panose="02010609060101010101" pitchFamily="49" charset="-122"/>
              <a:cs typeface="Arial" panose="020B0604020202090204" pitchFamily="34" charset="0"/>
            </a:endParaRPr>
          </a:p>
        </p:txBody>
      </p:sp>
      <p:sp>
        <p:nvSpPr>
          <p:cNvPr id="762883" name="Rectangle 3"/>
          <p:cNvSpPr>
            <a:spLocks noGrp="1"/>
          </p:cNvSpPr>
          <p:nvPr>
            <p:ph idx="1"/>
          </p:nvPr>
        </p:nvSpPr>
        <p:spPr>
          <a:xfrm>
            <a:off x="1631950" y="1412875"/>
            <a:ext cx="8816975" cy="2882900"/>
          </a:xfrm>
        </p:spPr>
        <p:txBody>
          <a:bodyPr vert="horz" wrap="square" lIns="91440" tIns="45720" rIns="91440" bIns="45720" anchor="t" anchorCtr="0"/>
          <a:lstStyle/>
          <a:p>
            <a:pPr eaLnBrk="1">
              <a:lnSpc>
                <a:spcPct val="130000"/>
              </a:lnSpc>
              <a:spcAft>
                <a:spcPct val="0"/>
              </a:spcAft>
              <a:buSzPct val="50000"/>
            </a:pPr>
            <a:r>
              <a:rPr lang="en-US" altLang="zh-CN" kern="1200" dirty="0">
                <a:latin typeface="Arial" panose="020B0604020202090204" pitchFamily="34" charset="0"/>
                <a:ea typeface="黑体" panose="02010609060101010101" pitchFamily="49" charset="-122"/>
                <a:cs typeface="Arial" panose="020B0604020202090204" pitchFamily="34" charset="0"/>
              </a:rPr>
              <a:t>C</a:t>
            </a:r>
            <a:r>
              <a:rPr lang="zh-CN" altLang="en-US" kern="1200" dirty="0">
                <a:latin typeface="Arial" panose="020B0604020202090204" pitchFamily="34" charset="0"/>
                <a:ea typeface="黑体" panose="02010609060101010101" pitchFamily="49" charset="-122"/>
                <a:cs typeface="Arial" panose="020B0604020202090204" pitchFamily="34" charset="0"/>
              </a:rPr>
              <a:t>语言没有提供专门的字符串数据类型</a:t>
            </a:r>
            <a:endParaRPr lang="en-US" altLang="zh-CN" kern="1200" dirty="0">
              <a:latin typeface="Arial" panose="020B0604020202090204" pitchFamily="34" charset="0"/>
              <a:ea typeface="黑体" panose="02010609060101010101" pitchFamily="49" charset="-122"/>
              <a:cs typeface="Arial" panose="020B0604020202090204" pitchFamily="34" charset="0"/>
            </a:endParaRPr>
          </a:p>
          <a:p>
            <a:pPr eaLnBrk="1">
              <a:lnSpc>
                <a:spcPct val="130000"/>
              </a:lnSpc>
              <a:spcAft>
                <a:spcPct val="0"/>
              </a:spcAft>
              <a:buSzPct val="50000"/>
            </a:pPr>
            <a:r>
              <a:rPr lang="zh-CN" altLang="en-US" kern="1200" dirty="0">
                <a:latin typeface="Arial" panose="020B0604020202090204" pitchFamily="34" charset="0"/>
                <a:ea typeface="黑体" panose="02010609060101010101" pitchFamily="49" charset="-122"/>
                <a:cs typeface="Arial" panose="020B0604020202090204" pitchFamily="34" charset="0"/>
              </a:rPr>
              <a:t>使用字符数组和字符指</a:t>
            </a:r>
            <a:r>
              <a:rPr lang="zh-CN" altLang="en-US" kern="1200" dirty="0">
                <a:latin typeface="Times New Roman" panose="02020503050405090304" pitchFamily="18" charset="0"/>
                <a:ea typeface="黑体" panose="02010609060101010101" pitchFamily="49" charset="-122"/>
                <a:cs typeface="Times New Roman" panose="02020503050405090304" pitchFamily="18" charset="0"/>
              </a:rPr>
              <a:t>针来处理字符串</a:t>
            </a:r>
            <a:endParaRPr lang="zh-CN" altLang="en-US" kern="1200" dirty="0">
              <a:latin typeface="Times New Roman" panose="02020503050405090304" pitchFamily="18" charset="0"/>
              <a:ea typeface="黑体" panose="02010609060101010101" pitchFamily="49" charset="-122"/>
              <a:cs typeface="Times New Roman" panose="02020503050405090304" pitchFamily="18" charset="0"/>
            </a:endParaRPr>
          </a:p>
          <a:p>
            <a:pPr eaLnBrk="1">
              <a:lnSpc>
                <a:spcPct val="130000"/>
              </a:lnSpc>
              <a:spcAft>
                <a:spcPct val="0"/>
              </a:spcAft>
              <a:buSzPct val="50000"/>
            </a:pPr>
            <a:r>
              <a:rPr lang="zh-CN" altLang="en-US" kern="1200" dirty="0">
                <a:latin typeface="Times New Roman" panose="02020503050405090304" pitchFamily="18" charset="0"/>
                <a:ea typeface="黑体" panose="02010609060101010101" pitchFamily="49" charset="-122"/>
                <a:cs typeface="Times New Roman" panose="02020503050405090304" pitchFamily="18" charset="0"/>
              </a:rPr>
              <a:t>字符数组</a:t>
            </a:r>
            <a:endParaRPr lang="zh-CN" altLang="en-US" kern="1200" dirty="0">
              <a:latin typeface="Times New Roman" panose="02020503050405090304" pitchFamily="18" charset="0"/>
              <a:ea typeface="黑体" panose="02010609060101010101" pitchFamily="49" charset="-122"/>
              <a:cs typeface="Times New Roman" panose="02020503050405090304" pitchFamily="18" charset="0"/>
            </a:endParaRPr>
          </a:p>
          <a:p>
            <a:pPr lvl="1" eaLnBrk="1">
              <a:lnSpc>
                <a:spcPct val="130000"/>
              </a:lnSpc>
              <a:spcAft>
                <a:spcPct val="0"/>
              </a:spcAft>
              <a:buSzPct val="50000"/>
            </a:pPr>
            <a:r>
              <a:rPr lang="zh-CN" altLang="en-US" kern="1200" dirty="0">
                <a:latin typeface="Times New Roman" panose="02020503050405090304" pitchFamily="18" charset="0"/>
                <a:ea typeface="黑体" panose="02010609060101010101" pitchFamily="49" charset="-122"/>
                <a:cs typeface="Times New Roman" panose="02020503050405090304" pitchFamily="18" charset="0"/>
              </a:rPr>
              <a:t>每个元素都是字符类型的数组</a:t>
            </a:r>
            <a:endParaRPr lang="zh-CN" altLang="en-US" kern="1200" dirty="0">
              <a:latin typeface="Times New Roman" panose="02020503050405090304" pitchFamily="18" charset="0"/>
              <a:ea typeface="黑体" panose="02010609060101010101" pitchFamily="49" charset="-122"/>
              <a:cs typeface="Times New Roman" panose="02020503050405090304" pitchFamily="18" charset="0"/>
            </a:endParaRPr>
          </a:p>
          <a:p>
            <a:pPr lvl="2" eaLnBrk="1">
              <a:lnSpc>
                <a:spcPct val="130000"/>
              </a:lnSpc>
              <a:spcAft>
                <a:spcPct val="0"/>
              </a:spcAft>
              <a:buSzPct val="50000"/>
              <a:buFont typeface="Monotype Sorts"/>
              <a:buChar char=""/>
            </a:pPr>
            <a:r>
              <a:rPr lang="en-US" altLang="zh-CN" sz="2400" kern="1200" dirty="0">
                <a:solidFill>
                  <a:srgbClr val="0000FF"/>
                </a:solidFill>
                <a:latin typeface="Courier New" panose="02070409020205090404" pitchFamily="49" charset="0"/>
                <a:ea typeface="宋体" pitchFamily="2" charset="-122"/>
                <a:cs typeface="Times New Roman" panose="02020503050405090304" pitchFamily="18" charset="0"/>
              </a:rPr>
              <a:t>char</a:t>
            </a:r>
            <a:r>
              <a:rPr lang="en-US" altLang="zh-CN" sz="2400" kern="1200" dirty="0">
                <a:solidFill>
                  <a:srgbClr val="000000"/>
                </a:solidFill>
                <a:latin typeface="Courier New" panose="02070409020205090404" pitchFamily="49" charset="0"/>
                <a:ea typeface="宋体" pitchFamily="2" charset="-122"/>
                <a:cs typeface="Times New Roman" panose="02020503050405090304" pitchFamily="18" charset="0"/>
              </a:rPr>
              <a:t> str[80];</a:t>
            </a:r>
            <a:endParaRPr lang="en-US" altLang="zh-CN" sz="2400" kern="1200" dirty="0">
              <a:solidFill>
                <a:srgbClr val="000000"/>
              </a:solidFill>
              <a:latin typeface="Courier New" panose="02070409020205090404" pitchFamily="49" charset="0"/>
              <a:ea typeface="宋体" pitchFamily="2" charset="-122"/>
              <a:cs typeface="Times New Roman" panose="02020503050405090304" pitchFamily="18" charset="0"/>
            </a:endParaRPr>
          </a:p>
        </p:txBody>
      </p:sp>
      <p:grpSp>
        <p:nvGrpSpPr>
          <p:cNvPr id="2" name="Group 4"/>
          <p:cNvGrpSpPr/>
          <p:nvPr/>
        </p:nvGrpSpPr>
        <p:grpSpPr>
          <a:xfrm>
            <a:off x="2352675" y="4983163"/>
            <a:ext cx="7332663" cy="503237"/>
            <a:chOff x="839" y="1389"/>
            <a:chExt cx="4264" cy="317"/>
          </a:xfrm>
        </p:grpSpPr>
        <p:grpSp>
          <p:nvGrpSpPr>
            <p:cNvPr id="74779" name="Group 5"/>
            <p:cNvGrpSpPr/>
            <p:nvPr/>
          </p:nvGrpSpPr>
          <p:grpSpPr>
            <a:xfrm>
              <a:off x="839" y="1389"/>
              <a:ext cx="4173" cy="317"/>
              <a:chOff x="1474" y="1389"/>
              <a:chExt cx="4173" cy="317"/>
            </a:xfrm>
          </p:grpSpPr>
          <p:sp>
            <p:nvSpPr>
              <p:cNvPr id="762886" name="Rectangle 6"/>
              <p:cNvSpPr>
                <a:spLocks noChangeArrowheads="1"/>
              </p:cNvSpPr>
              <p:nvPr/>
            </p:nvSpPr>
            <p:spPr bwMode="auto">
              <a:xfrm>
                <a:off x="1474" y="1389"/>
                <a:ext cx="4173" cy="317"/>
              </a:xfrm>
              <a:prstGeom prst="rect">
                <a:avLst/>
              </a:prstGeom>
              <a:noFill/>
              <a:ln w="57150">
                <a:solidFill>
                  <a:srgbClr val="000080"/>
                </a:solidFill>
                <a:miter lim="800000"/>
              </a:ln>
              <a:effectLst/>
            </p:spPr>
            <p:txBody>
              <a:bodyPr wrap="none" anchor="ct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762887" name="Line 7"/>
              <p:cNvSpPr>
                <a:spLocks noChangeShapeType="1"/>
              </p:cNvSpPr>
              <p:nvPr/>
            </p:nvSpPr>
            <p:spPr bwMode="auto">
              <a:xfrm>
                <a:off x="1837" y="1389"/>
                <a:ext cx="0" cy="317"/>
              </a:xfrm>
              <a:prstGeom prst="line">
                <a:avLst/>
              </a:prstGeom>
              <a:noFill/>
              <a:ln w="38100">
                <a:solidFill>
                  <a:srgbClr val="000080"/>
                </a:solidFill>
                <a:round/>
                <a:headEnd type="none" w="sm" len="sm"/>
                <a:tailEnd type="none" w="sm" len="sm"/>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762888" name="Line 8"/>
              <p:cNvSpPr>
                <a:spLocks noChangeShapeType="1"/>
              </p:cNvSpPr>
              <p:nvPr/>
            </p:nvSpPr>
            <p:spPr bwMode="auto">
              <a:xfrm>
                <a:off x="2200" y="1389"/>
                <a:ext cx="0" cy="317"/>
              </a:xfrm>
              <a:prstGeom prst="line">
                <a:avLst/>
              </a:prstGeom>
              <a:noFill/>
              <a:ln w="38100">
                <a:solidFill>
                  <a:srgbClr val="000080"/>
                </a:solidFill>
                <a:round/>
                <a:headEnd type="none" w="sm" len="sm"/>
                <a:tailEnd type="none" w="sm" len="sm"/>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762889" name="Line 9"/>
              <p:cNvSpPr>
                <a:spLocks noChangeShapeType="1"/>
              </p:cNvSpPr>
              <p:nvPr/>
            </p:nvSpPr>
            <p:spPr bwMode="auto">
              <a:xfrm>
                <a:off x="2561" y="1389"/>
                <a:ext cx="0" cy="317"/>
              </a:xfrm>
              <a:prstGeom prst="line">
                <a:avLst/>
              </a:prstGeom>
              <a:noFill/>
              <a:ln w="38100">
                <a:solidFill>
                  <a:srgbClr val="000080"/>
                </a:solidFill>
                <a:round/>
                <a:headEnd type="none" w="sm" len="sm"/>
                <a:tailEnd type="none" w="sm" len="sm"/>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762890" name="Line 10"/>
              <p:cNvSpPr>
                <a:spLocks noChangeShapeType="1"/>
              </p:cNvSpPr>
              <p:nvPr/>
            </p:nvSpPr>
            <p:spPr bwMode="auto">
              <a:xfrm>
                <a:off x="2925" y="1389"/>
                <a:ext cx="0" cy="317"/>
              </a:xfrm>
              <a:prstGeom prst="line">
                <a:avLst/>
              </a:prstGeom>
              <a:noFill/>
              <a:ln w="38100">
                <a:solidFill>
                  <a:srgbClr val="000080"/>
                </a:solidFill>
                <a:round/>
                <a:headEnd type="none" w="sm" len="sm"/>
                <a:tailEnd type="none" w="sm" len="sm"/>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762891" name="Line 11"/>
              <p:cNvSpPr>
                <a:spLocks noChangeShapeType="1"/>
              </p:cNvSpPr>
              <p:nvPr/>
            </p:nvSpPr>
            <p:spPr bwMode="auto">
              <a:xfrm>
                <a:off x="3288" y="1389"/>
                <a:ext cx="0" cy="317"/>
              </a:xfrm>
              <a:prstGeom prst="line">
                <a:avLst/>
              </a:prstGeom>
              <a:noFill/>
              <a:ln w="38100">
                <a:solidFill>
                  <a:srgbClr val="000080"/>
                </a:solidFill>
                <a:round/>
                <a:headEnd type="none" w="sm" len="sm"/>
                <a:tailEnd type="none" w="sm" len="sm"/>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762892" name="Line 12"/>
              <p:cNvSpPr>
                <a:spLocks noChangeShapeType="1"/>
              </p:cNvSpPr>
              <p:nvPr/>
            </p:nvSpPr>
            <p:spPr bwMode="auto">
              <a:xfrm>
                <a:off x="3636" y="1389"/>
                <a:ext cx="0" cy="317"/>
              </a:xfrm>
              <a:prstGeom prst="line">
                <a:avLst/>
              </a:prstGeom>
              <a:noFill/>
              <a:ln w="38100">
                <a:solidFill>
                  <a:srgbClr val="000080"/>
                </a:solidFill>
                <a:round/>
                <a:headEnd type="none" w="sm" len="sm"/>
                <a:tailEnd type="none" w="sm" len="sm"/>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762893" name="Line 13"/>
              <p:cNvSpPr>
                <a:spLocks noChangeShapeType="1"/>
              </p:cNvSpPr>
              <p:nvPr/>
            </p:nvSpPr>
            <p:spPr bwMode="auto">
              <a:xfrm>
                <a:off x="3966" y="1389"/>
                <a:ext cx="0" cy="317"/>
              </a:xfrm>
              <a:prstGeom prst="line">
                <a:avLst/>
              </a:prstGeom>
              <a:noFill/>
              <a:ln w="38100">
                <a:solidFill>
                  <a:srgbClr val="000080"/>
                </a:solidFill>
                <a:round/>
                <a:headEnd type="none" w="sm" len="sm"/>
                <a:tailEnd type="none" w="sm" len="sm"/>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762894" name="Line 14"/>
              <p:cNvSpPr>
                <a:spLocks noChangeShapeType="1"/>
              </p:cNvSpPr>
              <p:nvPr/>
            </p:nvSpPr>
            <p:spPr bwMode="auto">
              <a:xfrm>
                <a:off x="4315" y="1389"/>
                <a:ext cx="0" cy="317"/>
              </a:xfrm>
              <a:prstGeom prst="line">
                <a:avLst/>
              </a:prstGeom>
              <a:noFill/>
              <a:ln w="38100">
                <a:solidFill>
                  <a:srgbClr val="000080"/>
                </a:solidFill>
                <a:round/>
                <a:headEnd type="none" w="sm" len="sm"/>
                <a:tailEnd type="none" w="sm" len="sm"/>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762895" name="Line 15"/>
              <p:cNvSpPr>
                <a:spLocks noChangeShapeType="1"/>
              </p:cNvSpPr>
              <p:nvPr/>
            </p:nvSpPr>
            <p:spPr bwMode="auto">
              <a:xfrm>
                <a:off x="4649" y="1389"/>
                <a:ext cx="0" cy="317"/>
              </a:xfrm>
              <a:prstGeom prst="line">
                <a:avLst/>
              </a:prstGeom>
              <a:noFill/>
              <a:ln w="38100">
                <a:solidFill>
                  <a:srgbClr val="000080"/>
                </a:solidFill>
                <a:round/>
                <a:headEnd type="none" w="sm" len="sm"/>
                <a:tailEnd type="none" w="sm" len="sm"/>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762896" name="Line 16"/>
              <p:cNvSpPr>
                <a:spLocks noChangeShapeType="1"/>
              </p:cNvSpPr>
              <p:nvPr/>
            </p:nvSpPr>
            <p:spPr bwMode="auto">
              <a:xfrm>
                <a:off x="4982" y="1389"/>
                <a:ext cx="0" cy="317"/>
              </a:xfrm>
              <a:prstGeom prst="line">
                <a:avLst/>
              </a:prstGeom>
              <a:noFill/>
              <a:ln w="38100">
                <a:solidFill>
                  <a:srgbClr val="000080"/>
                </a:solidFill>
                <a:round/>
                <a:headEnd type="none" w="sm" len="sm"/>
                <a:tailEnd type="none" w="sm" len="sm"/>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762897" name="Line 17"/>
              <p:cNvSpPr>
                <a:spLocks noChangeShapeType="1"/>
              </p:cNvSpPr>
              <p:nvPr/>
            </p:nvSpPr>
            <p:spPr bwMode="auto">
              <a:xfrm>
                <a:off x="5312" y="1389"/>
                <a:ext cx="0" cy="317"/>
              </a:xfrm>
              <a:prstGeom prst="line">
                <a:avLst/>
              </a:prstGeom>
              <a:noFill/>
              <a:ln w="38100">
                <a:solidFill>
                  <a:srgbClr val="000080"/>
                </a:solidFill>
                <a:round/>
                <a:headEnd type="none" w="sm" len="sm"/>
                <a:tailEnd type="none" w="sm" len="sm"/>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grpSp>
        <p:sp>
          <p:nvSpPr>
            <p:cNvPr id="762898" name="Text Box 18"/>
            <p:cNvSpPr txBox="1">
              <a:spLocks noChangeArrowheads="1"/>
            </p:cNvSpPr>
            <p:nvPr/>
          </p:nvSpPr>
          <p:spPr bwMode="auto">
            <a:xfrm>
              <a:off x="859" y="1393"/>
              <a:ext cx="4244" cy="273"/>
            </a:xfrm>
            <a:prstGeom prst="rect">
              <a:avLst/>
            </a:prstGeom>
            <a:noFill/>
            <a:ln w="12700">
              <a:noFill/>
              <a:miter lim="800000"/>
              <a:headEnd type="none" w="sm" len="sm"/>
              <a:tailEnd type="none" w="sm" len="sm"/>
            </a:ln>
            <a:effectLst/>
          </p:spPr>
          <p:txBody>
            <a:bodyPr>
              <a:spAutoFit/>
            </a:bodyPr>
            <a:lstStyle/>
            <a:p>
              <a:pPr marR="0" defTabSz="914400" eaLnBrk="1" hangingPunct="1">
                <a:lnSpc>
                  <a:spcPct val="90000"/>
                </a:lnSpc>
                <a:spcBef>
                  <a:spcPct val="50000"/>
                </a:spcBef>
                <a:spcAft>
                  <a:spcPts val="590"/>
                </a:spcAft>
                <a:buClr>
                  <a:schemeClr val="tx2"/>
                </a:buClr>
                <a:buSzPct val="80000"/>
                <a:buFontTx/>
                <a:buNone/>
                <a:defRPr/>
              </a:pPr>
              <a:r>
                <a:rPr kumimoji="0" lang="en-US" altLang="zh-CN" sz="2400" b="1" kern="1200" cap="none" spc="0" normalizeH="0" baseline="0" noProof="0">
                  <a:effectLst>
                    <a:outerShdw blurRad="38100" dist="38100" dir="2700000" algn="tl">
                      <a:srgbClr val="C0C0C0"/>
                    </a:outerShdw>
                  </a:effectLst>
                  <a:latin typeface="Courier New" panose="02070409020205090404" pitchFamily="49" charset="0"/>
                  <a:ea typeface="宋体" pitchFamily="2" charset="-122"/>
                  <a:cs typeface="Courier New" panose="02070409020205090404" pitchFamily="49" charset="0"/>
                </a:rPr>
                <a:t>H   o  w      a   r  e     y  o  u  </a:t>
              </a:r>
              <a:r>
                <a:rPr kumimoji="0" lang="en-US" altLang="zh-CN" sz="2400" b="1" kern="1200" cap="none" spc="0" normalizeH="0" baseline="0" noProof="0">
                  <a:solidFill>
                    <a:srgbClr val="FF3300"/>
                  </a:solidFill>
                  <a:effectLst>
                    <a:outerShdw blurRad="38100" dist="38100" dir="2700000" algn="tl">
                      <a:srgbClr val="C0C0C0"/>
                    </a:outerShdw>
                  </a:effectLst>
                  <a:latin typeface="Courier New" panose="02070409020205090404" pitchFamily="49" charset="0"/>
                  <a:ea typeface="宋体" pitchFamily="2" charset="-122"/>
                  <a:cs typeface="Courier New" panose="02070409020205090404" pitchFamily="49" charset="0"/>
                </a:rPr>
                <a:t>\0</a:t>
              </a:r>
              <a:endParaRPr kumimoji="0" lang="en-US" altLang="zh-CN" sz="2400" b="1" kern="1200" cap="none" spc="0" normalizeH="0" baseline="0" noProof="0">
                <a:solidFill>
                  <a:srgbClr val="FF3300"/>
                </a:solidFill>
                <a:effectLst>
                  <a:outerShdw blurRad="38100" dist="38100" dir="2700000" algn="tl">
                    <a:srgbClr val="C0C0C0"/>
                  </a:outerShdw>
                </a:effectLst>
                <a:latin typeface="Courier New" panose="02070409020205090404" pitchFamily="49" charset="0"/>
                <a:ea typeface="宋体" pitchFamily="2" charset="-122"/>
                <a:cs typeface="Courier New" panose="02070409020205090404" pitchFamily="49" charset="0"/>
              </a:endParaRPr>
            </a:p>
          </p:txBody>
        </p:sp>
      </p:grpSp>
      <p:grpSp>
        <p:nvGrpSpPr>
          <p:cNvPr id="4" name="Group 19"/>
          <p:cNvGrpSpPr/>
          <p:nvPr/>
        </p:nvGrpSpPr>
        <p:grpSpPr>
          <a:xfrm>
            <a:off x="2352675" y="4340225"/>
            <a:ext cx="7332663" cy="576263"/>
            <a:chOff x="703" y="2911"/>
            <a:chExt cx="4264" cy="363"/>
          </a:xfrm>
        </p:grpSpPr>
        <p:grpSp>
          <p:nvGrpSpPr>
            <p:cNvPr id="74763" name="Group 20"/>
            <p:cNvGrpSpPr/>
            <p:nvPr/>
          </p:nvGrpSpPr>
          <p:grpSpPr>
            <a:xfrm>
              <a:off x="703" y="2931"/>
              <a:ext cx="4264" cy="317"/>
              <a:chOff x="839" y="1389"/>
              <a:chExt cx="4264" cy="317"/>
            </a:xfrm>
          </p:grpSpPr>
          <p:grpSp>
            <p:nvGrpSpPr>
              <p:cNvPr id="74765" name="Group 21"/>
              <p:cNvGrpSpPr/>
              <p:nvPr/>
            </p:nvGrpSpPr>
            <p:grpSpPr>
              <a:xfrm>
                <a:off x="839" y="1389"/>
                <a:ext cx="4173" cy="317"/>
                <a:chOff x="1474" y="1389"/>
                <a:chExt cx="4173" cy="317"/>
              </a:xfrm>
            </p:grpSpPr>
            <p:sp>
              <p:nvSpPr>
                <p:cNvPr id="762902" name="Rectangle 22"/>
                <p:cNvSpPr>
                  <a:spLocks noChangeArrowheads="1"/>
                </p:cNvSpPr>
                <p:nvPr/>
              </p:nvSpPr>
              <p:spPr bwMode="auto">
                <a:xfrm>
                  <a:off x="1474" y="1389"/>
                  <a:ext cx="4173" cy="317"/>
                </a:xfrm>
                <a:prstGeom prst="rect">
                  <a:avLst/>
                </a:prstGeom>
                <a:noFill/>
                <a:ln w="57150">
                  <a:solidFill>
                    <a:srgbClr val="000080"/>
                  </a:solidFill>
                  <a:miter lim="800000"/>
                </a:ln>
                <a:effectLst/>
              </p:spPr>
              <p:txBody>
                <a:bodyPr wrap="none" anchor="ct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762903" name="Line 23"/>
                <p:cNvSpPr>
                  <a:spLocks noChangeShapeType="1"/>
                </p:cNvSpPr>
                <p:nvPr/>
              </p:nvSpPr>
              <p:spPr bwMode="auto">
                <a:xfrm>
                  <a:off x="1837" y="1389"/>
                  <a:ext cx="0" cy="317"/>
                </a:xfrm>
                <a:prstGeom prst="line">
                  <a:avLst/>
                </a:prstGeom>
                <a:noFill/>
                <a:ln w="38100">
                  <a:solidFill>
                    <a:srgbClr val="000080"/>
                  </a:solidFill>
                  <a:round/>
                  <a:headEnd type="none" w="sm" len="sm"/>
                  <a:tailEnd type="none" w="sm" len="sm"/>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762904" name="Line 24"/>
                <p:cNvSpPr>
                  <a:spLocks noChangeShapeType="1"/>
                </p:cNvSpPr>
                <p:nvPr/>
              </p:nvSpPr>
              <p:spPr bwMode="auto">
                <a:xfrm>
                  <a:off x="2200" y="1389"/>
                  <a:ext cx="0" cy="317"/>
                </a:xfrm>
                <a:prstGeom prst="line">
                  <a:avLst/>
                </a:prstGeom>
                <a:noFill/>
                <a:ln w="38100">
                  <a:solidFill>
                    <a:srgbClr val="000080"/>
                  </a:solidFill>
                  <a:round/>
                  <a:headEnd type="none" w="sm" len="sm"/>
                  <a:tailEnd type="none" w="sm" len="sm"/>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762905" name="Line 25"/>
                <p:cNvSpPr>
                  <a:spLocks noChangeShapeType="1"/>
                </p:cNvSpPr>
                <p:nvPr/>
              </p:nvSpPr>
              <p:spPr bwMode="auto">
                <a:xfrm>
                  <a:off x="2561" y="1389"/>
                  <a:ext cx="0" cy="317"/>
                </a:xfrm>
                <a:prstGeom prst="line">
                  <a:avLst/>
                </a:prstGeom>
                <a:noFill/>
                <a:ln w="38100">
                  <a:solidFill>
                    <a:srgbClr val="000080"/>
                  </a:solidFill>
                  <a:round/>
                  <a:headEnd type="none" w="sm" len="sm"/>
                  <a:tailEnd type="none" w="sm" len="sm"/>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762906" name="Line 26"/>
                <p:cNvSpPr>
                  <a:spLocks noChangeShapeType="1"/>
                </p:cNvSpPr>
                <p:nvPr/>
              </p:nvSpPr>
              <p:spPr bwMode="auto">
                <a:xfrm>
                  <a:off x="2925" y="1389"/>
                  <a:ext cx="0" cy="317"/>
                </a:xfrm>
                <a:prstGeom prst="line">
                  <a:avLst/>
                </a:prstGeom>
                <a:noFill/>
                <a:ln w="38100">
                  <a:solidFill>
                    <a:srgbClr val="000080"/>
                  </a:solidFill>
                  <a:round/>
                  <a:headEnd type="none" w="sm" len="sm"/>
                  <a:tailEnd type="none" w="sm" len="sm"/>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762907" name="Line 27"/>
                <p:cNvSpPr>
                  <a:spLocks noChangeShapeType="1"/>
                </p:cNvSpPr>
                <p:nvPr/>
              </p:nvSpPr>
              <p:spPr bwMode="auto">
                <a:xfrm>
                  <a:off x="3288" y="1389"/>
                  <a:ext cx="0" cy="317"/>
                </a:xfrm>
                <a:prstGeom prst="line">
                  <a:avLst/>
                </a:prstGeom>
                <a:noFill/>
                <a:ln w="38100">
                  <a:solidFill>
                    <a:srgbClr val="000080"/>
                  </a:solidFill>
                  <a:round/>
                  <a:headEnd type="none" w="sm" len="sm"/>
                  <a:tailEnd type="none" w="sm" len="sm"/>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762908" name="Line 28"/>
                <p:cNvSpPr>
                  <a:spLocks noChangeShapeType="1"/>
                </p:cNvSpPr>
                <p:nvPr/>
              </p:nvSpPr>
              <p:spPr bwMode="auto">
                <a:xfrm>
                  <a:off x="3636" y="1389"/>
                  <a:ext cx="0" cy="317"/>
                </a:xfrm>
                <a:prstGeom prst="line">
                  <a:avLst/>
                </a:prstGeom>
                <a:noFill/>
                <a:ln w="38100">
                  <a:solidFill>
                    <a:srgbClr val="000080"/>
                  </a:solidFill>
                  <a:round/>
                  <a:headEnd type="none" w="sm" len="sm"/>
                  <a:tailEnd type="none" w="sm" len="sm"/>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762909" name="Line 29"/>
                <p:cNvSpPr>
                  <a:spLocks noChangeShapeType="1"/>
                </p:cNvSpPr>
                <p:nvPr/>
              </p:nvSpPr>
              <p:spPr bwMode="auto">
                <a:xfrm>
                  <a:off x="3966" y="1389"/>
                  <a:ext cx="0" cy="317"/>
                </a:xfrm>
                <a:prstGeom prst="line">
                  <a:avLst/>
                </a:prstGeom>
                <a:noFill/>
                <a:ln w="38100">
                  <a:solidFill>
                    <a:srgbClr val="000080"/>
                  </a:solidFill>
                  <a:round/>
                  <a:headEnd type="none" w="sm" len="sm"/>
                  <a:tailEnd type="none" w="sm" len="sm"/>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762910" name="Line 30"/>
                <p:cNvSpPr>
                  <a:spLocks noChangeShapeType="1"/>
                </p:cNvSpPr>
                <p:nvPr/>
              </p:nvSpPr>
              <p:spPr bwMode="auto">
                <a:xfrm>
                  <a:off x="4315" y="1389"/>
                  <a:ext cx="0" cy="317"/>
                </a:xfrm>
                <a:prstGeom prst="line">
                  <a:avLst/>
                </a:prstGeom>
                <a:noFill/>
                <a:ln w="38100">
                  <a:solidFill>
                    <a:srgbClr val="000080"/>
                  </a:solidFill>
                  <a:round/>
                  <a:headEnd type="none" w="sm" len="sm"/>
                  <a:tailEnd type="none" w="sm" len="sm"/>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762911" name="Line 31"/>
                <p:cNvSpPr>
                  <a:spLocks noChangeShapeType="1"/>
                </p:cNvSpPr>
                <p:nvPr/>
              </p:nvSpPr>
              <p:spPr bwMode="auto">
                <a:xfrm>
                  <a:off x="4649" y="1389"/>
                  <a:ext cx="0" cy="317"/>
                </a:xfrm>
                <a:prstGeom prst="line">
                  <a:avLst/>
                </a:prstGeom>
                <a:noFill/>
                <a:ln w="38100">
                  <a:solidFill>
                    <a:srgbClr val="000080"/>
                  </a:solidFill>
                  <a:round/>
                  <a:headEnd type="none" w="sm" len="sm"/>
                  <a:tailEnd type="none" w="sm" len="sm"/>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762912" name="Line 32"/>
                <p:cNvSpPr>
                  <a:spLocks noChangeShapeType="1"/>
                </p:cNvSpPr>
                <p:nvPr/>
              </p:nvSpPr>
              <p:spPr bwMode="auto">
                <a:xfrm>
                  <a:off x="4982" y="1389"/>
                  <a:ext cx="0" cy="317"/>
                </a:xfrm>
                <a:prstGeom prst="line">
                  <a:avLst/>
                </a:prstGeom>
                <a:noFill/>
                <a:ln w="38100">
                  <a:solidFill>
                    <a:srgbClr val="000080"/>
                  </a:solidFill>
                  <a:round/>
                  <a:headEnd type="none" w="sm" len="sm"/>
                  <a:tailEnd type="none" w="sm" len="sm"/>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762913" name="Line 33"/>
                <p:cNvSpPr>
                  <a:spLocks noChangeShapeType="1"/>
                </p:cNvSpPr>
                <p:nvPr/>
              </p:nvSpPr>
              <p:spPr bwMode="auto">
                <a:xfrm>
                  <a:off x="5312" y="1389"/>
                  <a:ext cx="0" cy="317"/>
                </a:xfrm>
                <a:prstGeom prst="line">
                  <a:avLst/>
                </a:prstGeom>
                <a:noFill/>
                <a:ln w="38100">
                  <a:solidFill>
                    <a:srgbClr val="000080"/>
                  </a:solidFill>
                  <a:round/>
                  <a:headEnd type="none" w="sm" len="sm"/>
                  <a:tailEnd type="none" w="sm" len="sm"/>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grpSp>
          <p:sp>
            <p:nvSpPr>
              <p:cNvPr id="762914" name="Text Box 34"/>
              <p:cNvSpPr txBox="1">
                <a:spLocks noChangeArrowheads="1"/>
              </p:cNvSpPr>
              <p:nvPr/>
            </p:nvSpPr>
            <p:spPr bwMode="auto">
              <a:xfrm>
                <a:off x="859" y="1393"/>
                <a:ext cx="4244" cy="273"/>
              </a:xfrm>
              <a:prstGeom prst="rect">
                <a:avLst/>
              </a:prstGeom>
              <a:noFill/>
              <a:ln w="12700">
                <a:noFill/>
                <a:miter lim="800000"/>
                <a:headEnd type="none" w="sm" len="sm"/>
                <a:tailEnd type="none" w="sm" len="sm"/>
              </a:ln>
              <a:effectLst/>
            </p:spPr>
            <p:txBody>
              <a:bodyPr>
                <a:spAutoFit/>
              </a:bodyPr>
              <a:lstStyle/>
              <a:p>
                <a:pPr marR="0" defTabSz="914400" eaLnBrk="1" hangingPunct="1">
                  <a:lnSpc>
                    <a:spcPct val="90000"/>
                  </a:lnSpc>
                  <a:spcBef>
                    <a:spcPct val="50000"/>
                  </a:spcBef>
                  <a:spcAft>
                    <a:spcPts val="590"/>
                  </a:spcAft>
                  <a:buClr>
                    <a:schemeClr val="tx2"/>
                  </a:buClr>
                  <a:buSzPct val="80000"/>
                  <a:buFontTx/>
                  <a:buNone/>
                  <a:defRPr/>
                </a:pPr>
                <a:r>
                  <a:rPr kumimoji="0" lang="en-US" altLang="zh-CN" sz="2400" b="1" kern="1200" cap="none" spc="0" normalizeH="0" baseline="0" noProof="0">
                    <a:effectLst>
                      <a:outerShdw blurRad="38100" dist="38100" dir="2700000" algn="tl">
                        <a:srgbClr val="C0C0C0"/>
                      </a:outerShdw>
                    </a:effectLst>
                    <a:latin typeface="Courier New" panose="02070409020205090404" pitchFamily="49" charset="0"/>
                    <a:ea typeface="宋体" pitchFamily="2" charset="-122"/>
                    <a:cs typeface="Courier New" panose="02070409020205090404" pitchFamily="49" charset="0"/>
                  </a:rPr>
                  <a:t>H   o  w      a   r  e     y  o  u</a:t>
                </a:r>
                <a:endParaRPr kumimoji="0" lang="en-US" altLang="zh-CN" sz="2400" b="1" kern="1200" cap="none" spc="0" normalizeH="0" baseline="0" noProof="0">
                  <a:effectLst>
                    <a:outerShdw blurRad="38100" dist="38100" dir="2700000" algn="tl">
                      <a:srgbClr val="C0C0C0"/>
                    </a:outerShdw>
                  </a:effectLst>
                  <a:latin typeface="Courier New" panose="02070409020205090404" pitchFamily="49" charset="0"/>
                  <a:ea typeface="宋体" pitchFamily="2" charset="-122"/>
                  <a:cs typeface="Courier New" panose="02070409020205090404" pitchFamily="49" charset="0"/>
                </a:endParaRPr>
              </a:p>
            </p:txBody>
          </p:sp>
        </p:grpSp>
        <p:sp>
          <p:nvSpPr>
            <p:cNvPr id="762915" name="Rectangle 35"/>
            <p:cNvSpPr>
              <a:spLocks noChangeArrowheads="1"/>
            </p:cNvSpPr>
            <p:nvPr/>
          </p:nvSpPr>
          <p:spPr bwMode="auto">
            <a:xfrm>
              <a:off x="4564" y="2911"/>
              <a:ext cx="366" cy="363"/>
            </a:xfrm>
            <a:prstGeom prst="rect">
              <a:avLst/>
            </a:prstGeom>
            <a:noFill/>
            <a:ln w="12700">
              <a:noFill/>
              <a:miter lim="800000"/>
              <a:headEnd type="none" w="sm" len="sm"/>
              <a:tailEnd type="none" w="sm" len="sm"/>
            </a:ln>
            <a:effectLst/>
          </p:spPr>
          <p:txBody>
            <a:bodyPr wrap="none" anchor="ct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grpSp>
      <p:grpSp>
        <p:nvGrpSpPr>
          <p:cNvPr id="7" name="Group 43"/>
          <p:cNvGrpSpPr/>
          <p:nvPr/>
        </p:nvGrpSpPr>
        <p:grpSpPr>
          <a:xfrm>
            <a:off x="4651375" y="2924175"/>
            <a:ext cx="5548313" cy="1416050"/>
            <a:chOff x="2939" y="1842"/>
            <a:chExt cx="3495" cy="892"/>
          </a:xfrm>
        </p:grpSpPr>
        <p:sp>
          <p:nvSpPr>
            <p:cNvPr id="762917" name="Line 37"/>
            <p:cNvSpPr>
              <a:spLocks noChangeShapeType="1"/>
            </p:cNvSpPr>
            <p:nvPr/>
          </p:nvSpPr>
          <p:spPr bwMode="auto">
            <a:xfrm flipH="1">
              <a:off x="2939" y="2154"/>
              <a:ext cx="374" cy="580"/>
            </a:xfrm>
            <a:prstGeom prst="line">
              <a:avLst/>
            </a:prstGeom>
            <a:noFill/>
            <a:ln w="38100">
              <a:solidFill>
                <a:srgbClr val="00B050"/>
              </a:solidFill>
              <a:miter lim="800000"/>
              <a:tailEnd type="triangle" w="med" len="med"/>
            </a:ln>
            <a:effectLst/>
          </p:spPr>
          <p:txBody>
            <a:bodyPr wrap="none"/>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74762" name="Text Box 38"/>
            <p:cNvSpPr txBox="1"/>
            <p:nvPr/>
          </p:nvSpPr>
          <p:spPr>
            <a:xfrm>
              <a:off x="3301" y="1842"/>
              <a:ext cx="3133" cy="291"/>
            </a:xfrm>
            <a:prstGeom prst="rect">
              <a:avLst/>
            </a:prstGeom>
            <a:solidFill>
              <a:srgbClr val="FFFFCC"/>
            </a:solidFill>
            <a:ln w="38100" cap="flat" cmpd="sng">
              <a:solidFill>
                <a:srgbClr val="00B050"/>
              </a:solidFill>
              <a:prstDash val="solid"/>
              <a:miter/>
              <a:headEnd type="none" w="med" len="med"/>
              <a:tailEnd type="none" w="med" len="med"/>
            </a:ln>
          </p:spPr>
          <p:txBody>
            <a:bodyPr>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algn="ctr" eaLnBrk="1" hangingPunct="1">
                <a:lnSpc>
                  <a:spcPct val="100000"/>
                </a:lnSpc>
                <a:spcBef>
                  <a:spcPct val="0"/>
                </a:spcBef>
                <a:buSzPct val="80000"/>
                <a:buNone/>
              </a:pPr>
              <a:r>
                <a:rPr lang="zh-CN" altLang="en-US" sz="2400" dirty="0">
                  <a:solidFill>
                    <a:srgbClr val="000066"/>
                  </a:solidFill>
                  <a:latin typeface="黑体" panose="02010609060101010101" pitchFamily="49" charset="-122"/>
                </a:rPr>
                <a:t>是字符数组，但不一定代表字符串</a:t>
              </a:r>
              <a:endParaRPr lang="zh-CN" altLang="en-US" sz="2400" dirty="0">
                <a:solidFill>
                  <a:srgbClr val="000066"/>
                </a:solidFill>
                <a:latin typeface="黑体" panose="02010609060101010101" pitchFamily="49" charset="-122"/>
              </a:endParaRPr>
            </a:p>
          </p:txBody>
        </p:sp>
      </p:grpSp>
      <p:sp>
        <p:nvSpPr>
          <p:cNvPr id="762919" name="Rectangle 39"/>
          <p:cNvSpPr>
            <a:spLocks noChangeArrowheads="1"/>
          </p:cNvSpPr>
          <p:nvPr/>
        </p:nvSpPr>
        <p:spPr bwMode="auto">
          <a:xfrm>
            <a:off x="8843963" y="4870450"/>
            <a:ext cx="779463" cy="720725"/>
          </a:xfrm>
          <a:prstGeom prst="rect">
            <a:avLst/>
          </a:prstGeom>
          <a:noFill/>
          <a:ln w="57150">
            <a:solidFill>
              <a:srgbClr val="FF0000"/>
            </a:solidFill>
            <a:miter lim="800000"/>
            <a:headEnd type="none" w="sm" len="sm"/>
            <a:tailEnd type="none" w="sm" len="sm"/>
          </a:ln>
          <a:effectLst/>
        </p:spPr>
        <p:txBody>
          <a:bodyPr wrap="none" anchor="ct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762920" name="Rectangle 40"/>
          <p:cNvSpPr/>
          <p:nvPr/>
        </p:nvSpPr>
        <p:spPr>
          <a:xfrm>
            <a:off x="2227263" y="5603875"/>
            <a:ext cx="7456487" cy="647700"/>
          </a:xfrm>
          <a:prstGeom prst="rect">
            <a:avLst/>
          </a:prstGeom>
          <a:solidFill>
            <a:srgbClr val="FFFFCC"/>
          </a:solidFill>
          <a:ln w="28575" cap="flat" cmpd="sng">
            <a:solidFill>
              <a:srgbClr val="00B050"/>
            </a:solidFill>
            <a:prstDash val="solid"/>
            <a:miter/>
            <a:headEnd type="none" w="med" len="med"/>
            <a:tailEnd type="none" w="med" len="med"/>
          </a:ln>
        </p:spPr>
        <p:txBody>
          <a:bodyPr wrap="none" anchor="ctr" anchorCtr="0"/>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algn="ctr" eaLnBrk="1" hangingPunct="1">
              <a:lnSpc>
                <a:spcPct val="90000"/>
              </a:lnSpc>
              <a:spcBef>
                <a:spcPts val="590"/>
              </a:spcBef>
              <a:spcAft>
                <a:spcPts val="590"/>
              </a:spcAft>
              <a:buSzPct val="80000"/>
              <a:buNone/>
            </a:pPr>
            <a:r>
              <a:rPr lang="zh-CN" altLang="en-US" sz="2800" dirty="0">
                <a:solidFill>
                  <a:srgbClr val="000066"/>
                </a:solidFill>
                <a:latin typeface="Courier New" panose="02070409020205090404" pitchFamily="49" charset="0"/>
                <a:cs typeface="Courier New" panose="02070409020205090404" pitchFamily="49" charset="0"/>
              </a:rPr>
              <a:t>数组的最后一个元素必须是</a:t>
            </a:r>
            <a:r>
              <a:rPr lang="en-US" altLang="zh-CN" sz="2800" b="1" dirty="0">
                <a:solidFill>
                  <a:srgbClr val="CC0000"/>
                </a:solidFill>
                <a:latin typeface="Courier New" panose="02070409020205090404" pitchFamily="49" charset="0"/>
                <a:cs typeface="Courier New" panose="02070409020205090404" pitchFamily="49" charset="0"/>
              </a:rPr>
              <a:t>'\0'</a:t>
            </a:r>
            <a:r>
              <a:rPr lang="zh-CN" altLang="en-US" sz="2800" dirty="0">
                <a:solidFill>
                  <a:srgbClr val="000066"/>
                </a:solidFill>
                <a:latin typeface="Courier New" panose="02070409020205090404" pitchFamily="49" charset="0"/>
                <a:cs typeface="Courier New" panose="02070409020205090404" pitchFamily="49" charset="0"/>
              </a:rPr>
              <a:t>才表示字符串</a:t>
            </a:r>
            <a:endParaRPr lang="zh-CN" altLang="en-US" sz="2800" dirty="0">
              <a:solidFill>
                <a:srgbClr val="000066"/>
              </a:solidFill>
              <a:latin typeface="Courier New" panose="02070409020205090404" pitchFamily="49" charset="0"/>
              <a:ea typeface="Courier New" panose="02070409020205090404" pitchFamily="49"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762883">
                                            <p:txEl>
                                              <p:pRg st="1" end="1"/>
                                            </p:txEl>
                                          </p:spTgt>
                                        </p:tgtEl>
                                        <p:attrNameLst>
                                          <p:attrName>style.visibility</p:attrName>
                                        </p:attrNameLst>
                                      </p:cBhvr>
                                      <p:to>
                                        <p:strVal val="visible"/>
                                      </p:to>
                                    </p:set>
                                    <p:animEffect transition="in" filter="wipe(left)">
                                      <p:cBhvr>
                                        <p:cTn id="7" dur="500"/>
                                        <p:tgtEl>
                                          <p:spTgt spid="76288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62883">
                                            <p:txEl>
                                              <p:pRg st="2" end="2"/>
                                            </p:txEl>
                                          </p:spTgt>
                                        </p:tgtEl>
                                        <p:attrNameLst>
                                          <p:attrName>style.visibility</p:attrName>
                                        </p:attrNameLst>
                                      </p:cBhvr>
                                      <p:to>
                                        <p:strVal val="visible"/>
                                      </p:to>
                                    </p:set>
                                    <p:animEffect transition="in" filter="wipe(left)">
                                      <p:cBhvr>
                                        <p:cTn id="12" dur="500"/>
                                        <p:tgtEl>
                                          <p:spTgt spid="76288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62883">
                                            <p:txEl>
                                              <p:pRg st="3" end="3"/>
                                            </p:txEl>
                                          </p:spTgt>
                                        </p:tgtEl>
                                        <p:attrNameLst>
                                          <p:attrName>style.visibility</p:attrName>
                                        </p:attrNameLst>
                                      </p:cBhvr>
                                      <p:to>
                                        <p:strVal val="visible"/>
                                      </p:to>
                                    </p:set>
                                    <p:animEffect transition="in" filter="wipe(left)">
                                      <p:cBhvr>
                                        <p:cTn id="17" dur="500"/>
                                        <p:tgtEl>
                                          <p:spTgt spid="76288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762883">
                                            <p:txEl>
                                              <p:pRg st="4" end="4"/>
                                            </p:txEl>
                                          </p:spTgt>
                                        </p:tgtEl>
                                        <p:attrNameLst>
                                          <p:attrName>style.visibility</p:attrName>
                                        </p:attrNameLst>
                                      </p:cBhvr>
                                      <p:to>
                                        <p:strVal val="visible"/>
                                      </p:to>
                                    </p:set>
                                    <p:animEffect transition="in" filter="wipe(left)">
                                      <p:cBhvr>
                                        <p:cTn id="22" dur="500"/>
                                        <p:tgtEl>
                                          <p:spTgt spid="76288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3" presetClass="entr" presetSubtype="16"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anim calcmode="lin" valueType="num">
                                      <p:cBhvr>
                                        <p:cTn id="27" dur="500" fill="hold"/>
                                        <p:tgtEl>
                                          <p:spTgt spid="4"/>
                                        </p:tgtEl>
                                        <p:attrNameLst>
                                          <p:attrName>ppt_w</p:attrName>
                                        </p:attrNameLst>
                                      </p:cBhvr>
                                      <p:tavLst>
                                        <p:tav tm="0">
                                          <p:val>
                                            <p:fltVal val="0"/>
                                          </p:val>
                                        </p:tav>
                                        <p:tav tm="100000">
                                          <p:val>
                                            <p:strVal val="#ppt_w"/>
                                          </p:val>
                                        </p:tav>
                                      </p:tavLst>
                                    </p:anim>
                                    <p:anim calcmode="lin" valueType="num">
                                      <p:cBhvr>
                                        <p:cTn id="28" dur="500" fill="hold"/>
                                        <p:tgtEl>
                                          <p:spTgt spid="4"/>
                                        </p:tgtEl>
                                        <p:attrNameLst>
                                          <p:attrName>ppt_h</p:attrName>
                                        </p:attrNameLst>
                                      </p:cBhvr>
                                      <p:tavLst>
                                        <p:tav tm="0">
                                          <p:val>
                                            <p:fltVal val="0"/>
                                          </p:val>
                                        </p:tav>
                                        <p:tav tm="100000">
                                          <p:val>
                                            <p:strVal val="#ppt_h"/>
                                          </p:val>
                                        </p:tav>
                                      </p:tavLst>
                                    </p:anim>
                                    <p:animEffect transition="in" filter="fade">
                                      <p:cBhvr>
                                        <p:cTn id="29" dur="500"/>
                                        <p:tgtEl>
                                          <p:spTgt spid="4"/>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4" fill="hold" nodeType="clickEffect">
                                  <p:stCondLst>
                                    <p:cond delay="0"/>
                                  </p:stCondLst>
                                  <p:childTnLst>
                                    <p:set>
                                      <p:cBhvr>
                                        <p:cTn id="33" dur="1" fill="hold">
                                          <p:stCondLst>
                                            <p:cond delay="0"/>
                                          </p:stCondLst>
                                        </p:cTn>
                                        <p:tgtEl>
                                          <p:spTgt spid="7"/>
                                        </p:tgtEl>
                                        <p:attrNameLst>
                                          <p:attrName>style.visibility</p:attrName>
                                        </p:attrNameLst>
                                      </p:cBhvr>
                                      <p:to>
                                        <p:strVal val="visible"/>
                                      </p:to>
                                    </p:set>
                                    <p:animEffect transition="in" filter="wipe(down)">
                                      <p:cBhvr>
                                        <p:cTn id="34" dur="500"/>
                                        <p:tgtEl>
                                          <p:spTgt spid="7"/>
                                        </p:tgtEl>
                                      </p:cBhvr>
                                    </p:animEffect>
                                  </p:childTnLst>
                                </p:cTn>
                              </p:par>
                            </p:childTnLst>
                          </p:cTn>
                        </p:par>
                      </p:childTnLst>
                    </p:cTn>
                  </p:par>
                  <p:par>
                    <p:cTn id="35" fill="hold">
                      <p:stCondLst>
                        <p:cond delay="indefinite"/>
                      </p:stCondLst>
                      <p:childTnLst>
                        <p:par>
                          <p:cTn id="36" fill="hold">
                            <p:stCondLst>
                              <p:cond delay="0"/>
                            </p:stCondLst>
                            <p:childTnLst>
                              <p:par>
                                <p:cTn id="37" presetID="53" presetClass="entr" presetSubtype="16" fill="hold" nodeType="clickEffect">
                                  <p:stCondLst>
                                    <p:cond delay="0"/>
                                  </p:stCondLst>
                                  <p:childTnLst>
                                    <p:set>
                                      <p:cBhvr>
                                        <p:cTn id="38" dur="1" fill="hold">
                                          <p:stCondLst>
                                            <p:cond delay="0"/>
                                          </p:stCondLst>
                                        </p:cTn>
                                        <p:tgtEl>
                                          <p:spTgt spid="2"/>
                                        </p:tgtEl>
                                        <p:attrNameLst>
                                          <p:attrName>style.visibility</p:attrName>
                                        </p:attrNameLst>
                                      </p:cBhvr>
                                      <p:to>
                                        <p:strVal val="visible"/>
                                      </p:to>
                                    </p:set>
                                    <p:anim calcmode="lin" valueType="num">
                                      <p:cBhvr>
                                        <p:cTn id="39" dur="500" fill="hold"/>
                                        <p:tgtEl>
                                          <p:spTgt spid="2"/>
                                        </p:tgtEl>
                                        <p:attrNameLst>
                                          <p:attrName>ppt_w</p:attrName>
                                        </p:attrNameLst>
                                      </p:cBhvr>
                                      <p:tavLst>
                                        <p:tav tm="0">
                                          <p:val>
                                            <p:fltVal val="0"/>
                                          </p:val>
                                        </p:tav>
                                        <p:tav tm="100000">
                                          <p:val>
                                            <p:strVal val="#ppt_w"/>
                                          </p:val>
                                        </p:tav>
                                      </p:tavLst>
                                    </p:anim>
                                    <p:anim calcmode="lin" valueType="num">
                                      <p:cBhvr>
                                        <p:cTn id="40" dur="500" fill="hold"/>
                                        <p:tgtEl>
                                          <p:spTgt spid="2"/>
                                        </p:tgtEl>
                                        <p:attrNameLst>
                                          <p:attrName>ppt_h</p:attrName>
                                        </p:attrNameLst>
                                      </p:cBhvr>
                                      <p:tavLst>
                                        <p:tav tm="0">
                                          <p:val>
                                            <p:fltVal val="0"/>
                                          </p:val>
                                        </p:tav>
                                        <p:tav tm="100000">
                                          <p:val>
                                            <p:strVal val="#ppt_h"/>
                                          </p:val>
                                        </p:tav>
                                      </p:tavLst>
                                    </p:anim>
                                    <p:animEffect transition="in" filter="fade">
                                      <p:cBhvr>
                                        <p:cTn id="41" dur="500"/>
                                        <p:tgtEl>
                                          <p:spTgt spid="2"/>
                                        </p:tgtEl>
                                      </p:cBhvr>
                                    </p:animEffect>
                                  </p:childTnLst>
                                </p:cTn>
                              </p:par>
                              <p:par>
                                <p:cTn id="42" presetID="1" presetClass="exit" presetSubtype="0" fill="hold" nodeType="withEffect">
                                  <p:stCondLst>
                                    <p:cond delay="0"/>
                                  </p:stCondLst>
                                  <p:childTnLst>
                                    <p:set>
                                      <p:cBhvr>
                                        <p:cTn id="43" dur="1" fill="hold">
                                          <p:stCondLst>
                                            <p:cond delay="0"/>
                                          </p:stCondLst>
                                        </p:cTn>
                                        <p:tgtEl>
                                          <p:spTgt spid="7"/>
                                        </p:tgtEl>
                                        <p:attrNameLst>
                                          <p:attrName>style.visibility</p:attrName>
                                        </p:attrNameLst>
                                      </p:cBhvr>
                                      <p:to>
                                        <p:strVal val="hidden"/>
                                      </p:to>
                                    </p:set>
                                  </p:childTnLst>
                                </p:cTn>
                              </p:par>
                            </p:childTnLst>
                          </p:cTn>
                        </p:par>
                      </p:childTnLst>
                    </p:cTn>
                  </p:par>
                  <p:par>
                    <p:cTn id="44" fill="hold">
                      <p:stCondLst>
                        <p:cond delay="indefinite"/>
                      </p:stCondLst>
                      <p:childTnLst>
                        <p:par>
                          <p:cTn id="45" fill="hold">
                            <p:stCondLst>
                              <p:cond delay="0"/>
                            </p:stCondLst>
                            <p:childTnLst>
                              <p:par>
                                <p:cTn id="46" presetID="53" presetClass="entr" presetSubtype="16" fill="hold" grpId="0" nodeType="clickEffect">
                                  <p:stCondLst>
                                    <p:cond delay="0"/>
                                  </p:stCondLst>
                                  <p:childTnLst>
                                    <p:set>
                                      <p:cBhvr>
                                        <p:cTn id="47" dur="1" fill="hold">
                                          <p:stCondLst>
                                            <p:cond delay="0"/>
                                          </p:stCondLst>
                                        </p:cTn>
                                        <p:tgtEl>
                                          <p:spTgt spid="762919"/>
                                        </p:tgtEl>
                                        <p:attrNameLst>
                                          <p:attrName>style.visibility</p:attrName>
                                        </p:attrNameLst>
                                      </p:cBhvr>
                                      <p:to>
                                        <p:strVal val="visible"/>
                                      </p:to>
                                    </p:set>
                                    <p:anim calcmode="lin" valueType="num">
                                      <p:cBhvr>
                                        <p:cTn id="48" dur="500" fill="hold"/>
                                        <p:tgtEl>
                                          <p:spTgt spid="762919"/>
                                        </p:tgtEl>
                                        <p:attrNameLst>
                                          <p:attrName>ppt_w</p:attrName>
                                        </p:attrNameLst>
                                      </p:cBhvr>
                                      <p:tavLst>
                                        <p:tav tm="0">
                                          <p:val>
                                            <p:fltVal val="0"/>
                                          </p:val>
                                        </p:tav>
                                        <p:tav tm="100000">
                                          <p:val>
                                            <p:strVal val="#ppt_w"/>
                                          </p:val>
                                        </p:tav>
                                      </p:tavLst>
                                    </p:anim>
                                    <p:anim calcmode="lin" valueType="num">
                                      <p:cBhvr>
                                        <p:cTn id="49" dur="500" fill="hold"/>
                                        <p:tgtEl>
                                          <p:spTgt spid="762919"/>
                                        </p:tgtEl>
                                        <p:attrNameLst>
                                          <p:attrName>ppt_h</p:attrName>
                                        </p:attrNameLst>
                                      </p:cBhvr>
                                      <p:tavLst>
                                        <p:tav tm="0">
                                          <p:val>
                                            <p:fltVal val="0"/>
                                          </p:val>
                                        </p:tav>
                                        <p:tav tm="100000">
                                          <p:val>
                                            <p:strVal val="#ppt_h"/>
                                          </p:val>
                                        </p:tav>
                                      </p:tavLst>
                                    </p:anim>
                                    <p:animEffect transition="in" filter="fade">
                                      <p:cBhvr>
                                        <p:cTn id="50" dur="500"/>
                                        <p:tgtEl>
                                          <p:spTgt spid="762919"/>
                                        </p:tgtEl>
                                      </p:cBhvr>
                                    </p:animEffect>
                                  </p:childTnLst>
                                </p:cTn>
                              </p:par>
                            </p:childTnLst>
                          </p:cTn>
                        </p:par>
                        <p:par>
                          <p:cTn id="51" fill="hold">
                            <p:stCondLst>
                              <p:cond delay="500"/>
                            </p:stCondLst>
                            <p:childTnLst>
                              <p:par>
                                <p:cTn id="52" presetID="53" presetClass="entr" presetSubtype="16" fill="hold" grpId="0" nodeType="afterEffect">
                                  <p:stCondLst>
                                    <p:cond delay="0"/>
                                  </p:stCondLst>
                                  <p:childTnLst>
                                    <p:set>
                                      <p:cBhvr>
                                        <p:cTn id="53" dur="1" fill="hold">
                                          <p:stCondLst>
                                            <p:cond delay="0"/>
                                          </p:stCondLst>
                                        </p:cTn>
                                        <p:tgtEl>
                                          <p:spTgt spid="762920"/>
                                        </p:tgtEl>
                                        <p:attrNameLst>
                                          <p:attrName>style.visibility</p:attrName>
                                        </p:attrNameLst>
                                      </p:cBhvr>
                                      <p:to>
                                        <p:strVal val="visible"/>
                                      </p:to>
                                    </p:set>
                                    <p:anim calcmode="lin" valueType="num">
                                      <p:cBhvr>
                                        <p:cTn id="54" dur="500" fill="hold"/>
                                        <p:tgtEl>
                                          <p:spTgt spid="762920"/>
                                        </p:tgtEl>
                                        <p:attrNameLst>
                                          <p:attrName>ppt_w</p:attrName>
                                        </p:attrNameLst>
                                      </p:cBhvr>
                                      <p:tavLst>
                                        <p:tav tm="0">
                                          <p:val>
                                            <p:fltVal val="0"/>
                                          </p:val>
                                        </p:tav>
                                        <p:tav tm="100000">
                                          <p:val>
                                            <p:strVal val="#ppt_w"/>
                                          </p:val>
                                        </p:tav>
                                      </p:tavLst>
                                    </p:anim>
                                    <p:anim calcmode="lin" valueType="num">
                                      <p:cBhvr>
                                        <p:cTn id="55" dur="500" fill="hold"/>
                                        <p:tgtEl>
                                          <p:spTgt spid="762920"/>
                                        </p:tgtEl>
                                        <p:attrNameLst>
                                          <p:attrName>ppt_h</p:attrName>
                                        </p:attrNameLst>
                                      </p:cBhvr>
                                      <p:tavLst>
                                        <p:tav tm="0">
                                          <p:val>
                                            <p:fltVal val="0"/>
                                          </p:val>
                                        </p:tav>
                                        <p:tav tm="100000">
                                          <p:val>
                                            <p:strVal val="#ppt_h"/>
                                          </p:val>
                                        </p:tav>
                                      </p:tavLst>
                                    </p:anim>
                                    <p:animEffect transition="in" filter="fade">
                                      <p:cBhvr>
                                        <p:cTn id="56" dur="500"/>
                                        <p:tgtEl>
                                          <p:spTgt spid="7629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2883" grpId="0" build="p"/>
      <p:bldP spid="762919" grpId="0" animBg="1"/>
      <p:bldP spid="762920" grpId="0" animBg="1"/>
    </p:bldLst>
  </p:timing>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63907" name="Rectangle 3"/>
          <p:cNvSpPr>
            <a:spLocks noGrp="1"/>
          </p:cNvSpPr>
          <p:nvPr>
            <p:ph idx="1"/>
          </p:nvPr>
        </p:nvSpPr>
        <p:spPr>
          <a:xfrm>
            <a:off x="1558925" y="1484313"/>
            <a:ext cx="9321800" cy="4537075"/>
          </a:xfrm>
        </p:spPr>
        <p:txBody>
          <a:bodyPr vert="horz" wrap="square" lIns="91440" tIns="45720" rIns="91440" bIns="45720" anchor="t" anchorCtr="0"/>
          <a:lstStyle/>
          <a:p>
            <a:pPr eaLnBrk="1">
              <a:lnSpc>
                <a:spcPct val="125000"/>
              </a:lnSpc>
              <a:spcAft>
                <a:spcPct val="0"/>
              </a:spcAft>
              <a:buSzPct val="50000"/>
            </a:pPr>
            <a:r>
              <a:rPr lang="zh-CN" altLang="en-US" sz="3200" kern="1200" dirty="0">
                <a:latin typeface="Times New Roman" panose="02020503050405090304" pitchFamily="18" charset="0"/>
                <a:ea typeface="黑体" panose="02010609060101010101" pitchFamily="49" charset="-122"/>
                <a:cs typeface="Times New Roman" panose="02020503050405090304" pitchFamily="18" charset="0"/>
              </a:rPr>
              <a:t>字符数组的初始化</a:t>
            </a:r>
            <a:endParaRPr lang="zh-CN" altLang="en-US" sz="3200" kern="1200" dirty="0">
              <a:latin typeface="Times New Roman" panose="02020503050405090304" pitchFamily="18" charset="0"/>
              <a:ea typeface="黑体" panose="02010609060101010101" pitchFamily="49" charset="-122"/>
              <a:cs typeface="Times New Roman" panose="02020503050405090304" pitchFamily="18" charset="0"/>
            </a:endParaRPr>
          </a:p>
          <a:p>
            <a:pPr eaLnBrk="1">
              <a:lnSpc>
                <a:spcPct val="125000"/>
              </a:lnSpc>
              <a:spcAft>
                <a:spcPct val="0"/>
              </a:spcAft>
              <a:buSzPct val="50000"/>
            </a:pPr>
            <a:r>
              <a:rPr lang="zh-CN" altLang="en-US" sz="3200" kern="1200" dirty="0">
                <a:latin typeface="Times New Roman" panose="02020503050405090304" pitchFamily="18" charset="0"/>
                <a:ea typeface="黑体" panose="02010609060101010101" pitchFamily="49" charset="-122"/>
                <a:cs typeface="Times New Roman" panose="02020503050405090304" pitchFamily="18" charset="0"/>
              </a:rPr>
              <a:t>用字符常量的初始化列表对数组初始化</a:t>
            </a:r>
            <a:r>
              <a:rPr lang="zh-CN" altLang="en-US" kern="1200" dirty="0">
                <a:latin typeface="Times New Roman" panose="02020503050405090304" pitchFamily="18" charset="0"/>
                <a:ea typeface="黑体" panose="02010609060101010101" pitchFamily="49" charset="-122"/>
                <a:cs typeface="Times New Roman" panose="02020503050405090304" pitchFamily="18" charset="0"/>
              </a:rPr>
              <a:t> </a:t>
            </a:r>
            <a:endParaRPr lang="zh-CN" altLang="en-US" kern="1200" dirty="0">
              <a:latin typeface="Times New Roman" panose="02020503050405090304" pitchFamily="18" charset="0"/>
              <a:ea typeface="黑体" panose="02010609060101010101" pitchFamily="49" charset="-122"/>
              <a:cs typeface="Times New Roman" panose="02020503050405090304" pitchFamily="18" charset="0"/>
            </a:endParaRPr>
          </a:p>
          <a:p>
            <a:pPr lvl="1" eaLnBrk="1">
              <a:lnSpc>
                <a:spcPct val="125000"/>
              </a:lnSpc>
              <a:spcAft>
                <a:spcPct val="0"/>
              </a:spcAft>
              <a:buSzPct val="50000"/>
            </a:pPr>
            <a:r>
              <a:rPr lang="en-US" altLang="zh-CN" kern="1200" dirty="0">
                <a:solidFill>
                  <a:srgbClr val="C00000"/>
                </a:solidFill>
                <a:latin typeface="Courier New" panose="02070409020205090404" pitchFamily="49" charset="0"/>
                <a:ea typeface="宋体" pitchFamily="2" charset="-122"/>
                <a:cs typeface="Times New Roman" panose="02020503050405090304" pitchFamily="18" charset="0"/>
              </a:rPr>
              <a:t>char</a:t>
            </a:r>
            <a:r>
              <a:rPr lang="en-US" altLang="zh-CN" kern="1200" dirty="0">
                <a:latin typeface="Courier New" panose="02070409020205090404" pitchFamily="49" charset="0"/>
                <a:ea typeface="宋体" pitchFamily="2" charset="-122"/>
                <a:cs typeface="Times New Roman" panose="02020503050405090304" pitchFamily="18" charset="0"/>
              </a:rPr>
              <a:t> str[6] = {'C','h','i','n','a',</a:t>
            </a:r>
            <a:r>
              <a:rPr lang="en-US" altLang="zh-CN" kern="1200" dirty="0">
                <a:solidFill>
                  <a:srgbClr val="CC0000"/>
                </a:solidFill>
                <a:latin typeface="Courier New" panose="02070409020205090404" pitchFamily="49" charset="0"/>
                <a:ea typeface="宋体" pitchFamily="2" charset="-122"/>
                <a:cs typeface="Times New Roman" panose="02020503050405090304" pitchFamily="18" charset="0"/>
              </a:rPr>
              <a:t>'\0'</a:t>
            </a:r>
            <a:r>
              <a:rPr lang="en-US" altLang="zh-CN" kern="1200" dirty="0">
                <a:latin typeface="Courier New" panose="02070409020205090404" pitchFamily="49" charset="0"/>
                <a:ea typeface="宋体" pitchFamily="2" charset="-122"/>
                <a:cs typeface="Times New Roman" panose="02020503050405090304" pitchFamily="18" charset="0"/>
              </a:rPr>
              <a:t>};</a:t>
            </a:r>
            <a:endParaRPr lang="en-US" altLang="zh-CN" kern="1200" dirty="0">
              <a:latin typeface="Courier New" panose="02070409020205090404" pitchFamily="49" charset="0"/>
              <a:ea typeface="宋体" pitchFamily="2" charset="-122"/>
              <a:cs typeface="Times New Roman" panose="02020503050405090304" pitchFamily="18" charset="0"/>
            </a:endParaRPr>
          </a:p>
          <a:p>
            <a:pPr eaLnBrk="1">
              <a:lnSpc>
                <a:spcPct val="125000"/>
              </a:lnSpc>
              <a:spcAft>
                <a:spcPct val="0"/>
              </a:spcAft>
              <a:buSzPct val="50000"/>
            </a:pPr>
            <a:r>
              <a:rPr lang="zh-CN" altLang="en-US" sz="3200" kern="1200" dirty="0">
                <a:latin typeface="Courier New" panose="02070409020205090404" pitchFamily="49" charset="0"/>
                <a:ea typeface="黑体" panose="02010609060101010101" pitchFamily="49" charset="-122"/>
                <a:cs typeface="Times New Roman" panose="02020503050405090304" pitchFamily="18" charset="0"/>
              </a:rPr>
              <a:t>用字符串常量直接对数组初始化</a:t>
            </a:r>
            <a:r>
              <a:rPr lang="zh-CN" altLang="en-US" sz="3200" kern="1200" dirty="0">
                <a:latin typeface="Courier New" panose="02070409020205090404" pitchFamily="49" charset="0"/>
                <a:ea typeface="宋体" pitchFamily="2" charset="-122"/>
                <a:cs typeface="+mn-cs"/>
              </a:rPr>
              <a:t> </a:t>
            </a:r>
            <a:endParaRPr lang="zh-CN" altLang="en-US" sz="3200" kern="1200" dirty="0">
              <a:latin typeface="Courier New" panose="02070409020205090404" pitchFamily="49" charset="0"/>
              <a:ea typeface="宋体" pitchFamily="2" charset="-122"/>
              <a:cs typeface="+mn-cs"/>
            </a:endParaRPr>
          </a:p>
          <a:p>
            <a:pPr lvl="1" eaLnBrk="1">
              <a:lnSpc>
                <a:spcPct val="125000"/>
              </a:lnSpc>
              <a:spcAft>
                <a:spcPct val="0"/>
              </a:spcAft>
              <a:buSzPct val="50000"/>
            </a:pPr>
            <a:r>
              <a:rPr lang="en-US" altLang="zh-CN" kern="1200" dirty="0">
                <a:solidFill>
                  <a:srgbClr val="C00000"/>
                </a:solidFill>
                <a:latin typeface="Courier New" panose="02070409020205090404" pitchFamily="49" charset="0"/>
                <a:ea typeface="宋体" pitchFamily="2" charset="-122"/>
                <a:cs typeface="Times New Roman" panose="02020503050405090304" pitchFamily="18" charset="0"/>
              </a:rPr>
              <a:t>char</a:t>
            </a:r>
            <a:r>
              <a:rPr lang="en-US" altLang="zh-CN" kern="1200" dirty="0">
                <a:latin typeface="Courier New" panose="02070409020205090404" pitchFamily="49" charset="0"/>
                <a:ea typeface="宋体" pitchFamily="2" charset="-122"/>
                <a:cs typeface="Times New Roman" panose="02020503050405090304" pitchFamily="18" charset="0"/>
              </a:rPr>
              <a:t> str[6] = {"China"}; </a:t>
            </a:r>
            <a:endParaRPr lang="en-US" altLang="zh-CN" kern="1200" dirty="0">
              <a:latin typeface="Courier New" panose="02070409020205090404" pitchFamily="49" charset="0"/>
              <a:ea typeface="宋体" pitchFamily="2" charset="-122"/>
              <a:cs typeface="Times New Roman" panose="02020503050405090304" pitchFamily="18" charset="0"/>
            </a:endParaRPr>
          </a:p>
          <a:p>
            <a:pPr lvl="1" eaLnBrk="1">
              <a:lnSpc>
                <a:spcPct val="125000"/>
              </a:lnSpc>
              <a:spcAft>
                <a:spcPct val="0"/>
              </a:spcAft>
              <a:buSzPct val="50000"/>
            </a:pPr>
            <a:r>
              <a:rPr lang="en-US" altLang="zh-CN" kern="1200" dirty="0">
                <a:solidFill>
                  <a:srgbClr val="C00000"/>
                </a:solidFill>
                <a:latin typeface="Courier New" panose="02070409020205090404" pitchFamily="49" charset="0"/>
                <a:ea typeface="宋体" pitchFamily="2" charset="-122"/>
                <a:cs typeface="Times New Roman" panose="02020503050405090304" pitchFamily="18" charset="0"/>
              </a:rPr>
              <a:t>char</a:t>
            </a:r>
            <a:r>
              <a:rPr lang="en-US" altLang="zh-CN" kern="1200" dirty="0">
                <a:latin typeface="Courier New" panose="02070409020205090404" pitchFamily="49" charset="0"/>
                <a:ea typeface="宋体" pitchFamily="2" charset="-122"/>
                <a:cs typeface="Times New Roman" panose="02020503050405090304" pitchFamily="18" charset="0"/>
              </a:rPr>
              <a:t> str[6] = "China";</a:t>
            </a:r>
            <a:endParaRPr lang="en-US" altLang="zh-CN" kern="1200" dirty="0">
              <a:latin typeface="Courier New" panose="02070409020205090404" pitchFamily="49" charset="0"/>
              <a:ea typeface="宋体" pitchFamily="2" charset="-122"/>
              <a:cs typeface="Times New Roman" panose="02020503050405090304" pitchFamily="18" charset="0"/>
            </a:endParaRPr>
          </a:p>
          <a:p>
            <a:pPr lvl="1" eaLnBrk="1">
              <a:lnSpc>
                <a:spcPct val="125000"/>
              </a:lnSpc>
              <a:spcAft>
                <a:spcPct val="0"/>
              </a:spcAft>
              <a:buSzPct val="50000"/>
            </a:pPr>
            <a:r>
              <a:rPr lang="en-US" altLang="zh-CN" kern="1200" dirty="0">
                <a:solidFill>
                  <a:srgbClr val="C00000"/>
                </a:solidFill>
                <a:latin typeface="Courier New" panose="02070409020205090404" pitchFamily="49" charset="0"/>
                <a:ea typeface="宋体" pitchFamily="2" charset="-122"/>
                <a:cs typeface="Times New Roman" panose="02020503050405090304" pitchFamily="18" charset="0"/>
              </a:rPr>
              <a:t>char</a:t>
            </a:r>
            <a:r>
              <a:rPr lang="en-US" altLang="zh-CN" kern="1200" dirty="0">
                <a:latin typeface="Courier New" panose="02070409020205090404" pitchFamily="49" charset="0"/>
                <a:ea typeface="宋体" pitchFamily="2" charset="-122"/>
                <a:cs typeface="Times New Roman" panose="02020503050405090304" pitchFamily="18" charset="0"/>
              </a:rPr>
              <a:t> str[ ] = "China";</a:t>
            </a:r>
            <a:endParaRPr lang="en-US" altLang="zh-CN" kern="1200" dirty="0">
              <a:latin typeface="Courier New" panose="02070409020205090404" pitchFamily="49" charset="0"/>
              <a:ea typeface="宋体" pitchFamily="2" charset="-122"/>
              <a:cs typeface="Times New Roman" panose="02020503050405090304" pitchFamily="18" charset="0"/>
            </a:endParaRPr>
          </a:p>
          <a:p>
            <a:pPr lvl="1" eaLnBrk="1">
              <a:lnSpc>
                <a:spcPct val="125000"/>
              </a:lnSpc>
              <a:spcAft>
                <a:spcPct val="0"/>
              </a:spcAft>
              <a:buSzPct val="50000"/>
            </a:pPr>
            <a:endParaRPr lang="zh-CN" altLang="en-US" kern="1200" dirty="0">
              <a:latin typeface="Courier New" panose="02070409020205090404" pitchFamily="49" charset="0"/>
              <a:ea typeface="宋体" pitchFamily="2" charset="-122"/>
              <a:cs typeface="Times New Roman" panose="02020503050405090304" pitchFamily="18" charset="0"/>
            </a:endParaRPr>
          </a:p>
        </p:txBody>
      </p:sp>
      <p:sp>
        <p:nvSpPr>
          <p:cNvPr id="75779" name="Rectangle 2"/>
          <p:cNvSpPr/>
          <p:nvPr/>
        </p:nvSpPr>
        <p:spPr>
          <a:xfrm>
            <a:off x="1631950" y="255588"/>
            <a:ext cx="8915400" cy="1143000"/>
          </a:xfrm>
          <a:prstGeom prst="rect">
            <a:avLst/>
          </a:prstGeom>
          <a:noFill/>
          <a:ln w="9525">
            <a:noFill/>
          </a:ln>
        </p:spPr>
        <p:txBody>
          <a:bodyPr anchor="ctr" anchorCtr="0"/>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algn="ctr" eaLnBrk="1" hangingPunct="1">
              <a:lnSpc>
                <a:spcPct val="100000"/>
              </a:lnSpc>
              <a:spcBef>
                <a:spcPct val="0"/>
              </a:spcBef>
              <a:buClrTx/>
              <a:buSzTx/>
              <a:buFontTx/>
              <a:buNone/>
            </a:pPr>
            <a:r>
              <a:rPr lang="en-US" altLang="zh-CN" sz="4400" dirty="0">
                <a:solidFill>
                  <a:schemeClr val="tx2"/>
                </a:solidFill>
                <a:cs typeface="Arial" panose="020B0604020202090204" pitchFamily="34" charset="0"/>
              </a:rPr>
              <a:t>3.3.2 </a:t>
            </a:r>
            <a:r>
              <a:rPr lang="zh-CN" altLang="en-US" sz="4400" dirty="0">
                <a:solidFill>
                  <a:schemeClr val="tx2"/>
                </a:solidFill>
                <a:cs typeface="Arial" panose="020B0604020202090204" pitchFamily="34" charset="0"/>
              </a:rPr>
              <a:t>字符串的存储</a:t>
            </a:r>
            <a:endParaRPr lang="en-US" altLang="zh-CN" sz="4400" dirty="0">
              <a:solidFill>
                <a:schemeClr val="tx2"/>
              </a:solidFill>
              <a:ea typeface="Arial" panose="020B060402020209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763907">
                                            <p:txEl>
                                              <p:pRg st="1" end="1"/>
                                            </p:txEl>
                                          </p:spTgt>
                                        </p:tgtEl>
                                        <p:attrNameLst>
                                          <p:attrName>style.visibility</p:attrName>
                                        </p:attrNameLst>
                                      </p:cBhvr>
                                      <p:to>
                                        <p:strVal val="visible"/>
                                      </p:to>
                                    </p:set>
                                    <p:anim calcmode="lin" valueType="num">
                                      <p:cBhvr>
                                        <p:cTn id="7" dur="500" fill="hold"/>
                                        <p:tgtEl>
                                          <p:spTgt spid="763907">
                                            <p:txEl>
                                              <p:pRg st="1" end="1"/>
                                            </p:txEl>
                                          </p:spTgt>
                                        </p:tgtEl>
                                        <p:attrNameLst>
                                          <p:attrName>ppt_w</p:attrName>
                                        </p:attrNameLst>
                                      </p:cBhvr>
                                      <p:tavLst>
                                        <p:tav tm="0">
                                          <p:val>
                                            <p:fltVal val="0"/>
                                          </p:val>
                                        </p:tav>
                                        <p:tav tm="100000">
                                          <p:val>
                                            <p:strVal val="#ppt_w"/>
                                          </p:val>
                                        </p:tav>
                                      </p:tavLst>
                                    </p:anim>
                                    <p:anim calcmode="lin" valueType="num">
                                      <p:cBhvr>
                                        <p:cTn id="8" dur="500" fill="hold"/>
                                        <p:tgtEl>
                                          <p:spTgt spid="763907">
                                            <p:txEl>
                                              <p:pRg st="1" end="1"/>
                                            </p:txEl>
                                          </p:spTgt>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nodeType="clickEffect">
                                  <p:stCondLst>
                                    <p:cond delay="0"/>
                                  </p:stCondLst>
                                  <p:childTnLst>
                                    <p:set>
                                      <p:cBhvr>
                                        <p:cTn id="12" dur="1" fill="hold">
                                          <p:stCondLst>
                                            <p:cond delay="0"/>
                                          </p:stCondLst>
                                        </p:cTn>
                                        <p:tgtEl>
                                          <p:spTgt spid="763907">
                                            <p:txEl>
                                              <p:pRg st="2" end="2"/>
                                            </p:txEl>
                                          </p:spTgt>
                                        </p:tgtEl>
                                        <p:attrNameLst>
                                          <p:attrName>style.visibility</p:attrName>
                                        </p:attrNameLst>
                                      </p:cBhvr>
                                      <p:to>
                                        <p:strVal val="visible"/>
                                      </p:to>
                                    </p:set>
                                    <p:anim calcmode="lin" valueType="num">
                                      <p:cBhvr>
                                        <p:cTn id="13" dur="500" fill="hold"/>
                                        <p:tgtEl>
                                          <p:spTgt spid="763907">
                                            <p:txEl>
                                              <p:pRg st="2" end="2"/>
                                            </p:txEl>
                                          </p:spTgt>
                                        </p:tgtEl>
                                        <p:attrNameLst>
                                          <p:attrName>ppt_w</p:attrName>
                                        </p:attrNameLst>
                                      </p:cBhvr>
                                      <p:tavLst>
                                        <p:tav tm="0">
                                          <p:val>
                                            <p:fltVal val="0"/>
                                          </p:val>
                                        </p:tav>
                                        <p:tav tm="100000">
                                          <p:val>
                                            <p:strVal val="#ppt_w"/>
                                          </p:val>
                                        </p:tav>
                                      </p:tavLst>
                                    </p:anim>
                                    <p:anim calcmode="lin" valueType="num">
                                      <p:cBhvr>
                                        <p:cTn id="14" dur="500" fill="hold"/>
                                        <p:tgtEl>
                                          <p:spTgt spid="763907">
                                            <p:txEl>
                                              <p:pRg st="2" end="2"/>
                                            </p:txEl>
                                          </p:spTgt>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nodeType="clickEffect">
                                  <p:stCondLst>
                                    <p:cond delay="0"/>
                                  </p:stCondLst>
                                  <p:childTnLst>
                                    <p:set>
                                      <p:cBhvr>
                                        <p:cTn id="18" dur="1" fill="hold">
                                          <p:stCondLst>
                                            <p:cond delay="0"/>
                                          </p:stCondLst>
                                        </p:cTn>
                                        <p:tgtEl>
                                          <p:spTgt spid="763907">
                                            <p:txEl>
                                              <p:pRg st="3" end="3"/>
                                            </p:txEl>
                                          </p:spTgt>
                                        </p:tgtEl>
                                        <p:attrNameLst>
                                          <p:attrName>style.visibility</p:attrName>
                                        </p:attrNameLst>
                                      </p:cBhvr>
                                      <p:to>
                                        <p:strVal val="visible"/>
                                      </p:to>
                                    </p:set>
                                    <p:anim calcmode="lin" valueType="num">
                                      <p:cBhvr>
                                        <p:cTn id="19" dur="500" fill="hold"/>
                                        <p:tgtEl>
                                          <p:spTgt spid="763907">
                                            <p:txEl>
                                              <p:pRg st="3" end="3"/>
                                            </p:txEl>
                                          </p:spTgt>
                                        </p:tgtEl>
                                        <p:attrNameLst>
                                          <p:attrName>ppt_w</p:attrName>
                                        </p:attrNameLst>
                                      </p:cBhvr>
                                      <p:tavLst>
                                        <p:tav tm="0">
                                          <p:val>
                                            <p:fltVal val="0"/>
                                          </p:val>
                                        </p:tav>
                                        <p:tav tm="100000">
                                          <p:val>
                                            <p:strVal val="#ppt_w"/>
                                          </p:val>
                                        </p:tav>
                                      </p:tavLst>
                                    </p:anim>
                                    <p:anim calcmode="lin" valueType="num">
                                      <p:cBhvr>
                                        <p:cTn id="20" dur="500" fill="hold"/>
                                        <p:tgtEl>
                                          <p:spTgt spid="763907">
                                            <p:txEl>
                                              <p:pRg st="3" end="3"/>
                                            </p:txEl>
                                          </p:spTgt>
                                        </p:tgtEl>
                                        <p:attrNameLst>
                                          <p:attrName>ppt_h</p:attrName>
                                        </p:attrNameLst>
                                      </p:cBhvr>
                                      <p:tavLst>
                                        <p:tav tm="0">
                                          <p:val>
                                            <p:fltVal val="0"/>
                                          </p:val>
                                        </p:tav>
                                        <p:tav tm="100000">
                                          <p:val>
                                            <p:strVal val="#ppt_h"/>
                                          </p:val>
                                        </p:tav>
                                      </p:tavLst>
                                    </p:anim>
                                    <p:animEffect transition="in" filter="fade">
                                      <p:cBhvr>
                                        <p:cTn id="21" dur="500"/>
                                        <p:tgtEl>
                                          <p:spTgt spid="763907">
                                            <p:txEl>
                                              <p:pRg st="3" end="3"/>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53" presetClass="entr" presetSubtype="16" fill="hold" nodeType="clickEffect">
                                  <p:stCondLst>
                                    <p:cond delay="0"/>
                                  </p:stCondLst>
                                  <p:childTnLst>
                                    <p:set>
                                      <p:cBhvr>
                                        <p:cTn id="25" dur="1" fill="hold">
                                          <p:stCondLst>
                                            <p:cond delay="0"/>
                                          </p:stCondLst>
                                        </p:cTn>
                                        <p:tgtEl>
                                          <p:spTgt spid="763907">
                                            <p:txEl>
                                              <p:pRg st="4" end="4"/>
                                            </p:txEl>
                                          </p:spTgt>
                                        </p:tgtEl>
                                        <p:attrNameLst>
                                          <p:attrName>style.visibility</p:attrName>
                                        </p:attrNameLst>
                                      </p:cBhvr>
                                      <p:to>
                                        <p:strVal val="visible"/>
                                      </p:to>
                                    </p:set>
                                    <p:anim calcmode="lin" valueType="num">
                                      <p:cBhvr>
                                        <p:cTn id="26" dur="500" fill="hold"/>
                                        <p:tgtEl>
                                          <p:spTgt spid="763907">
                                            <p:txEl>
                                              <p:pRg st="4" end="4"/>
                                            </p:txEl>
                                          </p:spTgt>
                                        </p:tgtEl>
                                        <p:attrNameLst>
                                          <p:attrName>ppt_w</p:attrName>
                                        </p:attrNameLst>
                                      </p:cBhvr>
                                      <p:tavLst>
                                        <p:tav tm="0">
                                          <p:val>
                                            <p:fltVal val="0"/>
                                          </p:val>
                                        </p:tav>
                                        <p:tav tm="100000">
                                          <p:val>
                                            <p:strVal val="#ppt_w"/>
                                          </p:val>
                                        </p:tav>
                                      </p:tavLst>
                                    </p:anim>
                                    <p:anim calcmode="lin" valueType="num">
                                      <p:cBhvr>
                                        <p:cTn id="27" dur="500" fill="hold"/>
                                        <p:tgtEl>
                                          <p:spTgt spid="763907">
                                            <p:txEl>
                                              <p:pRg st="4" end="4"/>
                                            </p:txEl>
                                          </p:spTgt>
                                        </p:tgtEl>
                                        <p:attrNameLst>
                                          <p:attrName>ppt_h</p:attrName>
                                        </p:attrNameLst>
                                      </p:cBhvr>
                                      <p:tavLst>
                                        <p:tav tm="0">
                                          <p:val>
                                            <p:fltVal val="0"/>
                                          </p:val>
                                        </p:tav>
                                        <p:tav tm="100000">
                                          <p:val>
                                            <p:strVal val="#ppt_h"/>
                                          </p:val>
                                        </p:tav>
                                      </p:tavLst>
                                    </p:anim>
                                    <p:animEffect transition="in" filter="fade">
                                      <p:cBhvr>
                                        <p:cTn id="28" dur="500"/>
                                        <p:tgtEl>
                                          <p:spTgt spid="763907">
                                            <p:txEl>
                                              <p:pRg st="4" end="4"/>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53" presetClass="entr" presetSubtype="16" fill="hold" nodeType="clickEffect">
                                  <p:stCondLst>
                                    <p:cond delay="0"/>
                                  </p:stCondLst>
                                  <p:childTnLst>
                                    <p:set>
                                      <p:cBhvr>
                                        <p:cTn id="32" dur="1" fill="hold">
                                          <p:stCondLst>
                                            <p:cond delay="0"/>
                                          </p:stCondLst>
                                        </p:cTn>
                                        <p:tgtEl>
                                          <p:spTgt spid="763907">
                                            <p:txEl>
                                              <p:pRg st="5" end="5"/>
                                            </p:txEl>
                                          </p:spTgt>
                                        </p:tgtEl>
                                        <p:attrNameLst>
                                          <p:attrName>style.visibility</p:attrName>
                                        </p:attrNameLst>
                                      </p:cBhvr>
                                      <p:to>
                                        <p:strVal val="visible"/>
                                      </p:to>
                                    </p:set>
                                    <p:anim calcmode="lin" valueType="num">
                                      <p:cBhvr>
                                        <p:cTn id="33" dur="500" fill="hold"/>
                                        <p:tgtEl>
                                          <p:spTgt spid="763907">
                                            <p:txEl>
                                              <p:pRg st="5" end="5"/>
                                            </p:txEl>
                                          </p:spTgt>
                                        </p:tgtEl>
                                        <p:attrNameLst>
                                          <p:attrName>ppt_w</p:attrName>
                                        </p:attrNameLst>
                                      </p:cBhvr>
                                      <p:tavLst>
                                        <p:tav tm="0">
                                          <p:val>
                                            <p:fltVal val="0"/>
                                          </p:val>
                                        </p:tav>
                                        <p:tav tm="100000">
                                          <p:val>
                                            <p:strVal val="#ppt_w"/>
                                          </p:val>
                                        </p:tav>
                                      </p:tavLst>
                                    </p:anim>
                                    <p:anim calcmode="lin" valueType="num">
                                      <p:cBhvr>
                                        <p:cTn id="34" dur="500" fill="hold"/>
                                        <p:tgtEl>
                                          <p:spTgt spid="763907">
                                            <p:txEl>
                                              <p:pRg st="5" end="5"/>
                                            </p:txEl>
                                          </p:spTgt>
                                        </p:tgtEl>
                                        <p:attrNameLst>
                                          <p:attrName>ppt_h</p:attrName>
                                        </p:attrNameLst>
                                      </p:cBhvr>
                                      <p:tavLst>
                                        <p:tav tm="0">
                                          <p:val>
                                            <p:fltVal val="0"/>
                                          </p:val>
                                        </p:tav>
                                        <p:tav tm="100000">
                                          <p:val>
                                            <p:strVal val="#ppt_h"/>
                                          </p:val>
                                        </p:tav>
                                      </p:tavLst>
                                    </p:anim>
                                    <p:animEffect transition="in" filter="fade">
                                      <p:cBhvr>
                                        <p:cTn id="35" dur="500"/>
                                        <p:tgtEl>
                                          <p:spTgt spid="763907">
                                            <p:txEl>
                                              <p:pRg st="5" end="5"/>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53" presetClass="entr" presetSubtype="16" fill="hold" nodeType="clickEffect">
                                  <p:stCondLst>
                                    <p:cond delay="0"/>
                                  </p:stCondLst>
                                  <p:childTnLst>
                                    <p:set>
                                      <p:cBhvr>
                                        <p:cTn id="39" dur="1" fill="hold">
                                          <p:stCondLst>
                                            <p:cond delay="0"/>
                                          </p:stCondLst>
                                        </p:cTn>
                                        <p:tgtEl>
                                          <p:spTgt spid="763907">
                                            <p:txEl>
                                              <p:pRg st="6" end="6"/>
                                            </p:txEl>
                                          </p:spTgt>
                                        </p:tgtEl>
                                        <p:attrNameLst>
                                          <p:attrName>style.visibility</p:attrName>
                                        </p:attrNameLst>
                                      </p:cBhvr>
                                      <p:to>
                                        <p:strVal val="visible"/>
                                      </p:to>
                                    </p:set>
                                    <p:anim calcmode="lin" valueType="num">
                                      <p:cBhvr>
                                        <p:cTn id="40" dur="500" fill="hold"/>
                                        <p:tgtEl>
                                          <p:spTgt spid="763907">
                                            <p:txEl>
                                              <p:pRg st="6" end="6"/>
                                            </p:txEl>
                                          </p:spTgt>
                                        </p:tgtEl>
                                        <p:attrNameLst>
                                          <p:attrName>ppt_w</p:attrName>
                                        </p:attrNameLst>
                                      </p:cBhvr>
                                      <p:tavLst>
                                        <p:tav tm="0">
                                          <p:val>
                                            <p:fltVal val="0"/>
                                          </p:val>
                                        </p:tav>
                                        <p:tav tm="100000">
                                          <p:val>
                                            <p:strVal val="#ppt_w"/>
                                          </p:val>
                                        </p:tav>
                                      </p:tavLst>
                                    </p:anim>
                                    <p:anim calcmode="lin" valueType="num">
                                      <p:cBhvr>
                                        <p:cTn id="41" dur="500" fill="hold"/>
                                        <p:tgtEl>
                                          <p:spTgt spid="763907">
                                            <p:txEl>
                                              <p:pRg st="6" end="6"/>
                                            </p:txEl>
                                          </p:spTgt>
                                        </p:tgtEl>
                                        <p:attrNameLst>
                                          <p:attrName>ppt_h</p:attrName>
                                        </p:attrNameLst>
                                      </p:cBhvr>
                                      <p:tavLst>
                                        <p:tav tm="0">
                                          <p:val>
                                            <p:fltVal val="0"/>
                                          </p:val>
                                        </p:tav>
                                        <p:tav tm="100000">
                                          <p:val>
                                            <p:strVal val="#ppt_h"/>
                                          </p:val>
                                        </p:tav>
                                      </p:tavLst>
                                    </p:anim>
                                    <p:animEffect transition="in" filter="fade">
                                      <p:cBhvr>
                                        <p:cTn id="42" dur="500"/>
                                        <p:tgtEl>
                                          <p:spTgt spid="763907">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6802" name="Rectangle 2"/>
          <p:cNvSpPr>
            <a:spLocks noGrp="1"/>
          </p:cNvSpPr>
          <p:nvPr>
            <p:ph type="title"/>
          </p:nvPr>
        </p:nvSpPr>
        <p:spPr>
          <a:xfrm>
            <a:off x="1631950" y="255588"/>
            <a:ext cx="8915400" cy="1143000"/>
          </a:xfrm>
        </p:spPr>
        <p:txBody>
          <a:bodyPr vert="horz" wrap="square" lIns="91440" tIns="45720" rIns="91440" bIns="45720" anchor="ctr" anchorCtr="0"/>
          <a:lstStyle/>
          <a:p>
            <a:r>
              <a:rPr lang="en-US" altLang="zh-CN" kern="1200" dirty="0">
                <a:latin typeface="Arial" panose="020B0604020202090204" pitchFamily="34" charset="0"/>
                <a:ea typeface="黑体" panose="02010609060101010101" pitchFamily="49" charset="-122"/>
                <a:cs typeface="Arial" panose="020B0604020202090204" pitchFamily="34" charset="0"/>
              </a:rPr>
              <a:t>3.3.3 </a:t>
            </a:r>
            <a:r>
              <a:rPr lang="zh-CN" altLang="en-US" kern="1200" dirty="0">
                <a:latin typeface="Arial" panose="020B0604020202090204" pitchFamily="34" charset="0"/>
                <a:ea typeface="黑体" panose="02010609060101010101" pitchFamily="49" charset="-122"/>
                <a:cs typeface="Arial" panose="020B0604020202090204" pitchFamily="34" charset="0"/>
              </a:rPr>
              <a:t>字符指针</a:t>
            </a:r>
            <a:endParaRPr lang="en-US" altLang="zh-CN" kern="1200" dirty="0">
              <a:latin typeface="Arial" panose="020B0604020202090204" pitchFamily="34" charset="0"/>
              <a:ea typeface="黑体" panose="02010609060101010101" pitchFamily="49" charset="-122"/>
              <a:cs typeface="Arial" panose="020B0604020202090204" pitchFamily="34" charset="0"/>
            </a:endParaRPr>
          </a:p>
        </p:txBody>
      </p:sp>
      <p:sp>
        <p:nvSpPr>
          <p:cNvPr id="17411" name="Rectangle 3"/>
          <p:cNvSpPr>
            <a:spLocks noGrp="1"/>
          </p:cNvSpPr>
          <p:nvPr>
            <p:ph idx="1"/>
          </p:nvPr>
        </p:nvSpPr>
        <p:spPr>
          <a:xfrm>
            <a:off x="1630363" y="1484313"/>
            <a:ext cx="7850187" cy="1081087"/>
          </a:xfrm>
        </p:spPr>
        <p:txBody>
          <a:bodyPr vert="horz" wrap="square" lIns="91440" tIns="45720" rIns="91440" bIns="45720" anchor="t" anchorCtr="0"/>
          <a:lstStyle/>
          <a:p>
            <a:pPr eaLnBrk="1">
              <a:lnSpc>
                <a:spcPct val="110000"/>
              </a:lnSpc>
              <a:spcAft>
                <a:spcPct val="0"/>
              </a:spcAft>
              <a:buSzPct val="50000"/>
            </a:pPr>
            <a:r>
              <a:rPr lang="zh-CN" altLang="en-US" kern="1200" dirty="0">
                <a:latin typeface="Times New Roman" panose="02020503050405090304" pitchFamily="18" charset="0"/>
                <a:ea typeface="黑体" panose="02010609060101010101" pitchFamily="49" charset="-122"/>
                <a:cs typeface="Times New Roman" panose="02020503050405090304" pitchFamily="18" charset="0"/>
              </a:rPr>
              <a:t>还可以用字符指针来指向一个字符串</a:t>
            </a:r>
            <a:endParaRPr lang="zh-CN" altLang="en-US" kern="1200" dirty="0">
              <a:latin typeface="Times New Roman" panose="02020503050405090304" pitchFamily="18" charset="0"/>
              <a:ea typeface="黑体" panose="02010609060101010101" pitchFamily="49" charset="-122"/>
              <a:cs typeface="Times New Roman" panose="02020503050405090304" pitchFamily="18" charset="0"/>
            </a:endParaRPr>
          </a:p>
          <a:p>
            <a:pPr eaLnBrk="1">
              <a:lnSpc>
                <a:spcPct val="110000"/>
              </a:lnSpc>
              <a:spcAft>
                <a:spcPct val="0"/>
              </a:spcAft>
              <a:buSzPct val="50000"/>
            </a:pPr>
            <a:r>
              <a:rPr lang="zh-CN" altLang="en-US" kern="1200" dirty="0">
                <a:latin typeface="Times New Roman" panose="02020503050405090304" pitchFamily="18" charset="0"/>
                <a:ea typeface="黑体" panose="02010609060101010101" pitchFamily="49" charset="-122"/>
                <a:cs typeface="Times New Roman" panose="02020503050405090304" pitchFamily="18" charset="0"/>
              </a:rPr>
              <a:t>如果让字符指针指向一个</a:t>
            </a:r>
            <a:r>
              <a:rPr lang="zh-CN" altLang="en-US" kern="1200" dirty="0">
                <a:solidFill>
                  <a:srgbClr val="CC0000"/>
                </a:solidFill>
                <a:latin typeface="Times New Roman" panose="02020503050405090304" pitchFamily="18" charset="0"/>
                <a:ea typeface="黑体" panose="02010609060101010101" pitchFamily="49" charset="-122"/>
                <a:cs typeface="Times New Roman" panose="02020503050405090304" pitchFamily="18" charset="0"/>
              </a:rPr>
              <a:t>字符串常量</a:t>
            </a:r>
            <a:endParaRPr lang="zh-CN" altLang="en-US" kern="1200" dirty="0">
              <a:solidFill>
                <a:srgbClr val="CC0000"/>
              </a:solidFill>
              <a:latin typeface="Times New Roman" panose="02020503050405090304" pitchFamily="18" charset="0"/>
              <a:ea typeface="Times New Roman" panose="02020503050405090304" pitchFamily="18" charset="0"/>
              <a:cs typeface="+mn-cs"/>
            </a:endParaRPr>
          </a:p>
        </p:txBody>
      </p:sp>
      <p:grpSp>
        <p:nvGrpSpPr>
          <p:cNvPr id="2" name="Group 5"/>
          <p:cNvGrpSpPr/>
          <p:nvPr/>
        </p:nvGrpSpPr>
        <p:grpSpPr>
          <a:xfrm>
            <a:off x="1916113" y="3789363"/>
            <a:ext cx="7334250" cy="503237"/>
            <a:chOff x="839" y="1389"/>
            <a:chExt cx="4264" cy="317"/>
          </a:xfrm>
        </p:grpSpPr>
        <p:grpSp>
          <p:nvGrpSpPr>
            <p:cNvPr id="76810" name="Group 6"/>
            <p:cNvGrpSpPr/>
            <p:nvPr/>
          </p:nvGrpSpPr>
          <p:grpSpPr>
            <a:xfrm>
              <a:off x="839" y="1389"/>
              <a:ext cx="4173" cy="317"/>
              <a:chOff x="1474" y="1389"/>
              <a:chExt cx="4173" cy="317"/>
            </a:xfrm>
          </p:grpSpPr>
          <p:sp>
            <p:nvSpPr>
              <p:cNvPr id="665607" name="Rectangle 7"/>
              <p:cNvSpPr>
                <a:spLocks noChangeArrowheads="1"/>
              </p:cNvSpPr>
              <p:nvPr/>
            </p:nvSpPr>
            <p:spPr bwMode="auto">
              <a:xfrm>
                <a:off x="1474" y="1389"/>
                <a:ext cx="4173" cy="317"/>
              </a:xfrm>
              <a:prstGeom prst="rect">
                <a:avLst/>
              </a:prstGeom>
              <a:noFill/>
              <a:ln w="57150">
                <a:solidFill>
                  <a:srgbClr val="000080"/>
                </a:solidFill>
                <a:miter lim="800000"/>
              </a:ln>
              <a:effectLst/>
            </p:spPr>
            <p:txBody>
              <a:bodyPr wrap="none" anchor="ct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665608" name="Line 8"/>
              <p:cNvSpPr>
                <a:spLocks noChangeShapeType="1"/>
              </p:cNvSpPr>
              <p:nvPr/>
            </p:nvSpPr>
            <p:spPr bwMode="auto">
              <a:xfrm>
                <a:off x="1837" y="1389"/>
                <a:ext cx="0" cy="317"/>
              </a:xfrm>
              <a:prstGeom prst="line">
                <a:avLst/>
              </a:prstGeom>
              <a:noFill/>
              <a:ln w="38100">
                <a:solidFill>
                  <a:srgbClr val="000080"/>
                </a:solidFill>
                <a:round/>
                <a:headEnd type="none" w="sm" len="sm"/>
                <a:tailEnd type="none" w="sm" len="sm"/>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665609" name="Line 9"/>
              <p:cNvSpPr>
                <a:spLocks noChangeShapeType="1"/>
              </p:cNvSpPr>
              <p:nvPr/>
            </p:nvSpPr>
            <p:spPr bwMode="auto">
              <a:xfrm>
                <a:off x="2200" y="1389"/>
                <a:ext cx="0" cy="317"/>
              </a:xfrm>
              <a:prstGeom prst="line">
                <a:avLst/>
              </a:prstGeom>
              <a:noFill/>
              <a:ln w="38100">
                <a:solidFill>
                  <a:srgbClr val="000080"/>
                </a:solidFill>
                <a:round/>
                <a:headEnd type="none" w="sm" len="sm"/>
                <a:tailEnd type="none" w="sm" len="sm"/>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665610" name="Line 10"/>
              <p:cNvSpPr>
                <a:spLocks noChangeShapeType="1"/>
              </p:cNvSpPr>
              <p:nvPr/>
            </p:nvSpPr>
            <p:spPr bwMode="auto">
              <a:xfrm>
                <a:off x="2562" y="1389"/>
                <a:ext cx="0" cy="317"/>
              </a:xfrm>
              <a:prstGeom prst="line">
                <a:avLst/>
              </a:prstGeom>
              <a:noFill/>
              <a:ln w="38100">
                <a:solidFill>
                  <a:srgbClr val="000080"/>
                </a:solidFill>
                <a:round/>
                <a:headEnd type="none" w="sm" len="sm"/>
                <a:tailEnd type="none" w="sm" len="sm"/>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665611" name="Line 11"/>
              <p:cNvSpPr>
                <a:spLocks noChangeShapeType="1"/>
              </p:cNvSpPr>
              <p:nvPr/>
            </p:nvSpPr>
            <p:spPr bwMode="auto">
              <a:xfrm>
                <a:off x="2925" y="1389"/>
                <a:ext cx="0" cy="317"/>
              </a:xfrm>
              <a:prstGeom prst="line">
                <a:avLst/>
              </a:prstGeom>
              <a:noFill/>
              <a:ln w="38100">
                <a:solidFill>
                  <a:srgbClr val="000080"/>
                </a:solidFill>
                <a:round/>
                <a:headEnd type="none" w="sm" len="sm"/>
                <a:tailEnd type="none" w="sm" len="sm"/>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665612" name="Line 12"/>
              <p:cNvSpPr>
                <a:spLocks noChangeShapeType="1"/>
              </p:cNvSpPr>
              <p:nvPr/>
            </p:nvSpPr>
            <p:spPr bwMode="auto">
              <a:xfrm>
                <a:off x="3288" y="1389"/>
                <a:ext cx="0" cy="317"/>
              </a:xfrm>
              <a:prstGeom prst="line">
                <a:avLst/>
              </a:prstGeom>
              <a:noFill/>
              <a:ln w="38100">
                <a:solidFill>
                  <a:srgbClr val="000080"/>
                </a:solidFill>
                <a:round/>
                <a:headEnd type="none" w="sm" len="sm"/>
                <a:tailEnd type="none" w="sm" len="sm"/>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665613" name="Line 13"/>
              <p:cNvSpPr>
                <a:spLocks noChangeShapeType="1"/>
              </p:cNvSpPr>
              <p:nvPr/>
            </p:nvSpPr>
            <p:spPr bwMode="auto">
              <a:xfrm>
                <a:off x="3636" y="1389"/>
                <a:ext cx="0" cy="317"/>
              </a:xfrm>
              <a:prstGeom prst="line">
                <a:avLst/>
              </a:prstGeom>
              <a:noFill/>
              <a:ln w="38100">
                <a:solidFill>
                  <a:srgbClr val="000080"/>
                </a:solidFill>
                <a:round/>
                <a:headEnd type="none" w="sm" len="sm"/>
                <a:tailEnd type="none" w="sm" len="sm"/>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665614" name="Line 14"/>
              <p:cNvSpPr>
                <a:spLocks noChangeShapeType="1"/>
              </p:cNvSpPr>
              <p:nvPr/>
            </p:nvSpPr>
            <p:spPr bwMode="auto">
              <a:xfrm>
                <a:off x="3969" y="1389"/>
                <a:ext cx="0" cy="317"/>
              </a:xfrm>
              <a:prstGeom prst="line">
                <a:avLst/>
              </a:prstGeom>
              <a:noFill/>
              <a:ln w="38100">
                <a:solidFill>
                  <a:srgbClr val="000080"/>
                </a:solidFill>
                <a:round/>
                <a:headEnd type="none" w="sm" len="sm"/>
                <a:tailEnd type="none" w="sm" len="sm"/>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665615" name="Line 15"/>
              <p:cNvSpPr>
                <a:spLocks noChangeShapeType="1"/>
              </p:cNvSpPr>
              <p:nvPr/>
            </p:nvSpPr>
            <p:spPr bwMode="auto">
              <a:xfrm>
                <a:off x="4316" y="1389"/>
                <a:ext cx="0" cy="317"/>
              </a:xfrm>
              <a:prstGeom prst="line">
                <a:avLst/>
              </a:prstGeom>
              <a:noFill/>
              <a:ln w="38100">
                <a:solidFill>
                  <a:srgbClr val="000080"/>
                </a:solidFill>
                <a:round/>
                <a:headEnd type="none" w="sm" len="sm"/>
                <a:tailEnd type="none" w="sm" len="sm"/>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665616" name="Line 16"/>
              <p:cNvSpPr>
                <a:spLocks noChangeShapeType="1"/>
              </p:cNvSpPr>
              <p:nvPr/>
            </p:nvSpPr>
            <p:spPr bwMode="auto">
              <a:xfrm>
                <a:off x="4649" y="1389"/>
                <a:ext cx="0" cy="317"/>
              </a:xfrm>
              <a:prstGeom prst="line">
                <a:avLst/>
              </a:prstGeom>
              <a:noFill/>
              <a:ln w="38100">
                <a:solidFill>
                  <a:srgbClr val="000080"/>
                </a:solidFill>
                <a:round/>
                <a:headEnd type="none" w="sm" len="sm"/>
                <a:tailEnd type="none" w="sm" len="sm"/>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665617" name="Line 17"/>
              <p:cNvSpPr>
                <a:spLocks noChangeShapeType="1"/>
              </p:cNvSpPr>
              <p:nvPr/>
            </p:nvSpPr>
            <p:spPr bwMode="auto">
              <a:xfrm>
                <a:off x="4982" y="1389"/>
                <a:ext cx="0" cy="317"/>
              </a:xfrm>
              <a:prstGeom prst="line">
                <a:avLst/>
              </a:prstGeom>
              <a:noFill/>
              <a:ln w="38100">
                <a:solidFill>
                  <a:srgbClr val="000080"/>
                </a:solidFill>
                <a:round/>
                <a:headEnd type="none" w="sm" len="sm"/>
                <a:tailEnd type="none" w="sm" len="sm"/>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665618" name="Line 18"/>
              <p:cNvSpPr>
                <a:spLocks noChangeShapeType="1"/>
              </p:cNvSpPr>
              <p:nvPr/>
            </p:nvSpPr>
            <p:spPr bwMode="auto">
              <a:xfrm>
                <a:off x="5313" y="1389"/>
                <a:ext cx="0" cy="317"/>
              </a:xfrm>
              <a:prstGeom prst="line">
                <a:avLst/>
              </a:prstGeom>
              <a:noFill/>
              <a:ln w="38100">
                <a:solidFill>
                  <a:srgbClr val="000080"/>
                </a:solidFill>
                <a:round/>
                <a:headEnd type="none" w="sm" len="sm"/>
                <a:tailEnd type="none" w="sm" len="sm"/>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grpSp>
        <p:sp>
          <p:nvSpPr>
            <p:cNvPr id="665619" name="Text Box 19"/>
            <p:cNvSpPr txBox="1">
              <a:spLocks noChangeArrowheads="1"/>
            </p:cNvSpPr>
            <p:nvPr/>
          </p:nvSpPr>
          <p:spPr bwMode="auto">
            <a:xfrm>
              <a:off x="859" y="1393"/>
              <a:ext cx="4244" cy="273"/>
            </a:xfrm>
            <a:prstGeom prst="rect">
              <a:avLst/>
            </a:prstGeom>
            <a:noFill/>
            <a:ln w="12700">
              <a:noFill/>
              <a:miter lim="800000"/>
              <a:headEnd type="none" w="sm" len="sm"/>
              <a:tailEnd type="none" w="sm" len="sm"/>
            </a:ln>
            <a:effectLst/>
          </p:spPr>
          <p:txBody>
            <a:bodyPr>
              <a:spAutoFit/>
            </a:bodyPr>
            <a:lstStyle/>
            <a:p>
              <a:pPr marR="0" defTabSz="914400" eaLnBrk="1" hangingPunct="1">
                <a:lnSpc>
                  <a:spcPct val="90000"/>
                </a:lnSpc>
                <a:spcBef>
                  <a:spcPct val="50000"/>
                </a:spcBef>
                <a:spcAft>
                  <a:spcPts val="590"/>
                </a:spcAft>
                <a:buClr>
                  <a:schemeClr val="tx2"/>
                </a:buClr>
                <a:buSzPct val="80000"/>
                <a:buFontTx/>
                <a:buNone/>
                <a:defRPr/>
              </a:pPr>
              <a:r>
                <a:rPr kumimoji="0" lang="en-US" altLang="zh-CN" b="1" kern="1200" cap="none" spc="0" normalizeH="0" baseline="0" noProof="0" dirty="0">
                  <a:effectLst>
                    <a:outerShdw blurRad="38100" dist="38100" dir="2700000" algn="tl">
                      <a:srgbClr val="C0C0C0"/>
                    </a:outerShdw>
                  </a:effectLst>
                  <a:latin typeface="Courier New" panose="02070409020205090404" pitchFamily="49" charset="0"/>
                  <a:ea typeface="宋体" pitchFamily="2" charset="-122"/>
                  <a:cs typeface="Courier New" panose="02070409020205090404" pitchFamily="49" charset="0"/>
                </a:rPr>
                <a:t> </a:t>
              </a:r>
              <a:r>
                <a:rPr kumimoji="0" lang="en-US" altLang="zh-CN" sz="2400" b="1" kern="1200" cap="none" spc="0" normalizeH="0" baseline="0" noProof="0" dirty="0">
                  <a:effectLst>
                    <a:outerShdw blurRad="38100" dist="38100" dir="2700000" algn="tl">
                      <a:srgbClr val="C0C0C0"/>
                    </a:outerShdw>
                  </a:effectLst>
                  <a:latin typeface="Courier New" panose="02070409020205090404" pitchFamily="49" charset="0"/>
                  <a:ea typeface="宋体" pitchFamily="2" charset="-122"/>
                  <a:cs typeface="Courier New" panose="02070409020205090404" pitchFamily="49" charset="0"/>
                </a:rPr>
                <a:t>H  e  l   </a:t>
              </a:r>
              <a:r>
                <a:rPr kumimoji="0" lang="en-US" altLang="zh-CN" sz="2400" b="1" kern="1200" cap="none" spc="0" normalizeH="0" baseline="0" noProof="0" dirty="0" err="1">
                  <a:effectLst>
                    <a:outerShdw blurRad="38100" dist="38100" dir="2700000" algn="tl">
                      <a:srgbClr val="C0C0C0"/>
                    </a:outerShdw>
                  </a:effectLst>
                  <a:latin typeface="Courier New" panose="02070409020205090404" pitchFamily="49" charset="0"/>
                  <a:ea typeface="宋体" pitchFamily="2" charset="-122"/>
                  <a:cs typeface="Courier New" panose="02070409020205090404" pitchFamily="49" charset="0"/>
                </a:rPr>
                <a:t>l</a:t>
              </a:r>
              <a:r>
                <a:rPr kumimoji="0" lang="en-US" altLang="zh-CN" sz="2400" b="1" kern="1200" cap="none" spc="0" normalizeH="0" baseline="0" noProof="0" dirty="0">
                  <a:effectLst>
                    <a:outerShdw blurRad="38100" dist="38100" dir="2700000" algn="tl">
                      <a:srgbClr val="C0C0C0"/>
                    </a:outerShdw>
                  </a:effectLst>
                  <a:latin typeface="Courier New" panose="02070409020205090404" pitchFamily="49" charset="0"/>
                  <a:ea typeface="宋体" pitchFamily="2" charset="-122"/>
                  <a:cs typeface="Courier New" panose="02070409020205090404" pitchFamily="49" charset="0"/>
                </a:rPr>
                <a:t>  o      C  h  </a:t>
              </a:r>
              <a:r>
                <a:rPr kumimoji="0" lang="en-US" altLang="zh-CN" sz="2400" b="1" kern="1200" cap="none" spc="0" normalizeH="0" baseline="0" noProof="0" dirty="0" err="1">
                  <a:effectLst>
                    <a:outerShdw blurRad="38100" dist="38100" dir="2700000" algn="tl">
                      <a:srgbClr val="C0C0C0"/>
                    </a:outerShdw>
                  </a:effectLst>
                  <a:latin typeface="Courier New" panose="02070409020205090404" pitchFamily="49" charset="0"/>
                  <a:ea typeface="宋体" pitchFamily="2" charset="-122"/>
                  <a:cs typeface="Courier New" panose="02070409020205090404" pitchFamily="49" charset="0"/>
                </a:rPr>
                <a:t>i</a:t>
              </a:r>
              <a:r>
                <a:rPr kumimoji="0" lang="en-US" altLang="zh-CN" sz="2400" b="1" kern="1200" cap="none" spc="0" normalizeH="0" baseline="0" noProof="0" dirty="0">
                  <a:effectLst>
                    <a:outerShdw blurRad="38100" dist="38100" dir="2700000" algn="tl">
                      <a:srgbClr val="C0C0C0"/>
                    </a:outerShdw>
                  </a:effectLst>
                  <a:latin typeface="Courier New" panose="02070409020205090404" pitchFamily="49" charset="0"/>
                  <a:ea typeface="宋体" pitchFamily="2" charset="-122"/>
                  <a:cs typeface="Courier New" panose="02070409020205090404" pitchFamily="49" charset="0"/>
                </a:rPr>
                <a:t>  n   a \0     </a:t>
              </a:r>
              <a:endParaRPr kumimoji="0" lang="en-US" altLang="zh-CN" sz="2400" b="1" kern="1200" cap="none" spc="0" normalizeH="0" baseline="0" noProof="0" dirty="0">
                <a:effectLst>
                  <a:outerShdw blurRad="38100" dist="38100" dir="2700000" algn="tl">
                    <a:srgbClr val="C0C0C0"/>
                  </a:outerShdw>
                </a:effectLst>
                <a:latin typeface="Courier New" panose="02070409020205090404" pitchFamily="49" charset="0"/>
                <a:ea typeface="宋体" pitchFamily="2" charset="-122"/>
                <a:cs typeface="Courier New" panose="02070409020205090404" pitchFamily="49" charset="0"/>
              </a:endParaRPr>
            </a:p>
          </p:txBody>
        </p:sp>
      </p:grpSp>
      <p:sp>
        <p:nvSpPr>
          <p:cNvPr id="665621" name="Rectangle 21"/>
          <p:cNvSpPr/>
          <p:nvPr/>
        </p:nvSpPr>
        <p:spPr>
          <a:xfrm>
            <a:off x="2927350" y="4941888"/>
            <a:ext cx="6238875" cy="647700"/>
          </a:xfrm>
          <a:prstGeom prst="rect">
            <a:avLst/>
          </a:prstGeom>
          <a:solidFill>
            <a:srgbClr val="FFFFCC"/>
          </a:solidFill>
          <a:ln w="28575" cap="flat" cmpd="sng">
            <a:solidFill>
              <a:srgbClr val="008000"/>
            </a:solidFill>
            <a:prstDash val="solid"/>
            <a:miter/>
            <a:headEnd type="none" w="med" len="med"/>
            <a:tailEnd type="none" w="med" len="med"/>
          </a:ln>
        </p:spPr>
        <p:txBody>
          <a:bodyPr wrap="none" anchor="ctr" anchorCtr="0"/>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algn="ctr" eaLnBrk="1" hangingPunct="1">
              <a:lnSpc>
                <a:spcPct val="90000"/>
              </a:lnSpc>
              <a:spcBef>
                <a:spcPts val="590"/>
              </a:spcBef>
              <a:spcAft>
                <a:spcPts val="590"/>
              </a:spcAft>
              <a:buSzPct val="80000"/>
              <a:buNone/>
            </a:pPr>
            <a:r>
              <a:rPr lang="zh-CN" altLang="en-US" sz="2800" dirty="0">
                <a:solidFill>
                  <a:srgbClr val="333399"/>
                </a:solidFill>
                <a:latin typeface="黑体" panose="02010609060101010101" pitchFamily="49" charset="-122"/>
              </a:rPr>
              <a:t>字符指针就是指向字符串首地址的指针</a:t>
            </a:r>
            <a:endParaRPr lang="zh-CN" altLang="en-US" sz="2800" dirty="0">
              <a:solidFill>
                <a:srgbClr val="333399"/>
              </a:solidFill>
              <a:latin typeface="黑体" panose="02010609060101010101" pitchFamily="49" charset="-122"/>
            </a:endParaRPr>
          </a:p>
        </p:txBody>
      </p:sp>
      <p:sp>
        <p:nvSpPr>
          <p:cNvPr id="665622" name="Text Box 22"/>
          <p:cNvSpPr txBox="1"/>
          <p:nvPr/>
        </p:nvSpPr>
        <p:spPr>
          <a:xfrm>
            <a:off x="5481638" y="2863850"/>
            <a:ext cx="3638550" cy="490538"/>
          </a:xfrm>
          <a:prstGeom prst="rect">
            <a:avLst/>
          </a:prstGeom>
          <a:noFill/>
          <a:ln w="12700">
            <a:noFill/>
          </a:ln>
        </p:spPr>
        <p:txBody>
          <a:bodyPr>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ct val="50000"/>
              </a:spcBef>
              <a:spcAft>
                <a:spcPts val="590"/>
              </a:spcAft>
              <a:buSzPct val="80000"/>
              <a:buNone/>
            </a:pPr>
            <a:r>
              <a:rPr lang="en-US" altLang="zh-CN" sz="2800" b="1" dirty="0">
                <a:solidFill>
                  <a:srgbClr val="000066"/>
                </a:solidFill>
                <a:latin typeface="Courier New" panose="02070409020205090404" pitchFamily="49" charset="0"/>
                <a:ea typeface="宋体" pitchFamily="2" charset="-122"/>
              </a:rPr>
              <a:t>"Hello China";</a:t>
            </a:r>
            <a:endParaRPr lang="en-US" altLang="zh-CN" sz="2800" b="1" dirty="0">
              <a:solidFill>
                <a:srgbClr val="000066"/>
              </a:solidFill>
              <a:latin typeface="Courier New" panose="02070409020205090404" pitchFamily="49" charset="0"/>
              <a:ea typeface="宋体" pitchFamily="2" charset="-122"/>
            </a:endParaRPr>
          </a:p>
        </p:txBody>
      </p:sp>
      <p:sp>
        <p:nvSpPr>
          <p:cNvPr id="665623" name="Line 23"/>
          <p:cNvSpPr/>
          <p:nvPr/>
        </p:nvSpPr>
        <p:spPr>
          <a:xfrm flipV="1">
            <a:off x="2208213" y="4292600"/>
            <a:ext cx="0" cy="647700"/>
          </a:xfrm>
          <a:prstGeom prst="line">
            <a:avLst/>
          </a:prstGeom>
          <a:ln w="57150" cap="flat" cmpd="sng">
            <a:solidFill>
              <a:srgbClr val="993300"/>
            </a:solidFill>
            <a:prstDash val="solid"/>
            <a:headEnd type="none" w="sm" len="sm"/>
            <a:tailEnd type="stealth" w="med" len="lg"/>
          </a:ln>
        </p:spPr>
      </p:sp>
      <p:sp>
        <p:nvSpPr>
          <p:cNvPr id="665624" name="Text Box 24"/>
          <p:cNvSpPr txBox="1"/>
          <p:nvPr/>
        </p:nvSpPr>
        <p:spPr>
          <a:xfrm>
            <a:off x="1762125" y="4862513"/>
            <a:ext cx="1014413" cy="433387"/>
          </a:xfrm>
          <a:prstGeom prst="rect">
            <a:avLst/>
          </a:prstGeom>
          <a:noFill/>
          <a:ln w="12700">
            <a:noFill/>
          </a:ln>
        </p:spPr>
        <p:txBody>
          <a:bodyPr>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ct val="50000"/>
              </a:spcBef>
              <a:spcAft>
                <a:spcPts val="590"/>
              </a:spcAft>
              <a:buSzPct val="80000"/>
              <a:buNone/>
            </a:pPr>
            <a:r>
              <a:rPr lang="en-US" altLang="zh-CN" sz="2400" b="1" dirty="0">
                <a:solidFill>
                  <a:srgbClr val="A50021"/>
                </a:solidFill>
                <a:latin typeface="Courier New" panose="02070409020205090404" pitchFamily="49" charset="0"/>
                <a:ea typeface="宋体" pitchFamily="2" charset="-122"/>
              </a:rPr>
              <a:t>pStr</a:t>
            </a:r>
            <a:endParaRPr lang="en-US" altLang="zh-CN" sz="2400" b="1" dirty="0">
              <a:solidFill>
                <a:srgbClr val="A50021"/>
              </a:solidFill>
              <a:latin typeface="Courier New" panose="02070409020205090404" pitchFamily="49" charset="0"/>
              <a:ea typeface="宋体" pitchFamily="2" charset="-122"/>
            </a:endParaRPr>
          </a:p>
        </p:txBody>
      </p:sp>
      <p:sp>
        <p:nvSpPr>
          <p:cNvPr id="29" name="Text Box 22"/>
          <p:cNvSpPr txBox="1"/>
          <p:nvPr/>
        </p:nvSpPr>
        <p:spPr>
          <a:xfrm>
            <a:off x="2495550" y="2863850"/>
            <a:ext cx="3063875" cy="490538"/>
          </a:xfrm>
          <a:prstGeom prst="rect">
            <a:avLst/>
          </a:prstGeom>
          <a:noFill/>
          <a:ln w="12700">
            <a:noFill/>
          </a:ln>
        </p:spPr>
        <p:txBody>
          <a:bodyPr>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ct val="50000"/>
              </a:spcBef>
              <a:spcAft>
                <a:spcPts val="590"/>
              </a:spcAft>
              <a:buSzPct val="80000"/>
              <a:buNone/>
            </a:pPr>
            <a:r>
              <a:rPr lang="en-US" altLang="zh-CN" sz="2800" b="1" dirty="0">
                <a:solidFill>
                  <a:srgbClr val="000066"/>
                </a:solidFill>
                <a:latin typeface="Courier New" panose="02070409020205090404" pitchFamily="49" charset="0"/>
                <a:ea typeface="宋体" pitchFamily="2" charset="-122"/>
              </a:rPr>
              <a:t>char *pStr =</a:t>
            </a:r>
            <a:endParaRPr lang="en-US" altLang="zh-CN" sz="2800" b="1" dirty="0">
              <a:solidFill>
                <a:srgbClr val="000066"/>
              </a:solidFill>
              <a:latin typeface="Courier New" panose="02070409020205090404" pitchFamily="49" charset="0"/>
              <a:ea typeface="宋体"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7411">
                                            <p:txEl>
                                              <p:pRg st="0" end="0"/>
                                            </p:txEl>
                                          </p:spTgt>
                                        </p:tgtEl>
                                        <p:attrNameLst>
                                          <p:attrName>style.visibility</p:attrName>
                                        </p:attrNameLst>
                                      </p:cBhvr>
                                      <p:to>
                                        <p:strVal val="visible"/>
                                      </p:to>
                                    </p:set>
                                    <p:animEffect transition="in" filter="wipe(left)">
                                      <p:cBhvr>
                                        <p:cTn id="7" dur="500"/>
                                        <p:tgtEl>
                                          <p:spTgt spid="1741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7411">
                                            <p:txEl>
                                              <p:pRg st="1" end="1"/>
                                            </p:txEl>
                                          </p:spTgt>
                                        </p:tgtEl>
                                        <p:attrNameLst>
                                          <p:attrName>style.visibility</p:attrName>
                                        </p:attrNameLst>
                                      </p:cBhvr>
                                      <p:to>
                                        <p:strVal val="visible"/>
                                      </p:to>
                                    </p:set>
                                    <p:animEffect transition="in" filter="wipe(left)">
                                      <p:cBhvr>
                                        <p:cTn id="12" dur="500"/>
                                        <p:tgtEl>
                                          <p:spTgt spid="1741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3" presetClass="entr" presetSubtype="16" fill="hold" grpId="0" nodeType="clickEffect">
                                  <p:stCondLst>
                                    <p:cond delay="0"/>
                                  </p:stCondLst>
                                  <p:childTnLst>
                                    <p:set>
                                      <p:cBhvr>
                                        <p:cTn id="16" dur="1" fill="hold">
                                          <p:stCondLst>
                                            <p:cond delay="0"/>
                                          </p:stCondLst>
                                        </p:cTn>
                                        <p:tgtEl>
                                          <p:spTgt spid="29"/>
                                        </p:tgtEl>
                                        <p:attrNameLst>
                                          <p:attrName>style.visibility</p:attrName>
                                        </p:attrNameLst>
                                      </p:cBhvr>
                                      <p:to>
                                        <p:strVal val="visible"/>
                                      </p:to>
                                    </p:set>
                                    <p:anim calcmode="lin" valueType="num">
                                      <p:cBhvr>
                                        <p:cTn id="17" dur="500" fill="hold"/>
                                        <p:tgtEl>
                                          <p:spTgt spid="29"/>
                                        </p:tgtEl>
                                        <p:attrNameLst>
                                          <p:attrName>ppt_w</p:attrName>
                                        </p:attrNameLst>
                                      </p:cBhvr>
                                      <p:tavLst>
                                        <p:tav tm="0">
                                          <p:val>
                                            <p:fltVal val="0"/>
                                          </p:val>
                                        </p:tav>
                                        <p:tav tm="100000">
                                          <p:val>
                                            <p:strVal val="#ppt_w"/>
                                          </p:val>
                                        </p:tav>
                                      </p:tavLst>
                                    </p:anim>
                                    <p:anim calcmode="lin" valueType="num">
                                      <p:cBhvr>
                                        <p:cTn id="18" dur="500" fill="hold"/>
                                        <p:tgtEl>
                                          <p:spTgt spid="29"/>
                                        </p:tgtEl>
                                        <p:attrNameLst>
                                          <p:attrName>ppt_h</p:attrName>
                                        </p:attrNameLst>
                                      </p:cBhvr>
                                      <p:tavLst>
                                        <p:tav tm="0">
                                          <p:val>
                                            <p:fltVal val="0"/>
                                          </p:val>
                                        </p:tav>
                                        <p:tav tm="100000">
                                          <p:val>
                                            <p:strVal val="#ppt_h"/>
                                          </p:val>
                                        </p:tav>
                                      </p:tavLst>
                                    </p:anim>
                                    <p:animEffect transition="in" filter="fade">
                                      <p:cBhvr>
                                        <p:cTn id="19" dur="500"/>
                                        <p:tgtEl>
                                          <p:spTgt spid="29"/>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665622"/>
                                        </p:tgtEl>
                                        <p:attrNameLst>
                                          <p:attrName>style.visibility</p:attrName>
                                        </p:attrNameLst>
                                      </p:cBhvr>
                                      <p:to>
                                        <p:strVal val="visible"/>
                                      </p:to>
                                    </p:set>
                                    <p:anim calcmode="lin" valueType="num">
                                      <p:cBhvr>
                                        <p:cTn id="22" dur="500" fill="hold"/>
                                        <p:tgtEl>
                                          <p:spTgt spid="665622"/>
                                        </p:tgtEl>
                                        <p:attrNameLst>
                                          <p:attrName>ppt_w</p:attrName>
                                        </p:attrNameLst>
                                      </p:cBhvr>
                                      <p:tavLst>
                                        <p:tav tm="0">
                                          <p:val>
                                            <p:fltVal val="0"/>
                                          </p:val>
                                        </p:tav>
                                        <p:tav tm="100000">
                                          <p:val>
                                            <p:strVal val="#ppt_w"/>
                                          </p:val>
                                        </p:tav>
                                      </p:tavLst>
                                    </p:anim>
                                    <p:anim calcmode="lin" valueType="num">
                                      <p:cBhvr>
                                        <p:cTn id="23" dur="500" fill="hold"/>
                                        <p:tgtEl>
                                          <p:spTgt spid="665622"/>
                                        </p:tgtEl>
                                        <p:attrNameLst>
                                          <p:attrName>ppt_h</p:attrName>
                                        </p:attrNameLst>
                                      </p:cBhvr>
                                      <p:tavLst>
                                        <p:tav tm="0">
                                          <p:val>
                                            <p:fltVal val="0"/>
                                          </p:val>
                                        </p:tav>
                                        <p:tav tm="100000">
                                          <p:val>
                                            <p:strVal val="#ppt_h"/>
                                          </p:val>
                                        </p:tav>
                                      </p:tavLst>
                                    </p:anim>
                                    <p:animEffect transition="in" filter="fade">
                                      <p:cBhvr>
                                        <p:cTn id="24" dur="500"/>
                                        <p:tgtEl>
                                          <p:spTgt spid="665622"/>
                                        </p:tgtEl>
                                      </p:cBhvr>
                                    </p:animEffect>
                                  </p:childTnLst>
                                </p:cTn>
                              </p:par>
                            </p:childTnLst>
                          </p:cTn>
                        </p:par>
                      </p:childTnLst>
                    </p:cTn>
                  </p:par>
                  <p:par>
                    <p:cTn id="25" fill="hold">
                      <p:stCondLst>
                        <p:cond delay="indefinite"/>
                      </p:stCondLst>
                      <p:childTnLst>
                        <p:par>
                          <p:cTn id="26" fill="hold">
                            <p:stCondLst>
                              <p:cond delay="0"/>
                            </p:stCondLst>
                            <p:childTnLst>
                              <p:par>
                                <p:cTn id="27" presetID="53" presetClass="entr" presetSubtype="16" fill="hold" nodeType="clickEffect">
                                  <p:stCondLst>
                                    <p:cond delay="0"/>
                                  </p:stCondLst>
                                  <p:childTnLst>
                                    <p:set>
                                      <p:cBhvr>
                                        <p:cTn id="28" dur="1" fill="hold">
                                          <p:stCondLst>
                                            <p:cond delay="0"/>
                                          </p:stCondLst>
                                        </p:cTn>
                                        <p:tgtEl>
                                          <p:spTgt spid="2"/>
                                        </p:tgtEl>
                                        <p:attrNameLst>
                                          <p:attrName>style.visibility</p:attrName>
                                        </p:attrNameLst>
                                      </p:cBhvr>
                                      <p:to>
                                        <p:strVal val="visible"/>
                                      </p:to>
                                    </p:set>
                                    <p:anim calcmode="lin" valueType="num">
                                      <p:cBhvr>
                                        <p:cTn id="29" dur="500" fill="hold"/>
                                        <p:tgtEl>
                                          <p:spTgt spid="2"/>
                                        </p:tgtEl>
                                        <p:attrNameLst>
                                          <p:attrName>ppt_w</p:attrName>
                                        </p:attrNameLst>
                                      </p:cBhvr>
                                      <p:tavLst>
                                        <p:tav tm="0">
                                          <p:val>
                                            <p:fltVal val="0"/>
                                          </p:val>
                                        </p:tav>
                                        <p:tav tm="100000">
                                          <p:val>
                                            <p:strVal val="#ppt_w"/>
                                          </p:val>
                                        </p:tav>
                                      </p:tavLst>
                                    </p:anim>
                                    <p:anim calcmode="lin" valueType="num">
                                      <p:cBhvr>
                                        <p:cTn id="30" dur="500" fill="hold"/>
                                        <p:tgtEl>
                                          <p:spTgt spid="2"/>
                                        </p:tgtEl>
                                        <p:attrNameLst>
                                          <p:attrName>ppt_h</p:attrName>
                                        </p:attrNameLst>
                                      </p:cBhvr>
                                      <p:tavLst>
                                        <p:tav tm="0">
                                          <p:val>
                                            <p:fltVal val="0"/>
                                          </p:val>
                                        </p:tav>
                                        <p:tav tm="100000">
                                          <p:val>
                                            <p:strVal val="#ppt_h"/>
                                          </p:val>
                                        </p:tav>
                                      </p:tavLst>
                                    </p:anim>
                                    <p:animEffect transition="in" filter="fade">
                                      <p:cBhvr>
                                        <p:cTn id="31" dur="500"/>
                                        <p:tgtEl>
                                          <p:spTgt spid="2"/>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4" fill="hold" nodeType="clickEffect">
                                  <p:stCondLst>
                                    <p:cond delay="0"/>
                                  </p:stCondLst>
                                  <p:childTnLst>
                                    <p:set>
                                      <p:cBhvr>
                                        <p:cTn id="35" dur="1" fill="hold">
                                          <p:stCondLst>
                                            <p:cond delay="0"/>
                                          </p:stCondLst>
                                        </p:cTn>
                                        <p:tgtEl>
                                          <p:spTgt spid="665623"/>
                                        </p:tgtEl>
                                        <p:attrNameLst>
                                          <p:attrName>style.visibility</p:attrName>
                                        </p:attrNameLst>
                                      </p:cBhvr>
                                      <p:to>
                                        <p:strVal val="visible"/>
                                      </p:to>
                                    </p:set>
                                    <p:animEffect transition="in" filter="wipe(down)">
                                      <p:cBhvr>
                                        <p:cTn id="36" dur="500"/>
                                        <p:tgtEl>
                                          <p:spTgt spid="665623"/>
                                        </p:tgtEl>
                                      </p:cBhvr>
                                    </p:animEffect>
                                  </p:childTnLst>
                                </p:cTn>
                              </p:par>
                            </p:childTnLst>
                          </p:cTn>
                        </p:par>
                        <p:par>
                          <p:cTn id="37" fill="hold">
                            <p:stCondLst>
                              <p:cond delay="500"/>
                            </p:stCondLst>
                            <p:childTnLst>
                              <p:par>
                                <p:cTn id="38" presetID="53" presetClass="entr" presetSubtype="16" fill="hold" grpId="0" nodeType="afterEffect">
                                  <p:stCondLst>
                                    <p:cond delay="0"/>
                                  </p:stCondLst>
                                  <p:childTnLst>
                                    <p:set>
                                      <p:cBhvr>
                                        <p:cTn id="39" dur="1" fill="hold">
                                          <p:stCondLst>
                                            <p:cond delay="0"/>
                                          </p:stCondLst>
                                        </p:cTn>
                                        <p:tgtEl>
                                          <p:spTgt spid="665624"/>
                                        </p:tgtEl>
                                        <p:attrNameLst>
                                          <p:attrName>style.visibility</p:attrName>
                                        </p:attrNameLst>
                                      </p:cBhvr>
                                      <p:to>
                                        <p:strVal val="visible"/>
                                      </p:to>
                                    </p:set>
                                    <p:anim calcmode="lin" valueType="num">
                                      <p:cBhvr>
                                        <p:cTn id="40" dur="500" fill="hold"/>
                                        <p:tgtEl>
                                          <p:spTgt spid="665624"/>
                                        </p:tgtEl>
                                        <p:attrNameLst>
                                          <p:attrName>ppt_w</p:attrName>
                                        </p:attrNameLst>
                                      </p:cBhvr>
                                      <p:tavLst>
                                        <p:tav tm="0">
                                          <p:val>
                                            <p:fltVal val="0"/>
                                          </p:val>
                                        </p:tav>
                                        <p:tav tm="100000">
                                          <p:val>
                                            <p:strVal val="#ppt_w"/>
                                          </p:val>
                                        </p:tav>
                                      </p:tavLst>
                                    </p:anim>
                                    <p:anim calcmode="lin" valueType="num">
                                      <p:cBhvr>
                                        <p:cTn id="41" dur="500" fill="hold"/>
                                        <p:tgtEl>
                                          <p:spTgt spid="665624"/>
                                        </p:tgtEl>
                                        <p:attrNameLst>
                                          <p:attrName>ppt_h</p:attrName>
                                        </p:attrNameLst>
                                      </p:cBhvr>
                                      <p:tavLst>
                                        <p:tav tm="0">
                                          <p:val>
                                            <p:fltVal val="0"/>
                                          </p:val>
                                        </p:tav>
                                        <p:tav tm="100000">
                                          <p:val>
                                            <p:strVal val="#ppt_h"/>
                                          </p:val>
                                        </p:tav>
                                      </p:tavLst>
                                    </p:anim>
                                    <p:animEffect transition="in" filter="fade">
                                      <p:cBhvr>
                                        <p:cTn id="42" dur="500"/>
                                        <p:tgtEl>
                                          <p:spTgt spid="665624"/>
                                        </p:tgtEl>
                                      </p:cBhvr>
                                    </p:animEffect>
                                  </p:childTnLst>
                                </p:cTn>
                              </p:par>
                            </p:childTnLst>
                          </p:cTn>
                        </p:par>
                      </p:childTnLst>
                    </p:cTn>
                  </p:par>
                  <p:par>
                    <p:cTn id="43" fill="hold">
                      <p:stCondLst>
                        <p:cond delay="indefinite"/>
                      </p:stCondLst>
                      <p:childTnLst>
                        <p:par>
                          <p:cTn id="44" fill="hold">
                            <p:stCondLst>
                              <p:cond delay="0"/>
                            </p:stCondLst>
                            <p:childTnLst>
                              <p:par>
                                <p:cTn id="45" presetID="53" presetClass="entr" presetSubtype="16" fill="hold" grpId="0" nodeType="clickEffect">
                                  <p:stCondLst>
                                    <p:cond delay="0"/>
                                  </p:stCondLst>
                                  <p:childTnLst>
                                    <p:set>
                                      <p:cBhvr>
                                        <p:cTn id="46" dur="1" fill="hold">
                                          <p:stCondLst>
                                            <p:cond delay="0"/>
                                          </p:stCondLst>
                                        </p:cTn>
                                        <p:tgtEl>
                                          <p:spTgt spid="665621"/>
                                        </p:tgtEl>
                                        <p:attrNameLst>
                                          <p:attrName>style.visibility</p:attrName>
                                        </p:attrNameLst>
                                      </p:cBhvr>
                                      <p:to>
                                        <p:strVal val="visible"/>
                                      </p:to>
                                    </p:set>
                                    <p:anim calcmode="lin" valueType="num">
                                      <p:cBhvr>
                                        <p:cTn id="47" dur="500" fill="hold"/>
                                        <p:tgtEl>
                                          <p:spTgt spid="665621"/>
                                        </p:tgtEl>
                                        <p:attrNameLst>
                                          <p:attrName>ppt_w</p:attrName>
                                        </p:attrNameLst>
                                      </p:cBhvr>
                                      <p:tavLst>
                                        <p:tav tm="0">
                                          <p:val>
                                            <p:fltVal val="0"/>
                                          </p:val>
                                        </p:tav>
                                        <p:tav tm="100000">
                                          <p:val>
                                            <p:strVal val="#ppt_w"/>
                                          </p:val>
                                        </p:tav>
                                      </p:tavLst>
                                    </p:anim>
                                    <p:anim calcmode="lin" valueType="num">
                                      <p:cBhvr>
                                        <p:cTn id="48" dur="500" fill="hold"/>
                                        <p:tgtEl>
                                          <p:spTgt spid="665621"/>
                                        </p:tgtEl>
                                        <p:attrNameLst>
                                          <p:attrName>ppt_h</p:attrName>
                                        </p:attrNameLst>
                                      </p:cBhvr>
                                      <p:tavLst>
                                        <p:tav tm="0">
                                          <p:val>
                                            <p:fltVal val="0"/>
                                          </p:val>
                                        </p:tav>
                                        <p:tav tm="100000">
                                          <p:val>
                                            <p:strVal val="#ppt_h"/>
                                          </p:val>
                                        </p:tav>
                                      </p:tavLst>
                                    </p:anim>
                                    <p:animEffect transition="in" filter="fade">
                                      <p:cBhvr>
                                        <p:cTn id="49" dur="500"/>
                                        <p:tgtEl>
                                          <p:spTgt spid="6656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5621" grpId="0" animBg="1"/>
      <p:bldP spid="665622" grpId="0"/>
      <p:bldP spid="665624" grpId="0"/>
      <p:bldP spid="29" grpId="0"/>
    </p:bldLst>
  </p:timing>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77826" name="Picture 29"/>
          <p:cNvPicPr>
            <a:picLocks noChangeAspect="1"/>
          </p:cNvPicPr>
          <p:nvPr/>
        </p:nvPicPr>
        <p:blipFill>
          <a:blip r:embed="rId1">
            <a:clrChange>
              <a:clrFrom>
                <a:srgbClr val="FFFFFF"/>
              </a:clrFrom>
              <a:clrTo>
                <a:srgbClr val="FFFFFF">
                  <a:alpha val="0"/>
                </a:srgbClr>
              </a:clrTo>
            </a:clrChange>
          </a:blip>
          <a:stretch>
            <a:fillRect/>
          </a:stretch>
        </p:blipFill>
        <p:spPr>
          <a:xfrm>
            <a:off x="6996113" y="2636838"/>
            <a:ext cx="3652837" cy="3228975"/>
          </a:xfrm>
          <a:prstGeom prst="rect">
            <a:avLst/>
          </a:prstGeom>
          <a:noFill/>
          <a:ln w="12700">
            <a:noFill/>
          </a:ln>
        </p:spPr>
      </p:pic>
      <p:sp>
        <p:nvSpPr>
          <p:cNvPr id="77827" name="Rectangle 2"/>
          <p:cNvSpPr>
            <a:spLocks noGrp="1"/>
          </p:cNvSpPr>
          <p:nvPr>
            <p:ph type="title"/>
          </p:nvPr>
        </p:nvSpPr>
        <p:spPr>
          <a:xfrm>
            <a:off x="1631950" y="255588"/>
            <a:ext cx="8915400" cy="1143000"/>
          </a:xfrm>
        </p:spPr>
        <p:txBody>
          <a:bodyPr vert="horz" wrap="square" lIns="91440" tIns="45720" rIns="91440" bIns="45720" anchor="ctr" anchorCtr="0"/>
          <a:lstStyle/>
          <a:p>
            <a:r>
              <a:rPr lang="en-US" altLang="zh-CN" kern="1200" dirty="0">
                <a:latin typeface="Arial" panose="020B0604020202090204" pitchFamily="34" charset="0"/>
                <a:ea typeface="黑体" panose="02010609060101010101" pitchFamily="49" charset="-122"/>
                <a:cs typeface="Arial" panose="020B0604020202090204" pitchFamily="34" charset="0"/>
              </a:rPr>
              <a:t>3.3.3 </a:t>
            </a:r>
            <a:r>
              <a:rPr lang="zh-CN" altLang="en-US" kern="1200" dirty="0">
                <a:latin typeface="Arial" panose="020B0604020202090204" pitchFamily="34" charset="0"/>
                <a:ea typeface="黑体" panose="02010609060101010101" pitchFamily="49" charset="-122"/>
                <a:cs typeface="Arial" panose="020B0604020202090204" pitchFamily="34" charset="0"/>
              </a:rPr>
              <a:t>字符指针</a:t>
            </a:r>
            <a:endParaRPr lang="en-US" altLang="zh-CN" kern="1200" dirty="0">
              <a:latin typeface="Arial" panose="020B0604020202090204" pitchFamily="34" charset="0"/>
              <a:ea typeface="黑体" panose="02010609060101010101" pitchFamily="49" charset="-122"/>
              <a:cs typeface="Arial" panose="020B0604020202090204" pitchFamily="34" charset="0"/>
            </a:endParaRPr>
          </a:p>
        </p:txBody>
      </p:sp>
      <p:grpSp>
        <p:nvGrpSpPr>
          <p:cNvPr id="77828" name="Group 5"/>
          <p:cNvGrpSpPr/>
          <p:nvPr/>
        </p:nvGrpSpPr>
        <p:grpSpPr>
          <a:xfrm>
            <a:off x="2478088" y="1441450"/>
            <a:ext cx="7332662" cy="503238"/>
            <a:chOff x="839" y="1389"/>
            <a:chExt cx="4264" cy="317"/>
          </a:xfrm>
        </p:grpSpPr>
        <p:grpSp>
          <p:nvGrpSpPr>
            <p:cNvPr id="77844" name="Group 6"/>
            <p:cNvGrpSpPr/>
            <p:nvPr/>
          </p:nvGrpSpPr>
          <p:grpSpPr>
            <a:xfrm>
              <a:off x="839" y="1389"/>
              <a:ext cx="4173" cy="317"/>
              <a:chOff x="1474" y="1389"/>
              <a:chExt cx="4173" cy="317"/>
            </a:xfrm>
          </p:grpSpPr>
          <p:sp>
            <p:nvSpPr>
              <p:cNvPr id="34" name="Rectangle 7"/>
              <p:cNvSpPr>
                <a:spLocks noChangeArrowheads="1"/>
              </p:cNvSpPr>
              <p:nvPr/>
            </p:nvSpPr>
            <p:spPr bwMode="auto">
              <a:xfrm>
                <a:off x="1474" y="1389"/>
                <a:ext cx="4173" cy="317"/>
              </a:xfrm>
              <a:prstGeom prst="rect">
                <a:avLst/>
              </a:prstGeom>
              <a:noFill/>
              <a:ln w="57150">
                <a:solidFill>
                  <a:srgbClr val="000080"/>
                </a:solidFill>
                <a:miter lim="800000"/>
              </a:ln>
              <a:effectLst/>
            </p:spPr>
            <p:txBody>
              <a:bodyPr wrap="none" anchor="ct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35" name="Line 8"/>
              <p:cNvSpPr>
                <a:spLocks noChangeShapeType="1"/>
              </p:cNvSpPr>
              <p:nvPr/>
            </p:nvSpPr>
            <p:spPr bwMode="auto">
              <a:xfrm>
                <a:off x="1837" y="1389"/>
                <a:ext cx="0" cy="317"/>
              </a:xfrm>
              <a:prstGeom prst="line">
                <a:avLst/>
              </a:prstGeom>
              <a:noFill/>
              <a:ln w="38100">
                <a:solidFill>
                  <a:srgbClr val="000080"/>
                </a:solidFill>
                <a:round/>
                <a:headEnd type="none" w="sm" len="sm"/>
                <a:tailEnd type="none" w="sm" len="sm"/>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36" name="Line 9"/>
              <p:cNvSpPr>
                <a:spLocks noChangeShapeType="1"/>
              </p:cNvSpPr>
              <p:nvPr/>
            </p:nvSpPr>
            <p:spPr bwMode="auto">
              <a:xfrm>
                <a:off x="2200" y="1389"/>
                <a:ext cx="0" cy="317"/>
              </a:xfrm>
              <a:prstGeom prst="line">
                <a:avLst/>
              </a:prstGeom>
              <a:noFill/>
              <a:ln w="38100">
                <a:solidFill>
                  <a:srgbClr val="000080"/>
                </a:solidFill>
                <a:round/>
                <a:headEnd type="none" w="sm" len="sm"/>
                <a:tailEnd type="none" w="sm" len="sm"/>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37" name="Line 10"/>
              <p:cNvSpPr>
                <a:spLocks noChangeShapeType="1"/>
              </p:cNvSpPr>
              <p:nvPr/>
            </p:nvSpPr>
            <p:spPr bwMode="auto">
              <a:xfrm>
                <a:off x="2561" y="1389"/>
                <a:ext cx="0" cy="317"/>
              </a:xfrm>
              <a:prstGeom prst="line">
                <a:avLst/>
              </a:prstGeom>
              <a:noFill/>
              <a:ln w="38100">
                <a:solidFill>
                  <a:srgbClr val="000080"/>
                </a:solidFill>
                <a:round/>
                <a:headEnd type="none" w="sm" len="sm"/>
                <a:tailEnd type="none" w="sm" len="sm"/>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38" name="Line 11"/>
              <p:cNvSpPr>
                <a:spLocks noChangeShapeType="1"/>
              </p:cNvSpPr>
              <p:nvPr/>
            </p:nvSpPr>
            <p:spPr bwMode="auto">
              <a:xfrm>
                <a:off x="2925" y="1389"/>
                <a:ext cx="0" cy="317"/>
              </a:xfrm>
              <a:prstGeom prst="line">
                <a:avLst/>
              </a:prstGeom>
              <a:noFill/>
              <a:ln w="38100">
                <a:solidFill>
                  <a:srgbClr val="000080"/>
                </a:solidFill>
                <a:round/>
                <a:headEnd type="none" w="sm" len="sm"/>
                <a:tailEnd type="none" w="sm" len="sm"/>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39" name="Line 12"/>
              <p:cNvSpPr>
                <a:spLocks noChangeShapeType="1"/>
              </p:cNvSpPr>
              <p:nvPr/>
            </p:nvSpPr>
            <p:spPr bwMode="auto">
              <a:xfrm>
                <a:off x="3288" y="1389"/>
                <a:ext cx="0" cy="317"/>
              </a:xfrm>
              <a:prstGeom prst="line">
                <a:avLst/>
              </a:prstGeom>
              <a:noFill/>
              <a:ln w="38100">
                <a:solidFill>
                  <a:srgbClr val="000080"/>
                </a:solidFill>
                <a:round/>
                <a:headEnd type="none" w="sm" len="sm"/>
                <a:tailEnd type="none" w="sm" len="sm"/>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40" name="Line 13"/>
              <p:cNvSpPr>
                <a:spLocks noChangeShapeType="1"/>
              </p:cNvSpPr>
              <p:nvPr/>
            </p:nvSpPr>
            <p:spPr bwMode="auto">
              <a:xfrm>
                <a:off x="3636" y="1389"/>
                <a:ext cx="0" cy="317"/>
              </a:xfrm>
              <a:prstGeom prst="line">
                <a:avLst/>
              </a:prstGeom>
              <a:noFill/>
              <a:ln w="38100">
                <a:solidFill>
                  <a:srgbClr val="000080"/>
                </a:solidFill>
                <a:round/>
                <a:headEnd type="none" w="sm" len="sm"/>
                <a:tailEnd type="none" w="sm" len="sm"/>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41" name="Line 14"/>
              <p:cNvSpPr>
                <a:spLocks noChangeShapeType="1"/>
              </p:cNvSpPr>
              <p:nvPr/>
            </p:nvSpPr>
            <p:spPr bwMode="auto">
              <a:xfrm>
                <a:off x="3966" y="1389"/>
                <a:ext cx="0" cy="317"/>
              </a:xfrm>
              <a:prstGeom prst="line">
                <a:avLst/>
              </a:prstGeom>
              <a:noFill/>
              <a:ln w="38100">
                <a:solidFill>
                  <a:srgbClr val="000080"/>
                </a:solidFill>
                <a:round/>
                <a:headEnd type="none" w="sm" len="sm"/>
                <a:tailEnd type="none" w="sm" len="sm"/>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42" name="Line 15"/>
              <p:cNvSpPr>
                <a:spLocks noChangeShapeType="1"/>
              </p:cNvSpPr>
              <p:nvPr/>
            </p:nvSpPr>
            <p:spPr bwMode="auto">
              <a:xfrm>
                <a:off x="4315" y="1389"/>
                <a:ext cx="0" cy="317"/>
              </a:xfrm>
              <a:prstGeom prst="line">
                <a:avLst/>
              </a:prstGeom>
              <a:noFill/>
              <a:ln w="38100">
                <a:solidFill>
                  <a:srgbClr val="000080"/>
                </a:solidFill>
                <a:round/>
                <a:headEnd type="none" w="sm" len="sm"/>
                <a:tailEnd type="none" w="sm" len="sm"/>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43" name="Line 16"/>
              <p:cNvSpPr>
                <a:spLocks noChangeShapeType="1"/>
              </p:cNvSpPr>
              <p:nvPr/>
            </p:nvSpPr>
            <p:spPr bwMode="auto">
              <a:xfrm>
                <a:off x="4649" y="1389"/>
                <a:ext cx="0" cy="317"/>
              </a:xfrm>
              <a:prstGeom prst="line">
                <a:avLst/>
              </a:prstGeom>
              <a:noFill/>
              <a:ln w="38100">
                <a:solidFill>
                  <a:srgbClr val="000080"/>
                </a:solidFill>
                <a:round/>
                <a:headEnd type="none" w="sm" len="sm"/>
                <a:tailEnd type="none" w="sm" len="sm"/>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44" name="Line 17"/>
              <p:cNvSpPr>
                <a:spLocks noChangeShapeType="1"/>
              </p:cNvSpPr>
              <p:nvPr/>
            </p:nvSpPr>
            <p:spPr bwMode="auto">
              <a:xfrm>
                <a:off x="4982" y="1389"/>
                <a:ext cx="0" cy="317"/>
              </a:xfrm>
              <a:prstGeom prst="line">
                <a:avLst/>
              </a:prstGeom>
              <a:noFill/>
              <a:ln w="38100">
                <a:solidFill>
                  <a:srgbClr val="000080"/>
                </a:solidFill>
                <a:round/>
                <a:headEnd type="none" w="sm" len="sm"/>
                <a:tailEnd type="none" w="sm" len="sm"/>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45" name="Line 18"/>
              <p:cNvSpPr>
                <a:spLocks noChangeShapeType="1"/>
              </p:cNvSpPr>
              <p:nvPr/>
            </p:nvSpPr>
            <p:spPr bwMode="auto">
              <a:xfrm>
                <a:off x="5312" y="1389"/>
                <a:ext cx="0" cy="317"/>
              </a:xfrm>
              <a:prstGeom prst="line">
                <a:avLst/>
              </a:prstGeom>
              <a:noFill/>
              <a:ln w="38100">
                <a:solidFill>
                  <a:srgbClr val="000080"/>
                </a:solidFill>
                <a:round/>
                <a:headEnd type="none" w="sm" len="sm"/>
                <a:tailEnd type="none" w="sm" len="sm"/>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grpSp>
        <p:sp>
          <p:nvSpPr>
            <p:cNvPr id="33" name="Text Box 19"/>
            <p:cNvSpPr txBox="1">
              <a:spLocks noChangeArrowheads="1"/>
            </p:cNvSpPr>
            <p:nvPr/>
          </p:nvSpPr>
          <p:spPr bwMode="auto">
            <a:xfrm>
              <a:off x="859" y="1393"/>
              <a:ext cx="4244" cy="273"/>
            </a:xfrm>
            <a:prstGeom prst="rect">
              <a:avLst/>
            </a:prstGeom>
            <a:noFill/>
            <a:ln w="12700">
              <a:noFill/>
              <a:miter lim="800000"/>
              <a:headEnd type="none" w="sm" len="sm"/>
              <a:tailEnd type="none" w="sm" len="sm"/>
            </a:ln>
            <a:effectLst/>
          </p:spPr>
          <p:txBody>
            <a:bodyPr>
              <a:spAutoFit/>
            </a:bodyPr>
            <a:lstStyle/>
            <a:p>
              <a:pPr marR="0" defTabSz="914400" eaLnBrk="1" hangingPunct="1">
                <a:lnSpc>
                  <a:spcPct val="90000"/>
                </a:lnSpc>
                <a:spcBef>
                  <a:spcPct val="50000"/>
                </a:spcBef>
                <a:spcAft>
                  <a:spcPts val="590"/>
                </a:spcAft>
                <a:buClr>
                  <a:schemeClr val="tx2"/>
                </a:buClr>
                <a:buSzPct val="80000"/>
                <a:buFontTx/>
                <a:buNone/>
                <a:defRPr/>
              </a:pPr>
              <a:r>
                <a:rPr kumimoji="0" lang="en-US" altLang="zh-CN" b="1" kern="1200" cap="none" spc="0" normalizeH="0" baseline="0" noProof="0" dirty="0">
                  <a:effectLst>
                    <a:outerShdw blurRad="38100" dist="38100" dir="2700000" algn="tl">
                      <a:srgbClr val="C0C0C0"/>
                    </a:outerShdw>
                  </a:effectLst>
                  <a:latin typeface="Courier New" panose="02070409020205090404" pitchFamily="49" charset="0"/>
                  <a:ea typeface="宋体" pitchFamily="2" charset="-122"/>
                  <a:cs typeface="Courier New" panose="02070409020205090404" pitchFamily="49" charset="0"/>
                </a:rPr>
                <a:t> </a:t>
              </a:r>
              <a:r>
                <a:rPr kumimoji="0" lang="en-US" altLang="zh-CN" sz="2400" b="1" kern="1200" cap="none" spc="0" normalizeH="0" baseline="0" noProof="0" dirty="0">
                  <a:effectLst>
                    <a:outerShdw blurRad="38100" dist="38100" dir="2700000" algn="tl">
                      <a:srgbClr val="C0C0C0"/>
                    </a:outerShdw>
                  </a:effectLst>
                  <a:latin typeface="Courier New" panose="02070409020205090404" pitchFamily="49" charset="0"/>
                  <a:ea typeface="宋体" pitchFamily="2" charset="-122"/>
                  <a:cs typeface="Courier New" panose="02070409020205090404" pitchFamily="49" charset="0"/>
                </a:rPr>
                <a:t>H  e  l   </a:t>
              </a:r>
              <a:r>
                <a:rPr kumimoji="0" lang="en-US" altLang="zh-CN" sz="2400" b="1" kern="1200" cap="none" spc="0" normalizeH="0" baseline="0" noProof="0" dirty="0" err="1">
                  <a:effectLst>
                    <a:outerShdw blurRad="38100" dist="38100" dir="2700000" algn="tl">
                      <a:srgbClr val="C0C0C0"/>
                    </a:outerShdw>
                  </a:effectLst>
                  <a:latin typeface="Courier New" panose="02070409020205090404" pitchFamily="49" charset="0"/>
                  <a:ea typeface="宋体" pitchFamily="2" charset="-122"/>
                  <a:cs typeface="Courier New" panose="02070409020205090404" pitchFamily="49" charset="0"/>
                </a:rPr>
                <a:t>l</a:t>
              </a:r>
              <a:r>
                <a:rPr kumimoji="0" lang="en-US" altLang="zh-CN" sz="2400" b="1" kern="1200" cap="none" spc="0" normalizeH="0" baseline="0" noProof="0" dirty="0">
                  <a:effectLst>
                    <a:outerShdw blurRad="38100" dist="38100" dir="2700000" algn="tl">
                      <a:srgbClr val="C0C0C0"/>
                    </a:outerShdw>
                  </a:effectLst>
                  <a:latin typeface="Courier New" panose="02070409020205090404" pitchFamily="49" charset="0"/>
                  <a:ea typeface="宋体" pitchFamily="2" charset="-122"/>
                  <a:cs typeface="Courier New" panose="02070409020205090404" pitchFamily="49" charset="0"/>
                </a:rPr>
                <a:t>  o      C  h  </a:t>
              </a:r>
              <a:r>
                <a:rPr kumimoji="0" lang="en-US" altLang="zh-CN" sz="2400" b="1" kern="1200" cap="none" spc="0" normalizeH="0" baseline="0" noProof="0" dirty="0" err="1">
                  <a:effectLst>
                    <a:outerShdw blurRad="38100" dist="38100" dir="2700000" algn="tl">
                      <a:srgbClr val="C0C0C0"/>
                    </a:outerShdw>
                  </a:effectLst>
                  <a:latin typeface="Courier New" panose="02070409020205090404" pitchFamily="49" charset="0"/>
                  <a:ea typeface="宋体" pitchFamily="2" charset="-122"/>
                  <a:cs typeface="Courier New" panose="02070409020205090404" pitchFamily="49" charset="0"/>
                </a:rPr>
                <a:t>i</a:t>
              </a:r>
              <a:r>
                <a:rPr kumimoji="0" lang="en-US" altLang="zh-CN" sz="2400" b="1" kern="1200" cap="none" spc="0" normalizeH="0" baseline="0" noProof="0" dirty="0">
                  <a:effectLst>
                    <a:outerShdw blurRad="38100" dist="38100" dir="2700000" algn="tl">
                      <a:srgbClr val="C0C0C0"/>
                    </a:outerShdw>
                  </a:effectLst>
                  <a:latin typeface="Courier New" panose="02070409020205090404" pitchFamily="49" charset="0"/>
                  <a:ea typeface="宋体" pitchFamily="2" charset="-122"/>
                  <a:cs typeface="Courier New" panose="02070409020205090404" pitchFamily="49" charset="0"/>
                </a:rPr>
                <a:t>  n   a \0     </a:t>
              </a:r>
              <a:endParaRPr kumimoji="0" lang="en-US" altLang="zh-CN" sz="2400" b="1" kern="1200" cap="none" spc="0" normalizeH="0" baseline="0" noProof="0" dirty="0">
                <a:effectLst>
                  <a:outerShdw blurRad="38100" dist="38100" dir="2700000" algn="tl">
                    <a:srgbClr val="C0C0C0"/>
                  </a:outerShdw>
                </a:effectLst>
                <a:latin typeface="Courier New" panose="02070409020205090404" pitchFamily="49" charset="0"/>
                <a:ea typeface="宋体" pitchFamily="2" charset="-122"/>
                <a:cs typeface="Courier New" panose="02070409020205090404" pitchFamily="49" charset="0"/>
              </a:endParaRPr>
            </a:p>
          </p:txBody>
        </p:sp>
      </p:grpSp>
      <p:sp>
        <p:nvSpPr>
          <p:cNvPr id="46" name="Line 23"/>
          <p:cNvSpPr>
            <a:spLocks noChangeShapeType="1"/>
          </p:cNvSpPr>
          <p:nvPr/>
        </p:nvSpPr>
        <p:spPr bwMode="auto">
          <a:xfrm flipV="1">
            <a:off x="2740025" y="1966913"/>
            <a:ext cx="0" cy="360363"/>
          </a:xfrm>
          <a:prstGeom prst="line">
            <a:avLst/>
          </a:prstGeom>
          <a:noFill/>
          <a:ln w="57150">
            <a:solidFill>
              <a:srgbClr val="C00000"/>
            </a:solidFill>
            <a:round/>
            <a:headEnd type="none" w="sm" len="sm"/>
            <a:tailEnd type="stealth" w="med" len="lg"/>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77830" name="Text Box 24"/>
          <p:cNvSpPr txBox="1"/>
          <p:nvPr/>
        </p:nvSpPr>
        <p:spPr>
          <a:xfrm>
            <a:off x="2322513" y="2266950"/>
            <a:ext cx="1014412" cy="433388"/>
          </a:xfrm>
          <a:prstGeom prst="rect">
            <a:avLst/>
          </a:prstGeom>
          <a:noFill/>
          <a:ln w="12700">
            <a:noFill/>
          </a:ln>
        </p:spPr>
        <p:txBody>
          <a:bodyPr>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ct val="50000"/>
              </a:spcBef>
              <a:spcAft>
                <a:spcPts val="590"/>
              </a:spcAft>
              <a:buSzPct val="80000"/>
              <a:buNone/>
            </a:pPr>
            <a:r>
              <a:rPr lang="en-US" altLang="zh-CN" sz="2400" b="1" dirty="0">
                <a:solidFill>
                  <a:srgbClr val="C00000"/>
                </a:solidFill>
                <a:latin typeface="Courier New" panose="02070409020205090404" pitchFamily="49" charset="0"/>
                <a:ea typeface="宋体" pitchFamily="2" charset="-122"/>
              </a:rPr>
              <a:t>pStr</a:t>
            </a:r>
            <a:endParaRPr lang="en-US" altLang="zh-CN" sz="2400" b="1" dirty="0">
              <a:solidFill>
                <a:srgbClr val="C00000"/>
              </a:solidFill>
              <a:latin typeface="Courier New" panose="02070409020205090404" pitchFamily="49" charset="0"/>
              <a:ea typeface="宋体" pitchFamily="2" charset="-122"/>
            </a:endParaRPr>
          </a:p>
        </p:txBody>
      </p:sp>
      <p:sp>
        <p:nvSpPr>
          <p:cNvPr id="77831" name="Text Box 22"/>
          <p:cNvSpPr txBox="1"/>
          <p:nvPr/>
        </p:nvSpPr>
        <p:spPr>
          <a:xfrm>
            <a:off x="6461125" y="2119313"/>
            <a:ext cx="3271838" cy="490537"/>
          </a:xfrm>
          <a:prstGeom prst="rect">
            <a:avLst/>
          </a:prstGeom>
          <a:noFill/>
          <a:ln w="12700">
            <a:noFill/>
          </a:ln>
        </p:spPr>
        <p:txBody>
          <a:bodyPr>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ct val="50000"/>
              </a:spcBef>
              <a:spcAft>
                <a:spcPts val="590"/>
              </a:spcAft>
              <a:buSzPct val="80000"/>
              <a:buNone/>
            </a:pPr>
            <a:r>
              <a:rPr lang="en-US" altLang="zh-CN" sz="2800" b="1" dirty="0">
                <a:latin typeface="Courier New" panose="02070409020205090404" pitchFamily="49" charset="0"/>
                <a:ea typeface="宋体" pitchFamily="2" charset="-122"/>
              </a:rPr>
              <a:t>"Hello China";</a:t>
            </a:r>
            <a:endParaRPr lang="en-US" altLang="zh-CN" sz="2800" b="1" dirty="0">
              <a:latin typeface="Courier New" panose="02070409020205090404" pitchFamily="49" charset="0"/>
              <a:ea typeface="宋体" pitchFamily="2" charset="-122"/>
            </a:endParaRPr>
          </a:p>
        </p:txBody>
      </p:sp>
      <p:sp>
        <p:nvSpPr>
          <p:cNvPr id="77832" name="Text Box 22"/>
          <p:cNvSpPr txBox="1"/>
          <p:nvPr/>
        </p:nvSpPr>
        <p:spPr>
          <a:xfrm>
            <a:off x="3519488" y="2114550"/>
            <a:ext cx="3041650" cy="490538"/>
          </a:xfrm>
          <a:prstGeom prst="rect">
            <a:avLst/>
          </a:prstGeom>
          <a:noFill/>
          <a:ln w="12700">
            <a:noFill/>
          </a:ln>
        </p:spPr>
        <p:txBody>
          <a:bodyPr>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ct val="50000"/>
              </a:spcBef>
              <a:spcAft>
                <a:spcPts val="590"/>
              </a:spcAft>
              <a:buSzPct val="80000"/>
              <a:buNone/>
            </a:pPr>
            <a:r>
              <a:rPr lang="en-US" altLang="zh-CN" sz="2800" b="1" dirty="0">
                <a:latin typeface="Courier New" panose="02070409020205090404" pitchFamily="49" charset="0"/>
                <a:ea typeface="宋体" pitchFamily="2" charset="-122"/>
              </a:rPr>
              <a:t>char *pStr =</a:t>
            </a:r>
            <a:endParaRPr lang="en-US" altLang="zh-CN" sz="2800" b="1" dirty="0">
              <a:latin typeface="Courier New" panose="02070409020205090404" pitchFamily="49" charset="0"/>
              <a:ea typeface="宋体" pitchFamily="2" charset="-122"/>
            </a:endParaRPr>
          </a:p>
        </p:txBody>
      </p:sp>
      <p:sp>
        <p:nvSpPr>
          <p:cNvPr id="52" name="Rectangle 14"/>
          <p:cNvSpPr/>
          <p:nvPr/>
        </p:nvSpPr>
        <p:spPr>
          <a:xfrm>
            <a:off x="1487488" y="4941888"/>
            <a:ext cx="4635500" cy="425450"/>
          </a:xfrm>
          <a:prstGeom prst="rect">
            <a:avLst/>
          </a:prstGeom>
          <a:solidFill>
            <a:schemeClr val="bg2"/>
          </a:solidFill>
          <a:ln w="28575" cap="flat" cmpd="sng">
            <a:solidFill>
              <a:srgbClr val="008000"/>
            </a:solidFill>
            <a:prstDash val="solid"/>
            <a:miter/>
            <a:headEnd type="none" w="sm" len="sm"/>
            <a:tailEnd type="none" w="sm" len="sm"/>
          </a:ln>
        </p:spPr>
        <p:txBody>
          <a:bodyPr>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ts val="590"/>
              </a:spcBef>
              <a:spcAft>
                <a:spcPts val="590"/>
              </a:spcAft>
              <a:buSzPct val="80000"/>
              <a:buNone/>
            </a:pPr>
            <a:r>
              <a:rPr lang="zh-CN" altLang="en-US" sz="2400" dirty="0">
                <a:solidFill>
                  <a:srgbClr val="000066"/>
                </a:solidFill>
                <a:latin typeface="黑体" panose="02010609060101010101" pitchFamily="49" charset="-122"/>
              </a:rPr>
              <a:t>字符串保存在只读的常量存储区</a:t>
            </a:r>
            <a:endParaRPr lang="en-US" altLang="zh-CN" sz="2400" dirty="0">
              <a:solidFill>
                <a:srgbClr val="000066"/>
              </a:solidFill>
              <a:latin typeface="黑体" panose="02010609060101010101" pitchFamily="49" charset="-122"/>
            </a:endParaRPr>
          </a:p>
        </p:txBody>
      </p:sp>
      <p:sp>
        <p:nvSpPr>
          <p:cNvPr id="53" name="右箭头 52"/>
          <p:cNvSpPr/>
          <p:nvPr/>
        </p:nvSpPr>
        <p:spPr>
          <a:xfrm>
            <a:off x="6267450" y="4979988"/>
            <a:ext cx="465138" cy="285750"/>
          </a:xfrm>
          <a:prstGeom prst="rightArrow">
            <a:avLst>
              <a:gd name="adj1" fmla="val 50000"/>
              <a:gd name="adj2" fmla="val 50084"/>
            </a:avLst>
          </a:prstGeom>
          <a:solidFill>
            <a:schemeClr val="bg2"/>
          </a:solidFill>
          <a:ln w="28575" cap="flat" cmpd="sng">
            <a:solidFill>
              <a:srgbClr val="008000"/>
            </a:solidFill>
            <a:prstDash val="solid"/>
            <a:round/>
            <a:headEnd type="none" w="sm" len="sm"/>
            <a:tailEnd type="none" w="sm" len="sm"/>
          </a:ln>
        </p:spPr>
        <p:txBody>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ts val="590"/>
              </a:spcBef>
              <a:spcAft>
                <a:spcPts val="590"/>
              </a:spcAft>
              <a:buSzPct val="80000"/>
              <a:buNone/>
            </a:pPr>
            <a:endParaRPr lang="zh-CN" altLang="en-US" sz="2000" dirty="0">
              <a:ea typeface="宋体" pitchFamily="2" charset="-122"/>
            </a:endParaRPr>
          </a:p>
        </p:txBody>
      </p:sp>
      <p:sp>
        <p:nvSpPr>
          <p:cNvPr id="54" name="Rectangle 14"/>
          <p:cNvSpPr/>
          <p:nvPr/>
        </p:nvSpPr>
        <p:spPr>
          <a:xfrm>
            <a:off x="1487488" y="4005263"/>
            <a:ext cx="4608512" cy="777875"/>
          </a:xfrm>
          <a:prstGeom prst="rect">
            <a:avLst/>
          </a:prstGeom>
          <a:solidFill>
            <a:schemeClr val="bg2"/>
          </a:solidFill>
          <a:ln w="28575" cap="flat" cmpd="sng">
            <a:solidFill>
              <a:srgbClr val="008000"/>
            </a:solidFill>
            <a:prstDash val="solid"/>
            <a:miter/>
            <a:headEnd type="none" w="sm" len="sm"/>
            <a:tailEnd type="none" w="sm" len="sm"/>
          </a:ln>
        </p:spPr>
        <p:txBody>
          <a:bodyPr>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ts val="590"/>
              </a:spcBef>
              <a:spcAft>
                <a:spcPts val="590"/>
              </a:spcAft>
              <a:buSzPct val="80000"/>
              <a:buNone/>
            </a:pPr>
            <a:r>
              <a:rPr lang="en-US" altLang="zh-CN" sz="2400" b="1" dirty="0">
                <a:solidFill>
                  <a:srgbClr val="C00000"/>
                </a:solidFill>
                <a:latin typeface="Courier New" panose="02070409020205090404" pitchFamily="49" charset="0"/>
                <a:ea typeface="宋体" pitchFamily="2" charset="-122"/>
              </a:rPr>
              <a:t>pStr</a:t>
            </a:r>
            <a:r>
              <a:rPr lang="zh-CN" altLang="en-US" sz="2400" dirty="0">
                <a:solidFill>
                  <a:srgbClr val="000066"/>
                </a:solidFill>
                <a:latin typeface="黑体" panose="02010609060101010101" pitchFamily="49" charset="-122"/>
                <a:cs typeface="Courier New" panose="02070409020205090404" pitchFamily="49" charset="0"/>
              </a:rPr>
              <a:t>是一个指向常量存储区中的字符串的指针变量</a:t>
            </a:r>
            <a:endParaRPr lang="zh-CN" altLang="en-US" sz="2400" dirty="0">
              <a:solidFill>
                <a:srgbClr val="000066"/>
              </a:solidFill>
              <a:latin typeface="黑体" panose="02010609060101010101" pitchFamily="49" charset="-122"/>
              <a:ea typeface="Courier New" panose="02070409020205090404" pitchFamily="49" charset="0"/>
            </a:endParaRPr>
          </a:p>
        </p:txBody>
      </p:sp>
      <p:sp>
        <p:nvSpPr>
          <p:cNvPr id="55" name="Rectangle 24"/>
          <p:cNvSpPr>
            <a:spLocks noChangeArrowheads="1"/>
          </p:cNvSpPr>
          <p:nvPr/>
        </p:nvSpPr>
        <p:spPr bwMode="auto">
          <a:xfrm>
            <a:off x="1727200" y="2781300"/>
            <a:ext cx="5070475" cy="993775"/>
          </a:xfrm>
          <a:prstGeom prst="rect">
            <a:avLst/>
          </a:prstGeom>
          <a:noFill/>
          <a:ln w="9525">
            <a:noFill/>
            <a:miter lim="800000"/>
          </a:ln>
          <a:effectLst/>
        </p:spPr>
        <p:txBody>
          <a:bodyPr lIns="92075" tIns="46037" rIns="92075" bIns="46037"/>
          <a:lstStyle/>
          <a:p>
            <a:pPr marL="374650" marR="0" lvl="0" indent="-374650" algn="l" defTabSz="914400" rtl="0" eaLnBrk="1" fontAlgn="base" latinLnBrk="0" hangingPunct="1">
              <a:lnSpc>
                <a:spcPct val="90000"/>
              </a:lnSpc>
              <a:spcBef>
                <a:spcPct val="20000"/>
              </a:spcBef>
              <a:spcAft>
                <a:spcPts val="590"/>
              </a:spcAft>
              <a:buClr>
                <a:srgbClr val="FFCC66"/>
              </a:buClr>
              <a:buSzPct val="80000"/>
              <a:buFontTx/>
              <a:buNone/>
              <a:defRPr/>
            </a:pPr>
            <a:r>
              <a:rPr kumimoji="0" lang="en-US" altLang="zh-CN" sz="2800" b="1" i="0" u="none" strike="noStrike" kern="1200" cap="none" spc="0" normalizeH="0" baseline="0" noProof="0">
                <a:ln>
                  <a:noFill/>
                </a:ln>
                <a:solidFill>
                  <a:schemeClr val="tx1"/>
                </a:solidFill>
                <a:effectLst/>
                <a:uLnTx/>
                <a:uFillTx/>
                <a:latin typeface="Courier New" panose="02070409020205090404" pitchFamily="49" charset="0"/>
                <a:ea typeface="宋体" pitchFamily="2" charset="-122"/>
                <a:cs typeface="+mn-cs"/>
              </a:rPr>
              <a:t>ch</a:t>
            </a:r>
            <a:r>
              <a:rPr kumimoji="1" lang="en-US" altLang="zh-CN" sz="2800" b="1" i="0" u="none" strike="noStrike" kern="1200" cap="none" spc="0" normalizeH="0" baseline="0" noProof="0">
                <a:ln>
                  <a:noFill/>
                </a:ln>
                <a:solidFill>
                  <a:schemeClr val="tx1"/>
                </a:solidFill>
                <a:effectLst/>
                <a:uLnTx/>
                <a:uFillTx/>
                <a:latin typeface="Courier New" panose="02070409020205090404" pitchFamily="49" charset="0"/>
                <a:ea typeface="宋体" pitchFamily="2" charset="-122"/>
                <a:cs typeface="+mn-cs"/>
              </a:rPr>
              <a:t>ar *pStr;</a:t>
            </a:r>
            <a:endParaRPr kumimoji="1" lang="en-US" altLang="zh-CN" sz="2800" b="1" i="0" u="none" strike="noStrike" kern="1200" cap="none" spc="0" normalizeH="0" baseline="0" noProof="0">
              <a:ln>
                <a:noFill/>
              </a:ln>
              <a:solidFill>
                <a:schemeClr val="tx1"/>
              </a:solidFill>
              <a:effectLst/>
              <a:uLnTx/>
              <a:uFillTx/>
              <a:latin typeface="Courier New" panose="02070409020205090404" pitchFamily="49" charset="0"/>
              <a:ea typeface="宋体" pitchFamily="2" charset="-122"/>
              <a:cs typeface="+mn-cs"/>
            </a:endParaRPr>
          </a:p>
          <a:p>
            <a:pPr marL="374650" marR="0" lvl="0" indent="-374650" algn="l" defTabSz="914400" rtl="0" eaLnBrk="1" fontAlgn="base" latinLnBrk="0" hangingPunct="1">
              <a:lnSpc>
                <a:spcPct val="90000"/>
              </a:lnSpc>
              <a:spcBef>
                <a:spcPct val="20000"/>
              </a:spcBef>
              <a:spcAft>
                <a:spcPts val="590"/>
              </a:spcAft>
              <a:buClr>
                <a:srgbClr val="FFCC66"/>
              </a:buClr>
              <a:buSzPct val="80000"/>
              <a:buFontTx/>
              <a:buNone/>
              <a:defRPr/>
            </a:pPr>
            <a:r>
              <a:rPr kumimoji="1" lang="en-US" altLang="zh-CN" sz="2800" b="1" i="0" u="none" strike="noStrike" kern="1200" cap="none" spc="0" normalizeH="0" baseline="0" noProof="0">
                <a:ln>
                  <a:noFill/>
                </a:ln>
                <a:solidFill>
                  <a:srgbClr val="C00000"/>
                </a:solidFill>
                <a:effectLst>
                  <a:outerShdw blurRad="38100" dist="38100" dir="2700000" algn="tl">
                    <a:srgbClr val="C0C0C0"/>
                  </a:outerShdw>
                </a:effectLst>
                <a:uLnTx/>
                <a:uFillTx/>
                <a:latin typeface="Courier New" panose="02070409020205090404" pitchFamily="49" charset="0"/>
                <a:ea typeface="宋体" pitchFamily="2" charset="-122"/>
                <a:cs typeface="+mn-cs"/>
              </a:rPr>
              <a:t>pStr</a:t>
            </a:r>
            <a:r>
              <a:rPr kumimoji="1" lang="en-US" altLang="zh-CN" sz="2800" b="1" i="0" u="none" strike="noStrike" kern="1200" cap="none" spc="0" normalizeH="0" baseline="0" noProof="0">
                <a:ln>
                  <a:noFill/>
                </a:ln>
                <a:solidFill>
                  <a:schemeClr val="tx1"/>
                </a:solidFill>
                <a:effectLst/>
                <a:uLnTx/>
                <a:uFillTx/>
                <a:latin typeface="Courier New" panose="02070409020205090404" pitchFamily="49" charset="0"/>
                <a:ea typeface="宋体" pitchFamily="2" charset="-122"/>
                <a:cs typeface="+mn-cs"/>
              </a:rPr>
              <a:t> </a:t>
            </a:r>
            <a:r>
              <a:rPr kumimoji="1" lang="en-US" altLang="zh-CN" sz="2800" b="1" i="0" u="none" strike="noStrike" kern="1200" cap="none" spc="0" normalizeH="0" baseline="0" noProof="0">
                <a:ln>
                  <a:noFill/>
                </a:ln>
                <a:solidFill>
                  <a:srgbClr val="CC0000"/>
                </a:solidFill>
                <a:effectLst/>
                <a:uLnTx/>
                <a:uFillTx/>
                <a:latin typeface="Courier New" panose="02070409020205090404" pitchFamily="49" charset="0"/>
                <a:ea typeface="宋体" pitchFamily="2" charset="-122"/>
                <a:cs typeface="+mn-cs"/>
              </a:rPr>
              <a:t>= </a:t>
            </a:r>
            <a:r>
              <a:rPr kumimoji="0" lang="en-US" altLang="zh-CN" sz="2800" b="1" i="0" u="none" strike="noStrike" kern="1200" cap="none" spc="0" normalizeH="0" baseline="0" noProof="0">
                <a:ln>
                  <a:noFill/>
                </a:ln>
                <a:solidFill>
                  <a:srgbClr val="CC0000"/>
                </a:solidFill>
                <a:effectLst/>
                <a:uLnTx/>
                <a:uFillTx/>
                <a:latin typeface="Courier New" panose="02070409020205090404" pitchFamily="49" charset="0"/>
                <a:ea typeface="宋体" pitchFamily="2" charset="-122"/>
                <a:cs typeface="+mn-cs"/>
              </a:rPr>
              <a:t>"Hello China"</a:t>
            </a:r>
            <a:r>
              <a:rPr kumimoji="1" lang="en-US" altLang="zh-CN" sz="2800" b="1" i="0" u="none" strike="noStrike" kern="1200" cap="none" spc="0" normalizeH="0" baseline="0" noProof="0">
                <a:ln>
                  <a:noFill/>
                </a:ln>
                <a:solidFill>
                  <a:srgbClr val="CC0000"/>
                </a:solidFill>
                <a:effectLst/>
                <a:uLnTx/>
                <a:uFillTx/>
                <a:latin typeface="Courier New" panose="02070409020205090404" pitchFamily="49" charset="0"/>
                <a:ea typeface="宋体" pitchFamily="2" charset="-122"/>
                <a:cs typeface="+mn-cs"/>
              </a:rPr>
              <a:t>;</a:t>
            </a:r>
            <a:endParaRPr kumimoji="1" lang="zh-CN" altLang="en-US" sz="2800" b="1" i="0" u="none" strike="noStrike" kern="1200" cap="none" spc="0" normalizeH="0" baseline="0" noProof="0">
              <a:ln>
                <a:noFill/>
              </a:ln>
              <a:solidFill>
                <a:srgbClr val="CC0000"/>
              </a:solidFill>
              <a:effectLst/>
              <a:uLnTx/>
              <a:uFillTx/>
              <a:latin typeface="Courier New" panose="02070409020205090404" pitchFamily="49" charset="0"/>
              <a:ea typeface="宋体" pitchFamily="2" charset="-122"/>
              <a:cs typeface="+mn-cs"/>
            </a:endParaRPr>
          </a:p>
        </p:txBody>
      </p:sp>
      <p:sp>
        <p:nvSpPr>
          <p:cNvPr id="56" name="AutoShape 25"/>
          <p:cNvSpPr>
            <a:spLocks noChangeArrowheads="1"/>
          </p:cNvSpPr>
          <p:nvPr/>
        </p:nvSpPr>
        <p:spPr bwMode="auto">
          <a:xfrm>
            <a:off x="6096000" y="2565400"/>
            <a:ext cx="468313" cy="863600"/>
          </a:xfrm>
          <a:prstGeom prst="curvedLeftArrow">
            <a:avLst>
              <a:gd name="adj1" fmla="val 39997"/>
              <a:gd name="adj2" fmla="val 80003"/>
              <a:gd name="adj3" fmla="val 33333"/>
            </a:avLst>
          </a:prstGeom>
          <a:solidFill>
            <a:schemeClr val="bg2"/>
          </a:solidFill>
          <a:ln w="25400">
            <a:solidFill>
              <a:srgbClr val="008000"/>
            </a:solidFill>
            <a:miter lim="800000"/>
            <a:headEnd type="none" w="sm" len="sm"/>
            <a:tailEnd type="none" w="sm" len="sm"/>
          </a:ln>
        </p:spPr>
        <p:txBody>
          <a:bodyPr wrap="none" anchor="ct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57" name="Rectangle 25"/>
          <p:cNvSpPr>
            <a:spLocks noChangeArrowheads="1"/>
          </p:cNvSpPr>
          <p:nvPr/>
        </p:nvSpPr>
        <p:spPr bwMode="auto">
          <a:xfrm>
            <a:off x="7761288" y="4868863"/>
            <a:ext cx="1428750" cy="357188"/>
          </a:xfrm>
          <a:prstGeom prst="rect">
            <a:avLst/>
          </a:prstGeom>
          <a:noFill/>
          <a:ln w="38100">
            <a:solidFill>
              <a:srgbClr val="FF0000"/>
            </a:solidFill>
            <a:miter lim="800000"/>
            <a:headEnd type="none" w="sm" len="sm"/>
            <a:tailEnd type="none" w="sm" len="sm"/>
          </a:ln>
        </p:spPr>
        <p:txBody>
          <a:bodyPr wrap="none" anchor="ct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58" name="Rectangle 14"/>
          <p:cNvSpPr/>
          <p:nvPr/>
        </p:nvSpPr>
        <p:spPr>
          <a:xfrm>
            <a:off x="1487488" y="5516563"/>
            <a:ext cx="5400675" cy="777875"/>
          </a:xfrm>
          <a:prstGeom prst="rect">
            <a:avLst/>
          </a:prstGeom>
          <a:solidFill>
            <a:schemeClr val="bg2"/>
          </a:solidFill>
          <a:ln w="28575" cap="flat" cmpd="sng">
            <a:solidFill>
              <a:srgbClr val="008000"/>
            </a:solidFill>
            <a:prstDash val="solid"/>
            <a:miter/>
            <a:headEnd type="none" w="sm" len="sm"/>
            <a:tailEnd type="none" w="sm" len="sm"/>
          </a:ln>
        </p:spPr>
        <p:txBody>
          <a:bodyPr>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ts val="590"/>
              </a:spcBef>
              <a:spcAft>
                <a:spcPts val="590"/>
              </a:spcAft>
              <a:buSzPct val="80000"/>
              <a:buNone/>
            </a:pPr>
            <a:r>
              <a:rPr lang="zh-CN" altLang="en-US" sz="2400" dirty="0">
                <a:solidFill>
                  <a:srgbClr val="000066"/>
                </a:solidFill>
                <a:latin typeface="黑体" panose="02010609060101010101" pitchFamily="49" charset="-122"/>
                <a:cs typeface="Courier New" panose="02070409020205090404" pitchFamily="49" charset="0"/>
              </a:rPr>
              <a:t>可修改</a:t>
            </a:r>
            <a:r>
              <a:rPr lang="en-US" altLang="zh-CN" sz="2400" b="1" dirty="0">
                <a:solidFill>
                  <a:srgbClr val="C00000"/>
                </a:solidFill>
                <a:latin typeface="Courier New" panose="02070409020205090404" pitchFamily="49" charset="0"/>
                <a:cs typeface="Courier New" panose="02070409020205090404" pitchFamily="49" charset="0"/>
              </a:rPr>
              <a:t>pStr</a:t>
            </a:r>
            <a:r>
              <a:rPr lang="zh-CN" altLang="en-US" sz="2400" dirty="0">
                <a:solidFill>
                  <a:srgbClr val="000066"/>
                </a:solidFill>
                <a:latin typeface="黑体" panose="02010609060101010101" pitchFamily="49" charset="-122"/>
                <a:cs typeface="Courier New" panose="02070409020205090404" pitchFamily="49" charset="0"/>
              </a:rPr>
              <a:t>的值（指向），但不可以对它所指向的存储单元进行写操作</a:t>
            </a:r>
            <a:endParaRPr lang="zh-CN" altLang="en-US" sz="2400" dirty="0">
              <a:solidFill>
                <a:srgbClr val="000066"/>
              </a:solidFill>
              <a:latin typeface="黑体" panose="02010609060101010101" pitchFamily="49" charset="-122"/>
              <a:ea typeface="Courier New" panose="02070409020205090404" pitchFamily="49" charset="0"/>
            </a:endParaRPr>
          </a:p>
        </p:txBody>
      </p:sp>
      <p:sp>
        <p:nvSpPr>
          <p:cNvPr id="60" name="Rectangle 4"/>
          <p:cNvSpPr>
            <a:spLocks noChangeArrowheads="1"/>
          </p:cNvSpPr>
          <p:nvPr/>
        </p:nvSpPr>
        <p:spPr bwMode="auto">
          <a:xfrm>
            <a:off x="7489825" y="5837238"/>
            <a:ext cx="3249613" cy="503238"/>
          </a:xfrm>
          <a:prstGeom prst="rect">
            <a:avLst/>
          </a:prstGeom>
          <a:noFill/>
          <a:ln w="9525">
            <a:noFill/>
            <a:miter lim="800000"/>
          </a:ln>
          <a:effectLst/>
        </p:spPr>
        <p:txBody>
          <a:bodyPr lIns="92075" tIns="46037" rIns="92075" bIns="46037"/>
          <a:lstStyle/>
          <a:p>
            <a:pPr marL="374650" marR="0" lvl="0" indent="-374650" algn="l" defTabSz="914400" rtl="0" eaLnBrk="1" fontAlgn="base" latinLnBrk="0" hangingPunct="1">
              <a:lnSpc>
                <a:spcPct val="90000"/>
              </a:lnSpc>
              <a:spcBef>
                <a:spcPct val="20000"/>
              </a:spcBef>
              <a:spcAft>
                <a:spcPts val="590"/>
              </a:spcAft>
              <a:buClr>
                <a:srgbClr val="FFCC66"/>
              </a:buClr>
              <a:buSzPct val="80000"/>
              <a:buFontTx/>
              <a:buNone/>
              <a:defRPr/>
            </a:pPr>
            <a:r>
              <a:rPr kumimoji="1" lang="en-US" altLang="zh-CN" sz="2800" b="1" i="0" u="none" strike="noStrike" kern="1200" cap="none" spc="0" normalizeH="0" baseline="0" noProof="0">
                <a:ln>
                  <a:noFill/>
                </a:ln>
                <a:solidFill>
                  <a:srgbClr val="C00000"/>
                </a:solidFill>
                <a:effectLst>
                  <a:outerShdw blurRad="38100" dist="38100" dir="2700000" algn="tl">
                    <a:srgbClr val="C0C0C0"/>
                  </a:outerShdw>
                </a:effectLst>
                <a:uLnTx/>
                <a:uFillTx/>
                <a:latin typeface="Courier New" panose="02070409020205090404" pitchFamily="49" charset="0"/>
                <a:ea typeface="宋体" pitchFamily="2" charset="-122"/>
                <a:cs typeface="+mn-cs"/>
              </a:rPr>
              <a:t>*pStr</a:t>
            </a:r>
            <a:r>
              <a:rPr kumimoji="1" lang="en-US" altLang="zh-CN" sz="2800" b="1" i="0" u="none" strike="noStrike" kern="1200" cap="none" spc="0" normalizeH="0" baseline="0" noProof="0">
                <a:ln>
                  <a:noFill/>
                </a:ln>
                <a:solidFill>
                  <a:schemeClr val="tx1"/>
                </a:solidFill>
                <a:effectLst/>
                <a:uLnTx/>
                <a:uFillTx/>
                <a:latin typeface="Courier New" panose="02070409020205090404" pitchFamily="49" charset="0"/>
                <a:ea typeface="宋体" pitchFamily="2" charset="-122"/>
                <a:cs typeface="+mn-cs"/>
              </a:rPr>
              <a:t> =</a:t>
            </a:r>
            <a:r>
              <a:rPr kumimoji="1" lang="en-US" altLang="zh-CN" sz="2800" b="1" i="0" u="none" strike="noStrike" kern="1200" cap="none" spc="0" normalizeH="0" baseline="0" noProof="0">
                <a:ln>
                  <a:noFill/>
                </a:ln>
                <a:solidFill>
                  <a:srgbClr val="653A20"/>
                </a:solidFill>
                <a:effectLst/>
                <a:uLnTx/>
                <a:uFillTx/>
                <a:latin typeface="Courier New" panose="02070409020205090404" pitchFamily="49" charset="0"/>
                <a:ea typeface="宋体" pitchFamily="2" charset="-122"/>
                <a:cs typeface="+mn-cs"/>
              </a:rPr>
              <a:t> </a:t>
            </a:r>
            <a:r>
              <a:rPr kumimoji="1" lang="en-US" altLang="zh-CN" sz="2800" b="1" i="0" u="none" strike="noStrike" kern="1200" cap="none" spc="0" normalizeH="0" baseline="0" noProof="0">
                <a:ln>
                  <a:noFill/>
                </a:ln>
                <a:solidFill>
                  <a:srgbClr val="000066"/>
                </a:solidFill>
                <a:effectLst/>
                <a:uLnTx/>
                <a:uFillTx/>
                <a:latin typeface="Courier New" panose="02070409020205090404" pitchFamily="49" charset="0"/>
                <a:ea typeface="宋体" pitchFamily="2" charset="-122"/>
                <a:cs typeface="+mn-cs"/>
              </a:rPr>
              <a:t>'W'</a:t>
            </a:r>
            <a:r>
              <a:rPr kumimoji="1" lang="en-US" altLang="zh-CN" sz="2800" b="1" i="0" u="none" strike="noStrike" kern="1200" cap="none" spc="0" normalizeH="0" baseline="0" noProof="0">
                <a:ln>
                  <a:noFill/>
                </a:ln>
                <a:solidFill>
                  <a:schemeClr val="tx1"/>
                </a:solidFill>
                <a:effectLst/>
                <a:uLnTx/>
                <a:uFillTx/>
                <a:latin typeface="Courier New" panose="02070409020205090404" pitchFamily="49" charset="0"/>
                <a:ea typeface="宋体" pitchFamily="2" charset="-122"/>
                <a:cs typeface="+mn-cs"/>
              </a:rPr>
              <a:t>;</a:t>
            </a:r>
            <a:endParaRPr kumimoji="1" lang="zh-CN" altLang="en-US" sz="2800" b="1" i="0" u="none" strike="noStrike" kern="1200" cap="none" spc="0" normalizeH="0" baseline="0" noProof="0">
              <a:ln>
                <a:noFill/>
              </a:ln>
              <a:solidFill>
                <a:schemeClr val="tx1"/>
              </a:solidFill>
              <a:effectLst/>
              <a:uLnTx/>
              <a:uFillTx/>
              <a:latin typeface="Courier New" panose="02070409020205090404" pitchFamily="49" charset="0"/>
              <a:ea typeface="宋体" pitchFamily="2" charset="-122"/>
              <a:cs typeface="+mn-cs"/>
            </a:endParaRPr>
          </a:p>
        </p:txBody>
      </p:sp>
      <p:sp>
        <p:nvSpPr>
          <p:cNvPr id="61" name="AutoShape 8"/>
          <p:cNvSpPr/>
          <p:nvPr/>
        </p:nvSpPr>
        <p:spPr>
          <a:xfrm>
            <a:off x="8688388" y="5805488"/>
            <a:ext cx="546100" cy="431800"/>
          </a:xfrm>
          <a:custGeom>
            <a:avLst/>
            <a:gdLst>
              <a:gd name="txL" fmla="*/ 3163 w 21600"/>
              <a:gd name="txT" fmla="*/ 3163 h 21600"/>
              <a:gd name="txR" fmla="*/ 18437 w 21600"/>
              <a:gd name="txB" fmla="*/ 18437 h 21600"/>
            </a:gdLst>
            <a:ahLst/>
            <a:cxnLst>
              <a:cxn ang="0">
                <a:pos x="2147483646" y="0"/>
              </a:cxn>
              <a:cxn ang="0">
                <a:pos x="2147483646" y="2147483646"/>
              </a:cxn>
              <a:cxn ang="0">
                <a:pos x="0" y="2147483646"/>
              </a:cxn>
              <a:cxn ang="0">
                <a:pos x="2147483646" y="2147483646"/>
              </a:cxn>
              <a:cxn ang="0">
                <a:pos x="2147483646" y="2147483646"/>
              </a:cxn>
              <a:cxn ang="0">
                <a:pos x="2147483646" y="2147483646"/>
              </a:cxn>
              <a:cxn ang="0">
                <a:pos x="2147483646" y="2147483646"/>
              </a:cxn>
              <a:cxn ang="0">
                <a:pos x="2147483646" y="2147483646"/>
              </a:cxn>
            </a:cxnLst>
            <a:rect l="txL" t="txT" r="txR" b="txB"/>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7401" y="15493"/>
                </a:moveTo>
                <a:cubicBezTo>
                  <a:pt x="18376" y="14122"/>
                  <a:pt x="18900" y="12482"/>
                  <a:pt x="18900" y="10800"/>
                </a:cubicBezTo>
                <a:cubicBezTo>
                  <a:pt x="18900" y="6326"/>
                  <a:pt x="15273" y="2700"/>
                  <a:pt x="10800" y="2700"/>
                </a:cubicBezTo>
                <a:cubicBezTo>
                  <a:pt x="9117" y="2699"/>
                  <a:pt x="7477" y="3223"/>
                  <a:pt x="6106" y="4198"/>
                </a:cubicBezTo>
                <a:lnTo>
                  <a:pt x="17401" y="15493"/>
                </a:lnTo>
                <a:close/>
                <a:moveTo>
                  <a:pt x="4198" y="6106"/>
                </a:moveTo>
                <a:cubicBezTo>
                  <a:pt x="3223" y="7477"/>
                  <a:pt x="2700" y="9117"/>
                  <a:pt x="2700" y="10799"/>
                </a:cubicBezTo>
                <a:cubicBezTo>
                  <a:pt x="2700" y="15273"/>
                  <a:pt x="6326" y="18900"/>
                  <a:pt x="10800" y="18900"/>
                </a:cubicBezTo>
                <a:cubicBezTo>
                  <a:pt x="12482" y="18900"/>
                  <a:pt x="14122" y="18376"/>
                  <a:pt x="15493" y="17401"/>
                </a:cubicBezTo>
                <a:lnTo>
                  <a:pt x="4198" y="6106"/>
                </a:lnTo>
                <a:close/>
              </a:path>
            </a:pathLst>
          </a:custGeom>
          <a:solidFill>
            <a:srgbClr val="FF0000">
              <a:alpha val="100000"/>
            </a:srgbClr>
          </a:solidFill>
          <a:ln w="12700" cap="flat" cmpd="sng">
            <a:solidFill>
              <a:schemeClr val="tx1">
                <a:alpha val="100000"/>
              </a:schemeClr>
            </a:solidFill>
            <a:prstDash val="solid"/>
            <a:miter lim="800000"/>
            <a:headEnd type="none" w="sm" len="sm"/>
            <a:tailEnd type="none" w="sm" len="sm"/>
          </a:ln>
        </p:spPr>
        <p:txBody>
          <a:bodyPr/>
          <a:lstStyle/>
          <a:p>
            <a:endParaRPr lang="zh-CN" altLang="en-US"/>
          </a:p>
        </p:txBody>
      </p:sp>
      <p:pic>
        <p:nvPicPr>
          <p:cNvPr id="18468" name="图片 9" descr="Image3.jpg"/>
          <p:cNvPicPr>
            <a:picLocks noChangeAspect="1"/>
          </p:cNvPicPr>
          <p:nvPr/>
        </p:nvPicPr>
        <p:blipFill>
          <a:blip r:embed="rId2">
            <a:clrChange>
              <a:clrFrom>
                <a:srgbClr val="FEFFFA"/>
              </a:clrFrom>
              <a:clrTo>
                <a:srgbClr val="FEFFFA">
                  <a:alpha val="0"/>
                </a:srgbClr>
              </a:clrTo>
            </a:clrChange>
          </a:blip>
          <a:stretch>
            <a:fillRect/>
          </a:stretch>
        </p:blipFill>
        <p:spPr>
          <a:xfrm>
            <a:off x="10344150" y="4292600"/>
            <a:ext cx="647700" cy="1268413"/>
          </a:xfrm>
          <a:prstGeom prst="rect">
            <a:avLst/>
          </a:prstGeom>
          <a:noFill/>
          <a:ln w="9525">
            <a:noFill/>
          </a:ln>
        </p:spPr>
      </p:pic>
      <p:sp>
        <p:nvSpPr>
          <p:cNvPr id="18469" name="AutoShape 4"/>
          <p:cNvSpPr/>
          <p:nvPr/>
        </p:nvSpPr>
        <p:spPr>
          <a:xfrm>
            <a:off x="8040688" y="908050"/>
            <a:ext cx="2952750" cy="1944688"/>
          </a:xfrm>
          <a:prstGeom prst="cloudCallout">
            <a:avLst>
              <a:gd name="adj1" fmla="val 37042"/>
              <a:gd name="adj2" fmla="val 125347"/>
            </a:avLst>
          </a:prstGeom>
          <a:solidFill>
            <a:srgbClr val="FFFFCC"/>
          </a:solidFill>
          <a:ln w="25400" cap="flat" cmpd="sng">
            <a:solidFill>
              <a:srgbClr val="008000"/>
            </a:solidFill>
            <a:prstDash val="solid"/>
            <a:headEnd type="none" w="med" len="med"/>
            <a:tailEnd type="none" w="med" len="med"/>
          </a:ln>
        </p:spPr>
        <p:txBody>
          <a:bodyPr lIns="0" tIns="0" rIns="0" bIns="0"/>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ts val="590"/>
              </a:spcBef>
              <a:spcAft>
                <a:spcPts val="590"/>
              </a:spcAft>
              <a:buSzPct val="80000"/>
              <a:buNone/>
            </a:pPr>
            <a:r>
              <a:rPr lang="zh-CN" altLang="en-US" sz="2400" dirty="0">
                <a:solidFill>
                  <a:srgbClr val="00007F"/>
                </a:solidFill>
                <a:latin typeface="黑体" panose="02010609060101010101" pitchFamily="49" charset="-122"/>
                <a:cs typeface="Arial" panose="020B0604020202090204" pitchFamily="34" charset="0"/>
              </a:rPr>
              <a:t>如果让字符指针指向一个</a:t>
            </a:r>
            <a:r>
              <a:rPr lang="zh-CN" altLang="en-US" sz="2400" dirty="0">
                <a:solidFill>
                  <a:srgbClr val="CC0000"/>
                </a:solidFill>
                <a:latin typeface="黑体" panose="02010609060101010101" pitchFamily="49" charset="-122"/>
                <a:cs typeface="Arial" panose="020B0604020202090204" pitchFamily="34" charset="0"/>
              </a:rPr>
              <a:t>字符数组</a:t>
            </a:r>
            <a:r>
              <a:rPr lang="zh-CN" altLang="en-US" sz="2400" dirty="0">
                <a:solidFill>
                  <a:srgbClr val="00007F"/>
                </a:solidFill>
                <a:latin typeface="黑体" panose="02010609060101010101" pitchFamily="49" charset="-122"/>
                <a:cs typeface="Arial" panose="020B0604020202090204" pitchFamily="34" charset="0"/>
              </a:rPr>
              <a:t>中的字符串呢？</a:t>
            </a:r>
            <a:endParaRPr lang="zh-CN" altLang="en-US" sz="2400" dirty="0">
              <a:solidFill>
                <a:srgbClr val="00007F"/>
              </a:solidFill>
              <a:latin typeface="黑体" panose="02010609060101010101" pitchFamily="49" charset="-122"/>
              <a:ea typeface="Arial" panose="020B060402020209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52"/>
                                        </p:tgtEl>
                                        <p:attrNameLst>
                                          <p:attrName>style.visibility</p:attrName>
                                        </p:attrNameLst>
                                      </p:cBhvr>
                                      <p:to>
                                        <p:strVal val="visible"/>
                                      </p:to>
                                    </p:set>
                                    <p:anim calcmode="lin" valueType="num">
                                      <p:cBhvr>
                                        <p:cTn id="7" dur="500" fill="hold"/>
                                        <p:tgtEl>
                                          <p:spTgt spid="52"/>
                                        </p:tgtEl>
                                        <p:attrNameLst>
                                          <p:attrName>ppt_w</p:attrName>
                                        </p:attrNameLst>
                                      </p:cBhvr>
                                      <p:tavLst>
                                        <p:tav tm="0">
                                          <p:val>
                                            <p:fltVal val="0"/>
                                          </p:val>
                                        </p:tav>
                                        <p:tav tm="100000">
                                          <p:val>
                                            <p:strVal val="#ppt_w"/>
                                          </p:val>
                                        </p:tav>
                                      </p:tavLst>
                                    </p:anim>
                                    <p:anim calcmode="lin" valueType="num">
                                      <p:cBhvr>
                                        <p:cTn id="8" dur="500" fill="hold"/>
                                        <p:tgtEl>
                                          <p:spTgt spid="52"/>
                                        </p:tgtEl>
                                        <p:attrNameLst>
                                          <p:attrName>ppt_h</p:attrName>
                                        </p:attrNameLst>
                                      </p:cBhvr>
                                      <p:tavLst>
                                        <p:tav tm="0">
                                          <p:val>
                                            <p:fltVal val="0"/>
                                          </p:val>
                                        </p:tav>
                                        <p:tav tm="100000">
                                          <p:val>
                                            <p:strVal val="#ppt_h"/>
                                          </p:val>
                                        </p:tav>
                                      </p:tavLst>
                                    </p:anim>
                                    <p:animEffect transition="in" filter="fade">
                                      <p:cBhvr>
                                        <p:cTn id="9" dur="500"/>
                                        <p:tgtEl>
                                          <p:spTgt spid="52"/>
                                        </p:tgtEl>
                                      </p:cBhvr>
                                    </p:animEffect>
                                  </p:childTnLst>
                                </p:cTn>
                              </p:par>
                            </p:childTnLst>
                          </p:cTn>
                        </p:par>
                        <p:par>
                          <p:cTn id="10" fill="hold">
                            <p:stCondLst>
                              <p:cond delay="500"/>
                            </p:stCondLst>
                            <p:childTnLst>
                              <p:par>
                                <p:cTn id="11" presetID="22" presetClass="entr" presetSubtype="8" fill="hold" grpId="0" nodeType="afterEffect">
                                  <p:stCondLst>
                                    <p:cond delay="0"/>
                                  </p:stCondLst>
                                  <p:childTnLst>
                                    <p:set>
                                      <p:cBhvr>
                                        <p:cTn id="12" dur="1" fill="hold">
                                          <p:stCondLst>
                                            <p:cond delay="0"/>
                                          </p:stCondLst>
                                        </p:cTn>
                                        <p:tgtEl>
                                          <p:spTgt spid="53"/>
                                        </p:tgtEl>
                                        <p:attrNameLst>
                                          <p:attrName>style.visibility</p:attrName>
                                        </p:attrNameLst>
                                      </p:cBhvr>
                                      <p:to>
                                        <p:strVal val="visible"/>
                                      </p:to>
                                    </p:set>
                                    <p:animEffect transition="in" filter="wipe(left)">
                                      <p:cBhvr>
                                        <p:cTn id="13" dur="500"/>
                                        <p:tgtEl>
                                          <p:spTgt spid="53"/>
                                        </p:tgtEl>
                                      </p:cBhvr>
                                    </p:animEffect>
                                  </p:childTnLst>
                                </p:cTn>
                              </p:par>
                            </p:childTnLst>
                          </p:cTn>
                        </p:par>
                        <p:par>
                          <p:cTn id="14" fill="hold">
                            <p:stCondLst>
                              <p:cond delay="1000"/>
                            </p:stCondLst>
                            <p:childTnLst>
                              <p:par>
                                <p:cTn id="15" presetID="23" presetClass="entr" presetSubtype="16" fill="hold" grpId="0" nodeType="afterEffect">
                                  <p:stCondLst>
                                    <p:cond delay="0"/>
                                  </p:stCondLst>
                                  <p:childTnLst>
                                    <p:set>
                                      <p:cBhvr>
                                        <p:cTn id="16" dur="1" fill="hold">
                                          <p:stCondLst>
                                            <p:cond delay="0"/>
                                          </p:stCondLst>
                                        </p:cTn>
                                        <p:tgtEl>
                                          <p:spTgt spid="57"/>
                                        </p:tgtEl>
                                        <p:attrNameLst>
                                          <p:attrName>style.visibility</p:attrName>
                                        </p:attrNameLst>
                                      </p:cBhvr>
                                      <p:to>
                                        <p:strVal val="visible"/>
                                      </p:to>
                                    </p:set>
                                    <p:anim calcmode="lin" valueType="num">
                                      <p:cBhvr>
                                        <p:cTn id="17" dur="500" fill="hold"/>
                                        <p:tgtEl>
                                          <p:spTgt spid="57"/>
                                        </p:tgtEl>
                                        <p:attrNameLst>
                                          <p:attrName>ppt_w</p:attrName>
                                        </p:attrNameLst>
                                      </p:cBhvr>
                                      <p:tavLst>
                                        <p:tav tm="0">
                                          <p:val>
                                            <p:fltVal val="0"/>
                                          </p:val>
                                        </p:tav>
                                        <p:tav tm="100000">
                                          <p:val>
                                            <p:strVal val="#ppt_w"/>
                                          </p:val>
                                        </p:tav>
                                      </p:tavLst>
                                    </p:anim>
                                    <p:anim calcmode="lin" valueType="num">
                                      <p:cBhvr>
                                        <p:cTn id="18" dur="500" fill="hold"/>
                                        <p:tgtEl>
                                          <p:spTgt spid="57"/>
                                        </p:tgtEl>
                                        <p:attrNameLst>
                                          <p:attrName>ppt_h</p:attrName>
                                        </p:attrNameLst>
                                      </p:cBhvr>
                                      <p:tavLst>
                                        <p:tav tm="0">
                                          <p:val>
                                            <p:fltVal val="0"/>
                                          </p:val>
                                        </p:tav>
                                        <p:tav tm="100000">
                                          <p:val>
                                            <p:strVal val="#ppt_h"/>
                                          </p:val>
                                        </p:tav>
                                      </p:tavLst>
                                    </p:anim>
                                  </p:childTnLst>
                                </p:cTn>
                              </p:par>
                            </p:childTnLst>
                          </p:cTn>
                        </p:par>
                      </p:childTnLst>
                    </p:cTn>
                  </p:par>
                  <p:par>
                    <p:cTn id="19" fill="hold">
                      <p:stCondLst>
                        <p:cond delay="indefinite"/>
                      </p:stCondLst>
                      <p:childTnLst>
                        <p:par>
                          <p:cTn id="20" fill="hold">
                            <p:stCondLst>
                              <p:cond delay="0"/>
                            </p:stCondLst>
                            <p:childTnLst>
                              <p:par>
                                <p:cTn id="21" presetID="53" presetClass="entr" presetSubtype="16" fill="hold" grpId="0" nodeType="clickEffect">
                                  <p:stCondLst>
                                    <p:cond delay="0"/>
                                  </p:stCondLst>
                                  <p:childTnLst>
                                    <p:set>
                                      <p:cBhvr>
                                        <p:cTn id="22" dur="1" fill="hold">
                                          <p:stCondLst>
                                            <p:cond delay="0"/>
                                          </p:stCondLst>
                                        </p:cTn>
                                        <p:tgtEl>
                                          <p:spTgt spid="54"/>
                                        </p:tgtEl>
                                        <p:attrNameLst>
                                          <p:attrName>style.visibility</p:attrName>
                                        </p:attrNameLst>
                                      </p:cBhvr>
                                      <p:to>
                                        <p:strVal val="visible"/>
                                      </p:to>
                                    </p:set>
                                    <p:anim calcmode="lin" valueType="num">
                                      <p:cBhvr>
                                        <p:cTn id="23" dur="500" fill="hold"/>
                                        <p:tgtEl>
                                          <p:spTgt spid="54"/>
                                        </p:tgtEl>
                                        <p:attrNameLst>
                                          <p:attrName>ppt_w</p:attrName>
                                        </p:attrNameLst>
                                      </p:cBhvr>
                                      <p:tavLst>
                                        <p:tav tm="0">
                                          <p:val>
                                            <p:fltVal val="0"/>
                                          </p:val>
                                        </p:tav>
                                        <p:tav tm="100000">
                                          <p:val>
                                            <p:strVal val="#ppt_w"/>
                                          </p:val>
                                        </p:tav>
                                      </p:tavLst>
                                    </p:anim>
                                    <p:anim calcmode="lin" valueType="num">
                                      <p:cBhvr>
                                        <p:cTn id="24" dur="500" fill="hold"/>
                                        <p:tgtEl>
                                          <p:spTgt spid="54"/>
                                        </p:tgtEl>
                                        <p:attrNameLst>
                                          <p:attrName>ppt_h</p:attrName>
                                        </p:attrNameLst>
                                      </p:cBhvr>
                                      <p:tavLst>
                                        <p:tav tm="0">
                                          <p:val>
                                            <p:fltVal val="0"/>
                                          </p:val>
                                        </p:tav>
                                        <p:tav tm="100000">
                                          <p:val>
                                            <p:strVal val="#ppt_h"/>
                                          </p:val>
                                        </p:tav>
                                      </p:tavLst>
                                    </p:anim>
                                    <p:animEffect transition="in" filter="fade">
                                      <p:cBhvr>
                                        <p:cTn id="25" dur="500"/>
                                        <p:tgtEl>
                                          <p:spTgt spid="54"/>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1" fill="hold" grpId="0" nodeType="clickEffect">
                                  <p:stCondLst>
                                    <p:cond delay="0"/>
                                  </p:stCondLst>
                                  <p:childTnLst>
                                    <p:set>
                                      <p:cBhvr>
                                        <p:cTn id="29" dur="1" fill="hold">
                                          <p:stCondLst>
                                            <p:cond delay="0"/>
                                          </p:stCondLst>
                                        </p:cTn>
                                        <p:tgtEl>
                                          <p:spTgt spid="56"/>
                                        </p:tgtEl>
                                        <p:attrNameLst>
                                          <p:attrName>style.visibility</p:attrName>
                                        </p:attrNameLst>
                                      </p:cBhvr>
                                      <p:to>
                                        <p:strVal val="visible"/>
                                      </p:to>
                                    </p:set>
                                    <p:animEffect transition="in" filter="wipe(up)">
                                      <p:cBhvr>
                                        <p:cTn id="30" dur="500"/>
                                        <p:tgtEl>
                                          <p:spTgt spid="56"/>
                                        </p:tgtEl>
                                      </p:cBhvr>
                                    </p:animEffect>
                                  </p:childTnLst>
                                </p:cTn>
                              </p:par>
                            </p:childTnLst>
                          </p:cTn>
                        </p:par>
                      </p:childTnLst>
                    </p:cTn>
                  </p:par>
                  <p:par>
                    <p:cTn id="31" fill="hold">
                      <p:stCondLst>
                        <p:cond delay="indefinite"/>
                      </p:stCondLst>
                      <p:childTnLst>
                        <p:par>
                          <p:cTn id="32" fill="hold">
                            <p:stCondLst>
                              <p:cond delay="0"/>
                            </p:stCondLst>
                            <p:childTnLst>
                              <p:par>
                                <p:cTn id="33" presetID="23" presetClass="entr" presetSubtype="16" fill="hold" grpId="0" nodeType="clickEffect">
                                  <p:stCondLst>
                                    <p:cond delay="0"/>
                                  </p:stCondLst>
                                  <p:childTnLst>
                                    <p:set>
                                      <p:cBhvr>
                                        <p:cTn id="34" dur="1" fill="hold">
                                          <p:stCondLst>
                                            <p:cond delay="0"/>
                                          </p:stCondLst>
                                        </p:cTn>
                                        <p:tgtEl>
                                          <p:spTgt spid="55"/>
                                        </p:tgtEl>
                                        <p:attrNameLst>
                                          <p:attrName>style.visibility</p:attrName>
                                        </p:attrNameLst>
                                      </p:cBhvr>
                                      <p:to>
                                        <p:strVal val="visible"/>
                                      </p:to>
                                    </p:set>
                                    <p:anim calcmode="lin" valueType="num">
                                      <p:cBhvr>
                                        <p:cTn id="35" dur="500" fill="hold"/>
                                        <p:tgtEl>
                                          <p:spTgt spid="55"/>
                                        </p:tgtEl>
                                        <p:attrNameLst>
                                          <p:attrName>ppt_w</p:attrName>
                                        </p:attrNameLst>
                                      </p:cBhvr>
                                      <p:tavLst>
                                        <p:tav tm="0">
                                          <p:val>
                                            <p:fltVal val="0"/>
                                          </p:val>
                                        </p:tav>
                                        <p:tav tm="100000">
                                          <p:val>
                                            <p:strVal val="#ppt_w"/>
                                          </p:val>
                                        </p:tav>
                                      </p:tavLst>
                                    </p:anim>
                                    <p:anim calcmode="lin" valueType="num">
                                      <p:cBhvr>
                                        <p:cTn id="36" dur="500" fill="hold"/>
                                        <p:tgtEl>
                                          <p:spTgt spid="55"/>
                                        </p:tgtEl>
                                        <p:attrNameLst>
                                          <p:attrName>ppt_h</p:attrName>
                                        </p:attrNameLst>
                                      </p:cBhvr>
                                      <p:tavLst>
                                        <p:tav tm="0">
                                          <p:val>
                                            <p:fltVal val="0"/>
                                          </p:val>
                                        </p:tav>
                                        <p:tav tm="100000">
                                          <p:val>
                                            <p:strVal val="#ppt_h"/>
                                          </p:val>
                                        </p:tav>
                                      </p:tavLst>
                                    </p:anim>
                                  </p:childTnLst>
                                </p:cTn>
                              </p:par>
                            </p:childTnLst>
                          </p:cTn>
                        </p:par>
                      </p:childTnLst>
                    </p:cTn>
                  </p:par>
                  <p:par>
                    <p:cTn id="37" fill="hold">
                      <p:stCondLst>
                        <p:cond delay="indefinite"/>
                      </p:stCondLst>
                      <p:childTnLst>
                        <p:par>
                          <p:cTn id="38" fill="hold">
                            <p:stCondLst>
                              <p:cond delay="0"/>
                            </p:stCondLst>
                            <p:childTnLst>
                              <p:par>
                                <p:cTn id="39" presetID="53" presetClass="entr" presetSubtype="16" fill="hold" grpId="0" nodeType="clickEffect">
                                  <p:stCondLst>
                                    <p:cond delay="0"/>
                                  </p:stCondLst>
                                  <p:childTnLst>
                                    <p:set>
                                      <p:cBhvr>
                                        <p:cTn id="40" dur="1" fill="hold">
                                          <p:stCondLst>
                                            <p:cond delay="0"/>
                                          </p:stCondLst>
                                        </p:cTn>
                                        <p:tgtEl>
                                          <p:spTgt spid="58"/>
                                        </p:tgtEl>
                                        <p:attrNameLst>
                                          <p:attrName>style.visibility</p:attrName>
                                        </p:attrNameLst>
                                      </p:cBhvr>
                                      <p:to>
                                        <p:strVal val="visible"/>
                                      </p:to>
                                    </p:set>
                                    <p:anim calcmode="lin" valueType="num">
                                      <p:cBhvr>
                                        <p:cTn id="41" dur="500" fill="hold"/>
                                        <p:tgtEl>
                                          <p:spTgt spid="58"/>
                                        </p:tgtEl>
                                        <p:attrNameLst>
                                          <p:attrName>ppt_w</p:attrName>
                                        </p:attrNameLst>
                                      </p:cBhvr>
                                      <p:tavLst>
                                        <p:tav tm="0">
                                          <p:val>
                                            <p:fltVal val="0"/>
                                          </p:val>
                                        </p:tav>
                                        <p:tav tm="100000">
                                          <p:val>
                                            <p:strVal val="#ppt_w"/>
                                          </p:val>
                                        </p:tav>
                                      </p:tavLst>
                                    </p:anim>
                                    <p:anim calcmode="lin" valueType="num">
                                      <p:cBhvr>
                                        <p:cTn id="42" dur="500" fill="hold"/>
                                        <p:tgtEl>
                                          <p:spTgt spid="58"/>
                                        </p:tgtEl>
                                        <p:attrNameLst>
                                          <p:attrName>ppt_h</p:attrName>
                                        </p:attrNameLst>
                                      </p:cBhvr>
                                      <p:tavLst>
                                        <p:tav tm="0">
                                          <p:val>
                                            <p:fltVal val="0"/>
                                          </p:val>
                                        </p:tav>
                                        <p:tav tm="100000">
                                          <p:val>
                                            <p:strVal val="#ppt_h"/>
                                          </p:val>
                                        </p:tav>
                                      </p:tavLst>
                                    </p:anim>
                                    <p:animEffect transition="in" filter="fade">
                                      <p:cBhvr>
                                        <p:cTn id="43" dur="500"/>
                                        <p:tgtEl>
                                          <p:spTgt spid="58"/>
                                        </p:tgtEl>
                                      </p:cBhvr>
                                    </p:animEffect>
                                  </p:childTnLst>
                                </p:cTn>
                              </p:par>
                            </p:childTnLst>
                          </p:cTn>
                        </p:par>
                      </p:childTnLst>
                    </p:cTn>
                  </p:par>
                  <p:par>
                    <p:cTn id="44" fill="hold">
                      <p:stCondLst>
                        <p:cond delay="indefinite"/>
                      </p:stCondLst>
                      <p:childTnLst>
                        <p:par>
                          <p:cTn id="45" fill="hold">
                            <p:stCondLst>
                              <p:cond delay="0"/>
                            </p:stCondLst>
                            <p:childTnLst>
                              <p:par>
                                <p:cTn id="46" presetID="53" presetClass="entr" presetSubtype="16" fill="hold" grpId="0" nodeType="clickEffect">
                                  <p:stCondLst>
                                    <p:cond delay="0"/>
                                  </p:stCondLst>
                                  <p:childTnLst>
                                    <p:set>
                                      <p:cBhvr>
                                        <p:cTn id="47" dur="1" fill="hold">
                                          <p:stCondLst>
                                            <p:cond delay="0"/>
                                          </p:stCondLst>
                                        </p:cTn>
                                        <p:tgtEl>
                                          <p:spTgt spid="60"/>
                                        </p:tgtEl>
                                        <p:attrNameLst>
                                          <p:attrName>style.visibility</p:attrName>
                                        </p:attrNameLst>
                                      </p:cBhvr>
                                      <p:to>
                                        <p:strVal val="visible"/>
                                      </p:to>
                                    </p:set>
                                    <p:anim calcmode="lin" valueType="num">
                                      <p:cBhvr>
                                        <p:cTn id="48" dur="500" fill="hold"/>
                                        <p:tgtEl>
                                          <p:spTgt spid="60"/>
                                        </p:tgtEl>
                                        <p:attrNameLst>
                                          <p:attrName>ppt_w</p:attrName>
                                        </p:attrNameLst>
                                      </p:cBhvr>
                                      <p:tavLst>
                                        <p:tav tm="0">
                                          <p:val>
                                            <p:fltVal val="0"/>
                                          </p:val>
                                        </p:tav>
                                        <p:tav tm="100000">
                                          <p:val>
                                            <p:strVal val="#ppt_w"/>
                                          </p:val>
                                        </p:tav>
                                      </p:tavLst>
                                    </p:anim>
                                    <p:anim calcmode="lin" valueType="num">
                                      <p:cBhvr>
                                        <p:cTn id="49" dur="500" fill="hold"/>
                                        <p:tgtEl>
                                          <p:spTgt spid="60"/>
                                        </p:tgtEl>
                                        <p:attrNameLst>
                                          <p:attrName>ppt_h</p:attrName>
                                        </p:attrNameLst>
                                      </p:cBhvr>
                                      <p:tavLst>
                                        <p:tav tm="0">
                                          <p:val>
                                            <p:fltVal val="0"/>
                                          </p:val>
                                        </p:tav>
                                        <p:tav tm="100000">
                                          <p:val>
                                            <p:strVal val="#ppt_h"/>
                                          </p:val>
                                        </p:tav>
                                      </p:tavLst>
                                    </p:anim>
                                    <p:animEffect transition="in" filter="fade">
                                      <p:cBhvr>
                                        <p:cTn id="50" dur="500"/>
                                        <p:tgtEl>
                                          <p:spTgt spid="60"/>
                                        </p:tgtEl>
                                      </p:cBhvr>
                                    </p:animEffect>
                                  </p:childTnLst>
                                </p:cTn>
                              </p:par>
                            </p:childTnLst>
                          </p:cTn>
                        </p:par>
                      </p:childTnLst>
                    </p:cTn>
                  </p:par>
                  <p:par>
                    <p:cTn id="51" fill="hold">
                      <p:stCondLst>
                        <p:cond delay="indefinite"/>
                      </p:stCondLst>
                      <p:childTnLst>
                        <p:par>
                          <p:cTn id="52" fill="hold">
                            <p:stCondLst>
                              <p:cond delay="0"/>
                            </p:stCondLst>
                            <p:childTnLst>
                              <p:par>
                                <p:cTn id="53" presetID="23" presetClass="entr" presetSubtype="32" fill="hold" nodeType="clickEffect">
                                  <p:stCondLst>
                                    <p:cond delay="0"/>
                                  </p:stCondLst>
                                  <p:childTnLst>
                                    <p:set>
                                      <p:cBhvr>
                                        <p:cTn id="54" dur="1" fill="hold">
                                          <p:stCondLst>
                                            <p:cond delay="0"/>
                                          </p:stCondLst>
                                        </p:cTn>
                                        <p:tgtEl>
                                          <p:spTgt spid="61"/>
                                        </p:tgtEl>
                                        <p:attrNameLst>
                                          <p:attrName>style.visibility</p:attrName>
                                        </p:attrNameLst>
                                      </p:cBhvr>
                                      <p:to>
                                        <p:strVal val="visible"/>
                                      </p:to>
                                    </p:set>
                                    <p:anim calcmode="lin" valueType="num">
                                      <p:cBhvr>
                                        <p:cTn id="55" dur="500" fill="hold"/>
                                        <p:tgtEl>
                                          <p:spTgt spid="61"/>
                                        </p:tgtEl>
                                        <p:attrNameLst>
                                          <p:attrName>ppt_w</p:attrName>
                                        </p:attrNameLst>
                                      </p:cBhvr>
                                      <p:tavLst>
                                        <p:tav tm="0">
                                          <p:val>
                                            <p:strVal val="4*#ppt_w"/>
                                          </p:val>
                                        </p:tav>
                                        <p:tav tm="100000">
                                          <p:val>
                                            <p:strVal val="#ppt_w"/>
                                          </p:val>
                                        </p:tav>
                                      </p:tavLst>
                                    </p:anim>
                                    <p:anim calcmode="lin" valueType="num">
                                      <p:cBhvr>
                                        <p:cTn id="56" dur="500" fill="hold"/>
                                        <p:tgtEl>
                                          <p:spTgt spid="61"/>
                                        </p:tgtEl>
                                        <p:attrNameLst>
                                          <p:attrName>ppt_h</p:attrName>
                                        </p:attrNameLst>
                                      </p:cBhvr>
                                      <p:tavLst>
                                        <p:tav tm="0">
                                          <p:val>
                                            <p:strVal val="4*#ppt_h"/>
                                          </p:val>
                                        </p:tav>
                                        <p:tav tm="100000">
                                          <p:val>
                                            <p:strVal val="#ppt_h"/>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nodeType="clickEffect">
                                  <p:stCondLst>
                                    <p:cond delay="0"/>
                                  </p:stCondLst>
                                  <p:childTnLst>
                                    <p:set>
                                      <p:cBhvr>
                                        <p:cTn id="60" dur="1" fill="hold">
                                          <p:stCondLst>
                                            <p:cond delay="0"/>
                                          </p:stCondLst>
                                        </p:cTn>
                                        <p:tgtEl>
                                          <p:spTgt spid="18468"/>
                                        </p:tgtEl>
                                        <p:attrNameLst>
                                          <p:attrName>style.visibility</p:attrName>
                                        </p:attrNameLst>
                                      </p:cBhvr>
                                      <p:to>
                                        <p:strVal val="visible"/>
                                      </p:to>
                                    </p:set>
                                    <p:anim calcmode="lin" valueType="num">
                                      <p:cBhvr additive="base">
                                        <p:cTn id="61" dur="500" fill="hold"/>
                                        <p:tgtEl>
                                          <p:spTgt spid="18468"/>
                                        </p:tgtEl>
                                        <p:attrNameLst>
                                          <p:attrName>ppt_x</p:attrName>
                                        </p:attrNameLst>
                                      </p:cBhvr>
                                      <p:tavLst>
                                        <p:tav tm="0">
                                          <p:val>
                                            <p:strVal val="#ppt_x"/>
                                          </p:val>
                                        </p:tav>
                                        <p:tav tm="100000">
                                          <p:val>
                                            <p:strVal val="#ppt_x"/>
                                          </p:val>
                                        </p:tav>
                                      </p:tavLst>
                                    </p:anim>
                                    <p:anim calcmode="lin" valueType="num">
                                      <p:cBhvr additive="base">
                                        <p:cTn id="62" dur="500" fill="hold"/>
                                        <p:tgtEl>
                                          <p:spTgt spid="18468"/>
                                        </p:tgtEl>
                                        <p:attrNameLst>
                                          <p:attrName>ppt_y</p:attrName>
                                        </p:attrNameLst>
                                      </p:cBhvr>
                                      <p:tavLst>
                                        <p:tav tm="0">
                                          <p:val>
                                            <p:strVal val="1+#ppt_h/2"/>
                                          </p:val>
                                        </p:tav>
                                        <p:tav tm="100000">
                                          <p:val>
                                            <p:strVal val="#ppt_y"/>
                                          </p:val>
                                        </p:tav>
                                      </p:tavLst>
                                    </p:anim>
                                  </p:childTnLst>
                                </p:cTn>
                              </p:par>
                              <p:par>
                                <p:cTn id="63" presetID="2" presetClass="entr" presetSubtype="4" fill="hold" grpId="0" nodeType="withEffect">
                                  <p:stCondLst>
                                    <p:cond delay="0"/>
                                  </p:stCondLst>
                                  <p:childTnLst>
                                    <p:set>
                                      <p:cBhvr>
                                        <p:cTn id="64" dur="1" fill="hold">
                                          <p:stCondLst>
                                            <p:cond delay="0"/>
                                          </p:stCondLst>
                                        </p:cTn>
                                        <p:tgtEl>
                                          <p:spTgt spid="18469"/>
                                        </p:tgtEl>
                                        <p:attrNameLst>
                                          <p:attrName>style.visibility</p:attrName>
                                        </p:attrNameLst>
                                      </p:cBhvr>
                                      <p:to>
                                        <p:strVal val="visible"/>
                                      </p:to>
                                    </p:set>
                                    <p:anim calcmode="lin" valueType="num">
                                      <p:cBhvr additive="base">
                                        <p:cTn id="65" dur="500" fill="hold"/>
                                        <p:tgtEl>
                                          <p:spTgt spid="18469"/>
                                        </p:tgtEl>
                                        <p:attrNameLst>
                                          <p:attrName>ppt_x</p:attrName>
                                        </p:attrNameLst>
                                      </p:cBhvr>
                                      <p:tavLst>
                                        <p:tav tm="0">
                                          <p:val>
                                            <p:strVal val="#ppt_x"/>
                                          </p:val>
                                        </p:tav>
                                        <p:tav tm="100000">
                                          <p:val>
                                            <p:strVal val="#ppt_x"/>
                                          </p:val>
                                        </p:tav>
                                      </p:tavLst>
                                    </p:anim>
                                    <p:anim calcmode="lin" valueType="num">
                                      <p:cBhvr additive="base">
                                        <p:cTn id="66" dur="500" fill="hold"/>
                                        <p:tgtEl>
                                          <p:spTgt spid="1846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animBg="1"/>
      <p:bldP spid="53" grpId="0" animBg="1"/>
      <p:bldP spid="54" grpId="0" animBg="1"/>
      <p:bldP spid="55" grpId="0"/>
      <p:bldP spid="56" grpId="0" animBg="1"/>
      <p:bldP spid="57" grpId="0" animBg="1"/>
      <p:bldP spid="58" grpId="0" animBg="1"/>
      <p:bldP spid="60" grpId="0"/>
      <p:bldP spid="18469" grpId="0" animBg="1"/>
    </p:bldLst>
  </p:timing>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79874" name="Picture 2"/>
          <p:cNvPicPr preferRelativeResize="0">
            <a:picLocks noChangeAspect="1"/>
          </p:cNvPicPr>
          <p:nvPr/>
        </p:nvPicPr>
        <p:blipFill>
          <a:blip r:embed="rId1">
            <a:clrChange>
              <a:clrFrom>
                <a:srgbClr val="FFFFFF"/>
              </a:clrFrom>
              <a:clrTo>
                <a:srgbClr val="FFFFFF">
                  <a:alpha val="0"/>
                </a:srgbClr>
              </a:clrTo>
            </a:clrChange>
          </a:blip>
          <a:stretch>
            <a:fillRect/>
          </a:stretch>
        </p:blipFill>
        <p:spPr>
          <a:xfrm>
            <a:off x="7032625" y="2541588"/>
            <a:ext cx="3652838" cy="3228975"/>
          </a:xfrm>
          <a:prstGeom prst="rect">
            <a:avLst/>
          </a:prstGeom>
          <a:noFill/>
          <a:ln w="28575">
            <a:noFill/>
          </a:ln>
        </p:spPr>
      </p:pic>
      <p:sp>
        <p:nvSpPr>
          <p:cNvPr id="79875" name="Rectangle 2"/>
          <p:cNvSpPr>
            <a:spLocks noGrp="1"/>
          </p:cNvSpPr>
          <p:nvPr>
            <p:ph type="title"/>
          </p:nvPr>
        </p:nvSpPr>
        <p:spPr>
          <a:xfrm>
            <a:off x="1631950" y="260350"/>
            <a:ext cx="8915400" cy="1143000"/>
          </a:xfrm>
        </p:spPr>
        <p:txBody>
          <a:bodyPr vert="horz" wrap="square" lIns="91440" tIns="45720" rIns="91440" bIns="45720" anchor="ctr" anchorCtr="0"/>
          <a:lstStyle/>
          <a:p>
            <a:r>
              <a:rPr lang="en-US" altLang="zh-CN" kern="1200" dirty="0">
                <a:latin typeface="Arial" panose="020B0604020202090204" pitchFamily="34" charset="0"/>
                <a:ea typeface="黑体" panose="02010609060101010101" pitchFamily="49" charset="-122"/>
                <a:cs typeface="Arial" panose="020B0604020202090204" pitchFamily="34" charset="0"/>
              </a:rPr>
              <a:t>3.3.3 </a:t>
            </a:r>
            <a:r>
              <a:rPr lang="zh-CN" altLang="en-US" kern="1200" dirty="0">
                <a:latin typeface="Arial" panose="020B0604020202090204" pitchFamily="34" charset="0"/>
                <a:ea typeface="黑体" panose="02010609060101010101" pitchFamily="49" charset="-122"/>
                <a:cs typeface="Arial" panose="020B0604020202090204" pitchFamily="34" charset="0"/>
              </a:rPr>
              <a:t>字符指针</a:t>
            </a:r>
            <a:endParaRPr lang="en-US" altLang="zh-CN" kern="1200" dirty="0">
              <a:latin typeface="Arial" panose="020B0604020202090204" pitchFamily="34" charset="0"/>
              <a:ea typeface="黑体" panose="02010609060101010101" pitchFamily="49" charset="-122"/>
              <a:cs typeface="Arial" panose="020B0604020202090204" pitchFamily="34" charset="0"/>
            </a:endParaRPr>
          </a:p>
        </p:txBody>
      </p:sp>
      <p:grpSp>
        <p:nvGrpSpPr>
          <p:cNvPr id="79876" name="Group 5"/>
          <p:cNvGrpSpPr/>
          <p:nvPr/>
        </p:nvGrpSpPr>
        <p:grpSpPr>
          <a:xfrm>
            <a:off x="2478088" y="1441450"/>
            <a:ext cx="7332662" cy="503238"/>
            <a:chOff x="839" y="1389"/>
            <a:chExt cx="4264" cy="317"/>
          </a:xfrm>
        </p:grpSpPr>
        <p:grpSp>
          <p:nvGrpSpPr>
            <p:cNvPr id="79894" name="Group 6"/>
            <p:cNvGrpSpPr/>
            <p:nvPr/>
          </p:nvGrpSpPr>
          <p:grpSpPr>
            <a:xfrm>
              <a:off x="839" y="1389"/>
              <a:ext cx="4173" cy="317"/>
              <a:chOff x="1474" y="1389"/>
              <a:chExt cx="4173" cy="317"/>
            </a:xfrm>
          </p:grpSpPr>
          <p:sp>
            <p:nvSpPr>
              <p:cNvPr id="34" name="Rectangle 7"/>
              <p:cNvSpPr>
                <a:spLocks noChangeArrowheads="1"/>
              </p:cNvSpPr>
              <p:nvPr/>
            </p:nvSpPr>
            <p:spPr bwMode="auto">
              <a:xfrm>
                <a:off x="1474" y="1389"/>
                <a:ext cx="4173" cy="317"/>
              </a:xfrm>
              <a:prstGeom prst="rect">
                <a:avLst/>
              </a:prstGeom>
              <a:noFill/>
              <a:ln w="57150">
                <a:solidFill>
                  <a:srgbClr val="000080"/>
                </a:solidFill>
                <a:miter lim="800000"/>
              </a:ln>
              <a:effectLst/>
            </p:spPr>
            <p:txBody>
              <a:bodyPr wrap="none" anchor="ct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35" name="Line 8"/>
              <p:cNvSpPr>
                <a:spLocks noChangeShapeType="1"/>
              </p:cNvSpPr>
              <p:nvPr/>
            </p:nvSpPr>
            <p:spPr bwMode="auto">
              <a:xfrm>
                <a:off x="1837" y="1389"/>
                <a:ext cx="0" cy="317"/>
              </a:xfrm>
              <a:prstGeom prst="line">
                <a:avLst/>
              </a:prstGeom>
              <a:noFill/>
              <a:ln w="38100">
                <a:solidFill>
                  <a:srgbClr val="000080"/>
                </a:solidFill>
                <a:round/>
                <a:headEnd type="none" w="sm" len="sm"/>
                <a:tailEnd type="none" w="sm" len="sm"/>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36" name="Line 9"/>
              <p:cNvSpPr>
                <a:spLocks noChangeShapeType="1"/>
              </p:cNvSpPr>
              <p:nvPr/>
            </p:nvSpPr>
            <p:spPr bwMode="auto">
              <a:xfrm>
                <a:off x="2200" y="1389"/>
                <a:ext cx="0" cy="317"/>
              </a:xfrm>
              <a:prstGeom prst="line">
                <a:avLst/>
              </a:prstGeom>
              <a:noFill/>
              <a:ln w="38100">
                <a:solidFill>
                  <a:srgbClr val="000080"/>
                </a:solidFill>
                <a:round/>
                <a:headEnd type="none" w="sm" len="sm"/>
                <a:tailEnd type="none" w="sm" len="sm"/>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37" name="Line 10"/>
              <p:cNvSpPr>
                <a:spLocks noChangeShapeType="1"/>
              </p:cNvSpPr>
              <p:nvPr/>
            </p:nvSpPr>
            <p:spPr bwMode="auto">
              <a:xfrm>
                <a:off x="2561" y="1389"/>
                <a:ext cx="0" cy="317"/>
              </a:xfrm>
              <a:prstGeom prst="line">
                <a:avLst/>
              </a:prstGeom>
              <a:noFill/>
              <a:ln w="38100">
                <a:solidFill>
                  <a:srgbClr val="000080"/>
                </a:solidFill>
                <a:round/>
                <a:headEnd type="none" w="sm" len="sm"/>
                <a:tailEnd type="none" w="sm" len="sm"/>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38" name="Line 11"/>
              <p:cNvSpPr>
                <a:spLocks noChangeShapeType="1"/>
              </p:cNvSpPr>
              <p:nvPr/>
            </p:nvSpPr>
            <p:spPr bwMode="auto">
              <a:xfrm>
                <a:off x="2925" y="1389"/>
                <a:ext cx="0" cy="317"/>
              </a:xfrm>
              <a:prstGeom prst="line">
                <a:avLst/>
              </a:prstGeom>
              <a:noFill/>
              <a:ln w="38100">
                <a:solidFill>
                  <a:srgbClr val="000080"/>
                </a:solidFill>
                <a:round/>
                <a:headEnd type="none" w="sm" len="sm"/>
                <a:tailEnd type="none" w="sm" len="sm"/>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39" name="Line 12"/>
              <p:cNvSpPr>
                <a:spLocks noChangeShapeType="1"/>
              </p:cNvSpPr>
              <p:nvPr/>
            </p:nvSpPr>
            <p:spPr bwMode="auto">
              <a:xfrm>
                <a:off x="3288" y="1389"/>
                <a:ext cx="0" cy="317"/>
              </a:xfrm>
              <a:prstGeom prst="line">
                <a:avLst/>
              </a:prstGeom>
              <a:noFill/>
              <a:ln w="38100">
                <a:solidFill>
                  <a:srgbClr val="000080"/>
                </a:solidFill>
                <a:round/>
                <a:headEnd type="none" w="sm" len="sm"/>
                <a:tailEnd type="none" w="sm" len="sm"/>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40" name="Line 13"/>
              <p:cNvSpPr>
                <a:spLocks noChangeShapeType="1"/>
              </p:cNvSpPr>
              <p:nvPr/>
            </p:nvSpPr>
            <p:spPr bwMode="auto">
              <a:xfrm>
                <a:off x="3636" y="1389"/>
                <a:ext cx="0" cy="317"/>
              </a:xfrm>
              <a:prstGeom prst="line">
                <a:avLst/>
              </a:prstGeom>
              <a:noFill/>
              <a:ln w="38100">
                <a:solidFill>
                  <a:srgbClr val="000080"/>
                </a:solidFill>
                <a:round/>
                <a:headEnd type="none" w="sm" len="sm"/>
                <a:tailEnd type="none" w="sm" len="sm"/>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41" name="Line 14"/>
              <p:cNvSpPr>
                <a:spLocks noChangeShapeType="1"/>
              </p:cNvSpPr>
              <p:nvPr/>
            </p:nvSpPr>
            <p:spPr bwMode="auto">
              <a:xfrm>
                <a:off x="3966" y="1389"/>
                <a:ext cx="0" cy="317"/>
              </a:xfrm>
              <a:prstGeom prst="line">
                <a:avLst/>
              </a:prstGeom>
              <a:noFill/>
              <a:ln w="38100">
                <a:solidFill>
                  <a:srgbClr val="000080"/>
                </a:solidFill>
                <a:round/>
                <a:headEnd type="none" w="sm" len="sm"/>
                <a:tailEnd type="none" w="sm" len="sm"/>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42" name="Line 15"/>
              <p:cNvSpPr>
                <a:spLocks noChangeShapeType="1"/>
              </p:cNvSpPr>
              <p:nvPr/>
            </p:nvSpPr>
            <p:spPr bwMode="auto">
              <a:xfrm>
                <a:off x="4315" y="1389"/>
                <a:ext cx="0" cy="317"/>
              </a:xfrm>
              <a:prstGeom prst="line">
                <a:avLst/>
              </a:prstGeom>
              <a:noFill/>
              <a:ln w="38100">
                <a:solidFill>
                  <a:srgbClr val="000080"/>
                </a:solidFill>
                <a:round/>
                <a:headEnd type="none" w="sm" len="sm"/>
                <a:tailEnd type="none" w="sm" len="sm"/>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43" name="Line 16"/>
              <p:cNvSpPr>
                <a:spLocks noChangeShapeType="1"/>
              </p:cNvSpPr>
              <p:nvPr/>
            </p:nvSpPr>
            <p:spPr bwMode="auto">
              <a:xfrm>
                <a:off x="4649" y="1389"/>
                <a:ext cx="0" cy="317"/>
              </a:xfrm>
              <a:prstGeom prst="line">
                <a:avLst/>
              </a:prstGeom>
              <a:noFill/>
              <a:ln w="38100">
                <a:solidFill>
                  <a:srgbClr val="000080"/>
                </a:solidFill>
                <a:round/>
                <a:headEnd type="none" w="sm" len="sm"/>
                <a:tailEnd type="none" w="sm" len="sm"/>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44" name="Line 17"/>
              <p:cNvSpPr>
                <a:spLocks noChangeShapeType="1"/>
              </p:cNvSpPr>
              <p:nvPr/>
            </p:nvSpPr>
            <p:spPr bwMode="auto">
              <a:xfrm>
                <a:off x="4982" y="1389"/>
                <a:ext cx="0" cy="317"/>
              </a:xfrm>
              <a:prstGeom prst="line">
                <a:avLst/>
              </a:prstGeom>
              <a:noFill/>
              <a:ln w="38100">
                <a:solidFill>
                  <a:srgbClr val="000080"/>
                </a:solidFill>
                <a:round/>
                <a:headEnd type="none" w="sm" len="sm"/>
                <a:tailEnd type="none" w="sm" len="sm"/>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45" name="Line 18"/>
              <p:cNvSpPr>
                <a:spLocks noChangeShapeType="1"/>
              </p:cNvSpPr>
              <p:nvPr/>
            </p:nvSpPr>
            <p:spPr bwMode="auto">
              <a:xfrm>
                <a:off x="5312" y="1389"/>
                <a:ext cx="0" cy="317"/>
              </a:xfrm>
              <a:prstGeom prst="line">
                <a:avLst/>
              </a:prstGeom>
              <a:noFill/>
              <a:ln w="38100">
                <a:solidFill>
                  <a:srgbClr val="000080"/>
                </a:solidFill>
                <a:round/>
                <a:headEnd type="none" w="sm" len="sm"/>
                <a:tailEnd type="none" w="sm" len="sm"/>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grpSp>
        <p:sp>
          <p:nvSpPr>
            <p:cNvPr id="33" name="Text Box 19"/>
            <p:cNvSpPr txBox="1">
              <a:spLocks noChangeArrowheads="1"/>
            </p:cNvSpPr>
            <p:nvPr/>
          </p:nvSpPr>
          <p:spPr bwMode="auto">
            <a:xfrm>
              <a:off x="859" y="1393"/>
              <a:ext cx="4244" cy="273"/>
            </a:xfrm>
            <a:prstGeom prst="rect">
              <a:avLst/>
            </a:prstGeom>
            <a:noFill/>
            <a:ln w="12700">
              <a:noFill/>
              <a:miter lim="800000"/>
              <a:headEnd type="none" w="sm" len="sm"/>
              <a:tailEnd type="none" w="sm" len="sm"/>
            </a:ln>
            <a:effectLst/>
          </p:spPr>
          <p:txBody>
            <a:bodyPr>
              <a:spAutoFit/>
            </a:bodyPr>
            <a:lstStyle/>
            <a:p>
              <a:pPr marR="0" defTabSz="914400" eaLnBrk="1" hangingPunct="1">
                <a:lnSpc>
                  <a:spcPct val="90000"/>
                </a:lnSpc>
                <a:spcBef>
                  <a:spcPct val="50000"/>
                </a:spcBef>
                <a:spcAft>
                  <a:spcPts val="590"/>
                </a:spcAft>
                <a:buClr>
                  <a:schemeClr val="tx2"/>
                </a:buClr>
                <a:buSzPct val="80000"/>
                <a:buFontTx/>
                <a:buNone/>
                <a:defRPr/>
              </a:pPr>
              <a:r>
                <a:rPr kumimoji="0" lang="en-US" altLang="zh-CN" b="1" kern="1200" cap="none" spc="0" normalizeH="0" baseline="0" noProof="0" dirty="0">
                  <a:effectLst>
                    <a:outerShdw blurRad="38100" dist="38100" dir="2700000" algn="tl">
                      <a:srgbClr val="C0C0C0"/>
                    </a:outerShdw>
                  </a:effectLst>
                  <a:latin typeface="Courier New" panose="02070409020205090404" pitchFamily="49" charset="0"/>
                  <a:ea typeface="宋体" pitchFamily="2" charset="-122"/>
                  <a:cs typeface="Courier New" panose="02070409020205090404" pitchFamily="49" charset="0"/>
                </a:rPr>
                <a:t> </a:t>
              </a:r>
              <a:r>
                <a:rPr kumimoji="0" lang="en-US" altLang="zh-CN" sz="2400" b="1" kern="1200" cap="none" spc="0" normalizeH="0" baseline="0" noProof="0" dirty="0">
                  <a:effectLst>
                    <a:outerShdw blurRad="38100" dist="38100" dir="2700000" algn="tl">
                      <a:srgbClr val="C0C0C0"/>
                    </a:outerShdw>
                  </a:effectLst>
                  <a:latin typeface="Courier New" panose="02070409020205090404" pitchFamily="49" charset="0"/>
                  <a:ea typeface="宋体" pitchFamily="2" charset="-122"/>
                  <a:cs typeface="Courier New" panose="02070409020205090404" pitchFamily="49" charset="0"/>
                </a:rPr>
                <a:t>H  e  l   </a:t>
              </a:r>
              <a:r>
                <a:rPr kumimoji="0" lang="en-US" altLang="zh-CN" sz="2400" b="1" kern="1200" cap="none" spc="0" normalizeH="0" baseline="0" noProof="0" dirty="0" err="1">
                  <a:effectLst>
                    <a:outerShdw blurRad="38100" dist="38100" dir="2700000" algn="tl">
                      <a:srgbClr val="C0C0C0"/>
                    </a:outerShdw>
                  </a:effectLst>
                  <a:latin typeface="Courier New" panose="02070409020205090404" pitchFamily="49" charset="0"/>
                  <a:ea typeface="宋体" pitchFamily="2" charset="-122"/>
                  <a:cs typeface="Courier New" panose="02070409020205090404" pitchFamily="49" charset="0"/>
                </a:rPr>
                <a:t>l</a:t>
              </a:r>
              <a:r>
                <a:rPr kumimoji="0" lang="en-US" altLang="zh-CN" sz="2400" b="1" kern="1200" cap="none" spc="0" normalizeH="0" baseline="0" noProof="0" dirty="0">
                  <a:effectLst>
                    <a:outerShdw blurRad="38100" dist="38100" dir="2700000" algn="tl">
                      <a:srgbClr val="C0C0C0"/>
                    </a:outerShdw>
                  </a:effectLst>
                  <a:latin typeface="Courier New" panose="02070409020205090404" pitchFamily="49" charset="0"/>
                  <a:ea typeface="宋体" pitchFamily="2" charset="-122"/>
                  <a:cs typeface="Courier New" panose="02070409020205090404" pitchFamily="49" charset="0"/>
                </a:rPr>
                <a:t>  o      C  h  </a:t>
              </a:r>
              <a:r>
                <a:rPr kumimoji="0" lang="en-US" altLang="zh-CN" sz="2400" b="1" kern="1200" cap="none" spc="0" normalizeH="0" baseline="0" noProof="0" dirty="0" err="1">
                  <a:effectLst>
                    <a:outerShdw blurRad="38100" dist="38100" dir="2700000" algn="tl">
                      <a:srgbClr val="C0C0C0"/>
                    </a:outerShdw>
                  </a:effectLst>
                  <a:latin typeface="Courier New" panose="02070409020205090404" pitchFamily="49" charset="0"/>
                  <a:ea typeface="宋体" pitchFamily="2" charset="-122"/>
                  <a:cs typeface="Courier New" panose="02070409020205090404" pitchFamily="49" charset="0"/>
                </a:rPr>
                <a:t>i</a:t>
              </a:r>
              <a:r>
                <a:rPr kumimoji="0" lang="en-US" altLang="zh-CN" sz="2400" b="1" kern="1200" cap="none" spc="0" normalizeH="0" baseline="0" noProof="0" dirty="0">
                  <a:effectLst>
                    <a:outerShdw blurRad="38100" dist="38100" dir="2700000" algn="tl">
                      <a:srgbClr val="C0C0C0"/>
                    </a:outerShdw>
                  </a:effectLst>
                  <a:latin typeface="Courier New" panose="02070409020205090404" pitchFamily="49" charset="0"/>
                  <a:ea typeface="宋体" pitchFamily="2" charset="-122"/>
                  <a:cs typeface="Courier New" panose="02070409020205090404" pitchFamily="49" charset="0"/>
                </a:rPr>
                <a:t>  n   a \0     </a:t>
              </a:r>
              <a:endParaRPr kumimoji="0" lang="en-US" altLang="zh-CN" sz="2400" b="1" kern="1200" cap="none" spc="0" normalizeH="0" baseline="0" noProof="0" dirty="0">
                <a:effectLst>
                  <a:outerShdw blurRad="38100" dist="38100" dir="2700000" algn="tl">
                    <a:srgbClr val="C0C0C0"/>
                  </a:outerShdw>
                </a:effectLst>
                <a:latin typeface="Courier New" panose="02070409020205090404" pitchFamily="49" charset="0"/>
                <a:ea typeface="宋体" pitchFamily="2" charset="-122"/>
                <a:cs typeface="Courier New" panose="02070409020205090404" pitchFamily="49" charset="0"/>
              </a:endParaRPr>
            </a:p>
          </p:txBody>
        </p:sp>
      </p:grpSp>
      <p:grpSp>
        <p:nvGrpSpPr>
          <p:cNvPr id="4" name="组合 45"/>
          <p:cNvGrpSpPr/>
          <p:nvPr/>
        </p:nvGrpSpPr>
        <p:grpSpPr>
          <a:xfrm>
            <a:off x="2746375" y="2143125"/>
            <a:ext cx="6600825" cy="490538"/>
            <a:chOff x="2193925" y="2143125"/>
            <a:chExt cx="6092851" cy="491627"/>
          </a:xfrm>
        </p:grpSpPr>
        <p:sp>
          <p:nvSpPr>
            <p:cNvPr id="79892" name="Text Box 22"/>
            <p:cNvSpPr txBox="1"/>
            <p:nvPr/>
          </p:nvSpPr>
          <p:spPr>
            <a:xfrm>
              <a:off x="4908550" y="2143125"/>
              <a:ext cx="3378226" cy="491627"/>
            </a:xfrm>
            <a:prstGeom prst="rect">
              <a:avLst/>
            </a:prstGeom>
            <a:noFill/>
            <a:ln w="12700">
              <a:noFill/>
            </a:ln>
          </p:spPr>
          <p:txBody>
            <a:bodyPr>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ct val="50000"/>
                </a:spcBef>
                <a:spcAft>
                  <a:spcPts val="590"/>
                </a:spcAft>
                <a:buSzPct val="80000"/>
                <a:buNone/>
              </a:pPr>
              <a:r>
                <a:rPr lang="en-US" altLang="zh-CN" sz="2800" b="1" dirty="0">
                  <a:solidFill>
                    <a:srgbClr val="000066"/>
                  </a:solidFill>
                  <a:latin typeface="Courier New" panose="02070409020205090404" pitchFamily="49" charset="0"/>
                  <a:ea typeface="宋体" pitchFamily="2" charset="-122"/>
                </a:rPr>
                <a:t>"Hello China";</a:t>
              </a:r>
              <a:endParaRPr lang="en-US" altLang="zh-CN" sz="2800" b="1" dirty="0">
                <a:solidFill>
                  <a:srgbClr val="000066"/>
                </a:solidFill>
                <a:latin typeface="Courier New" panose="02070409020205090404" pitchFamily="49" charset="0"/>
                <a:ea typeface="宋体" pitchFamily="2" charset="-122"/>
              </a:endParaRPr>
            </a:p>
          </p:txBody>
        </p:sp>
        <p:sp>
          <p:nvSpPr>
            <p:cNvPr id="50" name="Text Box 22"/>
            <p:cNvSpPr txBox="1">
              <a:spLocks noChangeArrowheads="1"/>
            </p:cNvSpPr>
            <p:nvPr/>
          </p:nvSpPr>
          <p:spPr bwMode="auto">
            <a:xfrm>
              <a:off x="2193925" y="2143125"/>
              <a:ext cx="2806111" cy="491627"/>
            </a:xfrm>
            <a:prstGeom prst="rect">
              <a:avLst/>
            </a:prstGeom>
            <a:noFill/>
            <a:ln w="12700">
              <a:noFill/>
              <a:miter lim="800000"/>
              <a:headEnd type="none" w="sm" len="sm"/>
              <a:tailEnd type="none" w="sm" len="sm"/>
            </a:ln>
          </p:spPr>
          <p:txBody>
            <a:bodyPr>
              <a:spAutoFit/>
            </a:bodyPr>
            <a:lstStyle/>
            <a:p>
              <a:pPr marL="374650" marR="0" indent="-374650" defTabSz="914400" eaLnBrk="1" hangingPunct="1">
                <a:lnSpc>
                  <a:spcPct val="90000"/>
                </a:lnSpc>
                <a:spcBef>
                  <a:spcPct val="20000"/>
                </a:spcBef>
                <a:spcAft>
                  <a:spcPts val="590"/>
                </a:spcAft>
                <a:buClr>
                  <a:srgbClr val="FFCC66"/>
                </a:buClr>
                <a:buSzPct val="80000"/>
                <a:buFontTx/>
                <a:buNone/>
                <a:defRPr/>
              </a:pPr>
              <a:r>
                <a:rPr kumimoji="0" lang="en-US" altLang="zh-CN" sz="2800" b="1" kern="1200" cap="none" spc="0" normalizeH="0" baseline="0" noProof="0">
                  <a:solidFill>
                    <a:srgbClr val="CC0000"/>
                  </a:solidFill>
                  <a:latin typeface="Courier New" panose="02070409020205090404" pitchFamily="49" charset="0"/>
                  <a:ea typeface="宋体" pitchFamily="2" charset="-122"/>
                  <a:cs typeface="+mn-cs"/>
                </a:rPr>
                <a:t>ch</a:t>
              </a:r>
              <a:r>
                <a:rPr kumimoji="1" lang="en-US" altLang="zh-CN" sz="2800" b="1" kern="1200" cap="none" spc="0" normalizeH="0" baseline="0" noProof="0">
                  <a:solidFill>
                    <a:srgbClr val="CC0000"/>
                  </a:solidFill>
                  <a:latin typeface="Courier New" panose="02070409020205090404" pitchFamily="49" charset="0"/>
                  <a:ea typeface="宋体" pitchFamily="2" charset="-122"/>
                  <a:cs typeface="+mn-cs"/>
                </a:rPr>
                <a:t>ar str[]</a:t>
              </a:r>
              <a:r>
                <a:rPr kumimoji="1" lang="en-US" altLang="zh-CN" sz="2800" b="1" kern="1200" cap="none" spc="0" normalizeH="0" baseline="0" noProof="0">
                  <a:solidFill>
                    <a:srgbClr val="653A20"/>
                  </a:solidFill>
                  <a:latin typeface="Courier New" panose="02070409020205090404" pitchFamily="49" charset="0"/>
                  <a:ea typeface="宋体" pitchFamily="2" charset="-122"/>
                  <a:cs typeface="+mn-cs"/>
                </a:rPr>
                <a:t> </a:t>
              </a:r>
              <a:r>
                <a:rPr kumimoji="1" lang="en-US" altLang="zh-CN" sz="2800" b="1" kern="1200" cap="none" spc="0" normalizeH="0" baseline="0" noProof="0">
                  <a:solidFill>
                    <a:srgbClr val="CC0000"/>
                  </a:solidFill>
                  <a:latin typeface="Courier New" panose="02070409020205090404" pitchFamily="49" charset="0"/>
                  <a:ea typeface="宋体" pitchFamily="2" charset="-122"/>
                  <a:cs typeface="+mn-cs"/>
                </a:rPr>
                <a:t>=</a:t>
              </a:r>
              <a:r>
                <a:rPr kumimoji="1" lang="en-US" altLang="zh-CN" sz="2800" b="1" kern="1200" cap="none" spc="0" normalizeH="0" baseline="0" noProof="0">
                  <a:solidFill>
                    <a:srgbClr val="653A20"/>
                  </a:solidFill>
                  <a:effectLst>
                    <a:outerShdw blurRad="38100" dist="38100" dir="2700000" algn="tl">
                      <a:srgbClr val="C0C0C0"/>
                    </a:outerShdw>
                  </a:effectLst>
                  <a:latin typeface="Courier New" panose="02070409020205090404" pitchFamily="49" charset="0"/>
                  <a:ea typeface="宋体" pitchFamily="2" charset="-122"/>
                  <a:cs typeface="+mn-cs"/>
                </a:rPr>
                <a:t>     </a:t>
              </a:r>
              <a:r>
                <a:rPr kumimoji="0" lang="en-US" altLang="zh-CN" sz="2800" b="1" kern="1200" cap="none" spc="0" normalizeH="0" baseline="0" noProof="0">
                  <a:solidFill>
                    <a:srgbClr val="653A20"/>
                  </a:solidFill>
                  <a:effectLst>
                    <a:outerShdw blurRad="38100" dist="38100" dir="2700000" algn="tl">
                      <a:srgbClr val="C0C0C0"/>
                    </a:outerShdw>
                  </a:effectLst>
                  <a:latin typeface="Courier New" panose="02070409020205090404" pitchFamily="49" charset="0"/>
                  <a:ea typeface="宋体" pitchFamily="2" charset="-122"/>
                  <a:cs typeface="+mn-cs"/>
                </a:rPr>
                <a:t>  </a:t>
              </a:r>
              <a:endParaRPr kumimoji="0" lang="en-US" altLang="zh-CN" sz="2800" b="1" kern="1200" cap="none" spc="0" normalizeH="0" baseline="0" noProof="0">
                <a:solidFill>
                  <a:srgbClr val="653A20"/>
                </a:solidFill>
                <a:effectLst>
                  <a:outerShdw blurRad="38100" dist="38100" dir="2700000" algn="tl">
                    <a:srgbClr val="C0C0C0"/>
                  </a:outerShdw>
                </a:effectLst>
                <a:latin typeface="Courier New" panose="02070409020205090404" pitchFamily="49" charset="0"/>
                <a:ea typeface="宋体" pitchFamily="2" charset="-122"/>
                <a:cs typeface="+mn-cs"/>
              </a:endParaRPr>
            </a:p>
          </p:txBody>
        </p:sp>
      </p:grpSp>
      <p:sp>
        <p:nvSpPr>
          <p:cNvPr id="52" name="Rectangle 14"/>
          <p:cNvSpPr/>
          <p:nvPr/>
        </p:nvSpPr>
        <p:spPr>
          <a:xfrm>
            <a:off x="1271588" y="3336925"/>
            <a:ext cx="4953000" cy="425450"/>
          </a:xfrm>
          <a:prstGeom prst="rect">
            <a:avLst/>
          </a:prstGeom>
          <a:solidFill>
            <a:schemeClr val="bg2"/>
          </a:solidFill>
          <a:ln w="28575" cap="flat" cmpd="sng">
            <a:solidFill>
              <a:srgbClr val="008000"/>
            </a:solidFill>
            <a:prstDash val="solid"/>
            <a:miter/>
            <a:headEnd type="none" w="sm" len="sm"/>
            <a:tailEnd type="none" w="sm" len="sm"/>
          </a:ln>
        </p:spPr>
        <p:txBody>
          <a:bodyPr>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ts val="590"/>
              </a:spcBef>
              <a:spcAft>
                <a:spcPts val="590"/>
              </a:spcAft>
              <a:buSzPct val="80000"/>
              <a:buNone/>
            </a:pPr>
            <a:r>
              <a:rPr lang="zh-CN" altLang="en-US" sz="2400" dirty="0">
                <a:solidFill>
                  <a:srgbClr val="000066"/>
                </a:solidFill>
                <a:latin typeface="黑体" panose="02010609060101010101" pitchFamily="49" charset="-122"/>
              </a:rPr>
              <a:t>函数内定义，保存在动态存储区</a:t>
            </a:r>
            <a:endParaRPr lang="en-US" altLang="zh-CN" sz="2400" dirty="0">
              <a:solidFill>
                <a:srgbClr val="000066"/>
              </a:solidFill>
              <a:latin typeface="黑体" panose="02010609060101010101" pitchFamily="49" charset="-122"/>
            </a:endParaRPr>
          </a:p>
        </p:txBody>
      </p:sp>
      <p:sp>
        <p:nvSpPr>
          <p:cNvPr id="53" name="右箭头 52"/>
          <p:cNvSpPr/>
          <p:nvPr/>
        </p:nvSpPr>
        <p:spPr>
          <a:xfrm>
            <a:off x="6457950" y="3441700"/>
            <a:ext cx="463550" cy="285750"/>
          </a:xfrm>
          <a:prstGeom prst="rightArrow">
            <a:avLst>
              <a:gd name="adj1" fmla="val 50000"/>
              <a:gd name="adj2" fmla="val 49913"/>
            </a:avLst>
          </a:prstGeom>
          <a:solidFill>
            <a:schemeClr val="bg2"/>
          </a:solidFill>
          <a:ln w="28575" cap="flat" cmpd="sng">
            <a:solidFill>
              <a:srgbClr val="008000"/>
            </a:solidFill>
            <a:prstDash val="solid"/>
            <a:round/>
            <a:headEnd type="none" w="sm" len="sm"/>
            <a:tailEnd type="none" w="sm" len="sm"/>
          </a:ln>
        </p:spPr>
        <p:txBody>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ts val="590"/>
              </a:spcBef>
              <a:spcAft>
                <a:spcPts val="590"/>
              </a:spcAft>
              <a:buSzPct val="80000"/>
              <a:buNone/>
            </a:pPr>
            <a:endParaRPr lang="zh-CN" altLang="en-US" sz="2000" dirty="0">
              <a:ea typeface="宋体" pitchFamily="2" charset="-122"/>
            </a:endParaRPr>
          </a:p>
        </p:txBody>
      </p:sp>
      <p:sp>
        <p:nvSpPr>
          <p:cNvPr id="54" name="Rectangle 14"/>
          <p:cNvSpPr/>
          <p:nvPr/>
        </p:nvSpPr>
        <p:spPr>
          <a:xfrm>
            <a:off x="1271588" y="5824538"/>
            <a:ext cx="4895850" cy="425450"/>
          </a:xfrm>
          <a:prstGeom prst="rect">
            <a:avLst/>
          </a:prstGeom>
          <a:solidFill>
            <a:schemeClr val="bg2"/>
          </a:solidFill>
          <a:ln w="28575" cap="flat" cmpd="sng">
            <a:solidFill>
              <a:srgbClr val="008000"/>
            </a:solidFill>
            <a:prstDash val="solid"/>
            <a:miter/>
            <a:headEnd type="none" w="sm" len="sm"/>
            <a:tailEnd type="none" w="sm" len="sm"/>
          </a:ln>
        </p:spPr>
        <p:txBody>
          <a:bodyPr>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ts val="590"/>
              </a:spcBef>
              <a:spcAft>
                <a:spcPts val="590"/>
              </a:spcAft>
              <a:buSzPct val="80000"/>
              <a:buNone/>
            </a:pPr>
            <a:r>
              <a:rPr lang="zh-CN" altLang="en-US" sz="2400" dirty="0">
                <a:solidFill>
                  <a:srgbClr val="000066"/>
                </a:solidFill>
                <a:latin typeface="黑体" panose="02010609060101010101" pitchFamily="49" charset="-122"/>
                <a:cs typeface="Courier New" panose="02070409020205090404" pitchFamily="49" charset="0"/>
              </a:rPr>
              <a:t>数组中存储的字符可以被修改      </a:t>
            </a:r>
            <a:endParaRPr lang="zh-CN" altLang="en-US" sz="2400" dirty="0">
              <a:solidFill>
                <a:srgbClr val="000066"/>
              </a:solidFill>
              <a:latin typeface="黑体" panose="02010609060101010101" pitchFamily="49" charset="-122"/>
              <a:ea typeface="Courier New" panose="02070409020205090404" pitchFamily="49" charset="0"/>
            </a:endParaRPr>
          </a:p>
        </p:txBody>
      </p:sp>
      <p:sp>
        <p:nvSpPr>
          <p:cNvPr id="57" name="Rectangle 25"/>
          <p:cNvSpPr>
            <a:spLocks noChangeArrowheads="1"/>
          </p:cNvSpPr>
          <p:nvPr/>
        </p:nvSpPr>
        <p:spPr bwMode="auto">
          <a:xfrm>
            <a:off x="7824788" y="3113088"/>
            <a:ext cx="1428750" cy="357188"/>
          </a:xfrm>
          <a:prstGeom prst="rect">
            <a:avLst/>
          </a:prstGeom>
          <a:noFill/>
          <a:ln w="28575">
            <a:solidFill>
              <a:srgbClr val="FF0000"/>
            </a:solidFill>
            <a:miter lim="800000"/>
            <a:headEnd type="none" w="sm" len="sm"/>
            <a:tailEnd type="none" w="sm" len="sm"/>
          </a:ln>
        </p:spPr>
        <p:txBody>
          <a:bodyPr wrap="none" anchor="ct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58" name="Rectangle 14"/>
          <p:cNvSpPr/>
          <p:nvPr/>
        </p:nvSpPr>
        <p:spPr>
          <a:xfrm>
            <a:off x="1271588" y="5181600"/>
            <a:ext cx="5545137" cy="425450"/>
          </a:xfrm>
          <a:prstGeom prst="rect">
            <a:avLst/>
          </a:prstGeom>
          <a:solidFill>
            <a:schemeClr val="bg2"/>
          </a:solidFill>
          <a:ln w="28575" cap="flat" cmpd="sng">
            <a:solidFill>
              <a:srgbClr val="008000"/>
            </a:solidFill>
            <a:prstDash val="solid"/>
            <a:miter/>
            <a:headEnd type="none" w="sm" len="sm"/>
            <a:tailEnd type="none" w="sm" len="sm"/>
          </a:ln>
        </p:spPr>
        <p:txBody>
          <a:bodyPr>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ts val="590"/>
              </a:spcBef>
              <a:spcAft>
                <a:spcPts val="590"/>
              </a:spcAft>
              <a:buSzPct val="80000"/>
              <a:buNone/>
            </a:pPr>
            <a:r>
              <a:rPr lang="zh-CN" altLang="en-US" sz="2400" dirty="0">
                <a:solidFill>
                  <a:srgbClr val="000066"/>
                </a:solidFill>
                <a:latin typeface="黑体" panose="02010609060101010101" pitchFamily="49" charset="-122"/>
              </a:rPr>
              <a:t>数组名</a:t>
            </a:r>
            <a:r>
              <a:rPr lang="en-US" altLang="zh-CN" sz="2400" b="1" dirty="0">
                <a:solidFill>
                  <a:srgbClr val="C00000"/>
                </a:solidFill>
                <a:latin typeface="Courier New" panose="02070409020205090404" pitchFamily="49" charset="0"/>
                <a:ea typeface="宋体" pitchFamily="2" charset="-122"/>
              </a:rPr>
              <a:t>str</a:t>
            </a:r>
            <a:r>
              <a:rPr lang="zh-CN" altLang="en-US" sz="2400" dirty="0">
                <a:solidFill>
                  <a:srgbClr val="000066"/>
                </a:solidFill>
                <a:latin typeface="黑体" panose="02010609060101010101" pitchFamily="49" charset="-122"/>
                <a:cs typeface="Courier New" panose="02070409020205090404" pitchFamily="49" charset="0"/>
              </a:rPr>
              <a:t>的值不可修改，</a:t>
            </a:r>
            <a:r>
              <a:rPr lang="zh-CN" altLang="en-US" sz="2400" dirty="0">
                <a:solidFill>
                  <a:srgbClr val="000066"/>
                </a:solidFill>
                <a:latin typeface="黑体" panose="02010609060101010101" pitchFamily="49" charset="-122"/>
              </a:rPr>
              <a:t>是地址常量</a:t>
            </a:r>
            <a:r>
              <a:rPr lang="zh-CN" altLang="en-US" sz="2400" dirty="0">
                <a:latin typeface="黑体" panose="02010609060101010101" pitchFamily="49" charset="-122"/>
              </a:rPr>
              <a:t>      </a:t>
            </a:r>
            <a:endParaRPr lang="zh-CN" altLang="en-US" sz="2400" dirty="0">
              <a:latin typeface="黑体" panose="02010609060101010101" pitchFamily="49" charset="-122"/>
            </a:endParaRPr>
          </a:p>
        </p:txBody>
      </p:sp>
      <p:sp>
        <p:nvSpPr>
          <p:cNvPr id="30" name="Text Box 25"/>
          <p:cNvSpPr txBox="1">
            <a:spLocks noChangeArrowheads="1"/>
          </p:cNvSpPr>
          <p:nvPr/>
        </p:nvSpPr>
        <p:spPr bwMode="auto">
          <a:xfrm>
            <a:off x="1631950" y="1458913"/>
            <a:ext cx="1014413" cy="490538"/>
          </a:xfrm>
          <a:prstGeom prst="rect">
            <a:avLst/>
          </a:prstGeom>
          <a:noFill/>
          <a:ln w="12700">
            <a:noFill/>
            <a:miter lim="800000"/>
            <a:headEnd type="none" w="sm" len="sm"/>
            <a:tailEnd type="none" w="sm" len="sm"/>
          </a:ln>
          <a:effectLst/>
        </p:spPr>
        <p:txBody>
          <a:bodyPr>
            <a:spAutoFit/>
          </a:bodyPr>
          <a:lstStyle/>
          <a:p>
            <a:pPr marR="0" defTabSz="914400" eaLnBrk="1" hangingPunct="1">
              <a:lnSpc>
                <a:spcPct val="90000"/>
              </a:lnSpc>
              <a:spcBef>
                <a:spcPct val="50000"/>
              </a:spcBef>
              <a:spcAft>
                <a:spcPts val="590"/>
              </a:spcAft>
              <a:buClr>
                <a:schemeClr val="tx2"/>
              </a:buClr>
              <a:buSzPct val="80000"/>
              <a:buFontTx/>
              <a:buNone/>
              <a:defRPr/>
            </a:pPr>
            <a:r>
              <a:rPr kumimoji="0" lang="en-US" altLang="zh-CN" sz="2800" b="1" kern="1200" cap="none" spc="0" normalizeH="0" baseline="0" noProof="0">
                <a:solidFill>
                  <a:srgbClr val="CC0000"/>
                </a:solidFill>
                <a:effectLst>
                  <a:outerShdw blurRad="38100" dist="38100" dir="2700000" algn="tl">
                    <a:srgbClr val="C0C0C0"/>
                  </a:outerShdw>
                </a:effectLst>
                <a:latin typeface="Courier New" panose="02070409020205090404" pitchFamily="49" charset="0"/>
                <a:ea typeface="宋体" pitchFamily="2" charset="-122"/>
                <a:cs typeface="+mn-cs"/>
              </a:rPr>
              <a:t>str</a:t>
            </a:r>
            <a:endParaRPr kumimoji="0" lang="en-US" altLang="zh-CN" sz="2800" b="1" kern="1200" cap="none" spc="0" normalizeH="0" baseline="0" noProof="0">
              <a:solidFill>
                <a:srgbClr val="CC0000"/>
              </a:solidFill>
              <a:effectLst>
                <a:outerShdw blurRad="38100" dist="38100" dir="2700000" algn="tl">
                  <a:srgbClr val="C0C0C0"/>
                </a:outerShdw>
              </a:effectLst>
              <a:latin typeface="Courier New" panose="02070409020205090404" pitchFamily="49" charset="0"/>
              <a:ea typeface="宋体" pitchFamily="2" charset="-122"/>
              <a:cs typeface="+mn-cs"/>
            </a:endParaRPr>
          </a:p>
        </p:txBody>
      </p:sp>
      <p:sp>
        <p:nvSpPr>
          <p:cNvPr id="32" name="Rectangle 14"/>
          <p:cNvSpPr/>
          <p:nvPr/>
        </p:nvSpPr>
        <p:spPr>
          <a:xfrm>
            <a:off x="1271588" y="4221163"/>
            <a:ext cx="4953000" cy="777875"/>
          </a:xfrm>
          <a:prstGeom prst="rect">
            <a:avLst/>
          </a:prstGeom>
          <a:solidFill>
            <a:schemeClr val="bg2"/>
          </a:solidFill>
          <a:ln w="28575" cap="flat" cmpd="sng">
            <a:solidFill>
              <a:srgbClr val="008000"/>
            </a:solidFill>
            <a:prstDash val="solid"/>
            <a:miter/>
            <a:headEnd type="none" w="sm" len="sm"/>
            <a:tailEnd type="none" w="sm" len="sm"/>
          </a:ln>
        </p:spPr>
        <p:txBody>
          <a:bodyPr>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ts val="590"/>
              </a:spcBef>
              <a:spcAft>
                <a:spcPts val="590"/>
              </a:spcAft>
              <a:buSzPct val="80000"/>
              <a:buNone/>
            </a:pPr>
            <a:r>
              <a:rPr lang="zh-CN" altLang="en-US" sz="2400" dirty="0">
                <a:solidFill>
                  <a:srgbClr val="000066"/>
                </a:solidFill>
                <a:latin typeface="黑体" panose="02010609060101010101" pitchFamily="49" charset="-122"/>
              </a:rPr>
              <a:t>函数外定义，或定义为静态数组，字符串保存在静态存储区</a:t>
            </a:r>
            <a:endParaRPr lang="en-US" altLang="zh-CN" sz="2400" dirty="0">
              <a:solidFill>
                <a:srgbClr val="000066"/>
              </a:solidFill>
              <a:latin typeface="黑体" panose="02010609060101010101" pitchFamily="49" charset="-122"/>
            </a:endParaRPr>
          </a:p>
        </p:txBody>
      </p:sp>
      <p:sp>
        <p:nvSpPr>
          <p:cNvPr id="48" name="右箭头 47"/>
          <p:cNvSpPr/>
          <p:nvPr/>
        </p:nvSpPr>
        <p:spPr>
          <a:xfrm>
            <a:off x="6457950" y="4479925"/>
            <a:ext cx="463550" cy="285750"/>
          </a:xfrm>
          <a:prstGeom prst="rightArrow">
            <a:avLst>
              <a:gd name="adj1" fmla="val 50000"/>
              <a:gd name="adj2" fmla="val 49913"/>
            </a:avLst>
          </a:prstGeom>
          <a:solidFill>
            <a:schemeClr val="bg2"/>
          </a:solidFill>
          <a:ln w="28575" cap="flat" cmpd="sng">
            <a:solidFill>
              <a:srgbClr val="008000"/>
            </a:solidFill>
            <a:prstDash val="solid"/>
            <a:round/>
            <a:headEnd type="none" w="sm" len="sm"/>
            <a:tailEnd type="none" w="sm" len="sm"/>
          </a:ln>
        </p:spPr>
        <p:txBody>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ts val="590"/>
              </a:spcBef>
              <a:spcAft>
                <a:spcPts val="590"/>
              </a:spcAft>
              <a:buSzPct val="80000"/>
              <a:buNone/>
            </a:pPr>
            <a:endParaRPr lang="zh-CN" altLang="en-US" sz="2000" dirty="0">
              <a:ea typeface="宋体" pitchFamily="2" charset="-122"/>
            </a:endParaRPr>
          </a:p>
        </p:txBody>
      </p:sp>
      <p:sp>
        <p:nvSpPr>
          <p:cNvPr id="51" name="Rectangle 25"/>
          <p:cNvSpPr>
            <a:spLocks noChangeArrowheads="1"/>
          </p:cNvSpPr>
          <p:nvPr/>
        </p:nvSpPr>
        <p:spPr bwMode="auto">
          <a:xfrm>
            <a:off x="7807325" y="4437063"/>
            <a:ext cx="1428750" cy="357188"/>
          </a:xfrm>
          <a:prstGeom prst="rect">
            <a:avLst/>
          </a:prstGeom>
          <a:noFill/>
          <a:ln w="28575">
            <a:solidFill>
              <a:srgbClr val="FF0000"/>
            </a:solidFill>
            <a:miter lim="800000"/>
            <a:headEnd type="none" w="sm" len="sm"/>
            <a:tailEnd type="none" w="sm" len="sm"/>
          </a:ln>
        </p:spPr>
        <p:txBody>
          <a:bodyPr wrap="none" anchor="ct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59" name="Rectangle 4"/>
          <p:cNvSpPr>
            <a:spLocks noChangeArrowheads="1"/>
          </p:cNvSpPr>
          <p:nvPr/>
        </p:nvSpPr>
        <p:spPr bwMode="auto">
          <a:xfrm>
            <a:off x="1314450" y="2711450"/>
            <a:ext cx="4926013" cy="503238"/>
          </a:xfrm>
          <a:prstGeom prst="rect">
            <a:avLst/>
          </a:prstGeom>
          <a:solidFill>
            <a:schemeClr val="bg2"/>
          </a:solidFill>
          <a:ln w="28575">
            <a:solidFill>
              <a:srgbClr val="008000"/>
            </a:solidFill>
            <a:miter lim="800000"/>
          </a:ln>
        </p:spPr>
        <p:txBody>
          <a:bodyPr lIns="92075" tIns="46037" rIns="92075" bIns="46037"/>
          <a:lstStyle/>
          <a:p>
            <a:pPr marL="374650" marR="0" lvl="0" indent="-374650" algn="l" defTabSz="914400" rtl="0" eaLnBrk="1" fontAlgn="base" latinLnBrk="0" hangingPunct="1">
              <a:lnSpc>
                <a:spcPct val="90000"/>
              </a:lnSpc>
              <a:spcBef>
                <a:spcPct val="20000"/>
              </a:spcBef>
              <a:spcAft>
                <a:spcPts val="590"/>
              </a:spcAft>
              <a:buClr>
                <a:srgbClr val="FFCC66"/>
              </a:buClr>
              <a:buSzPct val="80000"/>
              <a:buFontTx/>
              <a:buNone/>
              <a:defRPr/>
            </a:pPr>
            <a:r>
              <a:rPr kumimoji="1" lang="en-US" altLang="zh-CN" sz="2800" b="1" i="0" u="none" strike="noStrike" kern="1200" cap="none" spc="0" normalizeH="0" baseline="0" noProof="0">
                <a:ln>
                  <a:noFill/>
                </a:ln>
                <a:solidFill>
                  <a:srgbClr val="C00000"/>
                </a:solidFill>
                <a:effectLst>
                  <a:outerShdw blurRad="38100" dist="38100" dir="2700000" algn="tl">
                    <a:srgbClr val="000000"/>
                  </a:outerShdw>
                </a:effectLst>
                <a:uLnTx/>
                <a:uFillTx/>
                <a:latin typeface="Courier New" panose="02070409020205090404" pitchFamily="49" charset="0"/>
                <a:ea typeface="宋体" pitchFamily="2" charset="-122"/>
                <a:cs typeface="+mn-cs"/>
              </a:rPr>
              <a:t>str</a:t>
            </a:r>
            <a:r>
              <a:rPr kumimoji="1" lang="en-US" altLang="zh-CN" sz="2800" b="1" i="0" u="none" strike="noStrike" kern="1200" cap="none" spc="0" normalizeH="0" baseline="0" noProof="0">
                <a:ln>
                  <a:noFill/>
                </a:ln>
                <a:solidFill>
                  <a:schemeClr val="tx1"/>
                </a:solidFill>
                <a:effectLst/>
                <a:uLnTx/>
                <a:uFillTx/>
                <a:latin typeface="Courier New" panose="02070409020205090404" pitchFamily="49" charset="0"/>
                <a:ea typeface="宋体" pitchFamily="2" charset="-122"/>
                <a:cs typeface="+mn-cs"/>
              </a:rPr>
              <a:t> =</a:t>
            </a:r>
            <a:r>
              <a:rPr kumimoji="1" lang="en-US" altLang="zh-CN" sz="2800" b="1" i="0" u="none" strike="noStrike" kern="1200" cap="none" spc="0" normalizeH="0" baseline="0" noProof="0">
                <a:ln>
                  <a:noFill/>
                </a:ln>
                <a:solidFill>
                  <a:srgbClr val="653A20"/>
                </a:solidFill>
                <a:effectLst/>
                <a:uLnTx/>
                <a:uFillTx/>
                <a:latin typeface="Courier New" panose="02070409020205090404" pitchFamily="49" charset="0"/>
                <a:ea typeface="宋体" pitchFamily="2" charset="-122"/>
                <a:cs typeface="+mn-cs"/>
              </a:rPr>
              <a:t> </a:t>
            </a:r>
            <a:r>
              <a:rPr kumimoji="0" lang="en-US" altLang="zh-CN" sz="2800" b="1" i="0" u="none" strike="noStrike" kern="1200" cap="none" spc="0" normalizeH="0" baseline="0" noProof="0">
                <a:ln>
                  <a:noFill/>
                </a:ln>
                <a:solidFill>
                  <a:srgbClr val="000066"/>
                </a:solidFill>
                <a:effectLst/>
                <a:uLnTx/>
                <a:uFillTx/>
                <a:latin typeface="Courier New" panose="02070409020205090404" pitchFamily="49" charset="0"/>
                <a:ea typeface="宋体" pitchFamily="2" charset="-122"/>
                <a:cs typeface="+mn-cs"/>
              </a:rPr>
              <a:t>"Hello China"</a:t>
            </a:r>
            <a:r>
              <a:rPr kumimoji="1" lang="en-US" altLang="zh-CN" sz="2800" b="1" i="0" u="none" strike="noStrike" kern="1200" cap="none" spc="0" normalizeH="0" baseline="0" noProof="0">
                <a:ln>
                  <a:noFill/>
                </a:ln>
                <a:solidFill>
                  <a:schemeClr val="tx1"/>
                </a:solidFill>
                <a:effectLst/>
                <a:uLnTx/>
                <a:uFillTx/>
                <a:latin typeface="Courier New" panose="02070409020205090404" pitchFamily="49" charset="0"/>
                <a:ea typeface="宋体" pitchFamily="2" charset="-122"/>
                <a:cs typeface="+mn-cs"/>
              </a:rPr>
              <a:t>;</a:t>
            </a:r>
            <a:endParaRPr kumimoji="1" lang="zh-CN" altLang="en-US" sz="2800" b="1" i="0" u="none" strike="noStrike" kern="1200" cap="none" spc="0" normalizeH="0" baseline="0" noProof="0">
              <a:ln>
                <a:noFill/>
              </a:ln>
              <a:solidFill>
                <a:schemeClr val="tx1"/>
              </a:solidFill>
              <a:effectLst/>
              <a:uLnTx/>
              <a:uFillTx/>
              <a:latin typeface="Courier New" panose="02070409020205090404" pitchFamily="49" charset="0"/>
              <a:ea typeface="宋体" pitchFamily="2" charset="-122"/>
              <a:cs typeface="+mn-cs"/>
            </a:endParaRPr>
          </a:p>
        </p:txBody>
      </p:sp>
      <p:sp>
        <p:nvSpPr>
          <p:cNvPr id="60" name="AutoShape 8"/>
          <p:cNvSpPr/>
          <p:nvPr/>
        </p:nvSpPr>
        <p:spPr>
          <a:xfrm>
            <a:off x="2154238" y="2708275"/>
            <a:ext cx="546100" cy="431800"/>
          </a:xfrm>
          <a:custGeom>
            <a:avLst/>
            <a:gdLst>
              <a:gd name="txL" fmla="*/ 3163 w 21600"/>
              <a:gd name="txT" fmla="*/ 3163 h 21600"/>
              <a:gd name="txR" fmla="*/ 18437 w 21600"/>
              <a:gd name="txB" fmla="*/ 18437 h 21600"/>
            </a:gdLst>
            <a:ahLst/>
            <a:cxnLst>
              <a:cxn ang="0">
                <a:pos x="2147483646" y="0"/>
              </a:cxn>
              <a:cxn ang="0">
                <a:pos x="2147483646" y="2147483646"/>
              </a:cxn>
              <a:cxn ang="0">
                <a:pos x="0" y="2147483646"/>
              </a:cxn>
              <a:cxn ang="0">
                <a:pos x="2147483646" y="2147483646"/>
              </a:cxn>
              <a:cxn ang="0">
                <a:pos x="2147483646" y="2147483646"/>
              </a:cxn>
              <a:cxn ang="0">
                <a:pos x="2147483646" y="2147483646"/>
              </a:cxn>
              <a:cxn ang="0">
                <a:pos x="2147483646" y="2147483646"/>
              </a:cxn>
              <a:cxn ang="0">
                <a:pos x="2147483646" y="2147483646"/>
              </a:cxn>
            </a:cxnLst>
            <a:rect l="txL" t="txT" r="txR" b="txB"/>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7401" y="15493"/>
                </a:moveTo>
                <a:cubicBezTo>
                  <a:pt x="18376" y="14122"/>
                  <a:pt x="18900" y="12482"/>
                  <a:pt x="18900" y="10800"/>
                </a:cubicBezTo>
                <a:cubicBezTo>
                  <a:pt x="18900" y="6326"/>
                  <a:pt x="15273" y="2700"/>
                  <a:pt x="10800" y="2700"/>
                </a:cubicBezTo>
                <a:cubicBezTo>
                  <a:pt x="9117" y="2699"/>
                  <a:pt x="7477" y="3223"/>
                  <a:pt x="6106" y="4198"/>
                </a:cubicBezTo>
                <a:lnTo>
                  <a:pt x="17401" y="15493"/>
                </a:lnTo>
                <a:close/>
                <a:moveTo>
                  <a:pt x="4198" y="6106"/>
                </a:moveTo>
                <a:cubicBezTo>
                  <a:pt x="3223" y="7477"/>
                  <a:pt x="2700" y="9117"/>
                  <a:pt x="2700" y="10799"/>
                </a:cubicBezTo>
                <a:cubicBezTo>
                  <a:pt x="2700" y="15273"/>
                  <a:pt x="6326" y="18900"/>
                  <a:pt x="10800" y="18900"/>
                </a:cubicBezTo>
                <a:cubicBezTo>
                  <a:pt x="12482" y="18900"/>
                  <a:pt x="14122" y="18376"/>
                  <a:pt x="15493" y="17401"/>
                </a:cubicBezTo>
                <a:lnTo>
                  <a:pt x="4198" y="6106"/>
                </a:lnTo>
                <a:close/>
              </a:path>
            </a:pathLst>
          </a:custGeom>
          <a:solidFill>
            <a:srgbClr val="FF0000">
              <a:alpha val="100000"/>
            </a:srgbClr>
          </a:solidFill>
          <a:ln w="12700" cap="flat" cmpd="sng">
            <a:solidFill>
              <a:schemeClr val="tx1">
                <a:alpha val="100000"/>
              </a:schemeClr>
            </a:solidFill>
            <a:prstDash val="solid"/>
            <a:miter lim="800000"/>
            <a:headEnd type="none" w="sm" len="sm"/>
            <a:tailEnd type="none" w="sm" len="sm"/>
          </a:ln>
        </p:spPr>
        <p:txBody>
          <a:bodyPr/>
          <a:lstStyle/>
          <a:p>
            <a:endParaRPr lang="zh-CN" altLang="en-US"/>
          </a:p>
        </p:txBody>
      </p:sp>
      <p:sp>
        <p:nvSpPr>
          <p:cNvPr id="61" name="Rectangle 4"/>
          <p:cNvSpPr>
            <a:spLocks noChangeArrowheads="1"/>
          </p:cNvSpPr>
          <p:nvPr/>
        </p:nvSpPr>
        <p:spPr bwMode="auto">
          <a:xfrm>
            <a:off x="7391400" y="5805488"/>
            <a:ext cx="3249613" cy="503238"/>
          </a:xfrm>
          <a:prstGeom prst="rect">
            <a:avLst/>
          </a:prstGeom>
          <a:noFill/>
          <a:ln w="9525">
            <a:noFill/>
            <a:miter lim="800000"/>
          </a:ln>
        </p:spPr>
        <p:txBody>
          <a:bodyPr lIns="92075" tIns="46037" rIns="92075" bIns="46037"/>
          <a:lstStyle/>
          <a:p>
            <a:pPr marL="374650" marR="0" lvl="0" indent="-374650" algn="l" defTabSz="914400" rtl="0" eaLnBrk="1" fontAlgn="base" latinLnBrk="0" hangingPunct="1">
              <a:lnSpc>
                <a:spcPct val="90000"/>
              </a:lnSpc>
              <a:spcBef>
                <a:spcPct val="20000"/>
              </a:spcBef>
              <a:spcAft>
                <a:spcPts val="590"/>
              </a:spcAft>
              <a:buClr>
                <a:srgbClr val="FFCC66"/>
              </a:buClr>
              <a:buSzPct val="80000"/>
              <a:buFontTx/>
              <a:buNone/>
              <a:defRPr/>
            </a:pPr>
            <a:r>
              <a:rPr kumimoji="1" lang="en-US" altLang="zh-CN" sz="2800" b="1" i="0" u="none" strike="noStrike" kern="1200" cap="none" spc="0" normalizeH="0" baseline="0" noProof="0">
                <a:ln>
                  <a:noFill/>
                </a:ln>
                <a:solidFill>
                  <a:srgbClr val="C00000"/>
                </a:solidFill>
                <a:effectLst>
                  <a:outerShdw blurRad="38100" dist="38100" dir="2700000" algn="tl">
                    <a:srgbClr val="C0C0C0"/>
                  </a:outerShdw>
                </a:effectLst>
                <a:uLnTx/>
                <a:uFillTx/>
                <a:latin typeface="Courier New" panose="02070409020205090404" pitchFamily="49" charset="0"/>
                <a:ea typeface="宋体" pitchFamily="2" charset="-122"/>
                <a:cs typeface="+mn-cs"/>
              </a:rPr>
              <a:t>str[0]</a:t>
            </a:r>
            <a:r>
              <a:rPr kumimoji="1" lang="en-US" altLang="zh-CN" sz="2800" b="1" i="0" u="none" strike="noStrike" kern="1200" cap="none" spc="0" normalizeH="0" baseline="0" noProof="0">
                <a:ln>
                  <a:noFill/>
                </a:ln>
                <a:solidFill>
                  <a:schemeClr val="tx1"/>
                </a:solidFill>
                <a:effectLst/>
                <a:uLnTx/>
                <a:uFillTx/>
                <a:latin typeface="Courier New" panose="02070409020205090404" pitchFamily="49" charset="0"/>
                <a:ea typeface="宋体" pitchFamily="2" charset="-122"/>
                <a:cs typeface="+mn-cs"/>
              </a:rPr>
              <a:t> =</a:t>
            </a:r>
            <a:r>
              <a:rPr kumimoji="1" lang="en-US" altLang="zh-CN" sz="2800" b="1" i="0" u="none" strike="noStrike" kern="1200" cap="none" spc="0" normalizeH="0" baseline="0" noProof="0">
                <a:ln>
                  <a:noFill/>
                </a:ln>
                <a:solidFill>
                  <a:srgbClr val="653A20"/>
                </a:solidFill>
                <a:effectLst/>
                <a:uLnTx/>
                <a:uFillTx/>
                <a:latin typeface="Courier New" panose="02070409020205090404" pitchFamily="49" charset="0"/>
                <a:ea typeface="宋体" pitchFamily="2" charset="-122"/>
                <a:cs typeface="+mn-cs"/>
              </a:rPr>
              <a:t> </a:t>
            </a:r>
            <a:r>
              <a:rPr kumimoji="1" lang="en-US" altLang="zh-CN" sz="2800" b="1" i="0" u="none" strike="noStrike" kern="1200" cap="none" spc="0" normalizeH="0" baseline="0" noProof="0">
                <a:ln>
                  <a:noFill/>
                </a:ln>
                <a:solidFill>
                  <a:srgbClr val="000066"/>
                </a:solidFill>
                <a:effectLst/>
                <a:uLnTx/>
                <a:uFillTx/>
                <a:latin typeface="Courier New" panose="02070409020205090404" pitchFamily="49" charset="0"/>
                <a:ea typeface="宋体" pitchFamily="2" charset="-122"/>
                <a:cs typeface="+mn-cs"/>
              </a:rPr>
              <a:t>'W'</a:t>
            </a:r>
            <a:r>
              <a:rPr kumimoji="1" lang="en-US" altLang="zh-CN" sz="2800" b="1" i="0" u="none" strike="noStrike" kern="1200" cap="none" spc="0" normalizeH="0" baseline="0" noProof="0">
                <a:ln>
                  <a:noFill/>
                </a:ln>
                <a:solidFill>
                  <a:schemeClr val="tx1"/>
                </a:solidFill>
                <a:effectLst/>
                <a:uLnTx/>
                <a:uFillTx/>
                <a:latin typeface="Courier New" panose="02070409020205090404" pitchFamily="49" charset="0"/>
                <a:ea typeface="宋体" pitchFamily="2" charset="-122"/>
                <a:cs typeface="+mn-cs"/>
              </a:rPr>
              <a:t>;</a:t>
            </a:r>
            <a:endParaRPr kumimoji="1" lang="zh-CN" altLang="en-US" sz="2800" b="1" i="0" u="none" strike="noStrike" kern="1200" cap="none" spc="0" normalizeH="0" baseline="0" noProof="0">
              <a:ln>
                <a:noFill/>
              </a:ln>
              <a:solidFill>
                <a:schemeClr val="tx1"/>
              </a:solidFill>
              <a:effectLst/>
              <a:uLnTx/>
              <a:uFillTx/>
              <a:latin typeface="Courier New" panose="02070409020205090404" pitchFamily="49" charset="0"/>
              <a:ea typeface="宋体" pitchFamily="2" charset="-122"/>
              <a:cs typeface="+mn-cs"/>
            </a:endParaRPr>
          </a:p>
        </p:txBody>
      </p:sp>
      <p:sp>
        <p:nvSpPr>
          <p:cNvPr id="62" name="Line 33"/>
          <p:cNvSpPr>
            <a:spLocks noChangeShapeType="1"/>
          </p:cNvSpPr>
          <p:nvPr/>
        </p:nvSpPr>
        <p:spPr bwMode="auto">
          <a:xfrm>
            <a:off x="8945563" y="6094413"/>
            <a:ext cx="234950" cy="215900"/>
          </a:xfrm>
          <a:prstGeom prst="line">
            <a:avLst/>
          </a:prstGeom>
          <a:noFill/>
          <a:ln w="57150">
            <a:solidFill>
              <a:srgbClr val="FF0000"/>
            </a:solidFill>
            <a:round/>
            <a:headEnd type="none" w="sm" len="sm"/>
            <a:tailEnd type="none" w="sm" len="sm"/>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63" name="Line 34"/>
          <p:cNvSpPr>
            <a:spLocks noChangeShapeType="1"/>
          </p:cNvSpPr>
          <p:nvPr/>
        </p:nvSpPr>
        <p:spPr bwMode="auto">
          <a:xfrm flipV="1">
            <a:off x="9180513" y="5734050"/>
            <a:ext cx="155575" cy="576263"/>
          </a:xfrm>
          <a:prstGeom prst="line">
            <a:avLst/>
          </a:prstGeom>
          <a:noFill/>
          <a:ln w="57150">
            <a:solidFill>
              <a:srgbClr val="FF0000"/>
            </a:solidFill>
            <a:round/>
            <a:headEnd type="none" w="sm" len="sm"/>
            <a:tailEnd type="none" w="sm" len="sm"/>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30"/>
                                        </p:tgtEl>
                                        <p:attrNameLst>
                                          <p:attrName>style.visibility</p:attrName>
                                        </p:attrNameLst>
                                      </p:cBhvr>
                                      <p:to>
                                        <p:strVal val="visible"/>
                                      </p:to>
                                    </p:set>
                                    <p:anim calcmode="lin" valueType="num">
                                      <p:cBhvr>
                                        <p:cTn id="13" dur="500" fill="hold"/>
                                        <p:tgtEl>
                                          <p:spTgt spid="30"/>
                                        </p:tgtEl>
                                        <p:attrNameLst>
                                          <p:attrName>ppt_w</p:attrName>
                                        </p:attrNameLst>
                                      </p:cBhvr>
                                      <p:tavLst>
                                        <p:tav tm="0">
                                          <p:val>
                                            <p:fltVal val="0"/>
                                          </p:val>
                                        </p:tav>
                                        <p:tav tm="100000">
                                          <p:val>
                                            <p:strVal val="#ppt_w"/>
                                          </p:val>
                                        </p:tav>
                                      </p:tavLst>
                                    </p:anim>
                                    <p:anim calcmode="lin" valueType="num">
                                      <p:cBhvr>
                                        <p:cTn id="14" dur="500" fill="hold"/>
                                        <p:tgtEl>
                                          <p:spTgt spid="30"/>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grpId="0" nodeType="clickEffect">
                                  <p:stCondLst>
                                    <p:cond delay="0"/>
                                  </p:stCondLst>
                                  <p:childTnLst>
                                    <p:set>
                                      <p:cBhvr>
                                        <p:cTn id="18" dur="1" fill="hold">
                                          <p:stCondLst>
                                            <p:cond delay="0"/>
                                          </p:stCondLst>
                                        </p:cTn>
                                        <p:tgtEl>
                                          <p:spTgt spid="52"/>
                                        </p:tgtEl>
                                        <p:attrNameLst>
                                          <p:attrName>style.visibility</p:attrName>
                                        </p:attrNameLst>
                                      </p:cBhvr>
                                      <p:to>
                                        <p:strVal val="visible"/>
                                      </p:to>
                                    </p:set>
                                    <p:anim calcmode="lin" valueType="num">
                                      <p:cBhvr>
                                        <p:cTn id="19" dur="500" fill="hold"/>
                                        <p:tgtEl>
                                          <p:spTgt spid="52"/>
                                        </p:tgtEl>
                                        <p:attrNameLst>
                                          <p:attrName>ppt_w</p:attrName>
                                        </p:attrNameLst>
                                      </p:cBhvr>
                                      <p:tavLst>
                                        <p:tav tm="0">
                                          <p:val>
                                            <p:fltVal val="0"/>
                                          </p:val>
                                        </p:tav>
                                        <p:tav tm="100000">
                                          <p:val>
                                            <p:strVal val="#ppt_w"/>
                                          </p:val>
                                        </p:tav>
                                      </p:tavLst>
                                    </p:anim>
                                    <p:anim calcmode="lin" valueType="num">
                                      <p:cBhvr>
                                        <p:cTn id="20" dur="500" fill="hold"/>
                                        <p:tgtEl>
                                          <p:spTgt spid="52"/>
                                        </p:tgtEl>
                                        <p:attrNameLst>
                                          <p:attrName>ppt_h</p:attrName>
                                        </p:attrNameLst>
                                      </p:cBhvr>
                                      <p:tavLst>
                                        <p:tav tm="0">
                                          <p:val>
                                            <p:fltVal val="0"/>
                                          </p:val>
                                        </p:tav>
                                        <p:tav tm="100000">
                                          <p:val>
                                            <p:strVal val="#ppt_h"/>
                                          </p:val>
                                        </p:tav>
                                      </p:tavLst>
                                    </p:anim>
                                    <p:animEffect transition="in" filter="fade">
                                      <p:cBhvr>
                                        <p:cTn id="21" dur="500"/>
                                        <p:tgtEl>
                                          <p:spTgt spid="52"/>
                                        </p:tgtEl>
                                      </p:cBhvr>
                                    </p:animEffect>
                                  </p:childTnLst>
                                </p:cTn>
                              </p:par>
                            </p:childTnLst>
                          </p:cTn>
                        </p:par>
                        <p:par>
                          <p:cTn id="22" fill="hold">
                            <p:stCondLst>
                              <p:cond delay="500"/>
                            </p:stCondLst>
                            <p:childTnLst>
                              <p:par>
                                <p:cTn id="23" presetID="22" presetClass="entr" presetSubtype="8" fill="hold" grpId="0" nodeType="afterEffect">
                                  <p:stCondLst>
                                    <p:cond delay="0"/>
                                  </p:stCondLst>
                                  <p:childTnLst>
                                    <p:set>
                                      <p:cBhvr>
                                        <p:cTn id="24" dur="1" fill="hold">
                                          <p:stCondLst>
                                            <p:cond delay="0"/>
                                          </p:stCondLst>
                                        </p:cTn>
                                        <p:tgtEl>
                                          <p:spTgt spid="53"/>
                                        </p:tgtEl>
                                        <p:attrNameLst>
                                          <p:attrName>style.visibility</p:attrName>
                                        </p:attrNameLst>
                                      </p:cBhvr>
                                      <p:to>
                                        <p:strVal val="visible"/>
                                      </p:to>
                                    </p:set>
                                    <p:animEffect transition="in" filter="wipe(left)">
                                      <p:cBhvr>
                                        <p:cTn id="25" dur="500"/>
                                        <p:tgtEl>
                                          <p:spTgt spid="53"/>
                                        </p:tgtEl>
                                      </p:cBhvr>
                                    </p:animEffect>
                                  </p:childTnLst>
                                </p:cTn>
                              </p:par>
                            </p:childTnLst>
                          </p:cTn>
                        </p:par>
                        <p:par>
                          <p:cTn id="26" fill="hold">
                            <p:stCondLst>
                              <p:cond delay="1000"/>
                            </p:stCondLst>
                            <p:childTnLst>
                              <p:par>
                                <p:cTn id="27" presetID="23" presetClass="entr" presetSubtype="16" fill="hold" grpId="0" nodeType="afterEffect">
                                  <p:stCondLst>
                                    <p:cond delay="0"/>
                                  </p:stCondLst>
                                  <p:childTnLst>
                                    <p:set>
                                      <p:cBhvr>
                                        <p:cTn id="28" dur="1" fill="hold">
                                          <p:stCondLst>
                                            <p:cond delay="0"/>
                                          </p:stCondLst>
                                        </p:cTn>
                                        <p:tgtEl>
                                          <p:spTgt spid="57"/>
                                        </p:tgtEl>
                                        <p:attrNameLst>
                                          <p:attrName>style.visibility</p:attrName>
                                        </p:attrNameLst>
                                      </p:cBhvr>
                                      <p:to>
                                        <p:strVal val="visible"/>
                                      </p:to>
                                    </p:set>
                                    <p:anim calcmode="lin" valueType="num">
                                      <p:cBhvr>
                                        <p:cTn id="29" dur="500" fill="hold"/>
                                        <p:tgtEl>
                                          <p:spTgt spid="57"/>
                                        </p:tgtEl>
                                        <p:attrNameLst>
                                          <p:attrName>ppt_w</p:attrName>
                                        </p:attrNameLst>
                                      </p:cBhvr>
                                      <p:tavLst>
                                        <p:tav tm="0">
                                          <p:val>
                                            <p:fltVal val="0"/>
                                          </p:val>
                                        </p:tav>
                                        <p:tav tm="100000">
                                          <p:val>
                                            <p:strVal val="#ppt_w"/>
                                          </p:val>
                                        </p:tav>
                                      </p:tavLst>
                                    </p:anim>
                                    <p:anim calcmode="lin" valueType="num">
                                      <p:cBhvr>
                                        <p:cTn id="30" dur="500" fill="hold"/>
                                        <p:tgtEl>
                                          <p:spTgt spid="57"/>
                                        </p:tgtEl>
                                        <p:attrNameLst>
                                          <p:attrName>ppt_h</p:attrName>
                                        </p:attrNameLst>
                                      </p:cBhvr>
                                      <p:tavLst>
                                        <p:tav tm="0">
                                          <p:val>
                                            <p:fltVal val="0"/>
                                          </p:val>
                                        </p:tav>
                                        <p:tav tm="100000">
                                          <p:val>
                                            <p:strVal val="#ppt_h"/>
                                          </p:val>
                                        </p:tav>
                                      </p:tavLst>
                                    </p:anim>
                                  </p:childTnLst>
                                </p:cTn>
                              </p:par>
                            </p:childTnLst>
                          </p:cTn>
                        </p:par>
                      </p:childTnLst>
                    </p:cTn>
                  </p:par>
                  <p:par>
                    <p:cTn id="31" fill="hold">
                      <p:stCondLst>
                        <p:cond delay="indefinite"/>
                      </p:stCondLst>
                      <p:childTnLst>
                        <p:par>
                          <p:cTn id="32" fill="hold">
                            <p:stCondLst>
                              <p:cond delay="0"/>
                            </p:stCondLst>
                            <p:childTnLst>
                              <p:par>
                                <p:cTn id="33" presetID="53" presetClass="entr" presetSubtype="16" fill="hold" grpId="0" nodeType="clickEffect">
                                  <p:stCondLst>
                                    <p:cond delay="0"/>
                                  </p:stCondLst>
                                  <p:childTnLst>
                                    <p:set>
                                      <p:cBhvr>
                                        <p:cTn id="34" dur="1" fill="hold">
                                          <p:stCondLst>
                                            <p:cond delay="0"/>
                                          </p:stCondLst>
                                        </p:cTn>
                                        <p:tgtEl>
                                          <p:spTgt spid="32"/>
                                        </p:tgtEl>
                                        <p:attrNameLst>
                                          <p:attrName>style.visibility</p:attrName>
                                        </p:attrNameLst>
                                      </p:cBhvr>
                                      <p:to>
                                        <p:strVal val="visible"/>
                                      </p:to>
                                    </p:set>
                                    <p:anim calcmode="lin" valueType="num">
                                      <p:cBhvr>
                                        <p:cTn id="35" dur="500" fill="hold"/>
                                        <p:tgtEl>
                                          <p:spTgt spid="32"/>
                                        </p:tgtEl>
                                        <p:attrNameLst>
                                          <p:attrName>ppt_w</p:attrName>
                                        </p:attrNameLst>
                                      </p:cBhvr>
                                      <p:tavLst>
                                        <p:tav tm="0">
                                          <p:val>
                                            <p:fltVal val="0"/>
                                          </p:val>
                                        </p:tav>
                                        <p:tav tm="100000">
                                          <p:val>
                                            <p:strVal val="#ppt_w"/>
                                          </p:val>
                                        </p:tav>
                                      </p:tavLst>
                                    </p:anim>
                                    <p:anim calcmode="lin" valueType="num">
                                      <p:cBhvr>
                                        <p:cTn id="36" dur="500" fill="hold"/>
                                        <p:tgtEl>
                                          <p:spTgt spid="32"/>
                                        </p:tgtEl>
                                        <p:attrNameLst>
                                          <p:attrName>ppt_h</p:attrName>
                                        </p:attrNameLst>
                                      </p:cBhvr>
                                      <p:tavLst>
                                        <p:tav tm="0">
                                          <p:val>
                                            <p:fltVal val="0"/>
                                          </p:val>
                                        </p:tav>
                                        <p:tav tm="100000">
                                          <p:val>
                                            <p:strVal val="#ppt_h"/>
                                          </p:val>
                                        </p:tav>
                                      </p:tavLst>
                                    </p:anim>
                                    <p:animEffect transition="in" filter="fade">
                                      <p:cBhvr>
                                        <p:cTn id="37" dur="500"/>
                                        <p:tgtEl>
                                          <p:spTgt spid="32"/>
                                        </p:tgtEl>
                                      </p:cBhvr>
                                    </p:animEffect>
                                  </p:childTnLst>
                                </p:cTn>
                              </p:par>
                            </p:childTnLst>
                          </p:cTn>
                        </p:par>
                        <p:par>
                          <p:cTn id="38" fill="hold">
                            <p:stCondLst>
                              <p:cond delay="500"/>
                            </p:stCondLst>
                            <p:childTnLst>
                              <p:par>
                                <p:cTn id="39" presetID="22" presetClass="entr" presetSubtype="8" fill="hold" grpId="0" nodeType="afterEffect">
                                  <p:stCondLst>
                                    <p:cond delay="0"/>
                                  </p:stCondLst>
                                  <p:childTnLst>
                                    <p:set>
                                      <p:cBhvr>
                                        <p:cTn id="40" dur="1" fill="hold">
                                          <p:stCondLst>
                                            <p:cond delay="0"/>
                                          </p:stCondLst>
                                        </p:cTn>
                                        <p:tgtEl>
                                          <p:spTgt spid="48"/>
                                        </p:tgtEl>
                                        <p:attrNameLst>
                                          <p:attrName>style.visibility</p:attrName>
                                        </p:attrNameLst>
                                      </p:cBhvr>
                                      <p:to>
                                        <p:strVal val="visible"/>
                                      </p:to>
                                    </p:set>
                                    <p:animEffect transition="in" filter="wipe(left)">
                                      <p:cBhvr>
                                        <p:cTn id="41" dur="500"/>
                                        <p:tgtEl>
                                          <p:spTgt spid="48"/>
                                        </p:tgtEl>
                                      </p:cBhvr>
                                    </p:animEffect>
                                  </p:childTnLst>
                                </p:cTn>
                              </p:par>
                            </p:childTnLst>
                          </p:cTn>
                        </p:par>
                        <p:par>
                          <p:cTn id="42" fill="hold">
                            <p:stCondLst>
                              <p:cond delay="1000"/>
                            </p:stCondLst>
                            <p:childTnLst>
                              <p:par>
                                <p:cTn id="43" presetID="23" presetClass="entr" presetSubtype="16" fill="hold" grpId="0" nodeType="afterEffect">
                                  <p:stCondLst>
                                    <p:cond delay="0"/>
                                  </p:stCondLst>
                                  <p:childTnLst>
                                    <p:set>
                                      <p:cBhvr>
                                        <p:cTn id="44" dur="1" fill="hold">
                                          <p:stCondLst>
                                            <p:cond delay="0"/>
                                          </p:stCondLst>
                                        </p:cTn>
                                        <p:tgtEl>
                                          <p:spTgt spid="51"/>
                                        </p:tgtEl>
                                        <p:attrNameLst>
                                          <p:attrName>style.visibility</p:attrName>
                                        </p:attrNameLst>
                                      </p:cBhvr>
                                      <p:to>
                                        <p:strVal val="visible"/>
                                      </p:to>
                                    </p:set>
                                    <p:anim calcmode="lin" valueType="num">
                                      <p:cBhvr>
                                        <p:cTn id="45" dur="500" fill="hold"/>
                                        <p:tgtEl>
                                          <p:spTgt spid="51"/>
                                        </p:tgtEl>
                                        <p:attrNameLst>
                                          <p:attrName>ppt_w</p:attrName>
                                        </p:attrNameLst>
                                      </p:cBhvr>
                                      <p:tavLst>
                                        <p:tav tm="0">
                                          <p:val>
                                            <p:fltVal val="0"/>
                                          </p:val>
                                        </p:tav>
                                        <p:tav tm="100000">
                                          <p:val>
                                            <p:strVal val="#ppt_w"/>
                                          </p:val>
                                        </p:tav>
                                      </p:tavLst>
                                    </p:anim>
                                    <p:anim calcmode="lin" valueType="num">
                                      <p:cBhvr>
                                        <p:cTn id="46" dur="500" fill="hold"/>
                                        <p:tgtEl>
                                          <p:spTgt spid="51"/>
                                        </p:tgtEl>
                                        <p:attrNameLst>
                                          <p:attrName>ppt_h</p:attrName>
                                        </p:attrNameLst>
                                      </p:cBhvr>
                                      <p:tavLst>
                                        <p:tav tm="0">
                                          <p:val>
                                            <p:fltVal val="0"/>
                                          </p:val>
                                        </p:tav>
                                        <p:tav tm="100000">
                                          <p:val>
                                            <p:strVal val="#ppt_h"/>
                                          </p:val>
                                        </p:tav>
                                      </p:tavLst>
                                    </p:anim>
                                  </p:childTnLst>
                                </p:cTn>
                              </p:par>
                            </p:childTnLst>
                          </p:cTn>
                        </p:par>
                      </p:childTnLst>
                    </p:cTn>
                  </p:par>
                  <p:par>
                    <p:cTn id="47" fill="hold">
                      <p:stCondLst>
                        <p:cond delay="indefinite"/>
                      </p:stCondLst>
                      <p:childTnLst>
                        <p:par>
                          <p:cTn id="48" fill="hold">
                            <p:stCondLst>
                              <p:cond delay="0"/>
                            </p:stCondLst>
                            <p:childTnLst>
                              <p:par>
                                <p:cTn id="49" presetID="53" presetClass="entr" presetSubtype="16" fill="hold" grpId="0" nodeType="clickEffect">
                                  <p:stCondLst>
                                    <p:cond delay="0"/>
                                  </p:stCondLst>
                                  <p:childTnLst>
                                    <p:set>
                                      <p:cBhvr>
                                        <p:cTn id="50" dur="1" fill="hold">
                                          <p:stCondLst>
                                            <p:cond delay="0"/>
                                          </p:stCondLst>
                                        </p:cTn>
                                        <p:tgtEl>
                                          <p:spTgt spid="58"/>
                                        </p:tgtEl>
                                        <p:attrNameLst>
                                          <p:attrName>style.visibility</p:attrName>
                                        </p:attrNameLst>
                                      </p:cBhvr>
                                      <p:to>
                                        <p:strVal val="visible"/>
                                      </p:to>
                                    </p:set>
                                    <p:anim calcmode="lin" valueType="num">
                                      <p:cBhvr>
                                        <p:cTn id="51" dur="500" fill="hold"/>
                                        <p:tgtEl>
                                          <p:spTgt spid="58"/>
                                        </p:tgtEl>
                                        <p:attrNameLst>
                                          <p:attrName>ppt_w</p:attrName>
                                        </p:attrNameLst>
                                      </p:cBhvr>
                                      <p:tavLst>
                                        <p:tav tm="0">
                                          <p:val>
                                            <p:fltVal val="0"/>
                                          </p:val>
                                        </p:tav>
                                        <p:tav tm="100000">
                                          <p:val>
                                            <p:strVal val="#ppt_w"/>
                                          </p:val>
                                        </p:tav>
                                      </p:tavLst>
                                    </p:anim>
                                    <p:anim calcmode="lin" valueType="num">
                                      <p:cBhvr>
                                        <p:cTn id="52" dur="500" fill="hold"/>
                                        <p:tgtEl>
                                          <p:spTgt spid="58"/>
                                        </p:tgtEl>
                                        <p:attrNameLst>
                                          <p:attrName>ppt_h</p:attrName>
                                        </p:attrNameLst>
                                      </p:cBhvr>
                                      <p:tavLst>
                                        <p:tav tm="0">
                                          <p:val>
                                            <p:fltVal val="0"/>
                                          </p:val>
                                        </p:tav>
                                        <p:tav tm="100000">
                                          <p:val>
                                            <p:strVal val="#ppt_h"/>
                                          </p:val>
                                        </p:tav>
                                      </p:tavLst>
                                    </p:anim>
                                    <p:animEffect transition="in" filter="fade">
                                      <p:cBhvr>
                                        <p:cTn id="53" dur="500"/>
                                        <p:tgtEl>
                                          <p:spTgt spid="58"/>
                                        </p:tgtEl>
                                      </p:cBhvr>
                                    </p:animEffect>
                                  </p:childTnLst>
                                </p:cTn>
                              </p:par>
                            </p:childTnLst>
                          </p:cTn>
                        </p:par>
                      </p:childTnLst>
                    </p:cTn>
                  </p:par>
                  <p:par>
                    <p:cTn id="54" fill="hold">
                      <p:stCondLst>
                        <p:cond delay="indefinite"/>
                      </p:stCondLst>
                      <p:childTnLst>
                        <p:par>
                          <p:cTn id="55" fill="hold">
                            <p:stCondLst>
                              <p:cond delay="0"/>
                            </p:stCondLst>
                            <p:childTnLst>
                              <p:par>
                                <p:cTn id="56" presetID="53" presetClass="entr" presetSubtype="16" fill="hold" grpId="0" nodeType="clickEffect">
                                  <p:stCondLst>
                                    <p:cond delay="0"/>
                                  </p:stCondLst>
                                  <p:childTnLst>
                                    <p:set>
                                      <p:cBhvr>
                                        <p:cTn id="57" dur="1" fill="hold">
                                          <p:stCondLst>
                                            <p:cond delay="0"/>
                                          </p:stCondLst>
                                        </p:cTn>
                                        <p:tgtEl>
                                          <p:spTgt spid="59"/>
                                        </p:tgtEl>
                                        <p:attrNameLst>
                                          <p:attrName>style.visibility</p:attrName>
                                        </p:attrNameLst>
                                      </p:cBhvr>
                                      <p:to>
                                        <p:strVal val="visible"/>
                                      </p:to>
                                    </p:set>
                                    <p:anim calcmode="lin" valueType="num">
                                      <p:cBhvr>
                                        <p:cTn id="58" dur="500" fill="hold"/>
                                        <p:tgtEl>
                                          <p:spTgt spid="59"/>
                                        </p:tgtEl>
                                        <p:attrNameLst>
                                          <p:attrName>ppt_w</p:attrName>
                                        </p:attrNameLst>
                                      </p:cBhvr>
                                      <p:tavLst>
                                        <p:tav tm="0">
                                          <p:val>
                                            <p:fltVal val="0"/>
                                          </p:val>
                                        </p:tav>
                                        <p:tav tm="100000">
                                          <p:val>
                                            <p:strVal val="#ppt_w"/>
                                          </p:val>
                                        </p:tav>
                                      </p:tavLst>
                                    </p:anim>
                                    <p:anim calcmode="lin" valueType="num">
                                      <p:cBhvr>
                                        <p:cTn id="59" dur="500" fill="hold"/>
                                        <p:tgtEl>
                                          <p:spTgt spid="59"/>
                                        </p:tgtEl>
                                        <p:attrNameLst>
                                          <p:attrName>ppt_h</p:attrName>
                                        </p:attrNameLst>
                                      </p:cBhvr>
                                      <p:tavLst>
                                        <p:tav tm="0">
                                          <p:val>
                                            <p:fltVal val="0"/>
                                          </p:val>
                                        </p:tav>
                                        <p:tav tm="100000">
                                          <p:val>
                                            <p:strVal val="#ppt_h"/>
                                          </p:val>
                                        </p:tav>
                                      </p:tavLst>
                                    </p:anim>
                                    <p:animEffect transition="in" filter="fade">
                                      <p:cBhvr>
                                        <p:cTn id="60" dur="500"/>
                                        <p:tgtEl>
                                          <p:spTgt spid="59"/>
                                        </p:tgtEl>
                                      </p:cBhvr>
                                    </p:animEffect>
                                  </p:childTnLst>
                                </p:cTn>
                              </p:par>
                            </p:childTnLst>
                          </p:cTn>
                        </p:par>
                      </p:childTnLst>
                    </p:cTn>
                  </p:par>
                  <p:par>
                    <p:cTn id="61" fill="hold">
                      <p:stCondLst>
                        <p:cond delay="indefinite"/>
                      </p:stCondLst>
                      <p:childTnLst>
                        <p:par>
                          <p:cTn id="62" fill="hold">
                            <p:stCondLst>
                              <p:cond delay="0"/>
                            </p:stCondLst>
                            <p:childTnLst>
                              <p:par>
                                <p:cTn id="63" presetID="23" presetClass="entr" presetSubtype="32" fill="hold" nodeType="clickEffect">
                                  <p:stCondLst>
                                    <p:cond delay="0"/>
                                  </p:stCondLst>
                                  <p:childTnLst>
                                    <p:set>
                                      <p:cBhvr>
                                        <p:cTn id="64" dur="1" fill="hold">
                                          <p:stCondLst>
                                            <p:cond delay="0"/>
                                          </p:stCondLst>
                                        </p:cTn>
                                        <p:tgtEl>
                                          <p:spTgt spid="60"/>
                                        </p:tgtEl>
                                        <p:attrNameLst>
                                          <p:attrName>style.visibility</p:attrName>
                                        </p:attrNameLst>
                                      </p:cBhvr>
                                      <p:to>
                                        <p:strVal val="visible"/>
                                      </p:to>
                                    </p:set>
                                    <p:anim calcmode="lin" valueType="num">
                                      <p:cBhvr>
                                        <p:cTn id="65" dur="500" fill="hold"/>
                                        <p:tgtEl>
                                          <p:spTgt spid="60"/>
                                        </p:tgtEl>
                                        <p:attrNameLst>
                                          <p:attrName>ppt_w</p:attrName>
                                        </p:attrNameLst>
                                      </p:cBhvr>
                                      <p:tavLst>
                                        <p:tav tm="0">
                                          <p:val>
                                            <p:strVal val="4*#ppt_w"/>
                                          </p:val>
                                        </p:tav>
                                        <p:tav tm="100000">
                                          <p:val>
                                            <p:strVal val="#ppt_w"/>
                                          </p:val>
                                        </p:tav>
                                      </p:tavLst>
                                    </p:anim>
                                    <p:anim calcmode="lin" valueType="num">
                                      <p:cBhvr>
                                        <p:cTn id="66" dur="500" fill="hold"/>
                                        <p:tgtEl>
                                          <p:spTgt spid="60"/>
                                        </p:tgtEl>
                                        <p:attrNameLst>
                                          <p:attrName>ppt_h</p:attrName>
                                        </p:attrNameLst>
                                      </p:cBhvr>
                                      <p:tavLst>
                                        <p:tav tm="0">
                                          <p:val>
                                            <p:strVal val="4*#ppt_h"/>
                                          </p:val>
                                        </p:tav>
                                        <p:tav tm="100000">
                                          <p:val>
                                            <p:strVal val="#ppt_h"/>
                                          </p:val>
                                        </p:tav>
                                      </p:tavLst>
                                    </p:anim>
                                  </p:childTnLst>
                                </p:cTn>
                              </p:par>
                            </p:childTnLst>
                          </p:cTn>
                        </p:par>
                      </p:childTnLst>
                    </p:cTn>
                  </p:par>
                  <p:par>
                    <p:cTn id="67" fill="hold">
                      <p:stCondLst>
                        <p:cond delay="indefinite"/>
                      </p:stCondLst>
                      <p:childTnLst>
                        <p:par>
                          <p:cTn id="68" fill="hold">
                            <p:stCondLst>
                              <p:cond delay="0"/>
                            </p:stCondLst>
                            <p:childTnLst>
                              <p:par>
                                <p:cTn id="69" presetID="53" presetClass="entr" presetSubtype="16" fill="hold" grpId="0" nodeType="clickEffect">
                                  <p:stCondLst>
                                    <p:cond delay="0"/>
                                  </p:stCondLst>
                                  <p:childTnLst>
                                    <p:set>
                                      <p:cBhvr>
                                        <p:cTn id="70" dur="1" fill="hold">
                                          <p:stCondLst>
                                            <p:cond delay="0"/>
                                          </p:stCondLst>
                                        </p:cTn>
                                        <p:tgtEl>
                                          <p:spTgt spid="54"/>
                                        </p:tgtEl>
                                        <p:attrNameLst>
                                          <p:attrName>style.visibility</p:attrName>
                                        </p:attrNameLst>
                                      </p:cBhvr>
                                      <p:to>
                                        <p:strVal val="visible"/>
                                      </p:to>
                                    </p:set>
                                    <p:anim calcmode="lin" valueType="num">
                                      <p:cBhvr>
                                        <p:cTn id="71" dur="500" fill="hold"/>
                                        <p:tgtEl>
                                          <p:spTgt spid="54"/>
                                        </p:tgtEl>
                                        <p:attrNameLst>
                                          <p:attrName>ppt_w</p:attrName>
                                        </p:attrNameLst>
                                      </p:cBhvr>
                                      <p:tavLst>
                                        <p:tav tm="0">
                                          <p:val>
                                            <p:fltVal val="0"/>
                                          </p:val>
                                        </p:tav>
                                        <p:tav tm="100000">
                                          <p:val>
                                            <p:strVal val="#ppt_w"/>
                                          </p:val>
                                        </p:tav>
                                      </p:tavLst>
                                    </p:anim>
                                    <p:anim calcmode="lin" valueType="num">
                                      <p:cBhvr>
                                        <p:cTn id="72" dur="500" fill="hold"/>
                                        <p:tgtEl>
                                          <p:spTgt spid="54"/>
                                        </p:tgtEl>
                                        <p:attrNameLst>
                                          <p:attrName>ppt_h</p:attrName>
                                        </p:attrNameLst>
                                      </p:cBhvr>
                                      <p:tavLst>
                                        <p:tav tm="0">
                                          <p:val>
                                            <p:fltVal val="0"/>
                                          </p:val>
                                        </p:tav>
                                        <p:tav tm="100000">
                                          <p:val>
                                            <p:strVal val="#ppt_h"/>
                                          </p:val>
                                        </p:tav>
                                      </p:tavLst>
                                    </p:anim>
                                    <p:animEffect transition="in" filter="fade">
                                      <p:cBhvr>
                                        <p:cTn id="73" dur="500"/>
                                        <p:tgtEl>
                                          <p:spTgt spid="54"/>
                                        </p:tgtEl>
                                      </p:cBhvr>
                                    </p:animEffect>
                                  </p:childTnLst>
                                </p:cTn>
                              </p:par>
                            </p:childTnLst>
                          </p:cTn>
                        </p:par>
                      </p:childTnLst>
                    </p:cTn>
                  </p:par>
                  <p:par>
                    <p:cTn id="74" fill="hold">
                      <p:stCondLst>
                        <p:cond delay="indefinite"/>
                      </p:stCondLst>
                      <p:childTnLst>
                        <p:par>
                          <p:cTn id="75" fill="hold">
                            <p:stCondLst>
                              <p:cond delay="0"/>
                            </p:stCondLst>
                            <p:childTnLst>
                              <p:par>
                                <p:cTn id="76" presetID="53" presetClass="entr" presetSubtype="16" fill="hold" grpId="0" nodeType="clickEffect">
                                  <p:stCondLst>
                                    <p:cond delay="0"/>
                                  </p:stCondLst>
                                  <p:childTnLst>
                                    <p:set>
                                      <p:cBhvr>
                                        <p:cTn id="77" dur="1" fill="hold">
                                          <p:stCondLst>
                                            <p:cond delay="0"/>
                                          </p:stCondLst>
                                        </p:cTn>
                                        <p:tgtEl>
                                          <p:spTgt spid="61"/>
                                        </p:tgtEl>
                                        <p:attrNameLst>
                                          <p:attrName>style.visibility</p:attrName>
                                        </p:attrNameLst>
                                      </p:cBhvr>
                                      <p:to>
                                        <p:strVal val="visible"/>
                                      </p:to>
                                    </p:set>
                                    <p:anim calcmode="lin" valueType="num">
                                      <p:cBhvr>
                                        <p:cTn id="78" dur="500" fill="hold"/>
                                        <p:tgtEl>
                                          <p:spTgt spid="61"/>
                                        </p:tgtEl>
                                        <p:attrNameLst>
                                          <p:attrName>ppt_w</p:attrName>
                                        </p:attrNameLst>
                                      </p:cBhvr>
                                      <p:tavLst>
                                        <p:tav tm="0">
                                          <p:val>
                                            <p:fltVal val="0"/>
                                          </p:val>
                                        </p:tav>
                                        <p:tav tm="100000">
                                          <p:val>
                                            <p:strVal val="#ppt_w"/>
                                          </p:val>
                                        </p:tav>
                                      </p:tavLst>
                                    </p:anim>
                                    <p:anim calcmode="lin" valueType="num">
                                      <p:cBhvr>
                                        <p:cTn id="79" dur="500" fill="hold"/>
                                        <p:tgtEl>
                                          <p:spTgt spid="61"/>
                                        </p:tgtEl>
                                        <p:attrNameLst>
                                          <p:attrName>ppt_h</p:attrName>
                                        </p:attrNameLst>
                                      </p:cBhvr>
                                      <p:tavLst>
                                        <p:tav tm="0">
                                          <p:val>
                                            <p:fltVal val="0"/>
                                          </p:val>
                                        </p:tav>
                                        <p:tav tm="100000">
                                          <p:val>
                                            <p:strVal val="#ppt_h"/>
                                          </p:val>
                                        </p:tav>
                                      </p:tavLst>
                                    </p:anim>
                                    <p:animEffect transition="in" filter="fade">
                                      <p:cBhvr>
                                        <p:cTn id="80" dur="500"/>
                                        <p:tgtEl>
                                          <p:spTgt spid="61"/>
                                        </p:tgtEl>
                                      </p:cBhvr>
                                    </p:animEffect>
                                  </p:childTnLst>
                                </p:cTn>
                              </p:par>
                            </p:childTnLst>
                          </p:cTn>
                        </p:par>
                      </p:childTnLst>
                    </p:cTn>
                  </p:par>
                  <p:par>
                    <p:cTn id="81" fill="hold">
                      <p:stCondLst>
                        <p:cond delay="indefinite"/>
                      </p:stCondLst>
                      <p:childTnLst>
                        <p:par>
                          <p:cTn id="82" fill="hold">
                            <p:stCondLst>
                              <p:cond delay="0"/>
                            </p:stCondLst>
                            <p:childTnLst>
                              <p:par>
                                <p:cTn id="83" presetID="22" presetClass="entr" presetSubtype="8" fill="hold" nodeType="clickEffect">
                                  <p:stCondLst>
                                    <p:cond delay="0"/>
                                  </p:stCondLst>
                                  <p:childTnLst>
                                    <p:set>
                                      <p:cBhvr>
                                        <p:cTn id="84" dur="1" fill="hold">
                                          <p:stCondLst>
                                            <p:cond delay="0"/>
                                          </p:stCondLst>
                                        </p:cTn>
                                        <p:tgtEl>
                                          <p:spTgt spid="62"/>
                                        </p:tgtEl>
                                        <p:attrNameLst>
                                          <p:attrName>style.visibility</p:attrName>
                                        </p:attrNameLst>
                                      </p:cBhvr>
                                      <p:to>
                                        <p:strVal val="visible"/>
                                      </p:to>
                                    </p:set>
                                    <p:animEffect transition="in" filter="wipe(left)">
                                      <p:cBhvr>
                                        <p:cTn id="85" dur="500"/>
                                        <p:tgtEl>
                                          <p:spTgt spid="62"/>
                                        </p:tgtEl>
                                      </p:cBhvr>
                                    </p:animEffect>
                                  </p:childTnLst>
                                </p:cTn>
                              </p:par>
                            </p:childTnLst>
                          </p:cTn>
                        </p:par>
                        <p:par>
                          <p:cTn id="86" fill="hold">
                            <p:stCondLst>
                              <p:cond delay="500"/>
                            </p:stCondLst>
                            <p:childTnLst>
                              <p:par>
                                <p:cTn id="87" presetID="22" presetClass="entr" presetSubtype="4" fill="hold" nodeType="afterEffect">
                                  <p:stCondLst>
                                    <p:cond delay="0"/>
                                  </p:stCondLst>
                                  <p:childTnLst>
                                    <p:set>
                                      <p:cBhvr>
                                        <p:cTn id="88" dur="1" fill="hold">
                                          <p:stCondLst>
                                            <p:cond delay="0"/>
                                          </p:stCondLst>
                                        </p:cTn>
                                        <p:tgtEl>
                                          <p:spTgt spid="63"/>
                                        </p:tgtEl>
                                        <p:attrNameLst>
                                          <p:attrName>style.visibility</p:attrName>
                                        </p:attrNameLst>
                                      </p:cBhvr>
                                      <p:to>
                                        <p:strVal val="visible"/>
                                      </p:to>
                                    </p:set>
                                    <p:animEffect transition="in" filter="wipe(down)">
                                      <p:cBhvr>
                                        <p:cTn id="89" dur="500"/>
                                        <p:tgtEl>
                                          <p:spTgt spid="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animBg="1"/>
      <p:bldP spid="53" grpId="0" animBg="1"/>
      <p:bldP spid="54" grpId="0" animBg="1"/>
      <p:bldP spid="57" grpId="0" animBg="1"/>
      <p:bldP spid="58" grpId="0" animBg="1"/>
      <p:bldP spid="30" grpId="0"/>
      <p:bldP spid="32" grpId="0" animBg="1"/>
      <p:bldP spid="48" grpId="0" animBg="1"/>
      <p:bldP spid="51" grpId="0" animBg="1"/>
      <p:bldP spid="59" grpId="0" animBg="1"/>
      <p:bldP spid="61" grpId="0"/>
    </p:bldLst>
  </p:timing>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80898" name="Picture 2"/>
          <p:cNvPicPr>
            <a:picLocks noChangeAspect="1"/>
          </p:cNvPicPr>
          <p:nvPr/>
        </p:nvPicPr>
        <p:blipFill>
          <a:blip r:embed="rId1">
            <a:clrChange>
              <a:clrFrom>
                <a:srgbClr val="FFFFFF"/>
              </a:clrFrom>
              <a:clrTo>
                <a:srgbClr val="FFFFFF">
                  <a:alpha val="0"/>
                </a:srgbClr>
              </a:clrTo>
            </a:clrChange>
          </a:blip>
          <a:stretch>
            <a:fillRect/>
          </a:stretch>
        </p:blipFill>
        <p:spPr>
          <a:xfrm>
            <a:off x="6996113" y="2786063"/>
            <a:ext cx="3652837" cy="3228975"/>
          </a:xfrm>
          <a:prstGeom prst="rect">
            <a:avLst/>
          </a:prstGeom>
          <a:noFill/>
          <a:ln w="12700">
            <a:noFill/>
          </a:ln>
        </p:spPr>
      </p:pic>
      <p:sp>
        <p:nvSpPr>
          <p:cNvPr id="80899" name="Rectangle 2"/>
          <p:cNvSpPr>
            <a:spLocks noGrp="1"/>
          </p:cNvSpPr>
          <p:nvPr>
            <p:ph type="title"/>
          </p:nvPr>
        </p:nvSpPr>
        <p:spPr>
          <a:xfrm>
            <a:off x="1631950" y="255588"/>
            <a:ext cx="8915400" cy="1143000"/>
          </a:xfrm>
        </p:spPr>
        <p:txBody>
          <a:bodyPr vert="horz" wrap="square" lIns="91440" tIns="45720" rIns="91440" bIns="45720" anchor="ctr" anchorCtr="0"/>
          <a:lstStyle/>
          <a:p>
            <a:r>
              <a:rPr lang="en-US" altLang="zh-CN" kern="1200" dirty="0">
                <a:latin typeface="Arial" panose="020B0604020202090204" pitchFamily="34" charset="0"/>
                <a:ea typeface="黑体" panose="02010609060101010101" pitchFamily="49" charset="-122"/>
                <a:cs typeface="Arial" panose="020B0604020202090204" pitchFamily="34" charset="0"/>
              </a:rPr>
              <a:t>3.3.3 </a:t>
            </a:r>
            <a:r>
              <a:rPr lang="zh-CN" altLang="en-US" kern="1200" dirty="0">
                <a:latin typeface="Arial" panose="020B0604020202090204" pitchFamily="34" charset="0"/>
                <a:ea typeface="黑体" panose="02010609060101010101" pitchFamily="49" charset="-122"/>
                <a:cs typeface="Arial" panose="020B0604020202090204" pitchFamily="34" charset="0"/>
              </a:rPr>
              <a:t>字符指针</a:t>
            </a:r>
            <a:endParaRPr lang="en-US" altLang="zh-CN" kern="1200" dirty="0">
              <a:latin typeface="Arial" panose="020B0604020202090204" pitchFamily="34" charset="0"/>
              <a:ea typeface="黑体" panose="02010609060101010101" pitchFamily="49" charset="-122"/>
              <a:cs typeface="Arial" panose="020B0604020202090204" pitchFamily="34" charset="0"/>
            </a:endParaRPr>
          </a:p>
        </p:txBody>
      </p:sp>
      <p:grpSp>
        <p:nvGrpSpPr>
          <p:cNvPr id="80900" name="Group 5"/>
          <p:cNvGrpSpPr/>
          <p:nvPr/>
        </p:nvGrpSpPr>
        <p:grpSpPr>
          <a:xfrm>
            <a:off x="2478088" y="1441450"/>
            <a:ext cx="7332662" cy="503238"/>
            <a:chOff x="839" y="1389"/>
            <a:chExt cx="4264" cy="317"/>
          </a:xfrm>
        </p:grpSpPr>
        <p:grpSp>
          <p:nvGrpSpPr>
            <p:cNvPr id="80919" name="Group 6"/>
            <p:cNvGrpSpPr/>
            <p:nvPr/>
          </p:nvGrpSpPr>
          <p:grpSpPr>
            <a:xfrm>
              <a:off x="839" y="1389"/>
              <a:ext cx="4173" cy="317"/>
              <a:chOff x="1474" y="1389"/>
              <a:chExt cx="4173" cy="317"/>
            </a:xfrm>
          </p:grpSpPr>
          <p:sp>
            <p:nvSpPr>
              <p:cNvPr id="34" name="Rectangle 7"/>
              <p:cNvSpPr>
                <a:spLocks noChangeArrowheads="1"/>
              </p:cNvSpPr>
              <p:nvPr/>
            </p:nvSpPr>
            <p:spPr bwMode="auto">
              <a:xfrm>
                <a:off x="1474" y="1389"/>
                <a:ext cx="4173" cy="317"/>
              </a:xfrm>
              <a:prstGeom prst="rect">
                <a:avLst/>
              </a:prstGeom>
              <a:noFill/>
              <a:ln w="57150">
                <a:solidFill>
                  <a:srgbClr val="000080"/>
                </a:solidFill>
                <a:miter lim="800000"/>
              </a:ln>
              <a:effectLst/>
            </p:spPr>
            <p:txBody>
              <a:bodyPr wrap="none" anchor="ct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35" name="Line 8"/>
              <p:cNvSpPr>
                <a:spLocks noChangeShapeType="1"/>
              </p:cNvSpPr>
              <p:nvPr/>
            </p:nvSpPr>
            <p:spPr bwMode="auto">
              <a:xfrm>
                <a:off x="1837" y="1389"/>
                <a:ext cx="0" cy="317"/>
              </a:xfrm>
              <a:prstGeom prst="line">
                <a:avLst/>
              </a:prstGeom>
              <a:noFill/>
              <a:ln w="38100">
                <a:solidFill>
                  <a:srgbClr val="000080"/>
                </a:solidFill>
                <a:round/>
                <a:headEnd type="none" w="sm" len="sm"/>
                <a:tailEnd type="none" w="sm" len="sm"/>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36" name="Line 9"/>
              <p:cNvSpPr>
                <a:spLocks noChangeShapeType="1"/>
              </p:cNvSpPr>
              <p:nvPr/>
            </p:nvSpPr>
            <p:spPr bwMode="auto">
              <a:xfrm>
                <a:off x="2200" y="1389"/>
                <a:ext cx="0" cy="317"/>
              </a:xfrm>
              <a:prstGeom prst="line">
                <a:avLst/>
              </a:prstGeom>
              <a:noFill/>
              <a:ln w="38100">
                <a:solidFill>
                  <a:srgbClr val="000080"/>
                </a:solidFill>
                <a:round/>
                <a:headEnd type="none" w="sm" len="sm"/>
                <a:tailEnd type="none" w="sm" len="sm"/>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37" name="Line 10"/>
              <p:cNvSpPr>
                <a:spLocks noChangeShapeType="1"/>
              </p:cNvSpPr>
              <p:nvPr/>
            </p:nvSpPr>
            <p:spPr bwMode="auto">
              <a:xfrm>
                <a:off x="2561" y="1389"/>
                <a:ext cx="0" cy="317"/>
              </a:xfrm>
              <a:prstGeom prst="line">
                <a:avLst/>
              </a:prstGeom>
              <a:noFill/>
              <a:ln w="38100">
                <a:solidFill>
                  <a:srgbClr val="000080"/>
                </a:solidFill>
                <a:round/>
                <a:headEnd type="none" w="sm" len="sm"/>
                <a:tailEnd type="none" w="sm" len="sm"/>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38" name="Line 11"/>
              <p:cNvSpPr>
                <a:spLocks noChangeShapeType="1"/>
              </p:cNvSpPr>
              <p:nvPr/>
            </p:nvSpPr>
            <p:spPr bwMode="auto">
              <a:xfrm>
                <a:off x="2925" y="1389"/>
                <a:ext cx="0" cy="317"/>
              </a:xfrm>
              <a:prstGeom prst="line">
                <a:avLst/>
              </a:prstGeom>
              <a:noFill/>
              <a:ln w="38100">
                <a:solidFill>
                  <a:srgbClr val="000080"/>
                </a:solidFill>
                <a:round/>
                <a:headEnd type="none" w="sm" len="sm"/>
                <a:tailEnd type="none" w="sm" len="sm"/>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39" name="Line 12"/>
              <p:cNvSpPr>
                <a:spLocks noChangeShapeType="1"/>
              </p:cNvSpPr>
              <p:nvPr/>
            </p:nvSpPr>
            <p:spPr bwMode="auto">
              <a:xfrm>
                <a:off x="3288" y="1389"/>
                <a:ext cx="0" cy="317"/>
              </a:xfrm>
              <a:prstGeom prst="line">
                <a:avLst/>
              </a:prstGeom>
              <a:noFill/>
              <a:ln w="38100">
                <a:solidFill>
                  <a:srgbClr val="000080"/>
                </a:solidFill>
                <a:round/>
                <a:headEnd type="none" w="sm" len="sm"/>
                <a:tailEnd type="none" w="sm" len="sm"/>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40" name="Line 13"/>
              <p:cNvSpPr>
                <a:spLocks noChangeShapeType="1"/>
              </p:cNvSpPr>
              <p:nvPr/>
            </p:nvSpPr>
            <p:spPr bwMode="auto">
              <a:xfrm>
                <a:off x="3636" y="1389"/>
                <a:ext cx="0" cy="317"/>
              </a:xfrm>
              <a:prstGeom prst="line">
                <a:avLst/>
              </a:prstGeom>
              <a:noFill/>
              <a:ln w="38100">
                <a:solidFill>
                  <a:srgbClr val="000080"/>
                </a:solidFill>
                <a:round/>
                <a:headEnd type="none" w="sm" len="sm"/>
                <a:tailEnd type="none" w="sm" len="sm"/>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41" name="Line 14"/>
              <p:cNvSpPr>
                <a:spLocks noChangeShapeType="1"/>
              </p:cNvSpPr>
              <p:nvPr/>
            </p:nvSpPr>
            <p:spPr bwMode="auto">
              <a:xfrm>
                <a:off x="3966" y="1389"/>
                <a:ext cx="0" cy="317"/>
              </a:xfrm>
              <a:prstGeom prst="line">
                <a:avLst/>
              </a:prstGeom>
              <a:noFill/>
              <a:ln w="38100">
                <a:solidFill>
                  <a:srgbClr val="000080"/>
                </a:solidFill>
                <a:round/>
                <a:headEnd type="none" w="sm" len="sm"/>
                <a:tailEnd type="none" w="sm" len="sm"/>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42" name="Line 15"/>
              <p:cNvSpPr>
                <a:spLocks noChangeShapeType="1"/>
              </p:cNvSpPr>
              <p:nvPr/>
            </p:nvSpPr>
            <p:spPr bwMode="auto">
              <a:xfrm>
                <a:off x="4315" y="1389"/>
                <a:ext cx="0" cy="317"/>
              </a:xfrm>
              <a:prstGeom prst="line">
                <a:avLst/>
              </a:prstGeom>
              <a:noFill/>
              <a:ln w="38100">
                <a:solidFill>
                  <a:srgbClr val="000080"/>
                </a:solidFill>
                <a:round/>
                <a:headEnd type="none" w="sm" len="sm"/>
                <a:tailEnd type="none" w="sm" len="sm"/>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43" name="Line 16"/>
              <p:cNvSpPr>
                <a:spLocks noChangeShapeType="1"/>
              </p:cNvSpPr>
              <p:nvPr/>
            </p:nvSpPr>
            <p:spPr bwMode="auto">
              <a:xfrm>
                <a:off x="4649" y="1389"/>
                <a:ext cx="0" cy="317"/>
              </a:xfrm>
              <a:prstGeom prst="line">
                <a:avLst/>
              </a:prstGeom>
              <a:noFill/>
              <a:ln w="38100">
                <a:solidFill>
                  <a:srgbClr val="000080"/>
                </a:solidFill>
                <a:round/>
                <a:headEnd type="none" w="sm" len="sm"/>
                <a:tailEnd type="none" w="sm" len="sm"/>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44" name="Line 17"/>
              <p:cNvSpPr>
                <a:spLocks noChangeShapeType="1"/>
              </p:cNvSpPr>
              <p:nvPr/>
            </p:nvSpPr>
            <p:spPr bwMode="auto">
              <a:xfrm>
                <a:off x="4982" y="1389"/>
                <a:ext cx="0" cy="317"/>
              </a:xfrm>
              <a:prstGeom prst="line">
                <a:avLst/>
              </a:prstGeom>
              <a:noFill/>
              <a:ln w="38100">
                <a:solidFill>
                  <a:srgbClr val="000080"/>
                </a:solidFill>
                <a:round/>
                <a:headEnd type="none" w="sm" len="sm"/>
                <a:tailEnd type="none" w="sm" len="sm"/>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45" name="Line 18"/>
              <p:cNvSpPr>
                <a:spLocks noChangeShapeType="1"/>
              </p:cNvSpPr>
              <p:nvPr/>
            </p:nvSpPr>
            <p:spPr bwMode="auto">
              <a:xfrm>
                <a:off x="5312" y="1389"/>
                <a:ext cx="0" cy="317"/>
              </a:xfrm>
              <a:prstGeom prst="line">
                <a:avLst/>
              </a:prstGeom>
              <a:noFill/>
              <a:ln w="38100">
                <a:solidFill>
                  <a:srgbClr val="000080"/>
                </a:solidFill>
                <a:round/>
                <a:headEnd type="none" w="sm" len="sm"/>
                <a:tailEnd type="none" w="sm" len="sm"/>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grpSp>
        <p:sp>
          <p:nvSpPr>
            <p:cNvPr id="33" name="Text Box 19"/>
            <p:cNvSpPr txBox="1">
              <a:spLocks noChangeArrowheads="1"/>
            </p:cNvSpPr>
            <p:nvPr/>
          </p:nvSpPr>
          <p:spPr bwMode="auto">
            <a:xfrm>
              <a:off x="859" y="1393"/>
              <a:ext cx="4244" cy="273"/>
            </a:xfrm>
            <a:prstGeom prst="rect">
              <a:avLst/>
            </a:prstGeom>
            <a:noFill/>
            <a:ln w="12700">
              <a:noFill/>
              <a:miter lim="800000"/>
              <a:headEnd type="none" w="sm" len="sm"/>
              <a:tailEnd type="none" w="sm" len="sm"/>
            </a:ln>
            <a:effectLst/>
          </p:spPr>
          <p:txBody>
            <a:bodyPr>
              <a:spAutoFit/>
            </a:bodyPr>
            <a:lstStyle/>
            <a:p>
              <a:pPr marR="0" defTabSz="914400" eaLnBrk="1" hangingPunct="1">
                <a:lnSpc>
                  <a:spcPct val="90000"/>
                </a:lnSpc>
                <a:spcBef>
                  <a:spcPct val="50000"/>
                </a:spcBef>
                <a:spcAft>
                  <a:spcPts val="590"/>
                </a:spcAft>
                <a:buClr>
                  <a:schemeClr val="tx2"/>
                </a:buClr>
                <a:buSzPct val="80000"/>
                <a:buFontTx/>
                <a:buNone/>
                <a:defRPr/>
              </a:pPr>
              <a:r>
                <a:rPr kumimoji="0" lang="en-US" altLang="zh-CN" b="1" kern="1200" cap="none" spc="0" normalizeH="0" baseline="0" noProof="0" dirty="0">
                  <a:effectLst>
                    <a:outerShdw blurRad="38100" dist="38100" dir="2700000" algn="tl">
                      <a:srgbClr val="C0C0C0"/>
                    </a:outerShdw>
                  </a:effectLst>
                  <a:latin typeface="Courier New" panose="02070409020205090404" pitchFamily="49" charset="0"/>
                  <a:ea typeface="宋体" pitchFamily="2" charset="-122"/>
                  <a:cs typeface="Courier New" panose="02070409020205090404" pitchFamily="49" charset="0"/>
                </a:rPr>
                <a:t> </a:t>
              </a:r>
              <a:r>
                <a:rPr kumimoji="0" lang="en-US" altLang="zh-CN" sz="2400" b="1" kern="1200" cap="none" spc="0" normalizeH="0" baseline="0" noProof="0" dirty="0">
                  <a:effectLst>
                    <a:outerShdw blurRad="38100" dist="38100" dir="2700000" algn="tl">
                      <a:srgbClr val="C0C0C0"/>
                    </a:outerShdw>
                  </a:effectLst>
                  <a:latin typeface="Courier New" panose="02070409020205090404" pitchFamily="49" charset="0"/>
                  <a:ea typeface="宋体" pitchFamily="2" charset="-122"/>
                  <a:cs typeface="Courier New" panose="02070409020205090404" pitchFamily="49" charset="0"/>
                </a:rPr>
                <a:t>H  e  l   </a:t>
              </a:r>
              <a:r>
                <a:rPr kumimoji="0" lang="en-US" altLang="zh-CN" sz="2400" b="1" kern="1200" cap="none" spc="0" normalizeH="0" baseline="0" noProof="0" dirty="0" err="1">
                  <a:effectLst>
                    <a:outerShdw blurRad="38100" dist="38100" dir="2700000" algn="tl">
                      <a:srgbClr val="C0C0C0"/>
                    </a:outerShdw>
                  </a:effectLst>
                  <a:latin typeface="Courier New" panose="02070409020205090404" pitchFamily="49" charset="0"/>
                  <a:ea typeface="宋体" pitchFamily="2" charset="-122"/>
                  <a:cs typeface="Courier New" panose="02070409020205090404" pitchFamily="49" charset="0"/>
                </a:rPr>
                <a:t>l</a:t>
              </a:r>
              <a:r>
                <a:rPr kumimoji="0" lang="en-US" altLang="zh-CN" sz="2400" b="1" kern="1200" cap="none" spc="0" normalizeH="0" baseline="0" noProof="0" dirty="0">
                  <a:effectLst>
                    <a:outerShdw blurRad="38100" dist="38100" dir="2700000" algn="tl">
                      <a:srgbClr val="C0C0C0"/>
                    </a:outerShdw>
                  </a:effectLst>
                  <a:latin typeface="Courier New" panose="02070409020205090404" pitchFamily="49" charset="0"/>
                  <a:ea typeface="宋体" pitchFamily="2" charset="-122"/>
                  <a:cs typeface="Courier New" panose="02070409020205090404" pitchFamily="49" charset="0"/>
                </a:rPr>
                <a:t>  o      C  h  </a:t>
              </a:r>
              <a:r>
                <a:rPr kumimoji="0" lang="en-US" altLang="zh-CN" sz="2400" b="1" kern="1200" cap="none" spc="0" normalizeH="0" baseline="0" noProof="0" dirty="0" err="1">
                  <a:effectLst>
                    <a:outerShdw blurRad="38100" dist="38100" dir="2700000" algn="tl">
                      <a:srgbClr val="C0C0C0"/>
                    </a:outerShdw>
                  </a:effectLst>
                  <a:latin typeface="Courier New" panose="02070409020205090404" pitchFamily="49" charset="0"/>
                  <a:ea typeface="宋体" pitchFamily="2" charset="-122"/>
                  <a:cs typeface="Courier New" panose="02070409020205090404" pitchFamily="49" charset="0"/>
                </a:rPr>
                <a:t>i</a:t>
              </a:r>
              <a:r>
                <a:rPr kumimoji="0" lang="en-US" altLang="zh-CN" sz="2400" b="1" kern="1200" cap="none" spc="0" normalizeH="0" baseline="0" noProof="0" dirty="0">
                  <a:effectLst>
                    <a:outerShdw blurRad="38100" dist="38100" dir="2700000" algn="tl">
                      <a:srgbClr val="C0C0C0"/>
                    </a:outerShdw>
                  </a:effectLst>
                  <a:latin typeface="Courier New" panose="02070409020205090404" pitchFamily="49" charset="0"/>
                  <a:ea typeface="宋体" pitchFamily="2" charset="-122"/>
                  <a:cs typeface="Courier New" panose="02070409020205090404" pitchFamily="49" charset="0"/>
                </a:rPr>
                <a:t>  n   a \0     </a:t>
              </a:r>
              <a:endParaRPr kumimoji="0" lang="en-US" altLang="zh-CN" sz="2400" b="1" kern="1200" cap="none" spc="0" normalizeH="0" baseline="0" noProof="0" dirty="0">
                <a:effectLst>
                  <a:outerShdw blurRad="38100" dist="38100" dir="2700000" algn="tl">
                    <a:srgbClr val="C0C0C0"/>
                  </a:outerShdw>
                </a:effectLst>
                <a:latin typeface="Courier New" panose="02070409020205090404" pitchFamily="49" charset="0"/>
                <a:ea typeface="宋体" pitchFamily="2" charset="-122"/>
                <a:cs typeface="Courier New" panose="02070409020205090404" pitchFamily="49" charset="0"/>
              </a:endParaRPr>
            </a:p>
          </p:txBody>
        </p:sp>
      </p:grpSp>
      <p:sp>
        <p:nvSpPr>
          <p:cNvPr id="46" name="Line 23"/>
          <p:cNvSpPr>
            <a:spLocks noChangeShapeType="1"/>
          </p:cNvSpPr>
          <p:nvPr/>
        </p:nvSpPr>
        <p:spPr bwMode="auto">
          <a:xfrm flipV="1">
            <a:off x="2740025" y="1966913"/>
            <a:ext cx="0" cy="360363"/>
          </a:xfrm>
          <a:prstGeom prst="line">
            <a:avLst/>
          </a:prstGeom>
          <a:noFill/>
          <a:ln w="57150">
            <a:solidFill>
              <a:srgbClr val="C00000"/>
            </a:solidFill>
            <a:round/>
            <a:headEnd type="none" w="sm" len="sm"/>
            <a:tailEnd type="stealth" w="med" len="lg"/>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47" name="Text Box 24"/>
          <p:cNvSpPr txBox="1"/>
          <p:nvPr/>
        </p:nvSpPr>
        <p:spPr>
          <a:xfrm>
            <a:off x="2303463" y="2214563"/>
            <a:ext cx="1014412" cy="433387"/>
          </a:xfrm>
          <a:prstGeom prst="rect">
            <a:avLst/>
          </a:prstGeom>
          <a:noFill/>
          <a:ln w="12700">
            <a:noFill/>
          </a:ln>
        </p:spPr>
        <p:txBody>
          <a:bodyPr>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ct val="50000"/>
              </a:spcBef>
              <a:spcAft>
                <a:spcPts val="590"/>
              </a:spcAft>
              <a:buSzPct val="80000"/>
              <a:buNone/>
            </a:pPr>
            <a:r>
              <a:rPr lang="en-US" altLang="zh-CN" sz="2400" b="1" dirty="0">
                <a:solidFill>
                  <a:srgbClr val="C00000"/>
                </a:solidFill>
                <a:latin typeface="Courier New" panose="02070409020205090404" pitchFamily="49" charset="0"/>
                <a:ea typeface="宋体" pitchFamily="2" charset="-122"/>
              </a:rPr>
              <a:t>pStr</a:t>
            </a:r>
            <a:endParaRPr lang="en-US" altLang="zh-CN" sz="2400" b="1" dirty="0">
              <a:solidFill>
                <a:srgbClr val="C00000"/>
              </a:solidFill>
              <a:latin typeface="Courier New" panose="02070409020205090404" pitchFamily="49" charset="0"/>
              <a:ea typeface="宋体" pitchFamily="2" charset="-122"/>
            </a:endParaRPr>
          </a:p>
        </p:txBody>
      </p:sp>
      <p:sp>
        <p:nvSpPr>
          <p:cNvPr id="80903" name="Text Box 22"/>
          <p:cNvSpPr txBox="1"/>
          <p:nvPr/>
        </p:nvSpPr>
        <p:spPr>
          <a:xfrm>
            <a:off x="6461125" y="2143125"/>
            <a:ext cx="3271838" cy="490538"/>
          </a:xfrm>
          <a:prstGeom prst="rect">
            <a:avLst/>
          </a:prstGeom>
          <a:noFill/>
          <a:ln w="12700">
            <a:noFill/>
          </a:ln>
        </p:spPr>
        <p:txBody>
          <a:bodyPr>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ct val="50000"/>
              </a:spcBef>
              <a:spcAft>
                <a:spcPts val="590"/>
              </a:spcAft>
              <a:buSzPct val="80000"/>
              <a:buNone/>
            </a:pPr>
            <a:r>
              <a:rPr lang="en-US" altLang="zh-CN" sz="2800" b="1" dirty="0">
                <a:solidFill>
                  <a:srgbClr val="000066"/>
                </a:solidFill>
                <a:latin typeface="Courier New" panose="02070409020205090404" pitchFamily="49" charset="0"/>
                <a:ea typeface="宋体" pitchFamily="2" charset="-122"/>
              </a:rPr>
              <a:t>"Hello China"</a:t>
            </a:r>
            <a:endParaRPr lang="en-US" altLang="zh-CN" sz="2800" b="1" dirty="0">
              <a:solidFill>
                <a:srgbClr val="000066"/>
              </a:solidFill>
              <a:latin typeface="Courier New" panose="02070409020205090404" pitchFamily="49" charset="0"/>
              <a:ea typeface="宋体" pitchFamily="2" charset="-122"/>
            </a:endParaRPr>
          </a:p>
        </p:txBody>
      </p:sp>
      <p:sp>
        <p:nvSpPr>
          <p:cNvPr id="50" name="Text Box 22"/>
          <p:cNvSpPr txBox="1">
            <a:spLocks noChangeArrowheads="1"/>
          </p:cNvSpPr>
          <p:nvPr/>
        </p:nvSpPr>
        <p:spPr bwMode="auto">
          <a:xfrm>
            <a:off x="3519488" y="2143125"/>
            <a:ext cx="3041650" cy="490538"/>
          </a:xfrm>
          <a:prstGeom prst="rect">
            <a:avLst/>
          </a:prstGeom>
          <a:noFill/>
          <a:ln w="12700">
            <a:noFill/>
            <a:miter lim="800000"/>
            <a:headEnd type="none" w="sm" len="sm"/>
            <a:tailEnd type="none" w="sm" len="sm"/>
          </a:ln>
        </p:spPr>
        <p:txBody>
          <a:bodyPr>
            <a:spAutoFit/>
          </a:bodyPr>
          <a:lstStyle/>
          <a:p>
            <a:pPr marL="374650" marR="0" indent="-374650" defTabSz="914400" eaLnBrk="1" hangingPunct="1">
              <a:lnSpc>
                <a:spcPct val="90000"/>
              </a:lnSpc>
              <a:spcBef>
                <a:spcPct val="20000"/>
              </a:spcBef>
              <a:spcAft>
                <a:spcPts val="590"/>
              </a:spcAft>
              <a:buClr>
                <a:srgbClr val="FFCC66"/>
              </a:buClr>
              <a:buSzPct val="80000"/>
              <a:buFontTx/>
              <a:buNone/>
              <a:defRPr/>
            </a:pPr>
            <a:r>
              <a:rPr kumimoji="0" lang="en-US" altLang="zh-CN" sz="2800" b="1" kern="1200" cap="none" spc="0" normalizeH="0" baseline="0" noProof="0">
                <a:solidFill>
                  <a:srgbClr val="CC0000"/>
                </a:solidFill>
                <a:latin typeface="Courier New" panose="02070409020205090404" pitchFamily="49" charset="0"/>
                <a:ea typeface="宋体" pitchFamily="2" charset="-122"/>
                <a:cs typeface="+mn-cs"/>
              </a:rPr>
              <a:t>ch</a:t>
            </a:r>
            <a:r>
              <a:rPr kumimoji="1" lang="en-US" altLang="zh-CN" sz="2800" b="1" kern="1200" cap="none" spc="0" normalizeH="0" baseline="0" noProof="0">
                <a:solidFill>
                  <a:srgbClr val="CC0000"/>
                </a:solidFill>
                <a:latin typeface="Courier New" panose="02070409020205090404" pitchFamily="49" charset="0"/>
                <a:ea typeface="宋体" pitchFamily="2" charset="-122"/>
                <a:cs typeface="+mn-cs"/>
              </a:rPr>
              <a:t>ar str[]</a:t>
            </a:r>
            <a:r>
              <a:rPr kumimoji="1" lang="en-US" altLang="zh-CN" sz="2800" b="1" kern="1200" cap="none" spc="0" normalizeH="0" baseline="0" noProof="0">
                <a:solidFill>
                  <a:srgbClr val="653A20"/>
                </a:solidFill>
                <a:latin typeface="Courier New" panose="02070409020205090404" pitchFamily="49" charset="0"/>
                <a:ea typeface="宋体" pitchFamily="2" charset="-122"/>
                <a:cs typeface="+mn-cs"/>
              </a:rPr>
              <a:t> </a:t>
            </a:r>
            <a:r>
              <a:rPr kumimoji="1" lang="en-US" altLang="zh-CN" sz="2800" b="1" kern="1200" cap="none" spc="0" normalizeH="0" baseline="0" noProof="0">
                <a:solidFill>
                  <a:srgbClr val="CC0000"/>
                </a:solidFill>
                <a:latin typeface="Courier New" panose="02070409020205090404" pitchFamily="49" charset="0"/>
                <a:ea typeface="宋体" pitchFamily="2" charset="-122"/>
                <a:cs typeface="+mn-cs"/>
              </a:rPr>
              <a:t>=</a:t>
            </a:r>
            <a:r>
              <a:rPr kumimoji="1" lang="en-US" altLang="zh-CN" sz="2800" b="1" kern="1200" cap="none" spc="0" normalizeH="0" baseline="0" noProof="0">
                <a:solidFill>
                  <a:srgbClr val="653A20"/>
                </a:solidFill>
                <a:effectLst>
                  <a:outerShdw blurRad="38100" dist="38100" dir="2700000" algn="tl">
                    <a:srgbClr val="C0C0C0"/>
                  </a:outerShdw>
                </a:effectLst>
                <a:latin typeface="Courier New" panose="02070409020205090404" pitchFamily="49" charset="0"/>
                <a:ea typeface="宋体" pitchFamily="2" charset="-122"/>
                <a:cs typeface="+mn-cs"/>
              </a:rPr>
              <a:t>     </a:t>
            </a:r>
            <a:r>
              <a:rPr kumimoji="0" lang="en-US" altLang="zh-CN" sz="2800" b="1" kern="1200" cap="none" spc="0" normalizeH="0" baseline="0" noProof="0">
                <a:solidFill>
                  <a:srgbClr val="653A20"/>
                </a:solidFill>
                <a:effectLst>
                  <a:outerShdw blurRad="38100" dist="38100" dir="2700000" algn="tl">
                    <a:srgbClr val="C0C0C0"/>
                  </a:outerShdw>
                </a:effectLst>
                <a:latin typeface="Courier New" panose="02070409020205090404" pitchFamily="49" charset="0"/>
                <a:ea typeface="宋体" pitchFamily="2" charset="-122"/>
                <a:cs typeface="+mn-cs"/>
              </a:rPr>
              <a:t>  </a:t>
            </a:r>
            <a:endParaRPr kumimoji="0" lang="en-US" altLang="zh-CN" sz="2800" b="1" kern="1200" cap="none" spc="0" normalizeH="0" baseline="0" noProof="0">
              <a:solidFill>
                <a:srgbClr val="653A20"/>
              </a:solidFill>
              <a:effectLst>
                <a:outerShdw blurRad="38100" dist="38100" dir="2700000" algn="tl">
                  <a:srgbClr val="C0C0C0"/>
                </a:outerShdw>
              </a:effectLst>
              <a:latin typeface="Courier New" panose="02070409020205090404" pitchFamily="49" charset="0"/>
              <a:ea typeface="宋体" pitchFamily="2" charset="-122"/>
              <a:cs typeface="+mn-cs"/>
            </a:endParaRPr>
          </a:p>
        </p:txBody>
      </p:sp>
      <p:sp>
        <p:nvSpPr>
          <p:cNvPr id="57" name="Rectangle 25"/>
          <p:cNvSpPr>
            <a:spLocks noChangeArrowheads="1"/>
          </p:cNvSpPr>
          <p:nvPr/>
        </p:nvSpPr>
        <p:spPr bwMode="auto">
          <a:xfrm>
            <a:off x="7751763" y="3367088"/>
            <a:ext cx="1428750" cy="357188"/>
          </a:xfrm>
          <a:prstGeom prst="rect">
            <a:avLst/>
          </a:prstGeom>
          <a:noFill/>
          <a:ln w="28575">
            <a:solidFill>
              <a:srgbClr val="FF0000"/>
            </a:solidFill>
            <a:miter lim="800000"/>
            <a:headEnd type="none" w="sm" len="sm"/>
            <a:tailEnd type="none" w="sm" len="sm"/>
          </a:ln>
        </p:spPr>
        <p:txBody>
          <a:bodyPr wrap="none" anchor="ct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30" name="Text Box 25"/>
          <p:cNvSpPr txBox="1">
            <a:spLocks noChangeArrowheads="1"/>
          </p:cNvSpPr>
          <p:nvPr/>
        </p:nvSpPr>
        <p:spPr bwMode="auto">
          <a:xfrm>
            <a:off x="1649413" y="1458913"/>
            <a:ext cx="1014413" cy="490538"/>
          </a:xfrm>
          <a:prstGeom prst="rect">
            <a:avLst/>
          </a:prstGeom>
          <a:noFill/>
          <a:ln w="12700">
            <a:noFill/>
            <a:miter lim="800000"/>
            <a:headEnd type="none" w="sm" len="sm"/>
            <a:tailEnd type="none" w="sm" len="sm"/>
          </a:ln>
          <a:effectLst/>
        </p:spPr>
        <p:txBody>
          <a:bodyPr>
            <a:spAutoFit/>
          </a:bodyPr>
          <a:lstStyle/>
          <a:p>
            <a:pPr marR="0" defTabSz="914400" eaLnBrk="1" hangingPunct="1">
              <a:lnSpc>
                <a:spcPct val="90000"/>
              </a:lnSpc>
              <a:spcBef>
                <a:spcPct val="50000"/>
              </a:spcBef>
              <a:spcAft>
                <a:spcPts val="590"/>
              </a:spcAft>
              <a:buClr>
                <a:schemeClr val="tx2"/>
              </a:buClr>
              <a:buSzPct val="80000"/>
              <a:buFontTx/>
              <a:buNone/>
              <a:defRPr/>
            </a:pPr>
            <a:r>
              <a:rPr kumimoji="0" lang="en-US" altLang="zh-CN" sz="2800" b="1" kern="1200" cap="none" spc="0" normalizeH="0" baseline="0" noProof="0">
                <a:solidFill>
                  <a:srgbClr val="C00000"/>
                </a:solidFill>
                <a:effectLst>
                  <a:outerShdw blurRad="38100" dist="38100" dir="2700000" algn="tl">
                    <a:srgbClr val="C0C0C0"/>
                  </a:outerShdw>
                </a:effectLst>
                <a:latin typeface="Courier New" panose="02070409020205090404" pitchFamily="49" charset="0"/>
                <a:ea typeface="宋体" pitchFamily="2" charset="-122"/>
                <a:cs typeface="+mn-cs"/>
              </a:rPr>
              <a:t>str</a:t>
            </a:r>
            <a:endParaRPr kumimoji="0" lang="en-US" altLang="zh-CN" sz="2800" b="1" kern="1200" cap="none" spc="0" normalizeH="0" baseline="0" noProof="0">
              <a:solidFill>
                <a:srgbClr val="C00000"/>
              </a:solidFill>
              <a:effectLst>
                <a:outerShdw blurRad="38100" dist="38100" dir="2700000" algn="tl">
                  <a:srgbClr val="C0C0C0"/>
                </a:outerShdw>
              </a:effectLst>
              <a:latin typeface="Courier New" panose="02070409020205090404" pitchFamily="49" charset="0"/>
              <a:ea typeface="宋体" pitchFamily="2" charset="-122"/>
              <a:cs typeface="+mn-cs"/>
            </a:endParaRPr>
          </a:p>
        </p:txBody>
      </p:sp>
      <p:sp>
        <p:nvSpPr>
          <p:cNvPr id="51" name="Rectangle 25"/>
          <p:cNvSpPr>
            <a:spLocks noChangeArrowheads="1"/>
          </p:cNvSpPr>
          <p:nvPr/>
        </p:nvSpPr>
        <p:spPr bwMode="auto">
          <a:xfrm>
            <a:off x="7751763" y="4691063"/>
            <a:ext cx="1428750" cy="357188"/>
          </a:xfrm>
          <a:prstGeom prst="rect">
            <a:avLst/>
          </a:prstGeom>
          <a:noFill/>
          <a:ln w="28575">
            <a:solidFill>
              <a:srgbClr val="FF0000"/>
            </a:solidFill>
            <a:miter lim="800000"/>
            <a:headEnd type="none" w="sm" len="sm"/>
            <a:tailEnd type="none" w="sm" len="sm"/>
          </a:ln>
        </p:spPr>
        <p:txBody>
          <a:bodyPr wrap="none" anchor="ct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61" name="Rectangle 4"/>
          <p:cNvSpPr/>
          <p:nvPr/>
        </p:nvSpPr>
        <p:spPr>
          <a:xfrm>
            <a:off x="1703388" y="5516563"/>
            <a:ext cx="3251200" cy="503237"/>
          </a:xfrm>
          <a:prstGeom prst="rect">
            <a:avLst/>
          </a:prstGeom>
          <a:solidFill>
            <a:schemeClr val="bg2"/>
          </a:solidFill>
          <a:ln w="28575" cap="flat" cmpd="sng">
            <a:solidFill>
              <a:srgbClr val="008000"/>
            </a:solidFill>
            <a:prstDash val="solid"/>
            <a:miter/>
            <a:headEnd type="none" w="med" len="med"/>
            <a:tailEnd type="none" w="med" len="med"/>
          </a:ln>
        </p:spPr>
        <p:txBody>
          <a:bodyPr lIns="92075" tIns="46037" rIns="92075" bIns="46037"/>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374650" lvl="0" indent="-374650" eaLnBrk="1" hangingPunct="1">
              <a:lnSpc>
                <a:spcPct val="90000"/>
              </a:lnSpc>
              <a:spcBef>
                <a:spcPct val="20000"/>
              </a:spcBef>
              <a:spcAft>
                <a:spcPts val="590"/>
              </a:spcAft>
              <a:buClr>
                <a:srgbClr val="FFCC66"/>
              </a:buClr>
              <a:buSzPct val="80000"/>
              <a:buNone/>
            </a:pPr>
            <a:r>
              <a:rPr lang="en-US" altLang="zh-CN" sz="2800" b="1" dirty="0">
                <a:solidFill>
                  <a:srgbClr val="C00000"/>
                </a:solidFill>
                <a:latin typeface="Courier New" panose="02070409020205090404" pitchFamily="49" charset="0"/>
                <a:ea typeface="宋体" pitchFamily="2" charset="-122"/>
              </a:rPr>
              <a:t>*pStr</a:t>
            </a:r>
            <a:r>
              <a:rPr lang="en-US" altLang="zh-CN" sz="2800" b="1" dirty="0">
                <a:latin typeface="Courier New" panose="02070409020205090404" pitchFamily="49" charset="0"/>
                <a:ea typeface="宋体" pitchFamily="2" charset="-122"/>
              </a:rPr>
              <a:t> = 'W';</a:t>
            </a:r>
            <a:endParaRPr lang="zh-CN" altLang="en-US" sz="2800" b="1" dirty="0">
              <a:latin typeface="Courier New" panose="02070409020205090404" pitchFamily="49" charset="0"/>
              <a:ea typeface="宋体" pitchFamily="2" charset="-122"/>
            </a:endParaRPr>
          </a:p>
        </p:txBody>
      </p:sp>
      <p:sp>
        <p:nvSpPr>
          <p:cNvPr id="62" name="Line 33"/>
          <p:cNvSpPr>
            <a:spLocks noChangeShapeType="1"/>
          </p:cNvSpPr>
          <p:nvPr/>
        </p:nvSpPr>
        <p:spPr bwMode="auto">
          <a:xfrm>
            <a:off x="3136900" y="5776913"/>
            <a:ext cx="234950" cy="215900"/>
          </a:xfrm>
          <a:prstGeom prst="line">
            <a:avLst/>
          </a:prstGeom>
          <a:noFill/>
          <a:ln w="57150">
            <a:solidFill>
              <a:srgbClr val="FF0000"/>
            </a:solidFill>
            <a:round/>
            <a:headEnd type="none" w="sm" len="sm"/>
            <a:tailEnd type="none" w="sm" len="sm"/>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63" name="Line 34"/>
          <p:cNvSpPr>
            <a:spLocks noChangeShapeType="1"/>
          </p:cNvSpPr>
          <p:nvPr/>
        </p:nvSpPr>
        <p:spPr bwMode="auto">
          <a:xfrm flipV="1">
            <a:off x="3371850" y="5416550"/>
            <a:ext cx="155575" cy="576263"/>
          </a:xfrm>
          <a:prstGeom prst="line">
            <a:avLst/>
          </a:prstGeom>
          <a:noFill/>
          <a:ln w="57150">
            <a:solidFill>
              <a:srgbClr val="FF0000"/>
            </a:solidFill>
            <a:round/>
            <a:headEnd type="none" w="sm" len="sm"/>
            <a:tailEnd type="none" w="sm" len="sm"/>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55" name="Rectangle 24"/>
          <p:cNvSpPr/>
          <p:nvPr/>
        </p:nvSpPr>
        <p:spPr>
          <a:xfrm>
            <a:off x="1703388" y="2852738"/>
            <a:ext cx="3667125" cy="993775"/>
          </a:xfrm>
          <a:prstGeom prst="rect">
            <a:avLst/>
          </a:prstGeom>
          <a:solidFill>
            <a:schemeClr val="bg2"/>
          </a:solidFill>
          <a:ln w="28575" cap="flat" cmpd="sng">
            <a:solidFill>
              <a:srgbClr val="008000"/>
            </a:solidFill>
            <a:prstDash val="solid"/>
            <a:miter/>
            <a:headEnd type="none" w="med" len="med"/>
            <a:tailEnd type="none" w="med" len="med"/>
          </a:ln>
        </p:spPr>
        <p:txBody>
          <a:bodyPr lIns="92075" tIns="46037" rIns="92075" bIns="46037"/>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374650" lvl="0" indent="-374650" eaLnBrk="1" hangingPunct="1">
              <a:lnSpc>
                <a:spcPct val="90000"/>
              </a:lnSpc>
              <a:spcBef>
                <a:spcPct val="20000"/>
              </a:spcBef>
              <a:spcAft>
                <a:spcPts val="590"/>
              </a:spcAft>
              <a:buClr>
                <a:srgbClr val="FFCC66"/>
              </a:buClr>
              <a:buSzPct val="80000"/>
              <a:buNone/>
            </a:pPr>
            <a:r>
              <a:rPr lang="en-US" altLang="zh-CN" sz="2800" b="1" dirty="0">
                <a:latin typeface="Courier New" panose="02070409020205090404" pitchFamily="49" charset="0"/>
                <a:ea typeface="宋体" pitchFamily="2" charset="-122"/>
              </a:rPr>
              <a:t>char *pStr;</a:t>
            </a:r>
            <a:endParaRPr lang="en-US" altLang="zh-CN" sz="2800" b="1" dirty="0">
              <a:latin typeface="Courier New" panose="02070409020205090404" pitchFamily="49" charset="0"/>
              <a:ea typeface="宋体" pitchFamily="2" charset="-122"/>
            </a:endParaRPr>
          </a:p>
          <a:p>
            <a:pPr marL="374650" lvl="0" indent="-374650" eaLnBrk="1" hangingPunct="1">
              <a:lnSpc>
                <a:spcPct val="90000"/>
              </a:lnSpc>
              <a:spcBef>
                <a:spcPct val="20000"/>
              </a:spcBef>
              <a:spcAft>
                <a:spcPts val="590"/>
              </a:spcAft>
              <a:buClr>
                <a:srgbClr val="FFCC66"/>
              </a:buClr>
              <a:buSzPct val="80000"/>
              <a:buNone/>
            </a:pPr>
            <a:r>
              <a:rPr lang="en-US" altLang="zh-CN" sz="2800" b="1" dirty="0">
                <a:solidFill>
                  <a:srgbClr val="CC0000"/>
                </a:solidFill>
                <a:latin typeface="Courier New" panose="02070409020205090404" pitchFamily="49" charset="0"/>
                <a:ea typeface="宋体" pitchFamily="2" charset="-122"/>
              </a:rPr>
              <a:t>pStr = str;</a:t>
            </a:r>
            <a:endParaRPr lang="zh-CN" altLang="en-US" sz="2800" b="1" dirty="0">
              <a:solidFill>
                <a:srgbClr val="CC0000"/>
              </a:solidFill>
              <a:latin typeface="Courier New" panose="02070409020205090404" pitchFamily="49" charset="0"/>
              <a:ea typeface="宋体" pitchFamily="2" charset="-122"/>
            </a:endParaRPr>
          </a:p>
          <a:p>
            <a:pPr marL="374650" lvl="0" indent="-374650" eaLnBrk="1" hangingPunct="1">
              <a:lnSpc>
                <a:spcPct val="90000"/>
              </a:lnSpc>
              <a:spcBef>
                <a:spcPct val="20000"/>
              </a:spcBef>
              <a:spcAft>
                <a:spcPts val="590"/>
              </a:spcAft>
              <a:buClr>
                <a:srgbClr val="FFCC66"/>
              </a:buClr>
              <a:buSzPct val="80000"/>
              <a:buNone/>
            </a:pPr>
            <a:endParaRPr lang="zh-CN" altLang="en-US" sz="2800" b="1" dirty="0">
              <a:solidFill>
                <a:srgbClr val="CC0000"/>
              </a:solidFill>
              <a:latin typeface="Courier New" panose="02070409020205090404" pitchFamily="49" charset="0"/>
              <a:ea typeface="宋体" pitchFamily="2" charset="-122"/>
            </a:endParaRPr>
          </a:p>
        </p:txBody>
      </p:sp>
      <p:sp>
        <p:nvSpPr>
          <p:cNvPr id="64" name="Rectangle 27"/>
          <p:cNvSpPr/>
          <p:nvPr/>
        </p:nvSpPr>
        <p:spPr>
          <a:xfrm>
            <a:off x="1703388" y="3933825"/>
            <a:ext cx="3667125" cy="488950"/>
          </a:xfrm>
          <a:prstGeom prst="rect">
            <a:avLst/>
          </a:prstGeom>
          <a:solidFill>
            <a:schemeClr val="bg2"/>
          </a:solidFill>
          <a:ln w="28575" cap="flat" cmpd="sng">
            <a:solidFill>
              <a:srgbClr val="008000"/>
            </a:solidFill>
            <a:prstDash val="solid"/>
            <a:miter/>
            <a:headEnd type="none" w="med" len="med"/>
            <a:tailEnd type="none" w="med" len="med"/>
          </a:ln>
        </p:spPr>
        <p:txBody>
          <a:bodyPr lIns="92075" tIns="46037" rIns="92075" bIns="46037"/>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374650" lvl="0" indent="-374650" eaLnBrk="1" hangingPunct="1">
              <a:lnSpc>
                <a:spcPct val="90000"/>
              </a:lnSpc>
              <a:spcBef>
                <a:spcPct val="20000"/>
              </a:spcBef>
              <a:spcAft>
                <a:spcPts val="590"/>
              </a:spcAft>
              <a:buClr>
                <a:srgbClr val="FFCC66"/>
              </a:buClr>
              <a:buSzPct val="80000"/>
              <a:buNone/>
            </a:pPr>
            <a:r>
              <a:rPr lang="en-US" altLang="zh-CN" sz="2800" b="1" dirty="0">
                <a:latin typeface="Courier New" panose="02070409020205090404" pitchFamily="49" charset="0"/>
                <a:ea typeface="宋体" pitchFamily="2" charset="-122"/>
              </a:rPr>
              <a:t>pStr = &amp;str[0];</a:t>
            </a:r>
            <a:endParaRPr lang="zh-CN" altLang="en-US" sz="2800" b="1" dirty="0">
              <a:latin typeface="Courier New" panose="02070409020205090404" pitchFamily="49" charset="0"/>
              <a:ea typeface="宋体" pitchFamily="2" charset="-122"/>
            </a:endParaRPr>
          </a:p>
        </p:txBody>
      </p:sp>
      <p:sp>
        <p:nvSpPr>
          <p:cNvPr id="65" name="Rectangle 14"/>
          <p:cNvSpPr/>
          <p:nvPr/>
        </p:nvSpPr>
        <p:spPr>
          <a:xfrm>
            <a:off x="1703388" y="4508500"/>
            <a:ext cx="5108575" cy="777875"/>
          </a:xfrm>
          <a:prstGeom prst="rect">
            <a:avLst/>
          </a:prstGeom>
          <a:solidFill>
            <a:schemeClr val="bg2"/>
          </a:solidFill>
          <a:ln w="28575" cap="flat" cmpd="sng">
            <a:solidFill>
              <a:srgbClr val="008000"/>
            </a:solidFill>
            <a:prstDash val="solid"/>
            <a:miter/>
            <a:headEnd type="none" w="sm" len="sm"/>
            <a:tailEnd type="none" w="sm" len="sm"/>
          </a:ln>
        </p:spPr>
        <p:txBody>
          <a:bodyPr>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ts val="590"/>
              </a:spcBef>
              <a:spcAft>
                <a:spcPts val="590"/>
              </a:spcAft>
              <a:buSzPct val="80000"/>
              <a:buNone/>
            </a:pPr>
            <a:r>
              <a:rPr lang="en-US" altLang="zh-CN" sz="2400" b="1" dirty="0">
                <a:solidFill>
                  <a:srgbClr val="C00000"/>
                </a:solidFill>
                <a:latin typeface="Courier New" panose="02070409020205090404" pitchFamily="49" charset="0"/>
                <a:ea typeface="宋体" pitchFamily="2" charset="-122"/>
              </a:rPr>
              <a:t>pStr</a:t>
            </a:r>
            <a:r>
              <a:rPr lang="zh-CN" altLang="en-US" sz="2400" dirty="0">
                <a:solidFill>
                  <a:srgbClr val="000066"/>
                </a:solidFill>
                <a:latin typeface="黑体" panose="02010609060101010101" pitchFamily="49" charset="-122"/>
                <a:cs typeface="Courier New" panose="02070409020205090404" pitchFamily="49" charset="0"/>
              </a:rPr>
              <a:t>的值（指向）可以被修改，它所指向的字符串也可以被修改</a:t>
            </a:r>
            <a:endParaRPr lang="zh-CN" altLang="en-US" sz="2400" dirty="0">
              <a:solidFill>
                <a:srgbClr val="000066"/>
              </a:solidFill>
              <a:latin typeface="黑体" panose="02010609060101010101" pitchFamily="49" charset="-122"/>
              <a:ea typeface="Courier New" panose="02070409020205090404" pitchFamily="49" charset="0"/>
            </a:endParaRPr>
          </a:p>
        </p:txBody>
      </p:sp>
      <p:sp>
        <p:nvSpPr>
          <p:cNvPr id="66" name="AutoShape 25"/>
          <p:cNvSpPr>
            <a:spLocks noChangeArrowheads="1"/>
          </p:cNvSpPr>
          <p:nvPr/>
        </p:nvSpPr>
        <p:spPr bwMode="auto">
          <a:xfrm>
            <a:off x="5232400" y="3500438"/>
            <a:ext cx="466725" cy="863600"/>
          </a:xfrm>
          <a:prstGeom prst="curvedLeftArrow">
            <a:avLst>
              <a:gd name="adj1" fmla="val 39996"/>
              <a:gd name="adj2" fmla="val 80002"/>
              <a:gd name="adj3" fmla="val 33333"/>
            </a:avLst>
          </a:prstGeom>
          <a:solidFill>
            <a:schemeClr val="bg2"/>
          </a:solidFill>
          <a:ln w="25400">
            <a:solidFill>
              <a:srgbClr val="008000"/>
            </a:solidFill>
            <a:miter lim="800000"/>
            <a:headEnd type="none" w="sm" len="sm"/>
            <a:tailEnd type="none" w="sm" len="sm"/>
          </a:ln>
        </p:spPr>
        <p:txBody>
          <a:bodyPr wrap="none" anchor="ct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67" name="Rectangle 4"/>
          <p:cNvSpPr/>
          <p:nvPr/>
        </p:nvSpPr>
        <p:spPr>
          <a:xfrm>
            <a:off x="5448300" y="5516563"/>
            <a:ext cx="3636963" cy="503237"/>
          </a:xfrm>
          <a:prstGeom prst="rect">
            <a:avLst/>
          </a:prstGeom>
          <a:solidFill>
            <a:schemeClr val="bg2"/>
          </a:solidFill>
          <a:ln w="28575" cap="flat" cmpd="sng">
            <a:solidFill>
              <a:srgbClr val="008000"/>
            </a:solidFill>
            <a:prstDash val="solid"/>
            <a:miter/>
            <a:headEnd type="none" w="med" len="med"/>
            <a:tailEnd type="none" w="med" len="med"/>
          </a:ln>
        </p:spPr>
        <p:txBody>
          <a:bodyPr lIns="92075" tIns="46037" rIns="92075" bIns="46037"/>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374650" lvl="0" indent="-374650" eaLnBrk="1" hangingPunct="1">
              <a:lnSpc>
                <a:spcPct val="90000"/>
              </a:lnSpc>
              <a:spcBef>
                <a:spcPct val="20000"/>
              </a:spcBef>
              <a:spcAft>
                <a:spcPts val="590"/>
              </a:spcAft>
              <a:buClr>
                <a:srgbClr val="FFCC66"/>
              </a:buClr>
              <a:buSzPct val="80000"/>
              <a:buNone/>
            </a:pPr>
            <a:r>
              <a:rPr lang="en-US" altLang="zh-CN" sz="2800" b="1" dirty="0">
                <a:solidFill>
                  <a:srgbClr val="C00000"/>
                </a:solidFill>
                <a:latin typeface="Courier New" panose="02070409020205090404" pitchFamily="49" charset="0"/>
                <a:ea typeface="宋体" pitchFamily="2" charset="-122"/>
              </a:rPr>
              <a:t>str[0]</a:t>
            </a:r>
            <a:r>
              <a:rPr lang="en-US" altLang="zh-CN" sz="2800" b="1" dirty="0">
                <a:latin typeface="Courier New" panose="02070409020205090404" pitchFamily="49" charset="0"/>
                <a:ea typeface="宋体" pitchFamily="2" charset="-122"/>
              </a:rPr>
              <a:t> = 'W';</a:t>
            </a:r>
            <a:endParaRPr lang="zh-CN" altLang="en-US" sz="2800" b="1" dirty="0">
              <a:latin typeface="Courier New" panose="02070409020205090404" pitchFamily="49" charset="0"/>
              <a:ea typeface="宋体" pitchFamily="2" charset="-122"/>
            </a:endParaRPr>
          </a:p>
        </p:txBody>
      </p:sp>
      <p:sp>
        <p:nvSpPr>
          <p:cNvPr id="68" name="右箭头 67"/>
          <p:cNvSpPr/>
          <p:nvPr/>
        </p:nvSpPr>
        <p:spPr>
          <a:xfrm>
            <a:off x="5016500" y="5589588"/>
            <a:ext cx="463550" cy="285750"/>
          </a:xfrm>
          <a:prstGeom prst="rightArrow">
            <a:avLst>
              <a:gd name="adj1" fmla="val 50000"/>
              <a:gd name="adj2" fmla="val 49913"/>
            </a:avLst>
          </a:prstGeom>
          <a:solidFill>
            <a:schemeClr val="bg2"/>
          </a:solidFill>
          <a:ln w="25400" cap="flat" cmpd="sng">
            <a:solidFill>
              <a:srgbClr val="008000"/>
            </a:solidFill>
            <a:prstDash val="solid"/>
            <a:round/>
            <a:headEnd type="none" w="sm" len="sm"/>
            <a:tailEnd type="none" w="sm" len="sm"/>
          </a:ln>
        </p:spPr>
        <p:txBody>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ts val="590"/>
              </a:spcBef>
              <a:spcAft>
                <a:spcPts val="590"/>
              </a:spcAft>
              <a:buSzPct val="80000"/>
              <a:buNone/>
            </a:pPr>
            <a:endParaRPr lang="zh-CN" altLang="en-US" sz="2000" dirty="0">
              <a:ea typeface="宋体" pitchFamily="2" charset="-122"/>
            </a:endParaRPr>
          </a:p>
        </p:txBody>
      </p:sp>
      <p:sp>
        <p:nvSpPr>
          <p:cNvPr id="69" name="Rectangle 4"/>
          <p:cNvSpPr/>
          <p:nvPr/>
        </p:nvSpPr>
        <p:spPr>
          <a:xfrm>
            <a:off x="5448300" y="6021388"/>
            <a:ext cx="3636963" cy="503237"/>
          </a:xfrm>
          <a:prstGeom prst="rect">
            <a:avLst/>
          </a:prstGeom>
          <a:solidFill>
            <a:schemeClr val="bg2"/>
          </a:solidFill>
          <a:ln w="28575" cap="flat" cmpd="sng">
            <a:solidFill>
              <a:srgbClr val="008000"/>
            </a:solidFill>
            <a:prstDash val="solid"/>
            <a:miter/>
            <a:headEnd type="none" w="med" len="med"/>
            <a:tailEnd type="none" w="med" len="med"/>
          </a:ln>
        </p:spPr>
        <p:txBody>
          <a:bodyPr lIns="92075" tIns="46037" rIns="92075" bIns="46037"/>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374650" lvl="0" indent="-374650" eaLnBrk="1" hangingPunct="1">
              <a:lnSpc>
                <a:spcPct val="90000"/>
              </a:lnSpc>
              <a:spcBef>
                <a:spcPct val="20000"/>
              </a:spcBef>
              <a:spcAft>
                <a:spcPts val="590"/>
              </a:spcAft>
              <a:buClr>
                <a:srgbClr val="FFCC66"/>
              </a:buClr>
              <a:buSzPct val="80000"/>
              <a:buNone/>
            </a:pPr>
            <a:r>
              <a:rPr lang="en-US" altLang="zh-CN" sz="2800" b="1" dirty="0">
                <a:solidFill>
                  <a:srgbClr val="C00000"/>
                </a:solidFill>
                <a:latin typeface="Courier New" panose="02070409020205090404" pitchFamily="49" charset="0"/>
                <a:ea typeface="宋体" pitchFamily="2" charset="-122"/>
              </a:rPr>
              <a:t>pStr[0]</a:t>
            </a:r>
            <a:r>
              <a:rPr lang="en-US" altLang="zh-CN" sz="2800" b="1" dirty="0">
                <a:latin typeface="Courier New" panose="02070409020205090404" pitchFamily="49" charset="0"/>
                <a:ea typeface="宋体" pitchFamily="2" charset="-122"/>
              </a:rPr>
              <a:t>= 'W';</a:t>
            </a:r>
            <a:endParaRPr lang="zh-CN" altLang="en-US" sz="2800" b="1" dirty="0">
              <a:latin typeface="Courier New" panose="02070409020205090404" pitchFamily="49" charset="0"/>
              <a:ea typeface="宋体" pitchFamily="2" charset="-122"/>
            </a:endParaRPr>
          </a:p>
        </p:txBody>
      </p:sp>
      <p:sp>
        <p:nvSpPr>
          <p:cNvPr id="70" name="右箭头 69"/>
          <p:cNvSpPr/>
          <p:nvPr/>
        </p:nvSpPr>
        <p:spPr>
          <a:xfrm>
            <a:off x="5013325" y="6072188"/>
            <a:ext cx="463550" cy="285750"/>
          </a:xfrm>
          <a:prstGeom prst="rightArrow">
            <a:avLst>
              <a:gd name="adj1" fmla="val 50000"/>
              <a:gd name="adj2" fmla="val 49913"/>
            </a:avLst>
          </a:prstGeom>
          <a:solidFill>
            <a:schemeClr val="bg2"/>
          </a:solidFill>
          <a:ln w="25400" cap="flat" cmpd="sng">
            <a:solidFill>
              <a:srgbClr val="008000"/>
            </a:solidFill>
            <a:prstDash val="solid"/>
            <a:round/>
            <a:headEnd type="none" w="sm" len="sm"/>
            <a:tailEnd type="none" w="sm" len="sm"/>
          </a:ln>
        </p:spPr>
        <p:txBody>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ts val="590"/>
              </a:spcBef>
              <a:spcAft>
                <a:spcPts val="590"/>
              </a:spcAft>
              <a:buSzPct val="80000"/>
              <a:buNone/>
            </a:pPr>
            <a:endParaRPr lang="zh-CN" altLang="en-US" sz="2000" dirty="0">
              <a:ea typeface="宋体"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55"/>
                                        </p:tgtEl>
                                        <p:attrNameLst>
                                          <p:attrName>style.visibility</p:attrName>
                                        </p:attrNameLst>
                                      </p:cBhvr>
                                      <p:to>
                                        <p:strVal val="visible"/>
                                      </p:to>
                                    </p:set>
                                    <p:anim calcmode="lin" valueType="num">
                                      <p:cBhvr>
                                        <p:cTn id="7" dur="500" fill="hold"/>
                                        <p:tgtEl>
                                          <p:spTgt spid="55"/>
                                        </p:tgtEl>
                                        <p:attrNameLst>
                                          <p:attrName>ppt_w</p:attrName>
                                        </p:attrNameLst>
                                      </p:cBhvr>
                                      <p:tavLst>
                                        <p:tav tm="0">
                                          <p:val>
                                            <p:fltVal val="0"/>
                                          </p:val>
                                        </p:tav>
                                        <p:tav tm="100000">
                                          <p:val>
                                            <p:strVal val="#ppt_w"/>
                                          </p:val>
                                        </p:tav>
                                      </p:tavLst>
                                    </p:anim>
                                    <p:anim calcmode="lin" valueType="num">
                                      <p:cBhvr>
                                        <p:cTn id="8" dur="500" fill="hold"/>
                                        <p:tgtEl>
                                          <p:spTgt spid="55"/>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1" fill="hold" grpId="0" nodeType="clickEffect">
                                  <p:stCondLst>
                                    <p:cond delay="0"/>
                                  </p:stCondLst>
                                  <p:childTnLst>
                                    <p:set>
                                      <p:cBhvr>
                                        <p:cTn id="12" dur="1" fill="hold">
                                          <p:stCondLst>
                                            <p:cond delay="0"/>
                                          </p:stCondLst>
                                        </p:cTn>
                                        <p:tgtEl>
                                          <p:spTgt spid="66"/>
                                        </p:tgtEl>
                                        <p:attrNameLst>
                                          <p:attrName>style.visibility</p:attrName>
                                        </p:attrNameLst>
                                      </p:cBhvr>
                                      <p:to>
                                        <p:strVal val="visible"/>
                                      </p:to>
                                    </p:set>
                                    <p:animEffect transition="in" filter="wipe(up)">
                                      <p:cBhvr>
                                        <p:cTn id="13" dur="500"/>
                                        <p:tgtEl>
                                          <p:spTgt spid="66"/>
                                        </p:tgtEl>
                                      </p:cBhvr>
                                    </p:animEffect>
                                  </p:childTnLst>
                                </p:cTn>
                              </p:par>
                            </p:childTnLst>
                          </p:cTn>
                        </p:par>
                        <p:par>
                          <p:cTn id="14" fill="hold">
                            <p:stCondLst>
                              <p:cond delay="500"/>
                            </p:stCondLst>
                            <p:childTnLst>
                              <p:par>
                                <p:cTn id="15" presetID="53" presetClass="entr" presetSubtype="16" fill="hold" grpId="0" nodeType="afterEffect">
                                  <p:stCondLst>
                                    <p:cond delay="0"/>
                                  </p:stCondLst>
                                  <p:childTnLst>
                                    <p:set>
                                      <p:cBhvr>
                                        <p:cTn id="16" dur="1" fill="hold">
                                          <p:stCondLst>
                                            <p:cond delay="0"/>
                                          </p:stCondLst>
                                        </p:cTn>
                                        <p:tgtEl>
                                          <p:spTgt spid="64"/>
                                        </p:tgtEl>
                                        <p:attrNameLst>
                                          <p:attrName>style.visibility</p:attrName>
                                        </p:attrNameLst>
                                      </p:cBhvr>
                                      <p:to>
                                        <p:strVal val="visible"/>
                                      </p:to>
                                    </p:set>
                                    <p:anim calcmode="lin" valueType="num">
                                      <p:cBhvr>
                                        <p:cTn id="17" dur="500" fill="hold"/>
                                        <p:tgtEl>
                                          <p:spTgt spid="64"/>
                                        </p:tgtEl>
                                        <p:attrNameLst>
                                          <p:attrName>ppt_w</p:attrName>
                                        </p:attrNameLst>
                                      </p:cBhvr>
                                      <p:tavLst>
                                        <p:tav tm="0">
                                          <p:val>
                                            <p:fltVal val="0"/>
                                          </p:val>
                                        </p:tav>
                                        <p:tav tm="100000">
                                          <p:val>
                                            <p:strVal val="#ppt_w"/>
                                          </p:val>
                                        </p:tav>
                                      </p:tavLst>
                                    </p:anim>
                                    <p:anim calcmode="lin" valueType="num">
                                      <p:cBhvr>
                                        <p:cTn id="18" dur="500" fill="hold"/>
                                        <p:tgtEl>
                                          <p:spTgt spid="64"/>
                                        </p:tgtEl>
                                        <p:attrNameLst>
                                          <p:attrName>ppt_h</p:attrName>
                                        </p:attrNameLst>
                                      </p:cBhvr>
                                      <p:tavLst>
                                        <p:tav tm="0">
                                          <p:val>
                                            <p:fltVal val="0"/>
                                          </p:val>
                                        </p:tav>
                                        <p:tav tm="100000">
                                          <p:val>
                                            <p:strVal val="#ppt_h"/>
                                          </p:val>
                                        </p:tav>
                                      </p:tavLst>
                                    </p:anim>
                                    <p:animEffect transition="in" filter="fade">
                                      <p:cBhvr>
                                        <p:cTn id="19" dur="500"/>
                                        <p:tgtEl>
                                          <p:spTgt spid="64"/>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4" fill="hold" grpId="0" nodeType="clickEffect">
                                  <p:stCondLst>
                                    <p:cond delay="0"/>
                                  </p:stCondLst>
                                  <p:childTnLst>
                                    <p:set>
                                      <p:cBhvr>
                                        <p:cTn id="23" dur="1" fill="hold">
                                          <p:stCondLst>
                                            <p:cond delay="0"/>
                                          </p:stCondLst>
                                        </p:cTn>
                                        <p:tgtEl>
                                          <p:spTgt spid="47"/>
                                        </p:tgtEl>
                                        <p:attrNameLst>
                                          <p:attrName>style.visibility</p:attrName>
                                        </p:attrNameLst>
                                      </p:cBhvr>
                                      <p:to>
                                        <p:strVal val="visible"/>
                                      </p:to>
                                    </p:set>
                                    <p:animEffect transition="in" filter="wipe(down)">
                                      <p:cBhvr>
                                        <p:cTn id="24" dur="500"/>
                                        <p:tgtEl>
                                          <p:spTgt spid="47"/>
                                        </p:tgtEl>
                                      </p:cBhvr>
                                    </p:animEffect>
                                  </p:childTnLst>
                                </p:cTn>
                              </p:par>
                            </p:childTnLst>
                          </p:cTn>
                        </p:par>
                        <p:par>
                          <p:cTn id="25" fill="hold">
                            <p:stCondLst>
                              <p:cond delay="500"/>
                            </p:stCondLst>
                            <p:childTnLst>
                              <p:par>
                                <p:cTn id="26" presetID="22" presetClass="entr" presetSubtype="4" fill="hold" nodeType="afterEffect">
                                  <p:stCondLst>
                                    <p:cond delay="0"/>
                                  </p:stCondLst>
                                  <p:childTnLst>
                                    <p:set>
                                      <p:cBhvr>
                                        <p:cTn id="27" dur="1" fill="hold">
                                          <p:stCondLst>
                                            <p:cond delay="0"/>
                                          </p:stCondLst>
                                        </p:cTn>
                                        <p:tgtEl>
                                          <p:spTgt spid="46"/>
                                        </p:tgtEl>
                                        <p:attrNameLst>
                                          <p:attrName>style.visibility</p:attrName>
                                        </p:attrNameLst>
                                      </p:cBhvr>
                                      <p:to>
                                        <p:strVal val="visible"/>
                                      </p:to>
                                    </p:set>
                                    <p:animEffect transition="in" filter="wipe(down)">
                                      <p:cBhvr>
                                        <p:cTn id="28" dur="500"/>
                                        <p:tgtEl>
                                          <p:spTgt spid="46"/>
                                        </p:tgtEl>
                                      </p:cBhvr>
                                    </p:animEffect>
                                  </p:childTnLst>
                                </p:cTn>
                              </p:par>
                            </p:childTnLst>
                          </p:cTn>
                        </p:par>
                      </p:childTnLst>
                    </p:cTn>
                  </p:par>
                  <p:par>
                    <p:cTn id="29" fill="hold">
                      <p:stCondLst>
                        <p:cond delay="indefinite"/>
                      </p:stCondLst>
                      <p:childTnLst>
                        <p:par>
                          <p:cTn id="30" fill="hold">
                            <p:stCondLst>
                              <p:cond delay="0"/>
                            </p:stCondLst>
                            <p:childTnLst>
                              <p:par>
                                <p:cTn id="31" presetID="53" presetClass="entr" presetSubtype="16" fill="hold" grpId="0" nodeType="clickEffect">
                                  <p:stCondLst>
                                    <p:cond delay="0"/>
                                  </p:stCondLst>
                                  <p:childTnLst>
                                    <p:set>
                                      <p:cBhvr>
                                        <p:cTn id="32" dur="1" fill="hold">
                                          <p:stCondLst>
                                            <p:cond delay="0"/>
                                          </p:stCondLst>
                                        </p:cTn>
                                        <p:tgtEl>
                                          <p:spTgt spid="65"/>
                                        </p:tgtEl>
                                        <p:attrNameLst>
                                          <p:attrName>style.visibility</p:attrName>
                                        </p:attrNameLst>
                                      </p:cBhvr>
                                      <p:to>
                                        <p:strVal val="visible"/>
                                      </p:to>
                                    </p:set>
                                    <p:anim calcmode="lin" valueType="num">
                                      <p:cBhvr>
                                        <p:cTn id="33" dur="500" fill="hold"/>
                                        <p:tgtEl>
                                          <p:spTgt spid="65"/>
                                        </p:tgtEl>
                                        <p:attrNameLst>
                                          <p:attrName>ppt_w</p:attrName>
                                        </p:attrNameLst>
                                      </p:cBhvr>
                                      <p:tavLst>
                                        <p:tav tm="0">
                                          <p:val>
                                            <p:fltVal val="0"/>
                                          </p:val>
                                        </p:tav>
                                        <p:tav tm="100000">
                                          <p:val>
                                            <p:strVal val="#ppt_w"/>
                                          </p:val>
                                        </p:tav>
                                      </p:tavLst>
                                    </p:anim>
                                    <p:anim calcmode="lin" valueType="num">
                                      <p:cBhvr>
                                        <p:cTn id="34" dur="500" fill="hold"/>
                                        <p:tgtEl>
                                          <p:spTgt spid="65"/>
                                        </p:tgtEl>
                                        <p:attrNameLst>
                                          <p:attrName>ppt_h</p:attrName>
                                        </p:attrNameLst>
                                      </p:cBhvr>
                                      <p:tavLst>
                                        <p:tav tm="0">
                                          <p:val>
                                            <p:fltVal val="0"/>
                                          </p:val>
                                        </p:tav>
                                        <p:tav tm="100000">
                                          <p:val>
                                            <p:strVal val="#ppt_h"/>
                                          </p:val>
                                        </p:tav>
                                      </p:tavLst>
                                    </p:anim>
                                    <p:animEffect transition="in" filter="fade">
                                      <p:cBhvr>
                                        <p:cTn id="35" dur="500"/>
                                        <p:tgtEl>
                                          <p:spTgt spid="65"/>
                                        </p:tgtEl>
                                      </p:cBhvr>
                                    </p:animEffect>
                                  </p:childTnLst>
                                </p:cTn>
                              </p:par>
                            </p:childTnLst>
                          </p:cTn>
                        </p:par>
                      </p:childTnLst>
                    </p:cTn>
                  </p:par>
                  <p:par>
                    <p:cTn id="36" fill="hold">
                      <p:stCondLst>
                        <p:cond delay="indefinite"/>
                      </p:stCondLst>
                      <p:childTnLst>
                        <p:par>
                          <p:cTn id="37" fill="hold">
                            <p:stCondLst>
                              <p:cond delay="0"/>
                            </p:stCondLst>
                            <p:childTnLst>
                              <p:par>
                                <p:cTn id="38" presetID="53" presetClass="entr" presetSubtype="16" fill="hold" grpId="0" nodeType="clickEffect">
                                  <p:stCondLst>
                                    <p:cond delay="0"/>
                                  </p:stCondLst>
                                  <p:childTnLst>
                                    <p:set>
                                      <p:cBhvr>
                                        <p:cTn id="39" dur="1" fill="hold">
                                          <p:stCondLst>
                                            <p:cond delay="0"/>
                                          </p:stCondLst>
                                        </p:cTn>
                                        <p:tgtEl>
                                          <p:spTgt spid="61"/>
                                        </p:tgtEl>
                                        <p:attrNameLst>
                                          <p:attrName>style.visibility</p:attrName>
                                        </p:attrNameLst>
                                      </p:cBhvr>
                                      <p:to>
                                        <p:strVal val="visible"/>
                                      </p:to>
                                    </p:set>
                                    <p:anim calcmode="lin" valueType="num">
                                      <p:cBhvr>
                                        <p:cTn id="40" dur="500" fill="hold"/>
                                        <p:tgtEl>
                                          <p:spTgt spid="61"/>
                                        </p:tgtEl>
                                        <p:attrNameLst>
                                          <p:attrName>ppt_w</p:attrName>
                                        </p:attrNameLst>
                                      </p:cBhvr>
                                      <p:tavLst>
                                        <p:tav tm="0">
                                          <p:val>
                                            <p:fltVal val="0"/>
                                          </p:val>
                                        </p:tav>
                                        <p:tav tm="100000">
                                          <p:val>
                                            <p:strVal val="#ppt_w"/>
                                          </p:val>
                                        </p:tav>
                                      </p:tavLst>
                                    </p:anim>
                                    <p:anim calcmode="lin" valueType="num">
                                      <p:cBhvr>
                                        <p:cTn id="41" dur="500" fill="hold"/>
                                        <p:tgtEl>
                                          <p:spTgt spid="61"/>
                                        </p:tgtEl>
                                        <p:attrNameLst>
                                          <p:attrName>ppt_h</p:attrName>
                                        </p:attrNameLst>
                                      </p:cBhvr>
                                      <p:tavLst>
                                        <p:tav tm="0">
                                          <p:val>
                                            <p:fltVal val="0"/>
                                          </p:val>
                                        </p:tav>
                                        <p:tav tm="100000">
                                          <p:val>
                                            <p:strVal val="#ppt_h"/>
                                          </p:val>
                                        </p:tav>
                                      </p:tavLst>
                                    </p:anim>
                                    <p:animEffect transition="in" filter="fade">
                                      <p:cBhvr>
                                        <p:cTn id="42" dur="500"/>
                                        <p:tgtEl>
                                          <p:spTgt spid="61"/>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62"/>
                                        </p:tgtEl>
                                        <p:attrNameLst>
                                          <p:attrName>style.visibility</p:attrName>
                                        </p:attrNameLst>
                                      </p:cBhvr>
                                      <p:to>
                                        <p:strVal val="visible"/>
                                      </p:to>
                                    </p:set>
                                    <p:animEffect transition="in" filter="wipe(left)">
                                      <p:cBhvr>
                                        <p:cTn id="47" dur="500"/>
                                        <p:tgtEl>
                                          <p:spTgt spid="62"/>
                                        </p:tgtEl>
                                      </p:cBhvr>
                                    </p:animEffect>
                                  </p:childTnLst>
                                </p:cTn>
                              </p:par>
                            </p:childTnLst>
                          </p:cTn>
                        </p:par>
                        <p:par>
                          <p:cTn id="48" fill="hold">
                            <p:stCondLst>
                              <p:cond delay="500"/>
                            </p:stCondLst>
                            <p:childTnLst>
                              <p:par>
                                <p:cTn id="49" presetID="22" presetClass="entr" presetSubtype="4" fill="hold" nodeType="afterEffect">
                                  <p:stCondLst>
                                    <p:cond delay="0"/>
                                  </p:stCondLst>
                                  <p:childTnLst>
                                    <p:set>
                                      <p:cBhvr>
                                        <p:cTn id="50" dur="1" fill="hold">
                                          <p:stCondLst>
                                            <p:cond delay="0"/>
                                          </p:stCondLst>
                                        </p:cTn>
                                        <p:tgtEl>
                                          <p:spTgt spid="63"/>
                                        </p:tgtEl>
                                        <p:attrNameLst>
                                          <p:attrName>style.visibility</p:attrName>
                                        </p:attrNameLst>
                                      </p:cBhvr>
                                      <p:to>
                                        <p:strVal val="visible"/>
                                      </p:to>
                                    </p:set>
                                    <p:animEffect transition="in" filter="wipe(down)">
                                      <p:cBhvr>
                                        <p:cTn id="51" dur="500"/>
                                        <p:tgtEl>
                                          <p:spTgt spid="63"/>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grpId="0" nodeType="clickEffect">
                                  <p:stCondLst>
                                    <p:cond delay="0"/>
                                  </p:stCondLst>
                                  <p:childTnLst>
                                    <p:set>
                                      <p:cBhvr>
                                        <p:cTn id="55" dur="1" fill="hold">
                                          <p:stCondLst>
                                            <p:cond delay="0"/>
                                          </p:stCondLst>
                                        </p:cTn>
                                        <p:tgtEl>
                                          <p:spTgt spid="68"/>
                                        </p:tgtEl>
                                        <p:attrNameLst>
                                          <p:attrName>style.visibility</p:attrName>
                                        </p:attrNameLst>
                                      </p:cBhvr>
                                      <p:to>
                                        <p:strVal val="visible"/>
                                      </p:to>
                                    </p:set>
                                    <p:animEffect transition="in" filter="wipe(left)">
                                      <p:cBhvr>
                                        <p:cTn id="56" dur="500"/>
                                        <p:tgtEl>
                                          <p:spTgt spid="68"/>
                                        </p:tgtEl>
                                      </p:cBhvr>
                                    </p:animEffect>
                                  </p:childTnLst>
                                </p:cTn>
                              </p:par>
                            </p:childTnLst>
                          </p:cTn>
                        </p:par>
                      </p:childTnLst>
                    </p:cTn>
                  </p:par>
                  <p:par>
                    <p:cTn id="57" fill="hold">
                      <p:stCondLst>
                        <p:cond delay="indefinite"/>
                      </p:stCondLst>
                      <p:childTnLst>
                        <p:par>
                          <p:cTn id="58" fill="hold">
                            <p:stCondLst>
                              <p:cond delay="0"/>
                            </p:stCondLst>
                            <p:childTnLst>
                              <p:par>
                                <p:cTn id="59" presetID="53" presetClass="entr" presetSubtype="16" fill="hold" grpId="0" nodeType="clickEffect">
                                  <p:stCondLst>
                                    <p:cond delay="0"/>
                                  </p:stCondLst>
                                  <p:childTnLst>
                                    <p:set>
                                      <p:cBhvr>
                                        <p:cTn id="60" dur="1" fill="hold">
                                          <p:stCondLst>
                                            <p:cond delay="0"/>
                                          </p:stCondLst>
                                        </p:cTn>
                                        <p:tgtEl>
                                          <p:spTgt spid="67"/>
                                        </p:tgtEl>
                                        <p:attrNameLst>
                                          <p:attrName>style.visibility</p:attrName>
                                        </p:attrNameLst>
                                      </p:cBhvr>
                                      <p:to>
                                        <p:strVal val="visible"/>
                                      </p:to>
                                    </p:set>
                                    <p:anim calcmode="lin" valueType="num">
                                      <p:cBhvr>
                                        <p:cTn id="61" dur="500" fill="hold"/>
                                        <p:tgtEl>
                                          <p:spTgt spid="67"/>
                                        </p:tgtEl>
                                        <p:attrNameLst>
                                          <p:attrName>ppt_w</p:attrName>
                                        </p:attrNameLst>
                                      </p:cBhvr>
                                      <p:tavLst>
                                        <p:tav tm="0">
                                          <p:val>
                                            <p:fltVal val="0"/>
                                          </p:val>
                                        </p:tav>
                                        <p:tav tm="100000">
                                          <p:val>
                                            <p:strVal val="#ppt_w"/>
                                          </p:val>
                                        </p:tav>
                                      </p:tavLst>
                                    </p:anim>
                                    <p:anim calcmode="lin" valueType="num">
                                      <p:cBhvr>
                                        <p:cTn id="62" dur="500" fill="hold"/>
                                        <p:tgtEl>
                                          <p:spTgt spid="67"/>
                                        </p:tgtEl>
                                        <p:attrNameLst>
                                          <p:attrName>ppt_h</p:attrName>
                                        </p:attrNameLst>
                                      </p:cBhvr>
                                      <p:tavLst>
                                        <p:tav tm="0">
                                          <p:val>
                                            <p:fltVal val="0"/>
                                          </p:val>
                                        </p:tav>
                                        <p:tav tm="100000">
                                          <p:val>
                                            <p:strVal val="#ppt_h"/>
                                          </p:val>
                                        </p:tav>
                                      </p:tavLst>
                                    </p:anim>
                                    <p:animEffect transition="in" filter="fade">
                                      <p:cBhvr>
                                        <p:cTn id="63" dur="500"/>
                                        <p:tgtEl>
                                          <p:spTgt spid="67"/>
                                        </p:tgtEl>
                                      </p:cBhvr>
                                    </p:animEffect>
                                  </p:childTnLst>
                                </p:cTn>
                              </p:par>
                            </p:childTnLst>
                          </p:cTn>
                        </p:par>
                      </p:childTnLst>
                    </p:cTn>
                  </p:par>
                  <p:par>
                    <p:cTn id="64" fill="hold">
                      <p:stCondLst>
                        <p:cond delay="indefinite"/>
                      </p:stCondLst>
                      <p:childTnLst>
                        <p:par>
                          <p:cTn id="65" fill="hold">
                            <p:stCondLst>
                              <p:cond delay="0"/>
                            </p:stCondLst>
                            <p:childTnLst>
                              <p:par>
                                <p:cTn id="66" presetID="22" presetClass="entr" presetSubtype="8" fill="hold" grpId="0" nodeType="clickEffect">
                                  <p:stCondLst>
                                    <p:cond delay="0"/>
                                  </p:stCondLst>
                                  <p:childTnLst>
                                    <p:set>
                                      <p:cBhvr>
                                        <p:cTn id="67" dur="1" fill="hold">
                                          <p:stCondLst>
                                            <p:cond delay="0"/>
                                          </p:stCondLst>
                                        </p:cTn>
                                        <p:tgtEl>
                                          <p:spTgt spid="70"/>
                                        </p:tgtEl>
                                        <p:attrNameLst>
                                          <p:attrName>style.visibility</p:attrName>
                                        </p:attrNameLst>
                                      </p:cBhvr>
                                      <p:to>
                                        <p:strVal val="visible"/>
                                      </p:to>
                                    </p:set>
                                    <p:animEffect transition="in" filter="wipe(left)">
                                      <p:cBhvr>
                                        <p:cTn id="68" dur="500"/>
                                        <p:tgtEl>
                                          <p:spTgt spid="70"/>
                                        </p:tgtEl>
                                      </p:cBhvr>
                                    </p:animEffect>
                                  </p:childTnLst>
                                </p:cTn>
                              </p:par>
                            </p:childTnLst>
                          </p:cTn>
                        </p:par>
                      </p:childTnLst>
                    </p:cTn>
                  </p:par>
                  <p:par>
                    <p:cTn id="69" fill="hold">
                      <p:stCondLst>
                        <p:cond delay="indefinite"/>
                      </p:stCondLst>
                      <p:childTnLst>
                        <p:par>
                          <p:cTn id="70" fill="hold">
                            <p:stCondLst>
                              <p:cond delay="0"/>
                            </p:stCondLst>
                            <p:childTnLst>
                              <p:par>
                                <p:cTn id="71" presetID="53" presetClass="entr" presetSubtype="16" fill="hold" grpId="0" nodeType="clickEffect">
                                  <p:stCondLst>
                                    <p:cond delay="0"/>
                                  </p:stCondLst>
                                  <p:childTnLst>
                                    <p:set>
                                      <p:cBhvr>
                                        <p:cTn id="72" dur="1" fill="hold">
                                          <p:stCondLst>
                                            <p:cond delay="0"/>
                                          </p:stCondLst>
                                        </p:cTn>
                                        <p:tgtEl>
                                          <p:spTgt spid="69"/>
                                        </p:tgtEl>
                                        <p:attrNameLst>
                                          <p:attrName>style.visibility</p:attrName>
                                        </p:attrNameLst>
                                      </p:cBhvr>
                                      <p:to>
                                        <p:strVal val="visible"/>
                                      </p:to>
                                    </p:set>
                                    <p:anim calcmode="lin" valueType="num">
                                      <p:cBhvr>
                                        <p:cTn id="73" dur="500" fill="hold"/>
                                        <p:tgtEl>
                                          <p:spTgt spid="69"/>
                                        </p:tgtEl>
                                        <p:attrNameLst>
                                          <p:attrName>ppt_w</p:attrName>
                                        </p:attrNameLst>
                                      </p:cBhvr>
                                      <p:tavLst>
                                        <p:tav tm="0">
                                          <p:val>
                                            <p:fltVal val="0"/>
                                          </p:val>
                                        </p:tav>
                                        <p:tav tm="100000">
                                          <p:val>
                                            <p:strVal val="#ppt_w"/>
                                          </p:val>
                                        </p:tav>
                                      </p:tavLst>
                                    </p:anim>
                                    <p:anim calcmode="lin" valueType="num">
                                      <p:cBhvr>
                                        <p:cTn id="74" dur="500" fill="hold"/>
                                        <p:tgtEl>
                                          <p:spTgt spid="69"/>
                                        </p:tgtEl>
                                        <p:attrNameLst>
                                          <p:attrName>ppt_h</p:attrName>
                                        </p:attrNameLst>
                                      </p:cBhvr>
                                      <p:tavLst>
                                        <p:tav tm="0">
                                          <p:val>
                                            <p:fltVal val="0"/>
                                          </p:val>
                                        </p:tav>
                                        <p:tav tm="100000">
                                          <p:val>
                                            <p:strVal val="#ppt_h"/>
                                          </p:val>
                                        </p:tav>
                                      </p:tavLst>
                                    </p:anim>
                                    <p:animEffect transition="in" filter="fade">
                                      <p:cBhvr>
                                        <p:cTn id="75" dur="500"/>
                                        <p:tgtEl>
                                          <p:spTgt spid="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P spid="61" grpId="0" animBg="1"/>
      <p:bldP spid="55" grpId="0" animBg="1"/>
      <p:bldP spid="64" grpId="0" animBg="1"/>
      <p:bldP spid="65" grpId="0" animBg="1"/>
      <p:bldP spid="66" grpId="0" animBg="1"/>
      <p:bldP spid="67" grpId="0" animBg="1"/>
      <p:bldP spid="68" grpId="0" animBg="1"/>
      <p:bldP spid="69" grpId="0" animBg="1"/>
      <p:bldP spid="70" grpId="0" animBg="1"/>
    </p:bldLst>
  </p:timing>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22" name="Rectangle 2"/>
          <p:cNvSpPr>
            <a:spLocks noGrp="1"/>
          </p:cNvSpPr>
          <p:nvPr>
            <p:ph type="title"/>
          </p:nvPr>
        </p:nvSpPr>
        <p:spPr>
          <a:xfrm>
            <a:off x="1631950" y="255588"/>
            <a:ext cx="8915400" cy="1143000"/>
          </a:xfrm>
        </p:spPr>
        <p:txBody>
          <a:bodyPr vert="horz" wrap="square" lIns="91440" tIns="45720" rIns="91440" bIns="45720" anchor="ctr" anchorCtr="0"/>
          <a:lstStyle/>
          <a:p>
            <a:r>
              <a:rPr lang="en-US" altLang="zh-CN" kern="1200" dirty="0">
                <a:latin typeface="Arial" panose="020B0604020202090204" pitchFamily="34" charset="0"/>
                <a:ea typeface="黑体" panose="02010609060101010101" pitchFamily="49" charset="-122"/>
                <a:cs typeface="Arial" panose="020B0604020202090204" pitchFamily="34" charset="0"/>
              </a:rPr>
              <a:t>3.3.3 </a:t>
            </a:r>
            <a:r>
              <a:rPr lang="zh-CN" altLang="en-US" kern="1200" dirty="0">
                <a:latin typeface="Arial" panose="020B0604020202090204" pitchFamily="34" charset="0"/>
                <a:ea typeface="黑体" panose="02010609060101010101" pitchFamily="49" charset="-122"/>
                <a:cs typeface="Arial" panose="020B0604020202090204" pitchFamily="34" charset="0"/>
              </a:rPr>
              <a:t>字符指针</a:t>
            </a:r>
            <a:endParaRPr lang="en-US" altLang="zh-CN" kern="1200" dirty="0">
              <a:latin typeface="Arial" panose="020B0604020202090204" pitchFamily="34" charset="0"/>
              <a:ea typeface="黑体" panose="02010609060101010101" pitchFamily="49" charset="-122"/>
              <a:cs typeface="Arial" panose="020B0604020202090204" pitchFamily="34" charset="0"/>
            </a:endParaRPr>
          </a:p>
        </p:txBody>
      </p:sp>
      <p:sp>
        <p:nvSpPr>
          <p:cNvPr id="762883" name="Rectangle 3"/>
          <p:cNvSpPr>
            <a:spLocks noGrp="1"/>
          </p:cNvSpPr>
          <p:nvPr>
            <p:ph idx="1"/>
          </p:nvPr>
        </p:nvSpPr>
        <p:spPr>
          <a:xfrm>
            <a:off x="1803400" y="1409700"/>
            <a:ext cx="8816975" cy="2882900"/>
          </a:xfrm>
        </p:spPr>
        <p:txBody>
          <a:bodyPr vert="horz" wrap="square" lIns="91440" tIns="45720" rIns="91440" bIns="45720" anchor="t" anchorCtr="0"/>
          <a:lstStyle/>
          <a:p>
            <a:pPr eaLnBrk="1">
              <a:lnSpc>
                <a:spcPct val="130000"/>
              </a:lnSpc>
              <a:spcAft>
                <a:spcPct val="0"/>
              </a:spcAft>
              <a:buSzPct val="50000"/>
            </a:pPr>
            <a:r>
              <a:rPr lang="zh-CN" altLang="en-US" sz="3200" kern="1200" dirty="0">
                <a:latin typeface="Times New Roman" panose="02020503050405090304" pitchFamily="18" charset="0"/>
                <a:ea typeface="黑体" panose="02010609060101010101" pitchFamily="49" charset="-122"/>
                <a:cs typeface="Times New Roman" panose="02020503050405090304" pitchFamily="18" charset="0"/>
              </a:rPr>
              <a:t>正确使用和区分字符数组和字符指针</a:t>
            </a:r>
            <a:endParaRPr lang="zh-CN" altLang="en-US" sz="3200" kern="1200" dirty="0">
              <a:latin typeface="Times New Roman" panose="02020503050405090304" pitchFamily="18" charset="0"/>
              <a:ea typeface="黑体" panose="02010609060101010101" pitchFamily="49" charset="-122"/>
              <a:cs typeface="Times New Roman" panose="02020503050405090304" pitchFamily="18" charset="0"/>
            </a:endParaRPr>
          </a:p>
          <a:p>
            <a:pPr eaLnBrk="1">
              <a:lnSpc>
                <a:spcPct val="130000"/>
              </a:lnSpc>
              <a:spcAft>
                <a:spcPct val="0"/>
              </a:spcAft>
              <a:buSzPct val="50000"/>
            </a:pPr>
            <a:r>
              <a:rPr lang="zh-CN" altLang="en-US" sz="3200" kern="1200" dirty="0">
                <a:latin typeface="Times New Roman" panose="02020503050405090304" pitchFamily="18" charset="0"/>
                <a:ea typeface="黑体" panose="02010609060101010101" pitchFamily="49" charset="-122"/>
                <a:cs typeface="Times New Roman" panose="02020503050405090304" pitchFamily="18" charset="0"/>
              </a:rPr>
              <a:t>须牢记以下基本原则：</a:t>
            </a:r>
            <a:endParaRPr lang="zh-CN" altLang="en-US" sz="3200" kern="1200" dirty="0">
              <a:latin typeface="Times New Roman" panose="02020503050405090304" pitchFamily="18" charset="0"/>
              <a:ea typeface="黑体" panose="02010609060101010101" pitchFamily="49" charset="-122"/>
              <a:cs typeface="Times New Roman" panose="02020503050405090304" pitchFamily="18" charset="0"/>
            </a:endParaRPr>
          </a:p>
          <a:p>
            <a:pPr lvl="1" eaLnBrk="1">
              <a:lnSpc>
                <a:spcPct val="130000"/>
              </a:lnSpc>
              <a:spcAft>
                <a:spcPct val="0"/>
              </a:spcAft>
              <a:buSzPct val="50000"/>
            </a:pPr>
            <a:r>
              <a:rPr lang="zh-CN" altLang="en-US" sz="2800" kern="1200" dirty="0">
                <a:latin typeface="黑体" panose="02010609060101010101" pitchFamily="49" charset="-122"/>
                <a:ea typeface="黑体" panose="02010609060101010101" pitchFamily="49" charset="-122"/>
                <a:cs typeface="Times New Roman" panose="02020503050405090304" pitchFamily="18" charset="0"/>
              </a:rPr>
              <a:t>明确字符串被保存到了哪里</a:t>
            </a:r>
            <a:endParaRPr lang="en-US" altLang="zh-CN" sz="2800" kern="1200" dirty="0">
              <a:latin typeface="黑体" panose="02010609060101010101" pitchFamily="49" charset="-122"/>
              <a:ea typeface="黑体" panose="02010609060101010101" pitchFamily="49" charset="-122"/>
              <a:cs typeface="Times New Roman" panose="02020503050405090304" pitchFamily="18" charset="0"/>
            </a:endParaRPr>
          </a:p>
          <a:p>
            <a:pPr lvl="1" eaLnBrk="1">
              <a:lnSpc>
                <a:spcPct val="130000"/>
              </a:lnSpc>
              <a:spcAft>
                <a:spcPct val="0"/>
              </a:spcAft>
              <a:buSzPct val="50000"/>
            </a:pPr>
            <a:r>
              <a:rPr lang="zh-CN" altLang="en-US" sz="2800" kern="1200" dirty="0">
                <a:latin typeface="黑体" panose="02010609060101010101" pitchFamily="49" charset="-122"/>
                <a:ea typeface="黑体" panose="02010609060101010101" pitchFamily="49" charset="-122"/>
                <a:cs typeface="Times New Roman" panose="02020503050405090304" pitchFamily="18" charset="0"/>
              </a:rPr>
              <a:t>明确字符指针指向了哪里</a:t>
            </a:r>
            <a:endParaRPr lang="zh-CN" altLang="en-US" sz="2800" kern="1200" dirty="0">
              <a:latin typeface="黑体" panose="02010609060101010101" pitchFamily="49" charset="-122"/>
              <a:ea typeface="黑体" panose="02010609060101010101" pitchFamily="49" charset="-122"/>
              <a:cs typeface="Times New Roman" panose="02020503050405090304" pitchFamily="18" charset="0"/>
            </a:endParaRPr>
          </a:p>
          <a:p>
            <a:pPr lvl="1" eaLnBrk="1">
              <a:lnSpc>
                <a:spcPct val="130000"/>
              </a:lnSpc>
              <a:spcAft>
                <a:spcPct val="0"/>
              </a:spcAft>
              <a:buSzPct val="50000"/>
            </a:pPr>
            <a:endParaRPr lang="zh-CN" altLang="en-US" kern="1200" dirty="0">
              <a:latin typeface="Times New Roman" panose="02020503050405090304" pitchFamily="18" charset="0"/>
              <a:ea typeface="黑体" panose="02010609060101010101" pitchFamily="49" charset="-122"/>
              <a:cs typeface="Times New Roman" panose="02020503050405090304" pitchFamily="18" charset="0"/>
            </a:endParaRPr>
          </a:p>
        </p:txBody>
      </p:sp>
      <p:pic>
        <p:nvPicPr>
          <p:cNvPr id="81924" name="图片 3" descr="Image3.jpg"/>
          <p:cNvPicPr>
            <a:picLocks noChangeAspect="1"/>
          </p:cNvPicPr>
          <p:nvPr/>
        </p:nvPicPr>
        <p:blipFill>
          <a:blip r:embed="rId1">
            <a:clrChange>
              <a:clrFrom>
                <a:srgbClr val="FFFFFB"/>
              </a:clrFrom>
              <a:clrTo>
                <a:srgbClr val="FFFFFB">
                  <a:alpha val="0"/>
                </a:srgbClr>
              </a:clrTo>
            </a:clrChange>
          </a:blip>
          <a:stretch>
            <a:fillRect/>
          </a:stretch>
        </p:blipFill>
        <p:spPr>
          <a:xfrm>
            <a:off x="9732963" y="4651375"/>
            <a:ext cx="909637" cy="1778000"/>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762883">
                                            <p:txEl>
                                              <p:pRg st="1" end="1"/>
                                            </p:txEl>
                                          </p:spTgt>
                                        </p:tgtEl>
                                        <p:attrNameLst>
                                          <p:attrName>style.visibility</p:attrName>
                                        </p:attrNameLst>
                                      </p:cBhvr>
                                      <p:to>
                                        <p:strVal val="visible"/>
                                      </p:to>
                                    </p:set>
                                    <p:anim calcmode="lin" valueType="num">
                                      <p:cBhvr>
                                        <p:cTn id="7" dur="500" fill="hold"/>
                                        <p:tgtEl>
                                          <p:spTgt spid="762883">
                                            <p:txEl>
                                              <p:pRg st="1" end="1"/>
                                            </p:txEl>
                                          </p:spTgt>
                                        </p:tgtEl>
                                        <p:attrNameLst>
                                          <p:attrName>ppt_w</p:attrName>
                                        </p:attrNameLst>
                                      </p:cBhvr>
                                      <p:tavLst>
                                        <p:tav tm="0">
                                          <p:val>
                                            <p:fltVal val="0"/>
                                          </p:val>
                                        </p:tav>
                                        <p:tav tm="100000">
                                          <p:val>
                                            <p:strVal val="#ppt_w"/>
                                          </p:val>
                                        </p:tav>
                                      </p:tavLst>
                                    </p:anim>
                                    <p:anim calcmode="lin" valueType="num">
                                      <p:cBhvr>
                                        <p:cTn id="8" dur="500" fill="hold"/>
                                        <p:tgtEl>
                                          <p:spTgt spid="762883">
                                            <p:txEl>
                                              <p:pRg st="1" end="1"/>
                                            </p:txEl>
                                          </p:spTgt>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nodeType="clickEffect">
                                  <p:stCondLst>
                                    <p:cond delay="0"/>
                                  </p:stCondLst>
                                  <p:childTnLst>
                                    <p:set>
                                      <p:cBhvr>
                                        <p:cTn id="12" dur="1" fill="hold">
                                          <p:stCondLst>
                                            <p:cond delay="0"/>
                                          </p:stCondLst>
                                        </p:cTn>
                                        <p:tgtEl>
                                          <p:spTgt spid="762883">
                                            <p:txEl>
                                              <p:pRg st="2" end="2"/>
                                            </p:txEl>
                                          </p:spTgt>
                                        </p:tgtEl>
                                        <p:attrNameLst>
                                          <p:attrName>style.visibility</p:attrName>
                                        </p:attrNameLst>
                                      </p:cBhvr>
                                      <p:to>
                                        <p:strVal val="visible"/>
                                      </p:to>
                                    </p:set>
                                    <p:anim calcmode="lin" valueType="num">
                                      <p:cBhvr>
                                        <p:cTn id="13" dur="500" fill="hold"/>
                                        <p:tgtEl>
                                          <p:spTgt spid="762883">
                                            <p:txEl>
                                              <p:pRg st="2" end="2"/>
                                            </p:txEl>
                                          </p:spTgt>
                                        </p:tgtEl>
                                        <p:attrNameLst>
                                          <p:attrName>ppt_w</p:attrName>
                                        </p:attrNameLst>
                                      </p:cBhvr>
                                      <p:tavLst>
                                        <p:tav tm="0">
                                          <p:val>
                                            <p:fltVal val="0"/>
                                          </p:val>
                                        </p:tav>
                                        <p:tav tm="100000">
                                          <p:val>
                                            <p:strVal val="#ppt_w"/>
                                          </p:val>
                                        </p:tav>
                                      </p:tavLst>
                                    </p:anim>
                                    <p:anim calcmode="lin" valueType="num">
                                      <p:cBhvr>
                                        <p:cTn id="14" dur="500" fill="hold"/>
                                        <p:tgtEl>
                                          <p:spTgt spid="762883">
                                            <p:txEl>
                                              <p:pRg st="2" end="2"/>
                                            </p:txEl>
                                          </p:spTgt>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nodeType="clickEffect">
                                  <p:stCondLst>
                                    <p:cond delay="0"/>
                                  </p:stCondLst>
                                  <p:childTnLst>
                                    <p:set>
                                      <p:cBhvr>
                                        <p:cTn id="18" dur="1" fill="hold">
                                          <p:stCondLst>
                                            <p:cond delay="0"/>
                                          </p:stCondLst>
                                        </p:cTn>
                                        <p:tgtEl>
                                          <p:spTgt spid="762883">
                                            <p:txEl>
                                              <p:pRg st="3" end="3"/>
                                            </p:txEl>
                                          </p:spTgt>
                                        </p:tgtEl>
                                        <p:attrNameLst>
                                          <p:attrName>style.visibility</p:attrName>
                                        </p:attrNameLst>
                                      </p:cBhvr>
                                      <p:to>
                                        <p:strVal val="visible"/>
                                      </p:to>
                                    </p:set>
                                    <p:anim calcmode="lin" valueType="num">
                                      <p:cBhvr>
                                        <p:cTn id="19" dur="500" fill="hold"/>
                                        <p:tgtEl>
                                          <p:spTgt spid="762883">
                                            <p:txEl>
                                              <p:pRg st="3" end="3"/>
                                            </p:txEl>
                                          </p:spTgt>
                                        </p:tgtEl>
                                        <p:attrNameLst>
                                          <p:attrName>ppt_w</p:attrName>
                                        </p:attrNameLst>
                                      </p:cBhvr>
                                      <p:tavLst>
                                        <p:tav tm="0">
                                          <p:val>
                                            <p:fltVal val="0"/>
                                          </p:val>
                                        </p:tav>
                                        <p:tav tm="100000">
                                          <p:val>
                                            <p:strVal val="#ppt_w"/>
                                          </p:val>
                                        </p:tav>
                                      </p:tavLst>
                                    </p:anim>
                                    <p:anim calcmode="lin" valueType="num">
                                      <p:cBhvr>
                                        <p:cTn id="20" dur="500" fill="hold"/>
                                        <p:tgtEl>
                                          <p:spTgt spid="762883">
                                            <p:txEl>
                                              <p:pRg st="3" end="3"/>
                                            </p:txEl>
                                          </p:spTgt>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2946" name="Rectangle 3"/>
          <p:cNvSpPr>
            <a:spLocks noGrp="1"/>
          </p:cNvSpPr>
          <p:nvPr>
            <p:ph idx="1"/>
          </p:nvPr>
        </p:nvSpPr>
        <p:spPr>
          <a:xfrm>
            <a:off x="1611313" y="1557338"/>
            <a:ext cx="9166225" cy="576262"/>
          </a:xfrm>
        </p:spPr>
        <p:txBody>
          <a:bodyPr vert="horz" wrap="square" lIns="91440" tIns="45720" rIns="91440" bIns="45720" anchor="t" anchorCtr="0"/>
          <a:lstStyle/>
          <a:p>
            <a:pPr eaLnBrk="1">
              <a:lnSpc>
                <a:spcPct val="105000"/>
              </a:lnSpc>
              <a:spcAft>
                <a:spcPct val="0"/>
              </a:spcAft>
              <a:buSzPct val="50000"/>
              <a:buFont typeface="Monotype Sorts"/>
              <a:buChar char=""/>
            </a:pPr>
            <a:r>
              <a:rPr lang="en-US" altLang="zh-CN" sz="2400" kern="1200" dirty="0">
                <a:solidFill>
                  <a:srgbClr val="000000"/>
                </a:solidFill>
                <a:latin typeface="Courier New" panose="02070409020205090404" pitchFamily="49" charset="0"/>
                <a:ea typeface="宋体" pitchFamily="2" charset="-122"/>
                <a:cs typeface="+mn-cs"/>
              </a:rPr>
              <a:t>#include &lt;string.h&gt;</a:t>
            </a:r>
            <a:endParaRPr lang="en-US" altLang="zh-CN" sz="2400" kern="1200" dirty="0">
              <a:solidFill>
                <a:srgbClr val="000000"/>
              </a:solidFill>
              <a:latin typeface="Courier New" panose="02070409020205090404" pitchFamily="49" charset="0"/>
              <a:ea typeface="宋体" pitchFamily="2" charset="-122"/>
              <a:cs typeface="+mn-cs"/>
            </a:endParaRPr>
          </a:p>
        </p:txBody>
      </p:sp>
      <p:sp>
        <p:nvSpPr>
          <p:cNvPr id="82947" name="Rectangle 4"/>
          <p:cNvSpPr/>
          <p:nvPr/>
        </p:nvSpPr>
        <p:spPr>
          <a:xfrm>
            <a:off x="1719263" y="2205038"/>
            <a:ext cx="6321425" cy="647700"/>
          </a:xfrm>
          <a:prstGeom prst="rect">
            <a:avLst/>
          </a:prstGeom>
          <a:solidFill>
            <a:schemeClr val="bg2"/>
          </a:solidFill>
          <a:ln w="28575" cap="flat" cmpd="sng">
            <a:solidFill>
              <a:srgbClr val="008000"/>
            </a:solidFill>
            <a:prstDash val="solid"/>
            <a:miter/>
            <a:headEnd type="none" w="med" len="med"/>
            <a:tailEnd type="none" w="med" len="med"/>
          </a:ln>
        </p:spPr>
        <p:txBody>
          <a:bodyPr lIns="92075" tIns="46037" rIns="92075" bIns="46037"/>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850900" lvl="1" indent="-285750" eaLnBrk="1" hangingPunct="1">
              <a:lnSpc>
                <a:spcPct val="125000"/>
              </a:lnSpc>
              <a:spcBef>
                <a:spcPct val="20000"/>
              </a:spcBef>
              <a:spcAft>
                <a:spcPts val="590"/>
              </a:spcAft>
              <a:buClr>
                <a:srgbClr val="FFCC66"/>
              </a:buClr>
              <a:buSzPct val="115000"/>
              <a:buNone/>
            </a:pPr>
            <a:r>
              <a:rPr lang="en-US" altLang="zh-CN" b="1" dirty="0">
                <a:solidFill>
                  <a:srgbClr val="000000"/>
                </a:solidFill>
                <a:latin typeface="Courier New" panose="02070409020205090404" pitchFamily="49" charset="0"/>
                <a:ea typeface="宋体" pitchFamily="2" charset="-122"/>
              </a:rPr>
              <a:t>strlen(</a:t>
            </a:r>
            <a:r>
              <a:rPr lang="zh-CN" altLang="en-US" dirty="0">
                <a:solidFill>
                  <a:srgbClr val="000000"/>
                </a:solidFill>
                <a:latin typeface="Courier New" panose="02070409020205090404" pitchFamily="49" charset="0"/>
              </a:rPr>
              <a:t>字符串</a:t>
            </a:r>
            <a:r>
              <a:rPr lang="en-US" altLang="zh-CN" b="1" dirty="0">
                <a:solidFill>
                  <a:srgbClr val="000000"/>
                </a:solidFill>
                <a:latin typeface="Courier New" panose="02070409020205090404" pitchFamily="49" charset="0"/>
                <a:ea typeface="宋体" pitchFamily="2" charset="-122"/>
              </a:rPr>
              <a:t>);</a:t>
            </a:r>
            <a:endParaRPr lang="zh-CN" altLang="en-US" b="1" dirty="0">
              <a:solidFill>
                <a:srgbClr val="000000"/>
              </a:solidFill>
              <a:latin typeface="Courier New" panose="02070409020205090404" pitchFamily="49" charset="0"/>
              <a:ea typeface="宋体" pitchFamily="2" charset="-122"/>
            </a:endParaRPr>
          </a:p>
        </p:txBody>
      </p:sp>
      <p:sp>
        <p:nvSpPr>
          <p:cNvPr id="82948" name="Text Box 5"/>
          <p:cNvSpPr txBox="1"/>
          <p:nvPr/>
        </p:nvSpPr>
        <p:spPr>
          <a:xfrm>
            <a:off x="8256588" y="2276475"/>
            <a:ext cx="2339975" cy="369888"/>
          </a:xfrm>
          <a:prstGeom prst="rect">
            <a:avLst/>
          </a:prstGeom>
          <a:solidFill>
            <a:schemeClr val="bg2"/>
          </a:solidFill>
          <a:ln w="25400" cap="flat" cmpd="sng">
            <a:solidFill>
              <a:srgbClr val="008000"/>
            </a:solidFill>
            <a:prstDash val="solid"/>
            <a:miter/>
            <a:headEnd type="none" w="med" len="med"/>
            <a:tailEnd type="none" w="med" len="med"/>
          </a:ln>
        </p:spPr>
        <p:txBody>
          <a:bodyPr>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algn="ctr" eaLnBrk="1" hangingPunct="1">
              <a:lnSpc>
                <a:spcPct val="90000"/>
              </a:lnSpc>
              <a:spcBef>
                <a:spcPct val="50000"/>
              </a:spcBef>
              <a:spcAft>
                <a:spcPts val="590"/>
              </a:spcAft>
              <a:buSzPct val="80000"/>
              <a:buNone/>
            </a:pPr>
            <a:r>
              <a:rPr lang="en-US" altLang="zh-CN" sz="2000" b="1" dirty="0">
                <a:solidFill>
                  <a:srgbClr val="000066"/>
                </a:solidFill>
                <a:ea typeface="宋体" pitchFamily="2" charset="-122"/>
              </a:rPr>
              <a:t>string length</a:t>
            </a:r>
            <a:endParaRPr lang="en-US" altLang="zh-CN" sz="2000" b="1" dirty="0">
              <a:solidFill>
                <a:srgbClr val="000066"/>
              </a:solidFill>
              <a:ea typeface="宋体" pitchFamily="2" charset="-122"/>
            </a:endParaRPr>
          </a:p>
        </p:txBody>
      </p:sp>
      <p:sp>
        <p:nvSpPr>
          <p:cNvPr id="781318" name="Rectangle 6"/>
          <p:cNvSpPr/>
          <p:nvPr/>
        </p:nvSpPr>
        <p:spPr>
          <a:xfrm>
            <a:off x="1703388" y="2997200"/>
            <a:ext cx="6396037" cy="1439863"/>
          </a:xfrm>
          <a:prstGeom prst="rect">
            <a:avLst/>
          </a:prstGeom>
          <a:solidFill>
            <a:schemeClr val="bg2"/>
          </a:solidFill>
          <a:ln w="28575" cap="flat" cmpd="sng">
            <a:solidFill>
              <a:srgbClr val="008000"/>
            </a:solidFill>
            <a:prstDash val="solid"/>
            <a:miter/>
            <a:headEnd type="none" w="med" len="med"/>
            <a:tailEnd type="none" w="med" len="med"/>
          </a:ln>
        </p:spPr>
        <p:txBody>
          <a:bodyPr lIns="92075" tIns="46037" rIns="92075" bIns="46037"/>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374650" lvl="0" indent="-374650" eaLnBrk="1" hangingPunct="1">
              <a:lnSpc>
                <a:spcPct val="90000"/>
              </a:lnSpc>
              <a:spcBef>
                <a:spcPct val="20000"/>
              </a:spcBef>
              <a:spcAft>
                <a:spcPts val="590"/>
              </a:spcAft>
              <a:buClr>
                <a:srgbClr val="FFCC66"/>
              </a:buClr>
              <a:buSzPct val="80000"/>
              <a:buNone/>
            </a:pPr>
            <a:r>
              <a:rPr lang="en-US" altLang="zh-CN" sz="2400" b="1" dirty="0">
                <a:latin typeface="Courier New" panose="02070409020205090404" pitchFamily="49" charset="0"/>
                <a:ea typeface="宋体" pitchFamily="2" charset="-122"/>
              </a:rPr>
              <a:t>char str[10] = {"China"};</a:t>
            </a:r>
            <a:endParaRPr lang="en-US" altLang="zh-CN" sz="2400" b="1" dirty="0">
              <a:latin typeface="Courier New" panose="02070409020205090404" pitchFamily="49" charset="0"/>
              <a:ea typeface="宋体" pitchFamily="2" charset="-122"/>
            </a:endParaRPr>
          </a:p>
          <a:p>
            <a:pPr marL="374650" lvl="0" indent="-374650" eaLnBrk="1" hangingPunct="1">
              <a:lnSpc>
                <a:spcPct val="90000"/>
              </a:lnSpc>
              <a:spcBef>
                <a:spcPct val="20000"/>
              </a:spcBef>
              <a:spcAft>
                <a:spcPts val="590"/>
              </a:spcAft>
              <a:buClr>
                <a:srgbClr val="FFCC66"/>
              </a:buClr>
              <a:buSzPct val="80000"/>
              <a:buNone/>
            </a:pPr>
            <a:r>
              <a:rPr lang="en-US" altLang="zh-CN" sz="2400" b="1" dirty="0">
                <a:latin typeface="Courier New" panose="02070409020205090404" pitchFamily="49" charset="0"/>
                <a:ea typeface="宋体" pitchFamily="2" charset="-122"/>
              </a:rPr>
              <a:t>printf("%d",</a:t>
            </a:r>
            <a:r>
              <a:rPr lang="en-US" altLang="zh-CN" sz="2400" b="1" dirty="0">
                <a:solidFill>
                  <a:schemeClr val="accent2"/>
                </a:solidFill>
                <a:latin typeface="Courier New" panose="02070409020205090404" pitchFamily="49" charset="0"/>
                <a:ea typeface="宋体" pitchFamily="2" charset="-122"/>
              </a:rPr>
              <a:t> </a:t>
            </a:r>
            <a:r>
              <a:rPr lang="en-US" altLang="zh-CN" sz="2400" b="1" dirty="0">
                <a:latin typeface="Courier New" panose="02070409020205090404" pitchFamily="49" charset="0"/>
                <a:ea typeface="宋体" pitchFamily="2" charset="-122"/>
              </a:rPr>
              <a:t>strlen(str));</a:t>
            </a:r>
            <a:endParaRPr lang="en-US" altLang="zh-CN" sz="2400" b="1" dirty="0">
              <a:latin typeface="Courier New" panose="02070409020205090404" pitchFamily="49" charset="0"/>
              <a:ea typeface="宋体" pitchFamily="2" charset="-122"/>
            </a:endParaRPr>
          </a:p>
          <a:p>
            <a:pPr marL="374650" lvl="0" indent="-374650" eaLnBrk="1" hangingPunct="1">
              <a:lnSpc>
                <a:spcPct val="90000"/>
              </a:lnSpc>
              <a:spcBef>
                <a:spcPct val="20000"/>
              </a:spcBef>
              <a:spcAft>
                <a:spcPts val="600"/>
              </a:spcAft>
              <a:buClr>
                <a:srgbClr val="FFCC66"/>
              </a:buClr>
              <a:buSzPct val="80000"/>
              <a:buNone/>
            </a:pPr>
            <a:r>
              <a:rPr lang="zh-CN" altLang="en-US" sz="2400" dirty="0">
                <a:latin typeface="黑体" panose="02010609060101010101" pitchFamily="49" charset="-122"/>
                <a:cs typeface="Courier New" panose="02070409020205090404" pitchFamily="49" charset="0"/>
              </a:rPr>
              <a:t>打印结果是 </a:t>
            </a:r>
            <a:r>
              <a:rPr lang="en-US" altLang="zh-CN" sz="2400" dirty="0">
                <a:latin typeface="黑体" panose="02010609060101010101" pitchFamily="49" charset="-122"/>
                <a:cs typeface="Courier New" panose="02070409020205090404" pitchFamily="49" charset="0"/>
              </a:rPr>
              <a:t>5</a:t>
            </a:r>
            <a:r>
              <a:rPr lang="zh-CN" altLang="en-US" sz="2400" dirty="0">
                <a:latin typeface="黑体" panose="02010609060101010101" pitchFamily="49" charset="-122"/>
                <a:cs typeface="Courier New" panose="02070409020205090404" pitchFamily="49" charset="0"/>
              </a:rPr>
              <a:t>，</a:t>
            </a:r>
            <a:r>
              <a:rPr lang="en-US" altLang="zh-CN" sz="2400" dirty="0">
                <a:latin typeface="黑体" panose="02010609060101010101" pitchFamily="49" charset="-122"/>
                <a:cs typeface="Courier New" panose="02070409020205090404" pitchFamily="49" charset="0"/>
              </a:rPr>
              <a:t>6</a:t>
            </a:r>
            <a:r>
              <a:rPr lang="zh-CN" altLang="en-US" sz="2400" dirty="0">
                <a:latin typeface="黑体" panose="02010609060101010101" pitchFamily="49" charset="-122"/>
                <a:cs typeface="Courier New" panose="02070409020205090404" pitchFamily="49" charset="0"/>
              </a:rPr>
              <a:t>，还是</a:t>
            </a:r>
            <a:r>
              <a:rPr lang="en-US" altLang="zh-CN" sz="2400" dirty="0">
                <a:latin typeface="黑体" panose="02010609060101010101" pitchFamily="49" charset="-122"/>
                <a:cs typeface="Courier New" panose="02070409020205090404" pitchFamily="49" charset="0"/>
              </a:rPr>
              <a:t>10</a:t>
            </a:r>
            <a:r>
              <a:rPr lang="zh-CN" altLang="en-US" sz="2400" dirty="0">
                <a:latin typeface="黑体" panose="02010609060101010101" pitchFamily="49" charset="-122"/>
                <a:cs typeface="Courier New" panose="02070409020205090404" pitchFamily="49" charset="0"/>
              </a:rPr>
              <a:t>？</a:t>
            </a:r>
            <a:endParaRPr lang="zh-CN" altLang="en-US" sz="2400" dirty="0">
              <a:latin typeface="黑体" panose="02010609060101010101" pitchFamily="49" charset="-122"/>
              <a:ea typeface="Courier New" panose="02070409020205090404" pitchFamily="49" charset="0"/>
            </a:endParaRPr>
          </a:p>
        </p:txBody>
      </p:sp>
      <p:grpSp>
        <p:nvGrpSpPr>
          <p:cNvPr id="2" name="Group 8"/>
          <p:cNvGrpSpPr/>
          <p:nvPr/>
        </p:nvGrpSpPr>
        <p:grpSpPr>
          <a:xfrm>
            <a:off x="1727200" y="4741863"/>
            <a:ext cx="6162675" cy="503237"/>
            <a:chOff x="340" y="3657"/>
            <a:chExt cx="3583" cy="317"/>
          </a:xfrm>
        </p:grpSpPr>
        <p:grpSp>
          <p:nvGrpSpPr>
            <p:cNvPr id="82957" name="Group 9"/>
            <p:cNvGrpSpPr/>
            <p:nvPr/>
          </p:nvGrpSpPr>
          <p:grpSpPr>
            <a:xfrm>
              <a:off x="340" y="3657"/>
              <a:ext cx="3538" cy="317"/>
              <a:chOff x="340" y="3657"/>
              <a:chExt cx="3538" cy="317"/>
            </a:xfrm>
          </p:grpSpPr>
          <p:sp>
            <p:nvSpPr>
              <p:cNvPr id="781322" name="Rectangle 10"/>
              <p:cNvSpPr>
                <a:spLocks noChangeArrowheads="1"/>
              </p:cNvSpPr>
              <p:nvPr/>
            </p:nvSpPr>
            <p:spPr bwMode="auto">
              <a:xfrm>
                <a:off x="340" y="3657"/>
                <a:ext cx="3538" cy="317"/>
              </a:xfrm>
              <a:prstGeom prst="rect">
                <a:avLst/>
              </a:prstGeom>
              <a:noFill/>
              <a:ln w="57150">
                <a:solidFill>
                  <a:srgbClr val="000080"/>
                </a:solidFill>
                <a:miter lim="800000"/>
              </a:ln>
              <a:effectLst/>
            </p:spPr>
            <p:txBody>
              <a:bodyPr wrap="none" anchor="ct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781323" name="Line 11"/>
              <p:cNvSpPr>
                <a:spLocks noChangeShapeType="1"/>
              </p:cNvSpPr>
              <p:nvPr/>
            </p:nvSpPr>
            <p:spPr bwMode="auto">
              <a:xfrm>
                <a:off x="703" y="3657"/>
                <a:ext cx="0" cy="317"/>
              </a:xfrm>
              <a:prstGeom prst="line">
                <a:avLst/>
              </a:prstGeom>
              <a:noFill/>
              <a:ln w="38100">
                <a:solidFill>
                  <a:srgbClr val="000080"/>
                </a:solidFill>
                <a:round/>
                <a:headEnd type="none" w="sm" len="sm"/>
                <a:tailEnd type="none" w="sm" len="sm"/>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781324" name="Line 12"/>
              <p:cNvSpPr>
                <a:spLocks noChangeShapeType="1"/>
              </p:cNvSpPr>
              <p:nvPr/>
            </p:nvSpPr>
            <p:spPr bwMode="auto">
              <a:xfrm>
                <a:off x="1066" y="3657"/>
                <a:ext cx="0" cy="317"/>
              </a:xfrm>
              <a:prstGeom prst="line">
                <a:avLst/>
              </a:prstGeom>
              <a:noFill/>
              <a:ln w="38100">
                <a:solidFill>
                  <a:srgbClr val="000080"/>
                </a:solidFill>
                <a:round/>
                <a:headEnd type="none" w="sm" len="sm"/>
                <a:tailEnd type="none" w="sm" len="sm"/>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781325" name="Line 13"/>
              <p:cNvSpPr>
                <a:spLocks noChangeShapeType="1"/>
              </p:cNvSpPr>
              <p:nvPr/>
            </p:nvSpPr>
            <p:spPr bwMode="auto">
              <a:xfrm>
                <a:off x="1428" y="3657"/>
                <a:ext cx="0" cy="317"/>
              </a:xfrm>
              <a:prstGeom prst="line">
                <a:avLst/>
              </a:prstGeom>
              <a:noFill/>
              <a:ln w="38100">
                <a:solidFill>
                  <a:srgbClr val="000080"/>
                </a:solidFill>
                <a:round/>
                <a:headEnd type="none" w="sm" len="sm"/>
                <a:tailEnd type="none" w="sm" len="sm"/>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781326" name="Line 14"/>
              <p:cNvSpPr>
                <a:spLocks noChangeShapeType="1"/>
              </p:cNvSpPr>
              <p:nvPr/>
            </p:nvSpPr>
            <p:spPr bwMode="auto">
              <a:xfrm>
                <a:off x="1791" y="3657"/>
                <a:ext cx="0" cy="317"/>
              </a:xfrm>
              <a:prstGeom prst="line">
                <a:avLst/>
              </a:prstGeom>
              <a:noFill/>
              <a:ln w="38100">
                <a:solidFill>
                  <a:srgbClr val="000080"/>
                </a:solidFill>
                <a:round/>
                <a:headEnd type="none" w="sm" len="sm"/>
                <a:tailEnd type="none" w="sm" len="sm"/>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781327" name="Line 15"/>
              <p:cNvSpPr>
                <a:spLocks noChangeShapeType="1"/>
              </p:cNvSpPr>
              <p:nvPr/>
            </p:nvSpPr>
            <p:spPr bwMode="auto">
              <a:xfrm>
                <a:off x="2154" y="3657"/>
                <a:ext cx="0" cy="317"/>
              </a:xfrm>
              <a:prstGeom prst="line">
                <a:avLst/>
              </a:prstGeom>
              <a:noFill/>
              <a:ln w="38100">
                <a:solidFill>
                  <a:srgbClr val="000080"/>
                </a:solidFill>
                <a:round/>
                <a:headEnd type="none" w="sm" len="sm"/>
                <a:tailEnd type="none" w="sm" len="sm"/>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781328" name="Line 16"/>
              <p:cNvSpPr>
                <a:spLocks noChangeShapeType="1"/>
              </p:cNvSpPr>
              <p:nvPr/>
            </p:nvSpPr>
            <p:spPr bwMode="auto">
              <a:xfrm>
                <a:off x="2502" y="3657"/>
                <a:ext cx="0" cy="317"/>
              </a:xfrm>
              <a:prstGeom prst="line">
                <a:avLst/>
              </a:prstGeom>
              <a:noFill/>
              <a:ln w="38100">
                <a:solidFill>
                  <a:srgbClr val="000080"/>
                </a:solidFill>
                <a:round/>
                <a:headEnd type="none" w="sm" len="sm"/>
                <a:tailEnd type="none" w="sm" len="sm"/>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781329" name="Line 17"/>
              <p:cNvSpPr>
                <a:spLocks noChangeShapeType="1"/>
              </p:cNvSpPr>
              <p:nvPr/>
            </p:nvSpPr>
            <p:spPr bwMode="auto">
              <a:xfrm>
                <a:off x="2835" y="3657"/>
                <a:ext cx="0" cy="317"/>
              </a:xfrm>
              <a:prstGeom prst="line">
                <a:avLst/>
              </a:prstGeom>
              <a:noFill/>
              <a:ln w="38100">
                <a:solidFill>
                  <a:srgbClr val="000080"/>
                </a:solidFill>
                <a:round/>
                <a:headEnd type="none" w="sm" len="sm"/>
                <a:tailEnd type="none" w="sm" len="sm"/>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781330" name="Line 18"/>
              <p:cNvSpPr>
                <a:spLocks noChangeShapeType="1"/>
              </p:cNvSpPr>
              <p:nvPr/>
            </p:nvSpPr>
            <p:spPr bwMode="auto">
              <a:xfrm>
                <a:off x="3182" y="3657"/>
                <a:ext cx="0" cy="317"/>
              </a:xfrm>
              <a:prstGeom prst="line">
                <a:avLst/>
              </a:prstGeom>
              <a:noFill/>
              <a:ln w="38100">
                <a:solidFill>
                  <a:srgbClr val="000080"/>
                </a:solidFill>
                <a:round/>
                <a:headEnd type="none" w="sm" len="sm"/>
                <a:tailEnd type="none" w="sm" len="sm"/>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781331" name="Line 19"/>
              <p:cNvSpPr>
                <a:spLocks noChangeShapeType="1"/>
              </p:cNvSpPr>
              <p:nvPr/>
            </p:nvSpPr>
            <p:spPr bwMode="auto">
              <a:xfrm>
                <a:off x="3515" y="3657"/>
                <a:ext cx="0" cy="317"/>
              </a:xfrm>
              <a:prstGeom prst="line">
                <a:avLst/>
              </a:prstGeom>
              <a:noFill/>
              <a:ln w="38100">
                <a:solidFill>
                  <a:srgbClr val="000080"/>
                </a:solidFill>
                <a:round/>
                <a:headEnd type="none" w="sm" len="sm"/>
                <a:tailEnd type="none" w="sm" len="sm"/>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grpSp>
        <p:sp>
          <p:nvSpPr>
            <p:cNvPr id="781332" name="Text Box 20"/>
            <p:cNvSpPr txBox="1">
              <a:spLocks noChangeArrowheads="1"/>
            </p:cNvSpPr>
            <p:nvPr/>
          </p:nvSpPr>
          <p:spPr bwMode="auto">
            <a:xfrm>
              <a:off x="360" y="3661"/>
              <a:ext cx="3563" cy="268"/>
            </a:xfrm>
            <a:prstGeom prst="rect">
              <a:avLst/>
            </a:prstGeom>
            <a:noFill/>
            <a:ln w="12700">
              <a:noFill/>
              <a:miter lim="800000"/>
              <a:headEnd type="none" w="sm" len="sm"/>
              <a:tailEnd type="none" w="sm" len="sm"/>
            </a:ln>
            <a:effectLst/>
          </p:spPr>
          <p:txBody>
            <a:bodyPr>
              <a:spAutoFit/>
            </a:bodyPr>
            <a:lstStyle/>
            <a:p>
              <a:pPr marR="0" defTabSz="914400" eaLnBrk="1" hangingPunct="1">
                <a:lnSpc>
                  <a:spcPct val="90000"/>
                </a:lnSpc>
                <a:spcBef>
                  <a:spcPct val="50000"/>
                </a:spcBef>
                <a:spcAft>
                  <a:spcPts val="590"/>
                </a:spcAft>
                <a:buClr>
                  <a:schemeClr val="tx2"/>
                </a:buClr>
                <a:buSzPct val="80000"/>
                <a:buFontTx/>
                <a:buNone/>
                <a:defRPr/>
              </a:pPr>
              <a:r>
                <a:rPr kumimoji="0" lang="en-US" altLang="zh-CN" sz="2400" kern="1200" cap="none" spc="0" normalizeH="0" baseline="0" noProof="0" dirty="0">
                  <a:effectLst>
                    <a:outerShdw blurRad="38100" dist="38100" dir="2700000" algn="tl">
                      <a:srgbClr val="C0C0C0"/>
                    </a:outerShdw>
                  </a:effectLst>
                  <a:latin typeface="Arial" panose="020B0604020202090204" pitchFamily="34" charset="0"/>
                  <a:ea typeface="宋体" pitchFamily="2" charset="-122"/>
                  <a:cs typeface="+mn-cs"/>
                </a:rPr>
                <a:t> C      h      </a:t>
              </a:r>
              <a:r>
                <a:rPr kumimoji="0" lang="en-US" altLang="zh-CN" sz="2400" kern="1200" cap="none" spc="0" normalizeH="0" baseline="0" noProof="0" dirty="0" err="1">
                  <a:effectLst>
                    <a:outerShdw blurRad="38100" dist="38100" dir="2700000" algn="tl">
                      <a:srgbClr val="C0C0C0"/>
                    </a:outerShdw>
                  </a:effectLst>
                  <a:latin typeface="Arial" panose="020B0604020202090204" pitchFamily="34" charset="0"/>
                  <a:ea typeface="宋体" pitchFamily="2" charset="-122"/>
                  <a:cs typeface="+mn-cs"/>
                </a:rPr>
                <a:t>i</a:t>
              </a:r>
              <a:r>
                <a:rPr kumimoji="0" lang="en-US" altLang="zh-CN" sz="2400" kern="1200" cap="none" spc="0" normalizeH="0" baseline="0" noProof="0" dirty="0">
                  <a:effectLst>
                    <a:outerShdw blurRad="38100" dist="38100" dir="2700000" algn="tl">
                      <a:srgbClr val="C0C0C0"/>
                    </a:outerShdw>
                  </a:effectLst>
                  <a:latin typeface="Arial" panose="020B0604020202090204" pitchFamily="34" charset="0"/>
                  <a:ea typeface="宋体" pitchFamily="2" charset="-122"/>
                  <a:cs typeface="+mn-cs"/>
                </a:rPr>
                <a:t>     n      a     \0    \0    \0    \0    \0</a:t>
              </a:r>
              <a:endParaRPr kumimoji="0" lang="en-US" altLang="zh-CN" sz="2400" kern="1200" cap="none" spc="0" normalizeH="0" baseline="0" noProof="0" dirty="0">
                <a:effectLst>
                  <a:outerShdw blurRad="38100" dist="38100" dir="2700000" algn="tl">
                    <a:srgbClr val="C0C0C0"/>
                  </a:outerShdw>
                </a:effectLst>
                <a:latin typeface="Arial" panose="020B0604020202090204" pitchFamily="34" charset="0"/>
                <a:ea typeface="宋体" pitchFamily="2" charset="-122"/>
                <a:cs typeface="+mn-cs"/>
              </a:endParaRPr>
            </a:p>
          </p:txBody>
        </p:sp>
      </p:grpSp>
      <p:sp>
        <p:nvSpPr>
          <p:cNvPr id="781336" name="Rectangle 24"/>
          <p:cNvSpPr>
            <a:spLocks noChangeArrowheads="1"/>
          </p:cNvSpPr>
          <p:nvPr/>
        </p:nvSpPr>
        <p:spPr bwMode="auto">
          <a:xfrm>
            <a:off x="1727200" y="4741863"/>
            <a:ext cx="3121025" cy="511175"/>
          </a:xfrm>
          <a:prstGeom prst="rect">
            <a:avLst/>
          </a:prstGeom>
          <a:noFill/>
          <a:ln w="57150">
            <a:solidFill>
              <a:srgbClr val="FF0000"/>
            </a:solidFill>
            <a:miter lim="800000"/>
          </a:ln>
          <a:effectLst/>
        </p:spPr>
        <p:txBody>
          <a:bodyPr wrap="none" anchor="ct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pic>
        <p:nvPicPr>
          <p:cNvPr id="82952" name="图片 24" descr="Image3.jpg"/>
          <p:cNvPicPr>
            <a:picLocks noChangeAspect="1"/>
          </p:cNvPicPr>
          <p:nvPr/>
        </p:nvPicPr>
        <p:blipFill>
          <a:blip r:embed="rId1">
            <a:clrChange>
              <a:clrFrom>
                <a:srgbClr val="FFFFFB"/>
              </a:clrFrom>
              <a:clrTo>
                <a:srgbClr val="FFFFFB">
                  <a:alpha val="0"/>
                </a:srgbClr>
              </a:clrTo>
            </a:clrChange>
          </a:blip>
          <a:stretch>
            <a:fillRect/>
          </a:stretch>
        </p:blipFill>
        <p:spPr>
          <a:xfrm>
            <a:off x="9732963" y="4651375"/>
            <a:ext cx="909637" cy="1778000"/>
          </a:xfrm>
          <a:prstGeom prst="rect">
            <a:avLst/>
          </a:prstGeom>
          <a:noFill/>
          <a:ln w="9525">
            <a:noFill/>
          </a:ln>
        </p:spPr>
      </p:pic>
      <p:grpSp>
        <p:nvGrpSpPr>
          <p:cNvPr id="4" name="Group 21"/>
          <p:cNvGrpSpPr/>
          <p:nvPr/>
        </p:nvGrpSpPr>
        <p:grpSpPr>
          <a:xfrm>
            <a:off x="3182938" y="5260975"/>
            <a:ext cx="6419850" cy="798513"/>
            <a:chOff x="1186" y="3712"/>
            <a:chExt cx="2824" cy="503"/>
          </a:xfrm>
        </p:grpSpPr>
        <p:sp>
          <p:nvSpPr>
            <p:cNvPr id="781334" name="Line 22"/>
            <p:cNvSpPr>
              <a:spLocks noChangeShapeType="1"/>
            </p:cNvSpPr>
            <p:nvPr/>
          </p:nvSpPr>
          <p:spPr bwMode="auto">
            <a:xfrm flipH="1" flipV="1">
              <a:off x="1186" y="3712"/>
              <a:ext cx="601" cy="303"/>
            </a:xfrm>
            <a:prstGeom prst="line">
              <a:avLst/>
            </a:prstGeom>
            <a:noFill/>
            <a:ln w="38100">
              <a:solidFill>
                <a:srgbClr val="00B050"/>
              </a:solidFill>
              <a:miter lim="800000"/>
              <a:tailEnd type="triangle" w="med" len="med"/>
            </a:ln>
            <a:effectLst/>
          </p:spPr>
          <p:txBody>
            <a:bodyPr wrap="none"/>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82956" name="Text Box 23"/>
            <p:cNvSpPr txBox="1"/>
            <p:nvPr/>
          </p:nvSpPr>
          <p:spPr>
            <a:xfrm>
              <a:off x="1787" y="3838"/>
              <a:ext cx="2223" cy="377"/>
            </a:xfrm>
            <a:prstGeom prst="rect">
              <a:avLst/>
            </a:prstGeom>
            <a:solidFill>
              <a:srgbClr val="FFFFCC"/>
            </a:solidFill>
            <a:ln w="38100" cap="flat" cmpd="sng">
              <a:solidFill>
                <a:srgbClr val="00B050"/>
              </a:solidFill>
              <a:prstDash val="solid"/>
              <a:miter/>
              <a:headEnd type="none" w="med" len="med"/>
              <a:tailEnd type="none" w="med" len="med"/>
            </a:ln>
          </p:spPr>
          <p:txBody>
            <a:bodyPr>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algn="ctr" eaLnBrk="1" hangingPunct="1">
                <a:lnSpc>
                  <a:spcPct val="125000"/>
                </a:lnSpc>
                <a:spcBef>
                  <a:spcPct val="50000"/>
                </a:spcBef>
                <a:spcAft>
                  <a:spcPts val="590"/>
                </a:spcAft>
                <a:buSzPct val="80000"/>
                <a:buNone/>
              </a:pPr>
              <a:r>
                <a:rPr lang="zh-CN" altLang="en-US" sz="2800" dirty="0">
                  <a:solidFill>
                    <a:srgbClr val="000066"/>
                  </a:solidFill>
                  <a:latin typeface="Courier New" panose="02070409020205090404" pitchFamily="49" charset="0"/>
                  <a:cs typeface="Courier New" panose="02070409020205090404" pitchFamily="49" charset="0"/>
                </a:rPr>
                <a:t>不包括</a:t>
              </a:r>
              <a:r>
                <a:rPr lang="en-US" altLang="zh-CN" sz="2800" b="1" dirty="0">
                  <a:solidFill>
                    <a:srgbClr val="000066"/>
                  </a:solidFill>
                  <a:latin typeface="Courier New" panose="02070409020205090404" pitchFamily="49" charset="0"/>
                  <a:cs typeface="Courier New" panose="02070409020205090404" pitchFamily="49" charset="0"/>
                </a:rPr>
                <a:t>\0</a:t>
              </a:r>
              <a:r>
                <a:rPr lang="zh-CN" altLang="en-US" sz="2800" dirty="0">
                  <a:solidFill>
                    <a:srgbClr val="000066"/>
                  </a:solidFill>
                  <a:latin typeface="Courier New" panose="02070409020205090404" pitchFamily="49" charset="0"/>
                  <a:cs typeface="Courier New" panose="02070409020205090404" pitchFamily="49" charset="0"/>
                </a:rPr>
                <a:t>的实际字符的个数</a:t>
              </a:r>
              <a:endParaRPr lang="en-US" altLang="zh-CN" sz="2800" dirty="0">
                <a:solidFill>
                  <a:srgbClr val="000066"/>
                </a:solidFill>
                <a:latin typeface="Courier New" panose="02070409020205090404" pitchFamily="49" charset="0"/>
                <a:ea typeface="Courier New" panose="02070409020205090404" pitchFamily="49" charset="0"/>
              </a:endParaRPr>
            </a:p>
          </p:txBody>
        </p:sp>
      </p:grpSp>
      <p:sp>
        <p:nvSpPr>
          <p:cNvPr id="82954" name="Rectangle 2"/>
          <p:cNvSpPr txBox="1"/>
          <p:nvPr/>
        </p:nvSpPr>
        <p:spPr>
          <a:xfrm>
            <a:off x="1631950" y="255588"/>
            <a:ext cx="8915400" cy="1143000"/>
          </a:xfrm>
          <a:prstGeom prst="rect">
            <a:avLst/>
          </a:prstGeom>
          <a:noFill/>
          <a:ln w="9525">
            <a:noFill/>
          </a:ln>
        </p:spPr>
        <p:txBody>
          <a:bodyPr anchor="ctr" anchorCtr="0"/>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algn="ctr">
              <a:lnSpc>
                <a:spcPct val="100000"/>
              </a:lnSpc>
              <a:spcBef>
                <a:spcPct val="0"/>
              </a:spcBef>
              <a:buClrTx/>
              <a:buSzTx/>
              <a:buFontTx/>
              <a:buNone/>
            </a:pPr>
            <a:r>
              <a:rPr lang="en-US" altLang="zh-CN" sz="4400" dirty="0">
                <a:solidFill>
                  <a:schemeClr val="tx2"/>
                </a:solidFill>
                <a:cs typeface="Arial" panose="020B0604020202090204" pitchFamily="34" charset="0"/>
              </a:rPr>
              <a:t>3.3.4 </a:t>
            </a:r>
            <a:r>
              <a:rPr lang="zh-CN" altLang="en-US" sz="4400" dirty="0">
                <a:solidFill>
                  <a:schemeClr val="tx2"/>
                </a:solidFill>
                <a:cs typeface="Arial" panose="020B0604020202090204" pitchFamily="34" charset="0"/>
              </a:rPr>
              <a:t>字符串处理函数</a:t>
            </a:r>
            <a:endParaRPr lang="en-US" altLang="zh-CN" sz="4400" dirty="0">
              <a:solidFill>
                <a:schemeClr val="tx2"/>
              </a:solidFill>
              <a:ea typeface="Arial" panose="020B060402020209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781318"/>
                                        </p:tgtEl>
                                        <p:attrNameLst>
                                          <p:attrName>style.visibility</p:attrName>
                                        </p:attrNameLst>
                                      </p:cBhvr>
                                      <p:to>
                                        <p:strVal val="visible"/>
                                      </p:to>
                                    </p:set>
                                    <p:anim calcmode="lin" valueType="num">
                                      <p:cBhvr>
                                        <p:cTn id="7" dur="500" fill="hold"/>
                                        <p:tgtEl>
                                          <p:spTgt spid="781318"/>
                                        </p:tgtEl>
                                        <p:attrNameLst>
                                          <p:attrName>ppt_w</p:attrName>
                                        </p:attrNameLst>
                                      </p:cBhvr>
                                      <p:tavLst>
                                        <p:tav tm="0">
                                          <p:val>
                                            <p:fltVal val="0"/>
                                          </p:val>
                                        </p:tav>
                                        <p:tav tm="100000">
                                          <p:val>
                                            <p:strVal val="#ppt_w"/>
                                          </p:val>
                                        </p:tav>
                                      </p:tavLst>
                                    </p:anim>
                                    <p:anim calcmode="lin" valueType="num">
                                      <p:cBhvr>
                                        <p:cTn id="8" dur="500" fill="hold"/>
                                        <p:tgtEl>
                                          <p:spTgt spid="781318"/>
                                        </p:tgtEl>
                                        <p:attrNameLst>
                                          <p:attrName>ppt_h</p:attrName>
                                        </p:attrNameLst>
                                      </p:cBhvr>
                                      <p:tavLst>
                                        <p:tav tm="0">
                                          <p:val>
                                            <p:fltVal val="0"/>
                                          </p:val>
                                        </p:tav>
                                        <p:tav tm="100000">
                                          <p:val>
                                            <p:strVal val="#ppt_h"/>
                                          </p:val>
                                        </p:tav>
                                      </p:tavLst>
                                    </p:anim>
                                    <p:animEffect transition="in" filter="fade">
                                      <p:cBhvr>
                                        <p:cTn id="9" dur="500"/>
                                        <p:tgtEl>
                                          <p:spTgt spid="781318"/>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2"/>
                                        </p:tgtEl>
                                        <p:attrNameLst>
                                          <p:attrName>style.visibility</p:attrName>
                                        </p:attrNameLst>
                                      </p:cBhvr>
                                      <p:to>
                                        <p:strVal val="visible"/>
                                      </p:to>
                                    </p:set>
                                    <p:anim calcmode="lin" valueType="num">
                                      <p:cBhvr>
                                        <p:cTn id="14" dur="500" fill="hold"/>
                                        <p:tgtEl>
                                          <p:spTgt spid="2"/>
                                        </p:tgtEl>
                                        <p:attrNameLst>
                                          <p:attrName>ppt_w</p:attrName>
                                        </p:attrNameLst>
                                      </p:cBhvr>
                                      <p:tavLst>
                                        <p:tav tm="0">
                                          <p:val>
                                            <p:fltVal val="0"/>
                                          </p:val>
                                        </p:tav>
                                        <p:tav tm="100000">
                                          <p:val>
                                            <p:strVal val="#ppt_w"/>
                                          </p:val>
                                        </p:tav>
                                      </p:tavLst>
                                    </p:anim>
                                    <p:anim calcmode="lin" valueType="num">
                                      <p:cBhvr>
                                        <p:cTn id="15" dur="500" fill="hold"/>
                                        <p:tgtEl>
                                          <p:spTgt spid="2"/>
                                        </p:tgtEl>
                                        <p:attrNameLst>
                                          <p:attrName>ppt_h</p:attrName>
                                        </p:attrNameLst>
                                      </p:cBhvr>
                                      <p:tavLst>
                                        <p:tav tm="0">
                                          <p:val>
                                            <p:fltVal val="0"/>
                                          </p:val>
                                        </p:tav>
                                        <p:tav tm="100000">
                                          <p:val>
                                            <p:strVal val="#ppt_h"/>
                                          </p:val>
                                        </p:tav>
                                      </p:tavLst>
                                    </p:anim>
                                    <p:animEffect transition="in" filter="fade">
                                      <p:cBhvr>
                                        <p:cTn id="16" dur="500"/>
                                        <p:tgtEl>
                                          <p:spTgt spid="2"/>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grpId="0" nodeType="clickEffect">
                                  <p:stCondLst>
                                    <p:cond delay="0"/>
                                  </p:stCondLst>
                                  <p:childTnLst>
                                    <p:set>
                                      <p:cBhvr>
                                        <p:cTn id="20" dur="1" fill="hold">
                                          <p:stCondLst>
                                            <p:cond delay="0"/>
                                          </p:stCondLst>
                                        </p:cTn>
                                        <p:tgtEl>
                                          <p:spTgt spid="781336"/>
                                        </p:tgtEl>
                                        <p:attrNameLst>
                                          <p:attrName>style.visibility</p:attrName>
                                        </p:attrNameLst>
                                      </p:cBhvr>
                                      <p:to>
                                        <p:strVal val="visible"/>
                                      </p:to>
                                    </p:set>
                                    <p:anim calcmode="lin" valueType="num">
                                      <p:cBhvr>
                                        <p:cTn id="21" dur="500" fill="hold"/>
                                        <p:tgtEl>
                                          <p:spTgt spid="781336"/>
                                        </p:tgtEl>
                                        <p:attrNameLst>
                                          <p:attrName>ppt_w</p:attrName>
                                        </p:attrNameLst>
                                      </p:cBhvr>
                                      <p:tavLst>
                                        <p:tav tm="0">
                                          <p:val>
                                            <p:fltVal val="0"/>
                                          </p:val>
                                        </p:tav>
                                        <p:tav tm="100000">
                                          <p:val>
                                            <p:strVal val="#ppt_w"/>
                                          </p:val>
                                        </p:tav>
                                      </p:tavLst>
                                    </p:anim>
                                    <p:anim calcmode="lin" valueType="num">
                                      <p:cBhvr>
                                        <p:cTn id="22" dur="500" fill="hold"/>
                                        <p:tgtEl>
                                          <p:spTgt spid="781336"/>
                                        </p:tgtEl>
                                        <p:attrNameLst>
                                          <p:attrName>ppt_h</p:attrName>
                                        </p:attrNameLst>
                                      </p:cBhvr>
                                      <p:tavLst>
                                        <p:tav tm="0">
                                          <p:val>
                                            <p:fltVal val="0"/>
                                          </p:val>
                                        </p:tav>
                                        <p:tav tm="100000">
                                          <p:val>
                                            <p:strVal val="#ppt_h"/>
                                          </p:val>
                                        </p:tav>
                                      </p:tavLst>
                                    </p:anim>
                                    <p:animEffect transition="in" filter="fade">
                                      <p:cBhvr>
                                        <p:cTn id="23" dur="500"/>
                                        <p:tgtEl>
                                          <p:spTgt spid="781336"/>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nodeType="clickEffect">
                                  <p:stCondLst>
                                    <p:cond delay="0"/>
                                  </p:stCondLst>
                                  <p:childTnLst>
                                    <p:set>
                                      <p:cBhvr>
                                        <p:cTn id="27" dur="1" fill="hold">
                                          <p:stCondLst>
                                            <p:cond delay="0"/>
                                          </p:stCondLst>
                                        </p:cTn>
                                        <p:tgtEl>
                                          <p:spTgt spid="4"/>
                                        </p:tgtEl>
                                        <p:attrNameLst>
                                          <p:attrName>style.visibility</p:attrName>
                                        </p:attrNameLst>
                                      </p:cBhvr>
                                      <p:to>
                                        <p:strVal val="visible"/>
                                      </p:to>
                                    </p:set>
                                    <p:anim calcmode="lin" valueType="num">
                                      <p:cBhvr>
                                        <p:cTn id="28" dur="500" fill="hold"/>
                                        <p:tgtEl>
                                          <p:spTgt spid="4"/>
                                        </p:tgtEl>
                                        <p:attrNameLst>
                                          <p:attrName>ppt_w</p:attrName>
                                        </p:attrNameLst>
                                      </p:cBhvr>
                                      <p:tavLst>
                                        <p:tav tm="0">
                                          <p:val>
                                            <p:fltVal val="0"/>
                                          </p:val>
                                        </p:tav>
                                        <p:tav tm="100000">
                                          <p:val>
                                            <p:strVal val="#ppt_w"/>
                                          </p:val>
                                        </p:tav>
                                      </p:tavLst>
                                    </p:anim>
                                    <p:anim calcmode="lin" valueType="num">
                                      <p:cBhvr>
                                        <p:cTn id="29" dur="500" fill="hold"/>
                                        <p:tgtEl>
                                          <p:spTgt spid="4"/>
                                        </p:tgtEl>
                                        <p:attrNameLst>
                                          <p:attrName>ppt_h</p:attrName>
                                        </p:attrNameLst>
                                      </p:cBhvr>
                                      <p:tavLst>
                                        <p:tav tm="0">
                                          <p:val>
                                            <p:fltVal val="0"/>
                                          </p:val>
                                        </p:tav>
                                        <p:tav tm="100000">
                                          <p:val>
                                            <p:strVal val="#ppt_h"/>
                                          </p:val>
                                        </p:tav>
                                      </p:tavLst>
                                    </p:anim>
                                    <p:animEffect transition="in" filter="fade">
                                      <p:cBhvr>
                                        <p:cTn id="3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1318" grpId="0" animBg="1"/>
      <p:bldP spid="781336" grpId="0" animBg="1"/>
    </p:bldLst>
  </p:timing>
</p:sld>
</file>

<file path=ppt/slides/slide5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3970" name="Rectangle 2"/>
          <p:cNvSpPr>
            <a:spLocks noGrp="1"/>
          </p:cNvSpPr>
          <p:nvPr>
            <p:ph type="title"/>
          </p:nvPr>
        </p:nvSpPr>
        <p:spPr>
          <a:xfrm>
            <a:off x="1631950" y="255588"/>
            <a:ext cx="8915400" cy="1143000"/>
          </a:xfrm>
        </p:spPr>
        <p:txBody>
          <a:bodyPr vert="horz" wrap="square" lIns="91440" tIns="45720" rIns="91440" bIns="45720" anchor="ctr" anchorCtr="0"/>
          <a:lstStyle/>
          <a:p>
            <a:r>
              <a:rPr lang="en-US" altLang="zh-CN" kern="1200" dirty="0">
                <a:latin typeface="Arial" panose="020B0604020202090204" pitchFamily="34" charset="0"/>
                <a:ea typeface="黑体" panose="02010609060101010101" pitchFamily="49" charset="-122"/>
                <a:cs typeface="Arial" panose="020B0604020202090204" pitchFamily="34" charset="0"/>
              </a:rPr>
              <a:t>3.3.4 </a:t>
            </a:r>
            <a:r>
              <a:rPr lang="zh-CN" altLang="en-US" kern="1200" dirty="0">
                <a:latin typeface="Arial" panose="020B0604020202090204" pitchFamily="34" charset="0"/>
                <a:ea typeface="黑体" panose="02010609060101010101" pitchFamily="49" charset="-122"/>
                <a:cs typeface="Arial" panose="020B0604020202090204" pitchFamily="34" charset="0"/>
              </a:rPr>
              <a:t>字符串处理函数</a:t>
            </a:r>
            <a:endParaRPr lang="en-US" altLang="zh-CN" kern="1200" dirty="0">
              <a:latin typeface="Arial" panose="020B0604020202090204" pitchFamily="34" charset="0"/>
              <a:ea typeface="黑体" panose="02010609060101010101" pitchFamily="49" charset="-122"/>
              <a:cs typeface="Arial" panose="020B0604020202090204" pitchFamily="34" charset="0"/>
            </a:endParaRPr>
          </a:p>
        </p:txBody>
      </p:sp>
      <p:sp>
        <p:nvSpPr>
          <p:cNvPr id="83971" name="Rectangle 3"/>
          <p:cNvSpPr>
            <a:spLocks noGrp="1"/>
          </p:cNvSpPr>
          <p:nvPr>
            <p:ph idx="1"/>
          </p:nvPr>
        </p:nvSpPr>
        <p:spPr>
          <a:xfrm>
            <a:off x="1611313" y="1557338"/>
            <a:ext cx="9166225" cy="576262"/>
          </a:xfrm>
        </p:spPr>
        <p:txBody>
          <a:bodyPr vert="horz" wrap="square" lIns="91440" tIns="45720" rIns="91440" bIns="45720" anchor="t" anchorCtr="0"/>
          <a:lstStyle/>
          <a:p>
            <a:pPr eaLnBrk="1">
              <a:lnSpc>
                <a:spcPct val="105000"/>
              </a:lnSpc>
              <a:spcAft>
                <a:spcPct val="0"/>
              </a:spcAft>
              <a:buSzPct val="50000"/>
              <a:buFont typeface="Monotype Sorts"/>
              <a:buChar char=""/>
            </a:pPr>
            <a:r>
              <a:rPr lang="en-US" altLang="zh-CN" sz="2400" kern="1200" dirty="0">
                <a:solidFill>
                  <a:srgbClr val="000000"/>
                </a:solidFill>
                <a:latin typeface="Courier New" panose="02070409020205090404" pitchFamily="49" charset="0"/>
                <a:ea typeface="宋体" pitchFamily="2" charset="-122"/>
                <a:cs typeface="+mn-cs"/>
              </a:rPr>
              <a:t>#include &lt;string.h&gt;</a:t>
            </a:r>
            <a:endParaRPr lang="en-US" altLang="zh-CN" sz="2400" kern="1200" dirty="0">
              <a:solidFill>
                <a:srgbClr val="000000"/>
              </a:solidFill>
              <a:latin typeface="Courier New" panose="02070409020205090404" pitchFamily="49" charset="0"/>
              <a:ea typeface="宋体" pitchFamily="2" charset="-122"/>
              <a:cs typeface="+mn-cs"/>
            </a:endParaRPr>
          </a:p>
        </p:txBody>
      </p:sp>
      <p:sp>
        <p:nvSpPr>
          <p:cNvPr id="83972" name="Rectangle 4"/>
          <p:cNvSpPr/>
          <p:nvPr/>
        </p:nvSpPr>
        <p:spPr>
          <a:xfrm>
            <a:off x="1703388" y="2205038"/>
            <a:ext cx="6321425" cy="647700"/>
          </a:xfrm>
          <a:prstGeom prst="rect">
            <a:avLst/>
          </a:prstGeom>
          <a:solidFill>
            <a:schemeClr val="bg2"/>
          </a:solidFill>
          <a:ln w="28575" cap="flat" cmpd="sng">
            <a:solidFill>
              <a:srgbClr val="008000"/>
            </a:solidFill>
            <a:prstDash val="solid"/>
            <a:miter/>
            <a:headEnd type="none" w="med" len="med"/>
            <a:tailEnd type="none" w="med" len="med"/>
          </a:ln>
        </p:spPr>
        <p:txBody>
          <a:bodyPr lIns="92075" tIns="46037" rIns="92075" bIns="46037"/>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850900" lvl="1" indent="-285750" eaLnBrk="1" hangingPunct="1">
              <a:lnSpc>
                <a:spcPct val="125000"/>
              </a:lnSpc>
              <a:spcBef>
                <a:spcPct val="20000"/>
              </a:spcBef>
              <a:spcAft>
                <a:spcPts val="590"/>
              </a:spcAft>
              <a:buClr>
                <a:srgbClr val="FFCC66"/>
              </a:buClr>
              <a:buSzPct val="115000"/>
              <a:buNone/>
            </a:pPr>
            <a:r>
              <a:rPr lang="en-US" altLang="zh-CN" b="1" dirty="0">
                <a:solidFill>
                  <a:srgbClr val="000000"/>
                </a:solidFill>
                <a:latin typeface="Courier New" panose="02070409020205090404" pitchFamily="49" charset="0"/>
                <a:ea typeface="宋体" pitchFamily="2" charset="-122"/>
              </a:rPr>
              <a:t>strlen(</a:t>
            </a:r>
            <a:r>
              <a:rPr lang="zh-CN" altLang="en-US" dirty="0">
                <a:solidFill>
                  <a:srgbClr val="000000"/>
                </a:solidFill>
                <a:latin typeface="Courier New" panose="02070409020205090404" pitchFamily="49" charset="0"/>
              </a:rPr>
              <a:t>字符串</a:t>
            </a:r>
            <a:r>
              <a:rPr lang="en-US" altLang="zh-CN" b="1" dirty="0">
                <a:solidFill>
                  <a:srgbClr val="000000"/>
                </a:solidFill>
                <a:latin typeface="Courier New" panose="02070409020205090404" pitchFamily="49" charset="0"/>
                <a:ea typeface="宋体" pitchFamily="2" charset="-122"/>
              </a:rPr>
              <a:t>);</a:t>
            </a:r>
            <a:endParaRPr lang="zh-CN" altLang="en-US" b="1" dirty="0">
              <a:solidFill>
                <a:srgbClr val="000000"/>
              </a:solidFill>
              <a:latin typeface="Courier New" panose="02070409020205090404" pitchFamily="49" charset="0"/>
              <a:ea typeface="宋体" pitchFamily="2" charset="-122"/>
            </a:endParaRPr>
          </a:p>
        </p:txBody>
      </p:sp>
      <p:sp>
        <p:nvSpPr>
          <p:cNvPr id="83973" name="Text Box 5"/>
          <p:cNvSpPr txBox="1"/>
          <p:nvPr/>
        </p:nvSpPr>
        <p:spPr>
          <a:xfrm>
            <a:off x="8256588" y="2276475"/>
            <a:ext cx="2339975" cy="369888"/>
          </a:xfrm>
          <a:prstGeom prst="rect">
            <a:avLst/>
          </a:prstGeom>
          <a:solidFill>
            <a:schemeClr val="bg2"/>
          </a:solidFill>
          <a:ln w="28575" cap="flat" cmpd="sng">
            <a:solidFill>
              <a:srgbClr val="008000"/>
            </a:solidFill>
            <a:prstDash val="solid"/>
            <a:miter/>
            <a:headEnd type="none" w="med" len="med"/>
            <a:tailEnd type="none" w="med" len="med"/>
          </a:ln>
        </p:spPr>
        <p:txBody>
          <a:bodyPr>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algn="ctr" eaLnBrk="1" hangingPunct="1">
              <a:lnSpc>
                <a:spcPct val="90000"/>
              </a:lnSpc>
              <a:spcBef>
                <a:spcPct val="50000"/>
              </a:spcBef>
              <a:spcAft>
                <a:spcPts val="590"/>
              </a:spcAft>
              <a:buSzPct val="80000"/>
              <a:buNone/>
            </a:pPr>
            <a:r>
              <a:rPr lang="en-US" altLang="zh-CN" sz="2000" b="1" dirty="0">
                <a:solidFill>
                  <a:srgbClr val="000066"/>
                </a:solidFill>
                <a:ea typeface="宋体" pitchFamily="2" charset="-122"/>
              </a:rPr>
              <a:t>string length</a:t>
            </a:r>
            <a:endParaRPr lang="en-US" altLang="zh-CN" sz="2000" b="1" dirty="0">
              <a:solidFill>
                <a:srgbClr val="000066"/>
              </a:solidFill>
              <a:ea typeface="宋体" pitchFamily="2" charset="-122"/>
            </a:endParaRPr>
          </a:p>
        </p:txBody>
      </p:sp>
      <p:sp>
        <p:nvSpPr>
          <p:cNvPr id="83974" name="Rectangle 6"/>
          <p:cNvSpPr/>
          <p:nvPr/>
        </p:nvSpPr>
        <p:spPr>
          <a:xfrm>
            <a:off x="1774825" y="3284538"/>
            <a:ext cx="6396038" cy="2376487"/>
          </a:xfrm>
          <a:prstGeom prst="rect">
            <a:avLst/>
          </a:prstGeom>
          <a:solidFill>
            <a:schemeClr val="bg2"/>
          </a:solidFill>
          <a:ln w="28575" cap="flat" cmpd="sng">
            <a:solidFill>
              <a:srgbClr val="008000"/>
            </a:solidFill>
            <a:prstDash val="solid"/>
            <a:miter/>
            <a:headEnd type="none" w="med" len="med"/>
            <a:tailEnd type="none" w="med" len="med"/>
          </a:ln>
        </p:spPr>
        <p:txBody>
          <a:bodyPr lIns="92075" tIns="46037" rIns="92075" bIns="46037"/>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374650" lvl="0" indent="-374650" eaLnBrk="1" hangingPunct="1">
              <a:lnSpc>
                <a:spcPct val="90000"/>
              </a:lnSpc>
              <a:spcBef>
                <a:spcPct val="20000"/>
              </a:spcBef>
              <a:spcAft>
                <a:spcPts val="590"/>
              </a:spcAft>
              <a:buClr>
                <a:srgbClr val="FFCC66"/>
              </a:buClr>
              <a:buSzPct val="80000"/>
              <a:buNone/>
            </a:pPr>
            <a:r>
              <a:rPr lang="en-US" altLang="zh-CN" sz="2000" b="1" dirty="0">
                <a:latin typeface="Courier New" panose="02070409020205090404" pitchFamily="49" charset="0"/>
                <a:ea typeface="宋体" pitchFamily="2" charset="-122"/>
              </a:rPr>
              <a:t>len =</a:t>
            </a:r>
            <a:r>
              <a:rPr lang="en-US" altLang="zh-CN" sz="2000" b="1" dirty="0">
                <a:solidFill>
                  <a:schemeClr val="accent2"/>
                </a:solidFill>
                <a:latin typeface="Courier New" panose="02070409020205090404" pitchFamily="49" charset="0"/>
                <a:ea typeface="宋体" pitchFamily="2" charset="-122"/>
              </a:rPr>
              <a:t> </a:t>
            </a:r>
            <a:r>
              <a:rPr lang="en-US" altLang="zh-CN" sz="2000" b="1" dirty="0">
                <a:latin typeface="Courier New" panose="02070409020205090404" pitchFamily="49" charset="0"/>
                <a:ea typeface="宋体" pitchFamily="2" charset="-122"/>
              </a:rPr>
              <a:t>strlen(str);</a:t>
            </a:r>
            <a:endParaRPr lang="en-US" altLang="zh-CN" sz="2000" b="1" dirty="0">
              <a:latin typeface="Courier New" panose="02070409020205090404" pitchFamily="49" charset="0"/>
              <a:ea typeface="宋体" pitchFamily="2" charset="-122"/>
            </a:endParaRPr>
          </a:p>
          <a:p>
            <a:pPr marL="374650" lvl="0" indent="-374650" eaLnBrk="1" hangingPunct="1">
              <a:lnSpc>
                <a:spcPct val="90000"/>
              </a:lnSpc>
              <a:spcBef>
                <a:spcPct val="20000"/>
              </a:spcBef>
              <a:spcAft>
                <a:spcPts val="590"/>
              </a:spcAft>
              <a:buClr>
                <a:srgbClr val="FFCC66"/>
              </a:buClr>
              <a:buSzPct val="80000"/>
              <a:buNone/>
            </a:pPr>
            <a:r>
              <a:rPr lang="en-US" altLang="zh-CN" sz="2000" b="1" dirty="0">
                <a:latin typeface="Courier New" panose="02070409020205090404" pitchFamily="49" charset="0"/>
                <a:ea typeface="宋体" pitchFamily="2" charset="-122"/>
              </a:rPr>
              <a:t>for (i=0; i&lt;len; i++)</a:t>
            </a:r>
            <a:endParaRPr lang="en-US" altLang="zh-CN" sz="2000" b="1" dirty="0">
              <a:latin typeface="Courier New" panose="02070409020205090404" pitchFamily="49" charset="0"/>
              <a:ea typeface="宋体" pitchFamily="2" charset="-122"/>
            </a:endParaRPr>
          </a:p>
          <a:p>
            <a:pPr marL="374650" lvl="0" indent="-374650" eaLnBrk="1" hangingPunct="1">
              <a:lnSpc>
                <a:spcPct val="90000"/>
              </a:lnSpc>
              <a:spcBef>
                <a:spcPct val="20000"/>
              </a:spcBef>
              <a:spcAft>
                <a:spcPts val="590"/>
              </a:spcAft>
              <a:buClr>
                <a:srgbClr val="FFCC66"/>
              </a:buClr>
              <a:buSzPct val="80000"/>
              <a:buNone/>
            </a:pPr>
            <a:r>
              <a:rPr lang="en-US" altLang="zh-CN" sz="2000" b="1" dirty="0">
                <a:latin typeface="Courier New" panose="02070409020205090404" pitchFamily="49" charset="0"/>
                <a:ea typeface="宋体" pitchFamily="2" charset="-122"/>
              </a:rPr>
              <a:t>{</a:t>
            </a:r>
            <a:endParaRPr lang="en-US" altLang="zh-CN" sz="2000" b="1" dirty="0">
              <a:latin typeface="Courier New" panose="02070409020205090404" pitchFamily="49" charset="0"/>
              <a:ea typeface="宋体" pitchFamily="2" charset="-122"/>
            </a:endParaRPr>
          </a:p>
          <a:p>
            <a:pPr marL="374650" lvl="0" indent="-374650" eaLnBrk="1" hangingPunct="1">
              <a:lnSpc>
                <a:spcPct val="90000"/>
              </a:lnSpc>
              <a:spcBef>
                <a:spcPct val="20000"/>
              </a:spcBef>
              <a:spcAft>
                <a:spcPts val="590"/>
              </a:spcAft>
              <a:buClr>
                <a:srgbClr val="FFCC66"/>
              </a:buClr>
              <a:buSzPct val="80000"/>
              <a:buNone/>
            </a:pPr>
            <a:r>
              <a:rPr lang="en-US" altLang="zh-CN" sz="2000" b="1" dirty="0">
                <a:latin typeface="Courier New" panose="02070409020205090404" pitchFamily="49" charset="0"/>
                <a:ea typeface="宋体" pitchFamily="2" charset="-122"/>
              </a:rPr>
              <a:t>	  putchar(str[i]);</a:t>
            </a:r>
            <a:endParaRPr lang="en-US" altLang="zh-CN" sz="2000" b="1" dirty="0">
              <a:latin typeface="Courier New" panose="02070409020205090404" pitchFamily="49" charset="0"/>
              <a:ea typeface="宋体" pitchFamily="2" charset="-122"/>
            </a:endParaRPr>
          </a:p>
          <a:p>
            <a:pPr marL="374650" lvl="0" indent="-374650" eaLnBrk="1" hangingPunct="1">
              <a:lnSpc>
                <a:spcPct val="90000"/>
              </a:lnSpc>
              <a:spcBef>
                <a:spcPct val="20000"/>
              </a:spcBef>
              <a:spcAft>
                <a:spcPts val="590"/>
              </a:spcAft>
              <a:buClr>
                <a:srgbClr val="FFCC66"/>
              </a:buClr>
              <a:buSzPct val="80000"/>
              <a:buNone/>
            </a:pPr>
            <a:r>
              <a:rPr lang="en-US" altLang="zh-CN" sz="2000" b="1" dirty="0">
                <a:latin typeface="Courier New" panose="02070409020205090404" pitchFamily="49" charset="0"/>
                <a:ea typeface="宋体" pitchFamily="2" charset="-122"/>
              </a:rPr>
              <a:t>}</a:t>
            </a:r>
            <a:endParaRPr lang="en-US" altLang="zh-CN" sz="2000" b="1" dirty="0">
              <a:latin typeface="Courier New" panose="02070409020205090404" pitchFamily="49" charset="0"/>
              <a:ea typeface="宋体" pitchFamily="2" charset="-122"/>
            </a:endParaRPr>
          </a:p>
          <a:p>
            <a:pPr marL="374650" lvl="0" indent="-374650" eaLnBrk="1" hangingPunct="1">
              <a:lnSpc>
                <a:spcPct val="90000"/>
              </a:lnSpc>
              <a:spcBef>
                <a:spcPct val="20000"/>
              </a:spcBef>
              <a:spcAft>
                <a:spcPts val="590"/>
              </a:spcAft>
              <a:buClr>
                <a:srgbClr val="FFCC66"/>
              </a:buClr>
              <a:buSzPct val="80000"/>
              <a:buNone/>
            </a:pPr>
            <a:r>
              <a:rPr lang="en-US" altLang="zh-CN" sz="2000" b="1" dirty="0">
                <a:latin typeface="Courier New" panose="02070409020205090404" pitchFamily="49" charset="0"/>
                <a:ea typeface="宋体" pitchFamily="2" charset="-122"/>
              </a:rPr>
              <a:t>putchar('\n');</a:t>
            </a:r>
            <a:endParaRPr lang="en-US" altLang="zh-CN" sz="2000" b="1" dirty="0">
              <a:latin typeface="Courier New" panose="02070409020205090404" pitchFamily="49" charset="0"/>
              <a:ea typeface="宋体" pitchFamily="2" charset="-122"/>
            </a:endParaRPr>
          </a:p>
        </p:txBody>
      </p:sp>
      <p:sp>
        <p:nvSpPr>
          <p:cNvPr id="784391" name="Rectangle 7"/>
          <p:cNvSpPr>
            <a:spLocks noChangeArrowheads="1"/>
          </p:cNvSpPr>
          <p:nvPr/>
        </p:nvSpPr>
        <p:spPr bwMode="auto">
          <a:xfrm>
            <a:off x="3287713" y="3716338"/>
            <a:ext cx="1079500" cy="328613"/>
          </a:xfrm>
          <a:prstGeom prst="rect">
            <a:avLst/>
          </a:prstGeom>
          <a:noFill/>
          <a:ln w="38100">
            <a:solidFill>
              <a:srgbClr val="CC0000"/>
            </a:solidFill>
            <a:miter lim="800000"/>
          </a:ln>
        </p:spPr>
        <p:txBody>
          <a:bodyPr wrap="none" anchor="ct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784392" name="Rectangle 8"/>
          <p:cNvSpPr>
            <a:spLocks noChangeArrowheads="1"/>
          </p:cNvSpPr>
          <p:nvPr/>
        </p:nvSpPr>
        <p:spPr bwMode="auto">
          <a:xfrm>
            <a:off x="1774825" y="3284538"/>
            <a:ext cx="3743325" cy="360363"/>
          </a:xfrm>
          <a:prstGeom prst="rect">
            <a:avLst/>
          </a:prstGeom>
          <a:noFill/>
          <a:ln w="38100">
            <a:solidFill>
              <a:srgbClr val="CC0000"/>
            </a:solidFill>
            <a:miter lim="800000"/>
          </a:ln>
        </p:spPr>
        <p:txBody>
          <a:bodyPr wrap="none" anchor="ct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grpSp>
        <p:nvGrpSpPr>
          <p:cNvPr id="2" name="Group 9"/>
          <p:cNvGrpSpPr/>
          <p:nvPr/>
        </p:nvGrpSpPr>
        <p:grpSpPr>
          <a:xfrm>
            <a:off x="4584700" y="3646488"/>
            <a:ext cx="6148388" cy="1684337"/>
            <a:chOff x="2072" y="2523"/>
            <a:chExt cx="3575" cy="1061"/>
          </a:xfrm>
        </p:grpSpPr>
        <p:sp>
          <p:nvSpPr>
            <p:cNvPr id="784394" name="Line 10"/>
            <p:cNvSpPr>
              <a:spLocks noChangeShapeType="1"/>
            </p:cNvSpPr>
            <p:nvPr/>
          </p:nvSpPr>
          <p:spPr bwMode="auto">
            <a:xfrm flipH="1" flipV="1">
              <a:off x="2072" y="2794"/>
              <a:ext cx="808" cy="455"/>
            </a:xfrm>
            <a:prstGeom prst="line">
              <a:avLst/>
            </a:prstGeom>
            <a:noFill/>
            <a:ln w="38100">
              <a:solidFill>
                <a:srgbClr val="00B050"/>
              </a:solidFill>
              <a:miter lim="800000"/>
              <a:tailEnd type="triangle" w="med" len="med"/>
            </a:ln>
            <a:effectLst/>
          </p:spPr>
          <p:txBody>
            <a:bodyPr wrap="none"/>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83979" name="Text Box 11"/>
            <p:cNvSpPr txBox="1"/>
            <p:nvPr/>
          </p:nvSpPr>
          <p:spPr>
            <a:xfrm>
              <a:off x="2880" y="3264"/>
              <a:ext cx="2767" cy="320"/>
            </a:xfrm>
            <a:prstGeom prst="rect">
              <a:avLst/>
            </a:prstGeom>
            <a:solidFill>
              <a:srgbClr val="FFFFCC"/>
            </a:solidFill>
            <a:ln w="38100" cap="flat" cmpd="sng">
              <a:solidFill>
                <a:srgbClr val="00B050"/>
              </a:solidFill>
              <a:prstDash val="solid"/>
              <a:miter/>
              <a:headEnd type="none" w="med" len="med"/>
              <a:tailEnd type="none" w="med" len="med"/>
            </a:ln>
          </p:spPr>
          <p:txBody>
            <a:bodyPr>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algn="ctr" eaLnBrk="1" hangingPunct="1">
                <a:lnSpc>
                  <a:spcPct val="110000"/>
                </a:lnSpc>
                <a:spcBef>
                  <a:spcPct val="0"/>
                </a:spcBef>
                <a:spcAft>
                  <a:spcPts val="600"/>
                </a:spcAft>
                <a:buSzPct val="80000"/>
                <a:buNone/>
              </a:pPr>
              <a:r>
                <a:rPr lang="zh-CN" altLang="en-US" sz="2800" dirty="0">
                  <a:solidFill>
                    <a:srgbClr val="000066"/>
                  </a:solidFill>
                  <a:latin typeface="黑体" panose="02010609060101010101" pitchFamily="49" charset="-122"/>
                </a:rPr>
                <a:t>用长度控制字符串输出</a:t>
              </a:r>
              <a:endParaRPr lang="zh-CN" altLang="en-US" sz="2800" dirty="0">
                <a:solidFill>
                  <a:srgbClr val="000066"/>
                </a:solidFill>
                <a:latin typeface="黑体" panose="02010609060101010101" pitchFamily="49" charset="-122"/>
              </a:endParaRPr>
            </a:p>
          </p:txBody>
        </p:sp>
        <p:sp>
          <p:nvSpPr>
            <p:cNvPr id="784396" name="Line 12"/>
            <p:cNvSpPr>
              <a:spLocks noChangeShapeType="1"/>
            </p:cNvSpPr>
            <p:nvPr/>
          </p:nvSpPr>
          <p:spPr bwMode="auto">
            <a:xfrm flipH="1" flipV="1">
              <a:off x="2608" y="2523"/>
              <a:ext cx="270" cy="726"/>
            </a:xfrm>
            <a:prstGeom prst="line">
              <a:avLst/>
            </a:prstGeom>
            <a:noFill/>
            <a:ln w="38100">
              <a:solidFill>
                <a:srgbClr val="00B050"/>
              </a:solidFill>
              <a:miter lim="800000"/>
              <a:tailEnd type="triangle" w="med" len="med"/>
            </a:ln>
            <a:effectLst/>
          </p:spPr>
          <p:txBody>
            <a:bodyPr wrap="none"/>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784392"/>
                                        </p:tgtEl>
                                        <p:attrNameLst>
                                          <p:attrName>style.visibility</p:attrName>
                                        </p:attrNameLst>
                                      </p:cBhvr>
                                      <p:to>
                                        <p:strVal val="visible"/>
                                      </p:to>
                                    </p:set>
                                    <p:anim calcmode="lin" valueType="num">
                                      <p:cBhvr>
                                        <p:cTn id="7" dur="500" fill="hold"/>
                                        <p:tgtEl>
                                          <p:spTgt spid="784392"/>
                                        </p:tgtEl>
                                        <p:attrNameLst>
                                          <p:attrName>ppt_w</p:attrName>
                                        </p:attrNameLst>
                                      </p:cBhvr>
                                      <p:tavLst>
                                        <p:tav tm="0">
                                          <p:val>
                                            <p:fltVal val="0"/>
                                          </p:val>
                                        </p:tav>
                                        <p:tav tm="100000">
                                          <p:val>
                                            <p:strVal val="#ppt_w"/>
                                          </p:val>
                                        </p:tav>
                                      </p:tavLst>
                                    </p:anim>
                                    <p:anim calcmode="lin" valueType="num">
                                      <p:cBhvr>
                                        <p:cTn id="8" dur="500" fill="hold"/>
                                        <p:tgtEl>
                                          <p:spTgt spid="784392"/>
                                        </p:tgtEl>
                                        <p:attrNameLst>
                                          <p:attrName>ppt_h</p:attrName>
                                        </p:attrNameLst>
                                      </p:cBhvr>
                                      <p:tavLst>
                                        <p:tav tm="0">
                                          <p:val>
                                            <p:fltVal val="0"/>
                                          </p:val>
                                        </p:tav>
                                        <p:tav tm="100000">
                                          <p:val>
                                            <p:strVal val="#ppt_h"/>
                                          </p:val>
                                        </p:tav>
                                      </p:tavLst>
                                    </p:anim>
                                    <p:animEffect transition="in" filter="fade">
                                      <p:cBhvr>
                                        <p:cTn id="9" dur="500"/>
                                        <p:tgtEl>
                                          <p:spTgt spid="784392"/>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784391"/>
                                        </p:tgtEl>
                                        <p:attrNameLst>
                                          <p:attrName>style.visibility</p:attrName>
                                        </p:attrNameLst>
                                      </p:cBhvr>
                                      <p:to>
                                        <p:strVal val="visible"/>
                                      </p:to>
                                    </p:set>
                                    <p:anim calcmode="lin" valueType="num">
                                      <p:cBhvr>
                                        <p:cTn id="14" dur="500" fill="hold"/>
                                        <p:tgtEl>
                                          <p:spTgt spid="784391"/>
                                        </p:tgtEl>
                                        <p:attrNameLst>
                                          <p:attrName>ppt_w</p:attrName>
                                        </p:attrNameLst>
                                      </p:cBhvr>
                                      <p:tavLst>
                                        <p:tav tm="0">
                                          <p:val>
                                            <p:fltVal val="0"/>
                                          </p:val>
                                        </p:tav>
                                        <p:tav tm="100000">
                                          <p:val>
                                            <p:strVal val="#ppt_w"/>
                                          </p:val>
                                        </p:tav>
                                      </p:tavLst>
                                    </p:anim>
                                    <p:anim calcmode="lin" valueType="num">
                                      <p:cBhvr>
                                        <p:cTn id="15" dur="500" fill="hold"/>
                                        <p:tgtEl>
                                          <p:spTgt spid="784391"/>
                                        </p:tgtEl>
                                        <p:attrNameLst>
                                          <p:attrName>ppt_h</p:attrName>
                                        </p:attrNameLst>
                                      </p:cBhvr>
                                      <p:tavLst>
                                        <p:tav tm="0">
                                          <p:val>
                                            <p:fltVal val="0"/>
                                          </p:val>
                                        </p:tav>
                                        <p:tav tm="100000">
                                          <p:val>
                                            <p:strVal val="#ppt_h"/>
                                          </p:val>
                                        </p:tav>
                                      </p:tavLst>
                                    </p:anim>
                                    <p:animEffect transition="in" filter="fade">
                                      <p:cBhvr>
                                        <p:cTn id="16" dur="500"/>
                                        <p:tgtEl>
                                          <p:spTgt spid="784391"/>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nodeType="clickEffect">
                                  <p:stCondLst>
                                    <p:cond delay="0"/>
                                  </p:stCondLst>
                                  <p:childTnLst>
                                    <p:set>
                                      <p:cBhvr>
                                        <p:cTn id="20" dur="1" fill="hold">
                                          <p:stCondLst>
                                            <p:cond delay="0"/>
                                          </p:stCondLst>
                                        </p:cTn>
                                        <p:tgtEl>
                                          <p:spTgt spid="2"/>
                                        </p:tgtEl>
                                        <p:attrNameLst>
                                          <p:attrName>style.visibility</p:attrName>
                                        </p:attrNameLst>
                                      </p:cBhvr>
                                      <p:to>
                                        <p:strVal val="visible"/>
                                      </p:to>
                                    </p:set>
                                    <p:anim calcmode="lin" valueType="num">
                                      <p:cBhvr>
                                        <p:cTn id="21" dur="500" fill="hold"/>
                                        <p:tgtEl>
                                          <p:spTgt spid="2"/>
                                        </p:tgtEl>
                                        <p:attrNameLst>
                                          <p:attrName>ppt_w</p:attrName>
                                        </p:attrNameLst>
                                      </p:cBhvr>
                                      <p:tavLst>
                                        <p:tav tm="0">
                                          <p:val>
                                            <p:fltVal val="0"/>
                                          </p:val>
                                        </p:tav>
                                        <p:tav tm="100000">
                                          <p:val>
                                            <p:strVal val="#ppt_w"/>
                                          </p:val>
                                        </p:tav>
                                      </p:tavLst>
                                    </p:anim>
                                    <p:anim calcmode="lin" valueType="num">
                                      <p:cBhvr>
                                        <p:cTn id="22" dur="500" fill="hold"/>
                                        <p:tgtEl>
                                          <p:spTgt spid="2"/>
                                        </p:tgtEl>
                                        <p:attrNameLst>
                                          <p:attrName>ppt_h</p:attrName>
                                        </p:attrNameLst>
                                      </p:cBhvr>
                                      <p:tavLst>
                                        <p:tav tm="0">
                                          <p:val>
                                            <p:fltVal val="0"/>
                                          </p:val>
                                        </p:tav>
                                        <p:tav tm="100000">
                                          <p:val>
                                            <p:strVal val="#ppt_h"/>
                                          </p:val>
                                        </p:tav>
                                      </p:tavLst>
                                    </p:anim>
                                    <p:animEffect transition="in" filter="fade">
                                      <p:cBhvr>
                                        <p:cTn id="23"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4391" grpId="0" animBg="1"/>
      <p:bldP spid="784392" grpId="0" animBg="1"/>
    </p:bldLst>
  </p:timing>
</p:sld>
</file>

<file path=ppt/slides/slide5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4994" name="Rectangle 2"/>
          <p:cNvSpPr>
            <a:spLocks noGrp="1"/>
          </p:cNvSpPr>
          <p:nvPr>
            <p:ph type="title"/>
          </p:nvPr>
        </p:nvSpPr>
        <p:spPr>
          <a:xfrm>
            <a:off x="1631950" y="255588"/>
            <a:ext cx="8915400" cy="1143000"/>
          </a:xfrm>
        </p:spPr>
        <p:txBody>
          <a:bodyPr vert="horz" wrap="square" lIns="91440" tIns="45720" rIns="91440" bIns="45720" anchor="ctr" anchorCtr="0"/>
          <a:lstStyle/>
          <a:p>
            <a:r>
              <a:rPr lang="en-US" altLang="zh-CN" kern="1200" dirty="0">
                <a:latin typeface="Arial" panose="020B0604020202090204" pitchFamily="34" charset="0"/>
                <a:ea typeface="黑体" panose="02010609060101010101" pitchFamily="49" charset="-122"/>
                <a:cs typeface="Arial" panose="020B0604020202090204" pitchFamily="34" charset="0"/>
              </a:rPr>
              <a:t>3.3.4 </a:t>
            </a:r>
            <a:r>
              <a:rPr lang="zh-CN" altLang="en-US" kern="1200" dirty="0">
                <a:latin typeface="Arial" panose="020B0604020202090204" pitchFamily="34" charset="0"/>
                <a:ea typeface="黑体" panose="02010609060101010101" pitchFamily="49" charset="-122"/>
                <a:cs typeface="Arial" panose="020B0604020202090204" pitchFamily="34" charset="0"/>
              </a:rPr>
              <a:t>字符串处理函数</a:t>
            </a:r>
            <a:endParaRPr lang="zh-CN" altLang="en-US" kern="1200" dirty="0">
              <a:latin typeface="Arial" panose="020B0604020202090204" pitchFamily="34" charset="0"/>
              <a:ea typeface="黑体" panose="02010609060101010101" pitchFamily="49" charset="-122"/>
              <a:cs typeface="Arial" panose="020B0604020202090204" pitchFamily="34" charset="0"/>
            </a:endParaRPr>
          </a:p>
        </p:txBody>
      </p:sp>
      <p:sp>
        <p:nvSpPr>
          <p:cNvPr id="84995" name="Rectangle 3"/>
          <p:cNvSpPr>
            <a:spLocks noGrp="1"/>
          </p:cNvSpPr>
          <p:nvPr>
            <p:ph idx="1"/>
          </p:nvPr>
        </p:nvSpPr>
        <p:spPr>
          <a:xfrm>
            <a:off x="1416050" y="1557338"/>
            <a:ext cx="9288463" cy="2484437"/>
          </a:xfrm>
          <a:solidFill>
            <a:schemeClr val="bg2">
              <a:alpha val="100000"/>
            </a:schemeClr>
          </a:solidFill>
          <a:ln w="28575">
            <a:solidFill>
              <a:srgbClr val="008000">
                <a:alpha val="100000"/>
              </a:srgbClr>
            </a:solidFill>
            <a:miter lim="800000"/>
          </a:ln>
        </p:spPr>
        <p:txBody>
          <a:bodyPr vert="horz" wrap="square" lIns="91440" tIns="45720" rIns="91440" bIns="45720" anchor="t" anchorCtr="0"/>
          <a:lstStyle/>
          <a:p>
            <a:pPr eaLnBrk="1">
              <a:lnSpc>
                <a:spcPct val="85000"/>
              </a:lnSpc>
              <a:spcBef>
                <a:spcPct val="0"/>
              </a:spcBef>
              <a:spcAft>
                <a:spcPct val="0"/>
              </a:spcAft>
              <a:buSzPct val="50000"/>
              <a:buFont typeface="Monotype Sorts"/>
              <a:buNone/>
            </a:pPr>
            <a:r>
              <a:rPr lang="fr-FR" altLang="zh-CN" sz="1800" kern="1200" dirty="0">
                <a:latin typeface="Courier New" panose="02070409020205090404" pitchFamily="49" charset="0"/>
                <a:ea typeface="宋体" pitchFamily="2" charset="-122"/>
                <a:cs typeface="+mn-cs"/>
              </a:rPr>
              <a:t>unsigned int  MyStrlen(char str[])</a:t>
            </a:r>
            <a:endParaRPr lang="fr-FR" altLang="zh-CN" sz="1800" kern="1200" dirty="0">
              <a:latin typeface="Courier New" panose="02070409020205090404" pitchFamily="49" charset="0"/>
              <a:ea typeface="宋体" pitchFamily="2" charset="-122"/>
              <a:cs typeface="+mn-cs"/>
            </a:endParaRPr>
          </a:p>
          <a:p>
            <a:pPr eaLnBrk="1">
              <a:lnSpc>
                <a:spcPct val="85000"/>
              </a:lnSpc>
              <a:spcBef>
                <a:spcPct val="0"/>
              </a:spcBef>
              <a:spcAft>
                <a:spcPct val="0"/>
              </a:spcAft>
              <a:buSzPct val="50000"/>
              <a:buFont typeface="Monotype Sorts"/>
              <a:buNone/>
            </a:pPr>
            <a:r>
              <a:rPr lang="fr-FR" altLang="zh-CN" sz="1800" kern="1200" dirty="0">
                <a:latin typeface="Courier New" panose="02070409020205090404" pitchFamily="49" charset="0"/>
                <a:ea typeface="宋体" pitchFamily="2" charset="-122"/>
                <a:cs typeface="+mn-cs"/>
              </a:rPr>
              <a:t>{ </a:t>
            </a:r>
            <a:endParaRPr lang="fr-FR" altLang="zh-CN" sz="1800" kern="1200" dirty="0">
              <a:latin typeface="Courier New" panose="02070409020205090404" pitchFamily="49" charset="0"/>
              <a:ea typeface="宋体" pitchFamily="2" charset="-122"/>
              <a:cs typeface="+mn-cs"/>
            </a:endParaRPr>
          </a:p>
          <a:p>
            <a:pPr eaLnBrk="1">
              <a:lnSpc>
                <a:spcPct val="85000"/>
              </a:lnSpc>
              <a:spcBef>
                <a:spcPct val="0"/>
              </a:spcBef>
              <a:spcAft>
                <a:spcPct val="0"/>
              </a:spcAft>
              <a:buSzPct val="50000"/>
              <a:buFont typeface="Monotype Sorts"/>
              <a:buNone/>
            </a:pPr>
            <a:r>
              <a:rPr lang="fr-FR" altLang="zh-CN" sz="1800" kern="1200" dirty="0">
                <a:latin typeface="Courier New" panose="02070409020205090404" pitchFamily="49" charset="0"/>
                <a:ea typeface="宋体" pitchFamily="2" charset="-122"/>
                <a:cs typeface="+mn-cs"/>
              </a:rPr>
              <a:t>	int  i;</a:t>
            </a:r>
            <a:endParaRPr lang="fr-FR" altLang="zh-CN" sz="1800" kern="1200" dirty="0">
              <a:latin typeface="Courier New" panose="02070409020205090404" pitchFamily="49" charset="0"/>
              <a:ea typeface="宋体" pitchFamily="2" charset="-122"/>
              <a:cs typeface="+mn-cs"/>
            </a:endParaRPr>
          </a:p>
          <a:p>
            <a:pPr eaLnBrk="1">
              <a:lnSpc>
                <a:spcPct val="85000"/>
              </a:lnSpc>
              <a:spcBef>
                <a:spcPct val="0"/>
              </a:spcBef>
              <a:spcAft>
                <a:spcPct val="0"/>
              </a:spcAft>
              <a:buSzPct val="50000"/>
              <a:buFont typeface="Monotype Sorts"/>
              <a:buNone/>
            </a:pPr>
            <a:r>
              <a:rPr lang="fr-FR" altLang="zh-CN" sz="1800" kern="1200" dirty="0">
                <a:latin typeface="Courier New" panose="02070409020205090404" pitchFamily="49" charset="0"/>
                <a:ea typeface="宋体" pitchFamily="2" charset="-122"/>
                <a:cs typeface="+mn-cs"/>
              </a:rPr>
              <a:t>	unsigned int </a:t>
            </a:r>
            <a:r>
              <a:rPr lang="fr-FR" altLang="zh-CN" sz="1800" kern="1200" dirty="0">
                <a:solidFill>
                  <a:srgbClr val="CC0000"/>
                </a:solidFill>
                <a:latin typeface="Courier New" panose="02070409020205090404" pitchFamily="49" charset="0"/>
                <a:ea typeface="宋体" pitchFamily="2" charset="-122"/>
                <a:cs typeface="+mn-cs"/>
              </a:rPr>
              <a:t>len = 0;</a:t>
            </a:r>
            <a:r>
              <a:rPr lang="fr-FR" altLang="zh-CN" sz="1800" kern="1200" dirty="0">
                <a:latin typeface="Courier New" panose="02070409020205090404" pitchFamily="49" charset="0"/>
                <a:ea typeface="宋体" pitchFamily="2" charset="-122"/>
                <a:cs typeface="+mn-cs"/>
              </a:rPr>
              <a:t>                 </a:t>
            </a:r>
            <a:endParaRPr lang="fr-FR" altLang="zh-CN" sz="1800" kern="1200" dirty="0">
              <a:latin typeface="Courier New" panose="02070409020205090404" pitchFamily="49" charset="0"/>
              <a:ea typeface="宋体" pitchFamily="2" charset="-122"/>
              <a:cs typeface="+mn-cs"/>
            </a:endParaRPr>
          </a:p>
          <a:p>
            <a:pPr eaLnBrk="1">
              <a:lnSpc>
                <a:spcPct val="85000"/>
              </a:lnSpc>
              <a:spcBef>
                <a:spcPct val="0"/>
              </a:spcBef>
              <a:spcAft>
                <a:spcPct val="0"/>
              </a:spcAft>
              <a:buSzPct val="50000"/>
              <a:buFont typeface="Monotype Sorts"/>
              <a:buNone/>
            </a:pPr>
            <a:r>
              <a:rPr lang="fr-FR" altLang="zh-CN" sz="1800" kern="1200" dirty="0">
                <a:latin typeface="Courier New" panose="02070409020205090404" pitchFamily="49" charset="0"/>
                <a:ea typeface="宋体" pitchFamily="2" charset="-122"/>
                <a:cs typeface="+mn-cs"/>
              </a:rPr>
              <a:t>	for (i=0; </a:t>
            </a:r>
            <a:r>
              <a:rPr lang="fr-FR" altLang="zh-CN" sz="1800" kern="1200" dirty="0">
                <a:solidFill>
                  <a:srgbClr val="CC0000"/>
                </a:solidFill>
                <a:latin typeface="Courier New" panose="02070409020205090404" pitchFamily="49" charset="0"/>
                <a:ea typeface="宋体" pitchFamily="2" charset="-122"/>
                <a:cs typeface="+mn-cs"/>
              </a:rPr>
              <a:t>str[i]!='\0';</a:t>
            </a:r>
            <a:r>
              <a:rPr lang="fr-FR" altLang="zh-CN" sz="1800" kern="1200" dirty="0">
                <a:latin typeface="Courier New" panose="02070409020205090404" pitchFamily="49" charset="0"/>
                <a:ea typeface="宋体" pitchFamily="2" charset="-122"/>
                <a:cs typeface="+mn-cs"/>
              </a:rPr>
              <a:t> i++)  </a:t>
            </a:r>
            <a:endParaRPr lang="fr-FR" altLang="zh-CN" sz="1800" kern="1200" dirty="0">
              <a:latin typeface="Courier New" panose="02070409020205090404" pitchFamily="49" charset="0"/>
              <a:ea typeface="宋体" pitchFamily="2" charset="-122"/>
              <a:cs typeface="+mn-cs"/>
            </a:endParaRPr>
          </a:p>
          <a:p>
            <a:pPr eaLnBrk="1">
              <a:lnSpc>
                <a:spcPct val="85000"/>
              </a:lnSpc>
              <a:spcBef>
                <a:spcPct val="0"/>
              </a:spcBef>
              <a:spcAft>
                <a:spcPct val="0"/>
              </a:spcAft>
              <a:buSzPct val="50000"/>
              <a:buFont typeface="Monotype Sorts"/>
              <a:buNone/>
            </a:pPr>
            <a:r>
              <a:rPr lang="fr-FR" altLang="zh-CN" sz="1800" kern="1200" dirty="0">
                <a:latin typeface="Courier New" panose="02070409020205090404" pitchFamily="49" charset="0"/>
                <a:ea typeface="宋体" pitchFamily="2" charset="-122"/>
                <a:cs typeface="+mn-cs"/>
              </a:rPr>
              <a:t>	{</a:t>
            </a:r>
            <a:endParaRPr lang="fr-FR" altLang="zh-CN" sz="1800" kern="1200" dirty="0">
              <a:latin typeface="Courier New" panose="02070409020205090404" pitchFamily="49" charset="0"/>
              <a:ea typeface="宋体" pitchFamily="2" charset="-122"/>
              <a:cs typeface="+mn-cs"/>
            </a:endParaRPr>
          </a:p>
          <a:p>
            <a:pPr eaLnBrk="1">
              <a:lnSpc>
                <a:spcPct val="85000"/>
              </a:lnSpc>
              <a:spcBef>
                <a:spcPct val="0"/>
              </a:spcBef>
              <a:spcAft>
                <a:spcPct val="0"/>
              </a:spcAft>
              <a:buSzPct val="50000"/>
              <a:buFont typeface="Monotype Sorts"/>
              <a:buNone/>
            </a:pPr>
            <a:r>
              <a:rPr lang="fr-FR" altLang="zh-CN" sz="1800" kern="1200" dirty="0">
                <a:latin typeface="Courier New" panose="02070409020205090404" pitchFamily="49" charset="0"/>
                <a:ea typeface="宋体" pitchFamily="2" charset="-122"/>
                <a:cs typeface="+mn-cs"/>
              </a:rPr>
              <a:t>		</a:t>
            </a:r>
            <a:r>
              <a:rPr lang="fr-FR" altLang="zh-CN" sz="1800" kern="1200" dirty="0">
                <a:solidFill>
                  <a:srgbClr val="CC0000"/>
                </a:solidFill>
                <a:latin typeface="Courier New" panose="02070409020205090404" pitchFamily="49" charset="0"/>
                <a:ea typeface="宋体" pitchFamily="2" charset="-122"/>
                <a:cs typeface="+mn-cs"/>
              </a:rPr>
              <a:t>len++;</a:t>
            </a:r>
            <a:r>
              <a:rPr lang="fr-FR" altLang="zh-CN" sz="1800" kern="1200" dirty="0">
                <a:latin typeface="Courier New" panose="02070409020205090404" pitchFamily="49" charset="0"/>
                <a:ea typeface="宋体" pitchFamily="2" charset="-122"/>
                <a:cs typeface="+mn-cs"/>
              </a:rPr>
              <a:t> </a:t>
            </a:r>
            <a:endParaRPr lang="fr-FR" altLang="zh-CN" sz="1800" kern="1200" dirty="0">
              <a:latin typeface="Courier New" panose="02070409020205090404" pitchFamily="49" charset="0"/>
              <a:ea typeface="宋体" pitchFamily="2" charset="-122"/>
              <a:cs typeface="+mn-cs"/>
            </a:endParaRPr>
          </a:p>
          <a:p>
            <a:pPr eaLnBrk="1">
              <a:lnSpc>
                <a:spcPct val="85000"/>
              </a:lnSpc>
              <a:spcBef>
                <a:spcPct val="0"/>
              </a:spcBef>
              <a:spcAft>
                <a:spcPct val="0"/>
              </a:spcAft>
              <a:buSzPct val="50000"/>
              <a:buFont typeface="Monotype Sorts"/>
              <a:buNone/>
            </a:pPr>
            <a:r>
              <a:rPr lang="fr-FR" altLang="zh-CN" sz="1800" kern="1200" dirty="0">
                <a:latin typeface="Courier New" panose="02070409020205090404" pitchFamily="49" charset="0"/>
                <a:ea typeface="宋体" pitchFamily="2" charset="-122"/>
                <a:cs typeface="+mn-cs"/>
              </a:rPr>
              <a:t>	}</a:t>
            </a:r>
            <a:endParaRPr lang="fr-FR" altLang="zh-CN" sz="1800" kern="1200" dirty="0">
              <a:latin typeface="Courier New" panose="02070409020205090404" pitchFamily="49" charset="0"/>
              <a:ea typeface="宋体" pitchFamily="2" charset="-122"/>
              <a:cs typeface="+mn-cs"/>
            </a:endParaRPr>
          </a:p>
          <a:p>
            <a:pPr eaLnBrk="1">
              <a:lnSpc>
                <a:spcPct val="85000"/>
              </a:lnSpc>
              <a:spcBef>
                <a:spcPct val="0"/>
              </a:spcBef>
              <a:spcAft>
                <a:spcPct val="0"/>
              </a:spcAft>
              <a:buSzPct val="50000"/>
              <a:buFont typeface="Monotype Sorts"/>
              <a:buNone/>
            </a:pPr>
            <a:r>
              <a:rPr lang="fr-FR" altLang="zh-CN" sz="1800" kern="1200" dirty="0">
                <a:latin typeface="Courier New" panose="02070409020205090404" pitchFamily="49" charset="0"/>
                <a:ea typeface="宋体" pitchFamily="2" charset="-122"/>
                <a:cs typeface="+mn-cs"/>
              </a:rPr>
              <a:t>	</a:t>
            </a:r>
            <a:r>
              <a:rPr lang="fr-FR" altLang="zh-CN" sz="1800" kern="1200" dirty="0">
                <a:solidFill>
                  <a:srgbClr val="CC0000"/>
                </a:solidFill>
                <a:latin typeface="Courier New" panose="02070409020205090404" pitchFamily="49" charset="0"/>
                <a:ea typeface="宋体" pitchFamily="2" charset="-122"/>
                <a:cs typeface="+mn-cs"/>
              </a:rPr>
              <a:t>return len;</a:t>
            </a:r>
            <a:endParaRPr lang="fr-FR" altLang="zh-CN" sz="1800" kern="1200" dirty="0">
              <a:solidFill>
                <a:srgbClr val="CC0000"/>
              </a:solidFill>
              <a:latin typeface="Courier New" panose="02070409020205090404" pitchFamily="49" charset="0"/>
              <a:ea typeface="宋体" pitchFamily="2" charset="-122"/>
              <a:cs typeface="+mn-cs"/>
            </a:endParaRPr>
          </a:p>
          <a:p>
            <a:pPr eaLnBrk="1">
              <a:lnSpc>
                <a:spcPct val="85000"/>
              </a:lnSpc>
              <a:spcBef>
                <a:spcPct val="0"/>
              </a:spcBef>
              <a:spcAft>
                <a:spcPct val="0"/>
              </a:spcAft>
              <a:buSzPct val="50000"/>
              <a:buFont typeface="Monotype Sorts"/>
              <a:buNone/>
            </a:pPr>
            <a:r>
              <a:rPr lang="fr-FR" altLang="zh-CN" sz="1800" kern="1200" dirty="0">
                <a:latin typeface="Courier New" panose="02070409020205090404" pitchFamily="49" charset="0"/>
                <a:ea typeface="宋体" pitchFamily="2" charset="-122"/>
                <a:cs typeface="+mn-cs"/>
              </a:rPr>
              <a:t>} </a:t>
            </a:r>
            <a:endParaRPr lang="fr-FR" altLang="zh-CN" sz="1800" kern="1200" dirty="0">
              <a:latin typeface="Courier New" panose="02070409020205090404" pitchFamily="49" charset="0"/>
              <a:ea typeface="宋体" pitchFamily="2" charset="-122"/>
              <a:cs typeface="+mn-cs"/>
            </a:endParaRPr>
          </a:p>
          <a:p>
            <a:pPr eaLnBrk="1">
              <a:lnSpc>
                <a:spcPct val="75000"/>
              </a:lnSpc>
              <a:spcAft>
                <a:spcPct val="0"/>
              </a:spcAft>
              <a:buSzPct val="50000"/>
              <a:buFont typeface="Monotype Sorts"/>
              <a:buNone/>
            </a:pPr>
            <a:endParaRPr lang="zh-CN" altLang="en-US" sz="1800" kern="1200" dirty="0">
              <a:latin typeface="Courier New" panose="02070409020205090404" pitchFamily="49" charset="0"/>
              <a:ea typeface="宋体" pitchFamily="2" charset="-122"/>
              <a:cs typeface="+mn-cs"/>
            </a:endParaRPr>
          </a:p>
        </p:txBody>
      </p:sp>
      <p:sp>
        <p:nvSpPr>
          <p:cNvPr id="812036" name="Rectangle 4"/>
          <p:cNvSpPr>
            <a:spLocks noChangeArrowheads="1"/>
          </p:cNvSpPr>
          <p:nvPr/>
        </p:nvSpPr>
        <p:spPr bwMode="auto">
          <a:xfrm>
            <a:off x="1425575" y="4211638"/>
            <a:ext cx="9278938" cy="2208213"/>
          </a:xfrm>
          <a:prstGeom prst="rect">
            <a:avLst/>
          </a:prstGeom>
          <a:solidFill>
            <a:schemeClr val="bg2"/>
          </a:solidFill>
          <a:ln w="28575">
            <a:solidFill>
              <a:srgbClr val="008000"/>
            </a:solidFill>
            <a:miter lim="800000"/>
          </a:ln>
        </p:spPr>
        <p:txBody>
          <a:bodyPr lIns="92075" tIns="46037" rIns="92075" bIns="46037"/>
          <a:lstStyle/>
          <a:p>
            <a:pPr marL="374650" marR="0" lvl="0" indent="-374650" algn="l" defTabSz="914400" rtl="0" eaLnBrk="1" fontAlgn="base" latinLnBrk="0" hangingPunct="1">
              <a:lnSpc>
                <a:spcPct val="85000"/>
              </a:lnSpc>
              <a:spcBef>
                <a:spcPct val="0"/>
              </a:spcBef>
              <a:spcAft>
                <a:spcPct val="0"/>
              </a:spcAft>
              <a:buClr>
                <a:srgbClr val="FFCC66"/>
              </a:buClr>
              <a:buSzPct val="80000"/>
              <a:buFontTx/>
              <a:buNone/>
              <a:defRPr/>
            </a:pPr>
            <a:r>
              <a:rPr kumimoji="0" lang="fr-FR" altLang="zh-CN" sz="1800" b="1" i="0" u="none" strike="noStrike" kern="1200" cap="none" spc="0" normalizeH="0" baseline="0" noProof="0" dirty="0">
                <a:ln>
                  <a:noFill/>
                </a:ln>
                <a:solidFill>
                  <a:schemeClr val="tx1"/>
                </a:solidFill>
                <a:effectLst/>
                <a:uLnTx/>
                <a:uFillTx/>
                <a:latin typeface="Courier New" panose="02070409020205090404" pitchFamily="49" charset="0"/>
                <a:ea typeface="宋体" pitchFamily="2" charset="-122"/>
                <a:cs typeface="+mn-cs"/>
              </a:rPr>
              <a:t>unsigned int  MyStrlen(char *pStr)</a:t>
            </a:r>
            <a:endParaRPr kumimoji="0" lang="fr-FR" altLang="zh-CN" sz="1800" b="1" i="0" u="none" strike="noStrike" kern="1200" cap="none" spc="0" normalizeH="0" baseline="0" noProof="0" dirty="0">
              <a:ln>
                <a:noFill/>
              </a:ln>
              <a:solidFill>
                <a:schemeClr val="tx1"/>
              </a:solidFill>
              <a:effectLst/>
              <a:uLnTx/>
              <a:uFillTx/>
              <a:latin typeface="Courier New" panose="02070409020205090404" pitchFamily="49" charset="0"/>
              <a:ea typeface="宋体" pitchFamily="2" charset="-122"/>
              <a:cs typeface="+mn-cs"/>
            </a:endParaRPr>
          </a:p>
          <a:p>
            <a:pPr marL="374650" marR="0" lvl="0" indent="-374650" algn="l" defTabSz="914400" rtl="0" eaLnBrk="1" fontAlgn="base" latinLnBrk="0" hangingPunct="1">
              <a:lnSpc>
                <a:spcPct val="85000"/>
              </a:lnSpc>
              <a:spcBef>
                <a:spcPct val="0"/>
              </a:spcBef>
              <a:spcAft>
                <a:spcPct val="0"/>
              </a:spcAft>
              <a:buClr>
                <a:srgbClr val="FFCC66"/>
              </a:buClr>
              <a:buSzPct val="80000"/>
              <a:buFontTx/>
              <a:buNone/>
              <a:defRPr/>
            </a:pPr>
            <a:r>
              <a:rPr kumimoji="0" lang="fr-FR" altLang="zh-CN" sz="1800" b="1" i="0" u="none" strike="noStrike" kern="1200" cap="none" spc="0" normalizeH="0" baseline="0" noProof="0" dirty="0">
                <a:ln>
                  <a:noFill/>
                </a:ln>
                <a:solidFill>
                  <a:schemeClr val="tx1"/>
                </a:solidFill>
                <a:effectLst/>
                <a:uLnTx/>
                <a:uFillTx/>
                <a:latin typeface="Courier New" panose="02070409020205090404" pitchFamily="49" charset="0"/>
                <a:ea typeface="宋体" pitchFamily="2" charset="-122"/>
                <a:cs typeface="+mn-cs"/>
              </a:rPr>
              <a:t>{ </a:t>
            </a:r>
            <a:endParaRPr kumimoji="0" lang="fr-FR" altLang="zh-CN" sz="1800" b="1" i="0" u="none" strike="noStrike" kern="1200" cap="none" spc="0" normalizeH="0" baseline="0" noProof="0" dirty="0">
              <a:ln>
                <a:noFill/>
              </a:ln>
              <a:solidFill>
                <a:schemeClr val="tx1"/>
              </a:solidFill>
              <a:effectLst/>
              <a:uLnTx/>
              <a:uFillTx/>
              <a:latin typeface="Courier New" panose="02070409020205090404" pitchFamily="49" charset="0"/>
              <a:ea typeface="宋体" pitchFamily="2" charset="-122"/>
              <a:cs typeface="+mn-cs"/>
            </a:endParaRPr>
          </a:p>
          <a:p>
            <a:pPr marL="374650" marR="0" lvl="0" indent="-374650" algn="l" defTabSz="914400" rtl="0" eaLnBrk="1" fontAlgn="base" latinLnBrk="0" hangingPunct="1">
              <a:lnSpc>
                <a:spcPct val="85000"/>
              </a:lnSpc>
              <a:spcBef>
                <a:spcPct val="0"/>
              </a:spcBef>
              <a:spcAft>
                <a:spcPct val="0"/>
              </a:spcAft>
              <a:buClr>
                <a:srgbClr val="FFCC66"/>
              </a:buClr>
              <a:buSzPct val="80000"/>
              <a:buFontTx/>
              <a:buNone/>
              <a:defRPr/>
            </a:pPr>
            <a:r>
              <a:rPr kumimoji="0" lang="fr-FR" altLang="zh-CN" sz="1800" b="1" i="0" u="none" strike="noStrike" kern="1200" cap="none" spc="0" normalizeH="0" baseline="0" noProof="0" dirty="0">
                <a:ln>
                  <a:noFill/>
                </a:ln>
                <a:solidFill>
                  <a:schemeClr val="tx1"/>
                </a:solidFill>
                <a:effectLst/>
                <a:uLnTx/>
                <a:uFillTx/>
                <a:latin typeface="Courier New" panose="02070409020205090404" pitchFamily="49" charset="0"/>
                <a:ea typeface="宋体" pitchFamily="2" charset="-122"/>
                <a:cs typeface="+mn-cs"/>
              </a:rPr>
              <a:t>	unsigned int  </a:t>
            </a:r>
            <a:r>
              <a:rPr kumimoji="0" lang="fr-FR" altLang="zh-CN" sz="1800" b="1" i="0" u="none" strike="noStrike" kern="1200" cap="none" spc="0" normalizeH="0" baseline="0" noProof="0" dirty="0">
                <a:ln>
                  <a:noFill/>
                </a:ln>
                <a:solidFill>
                  <a:srgbClr val="CC0000"/>
                </a:solidFill>
                <a:effectLst/>
                <a:uLnTx/>
                <a:uFillTx/>
                <a:latin typeface="Courier New" panose="02070409020205090404" pitchFamily="49" charset="0"/>
                <a:ea typeface="宋体" pitchFamily="2" charset="-122"/>
                <a:cs typeface="+mn-cs"/>
              </a:rPr>
              <a:t>len = 0;</a:t>
            </a:r>
            <a:r>
              <a:rPr kumimoji="0" lang="fr-FR" altLang="zh-CN" sz="1800" b="1" i="0" u="none" strike="noStrike" kern="1200" cap="none" spc="0" normalizeH="0" baseline="0" noProof="0" dirty="0">
                <a:ln>
                  <a:noFill/>
                </a:ln>
                <a:solidFill>
                  <a:schemeClr val="tx1"/>
                </a:solidFill>
                <a:effectLst/>
                <a:uLnTx/>
                <a:uFillTx/>
                <a:latin typeface="Courier New" panose="02070409020205090404" pitchFamily="49" charset="0"/>
                <a:ea typeface="宋体" pitchFamily="2" charset="-122"/>
                <a:cs typeface="+mn-cs"/>
              </a:rPr>
              <a:t> </a:t>
            </a:r>
            <a:endParaRPr kumimoji="0" lang="fr-FR" altLang="zh-CN" sz="1800" b="1" i="0" u="none" strike="noStrike" kern="1200" cap="none" spc="0" normalizeH="0" baseline="0" noProof="0" dirty="0">
              <a:ln>
                <a:noFill/>
              </a:ln>
              <a:solidFill>
                <a:schemeClr val="tx1"/>
              </a:solidFill>
              <a:effectLst/>
              <a:uLnTx/>
              <a:uFillTx/>
              <a:latin typeface="Courier New" panose="02070409020205090404" pitchFamily="49" charset="0"/>
              <a:ea typeface="宋体" pitchFamily="2" charset="-122"/>
              <a:cs typeface="+mn-cs"/>
            </a:endParaRPr>
          </a:p>
          <a:p>
            <a:pPr marL="374650" marR="0" lvl="0" indent="-374650" algn="l" defTabSz="914400" rtl="0" eaLnBrk="1" fontAlgn="base" latinLnBrk="0" hangingPunct="1">
              <a:lnSpc>
                <a:spcPct val="85000"/>
              </a:lnSpc>
              <a:spcBef>
                <a:spcPct val="0"/>
              </a:spcBef>
              <a:spcAft>
                <a:spcPct val="0"/>
              </a:spcAft>
              <a:buClr>
                <a:srgbClr val="FFCC66"/>
              </a:buClr>
              <a:buSzPct val="80000"/>
              <a:buFontTx/>
              <a:buNone/>
              <a:defRPr/>
            </a:pPr>
            <a:r>
              <a:rPr kumimoji="0" lang="fr-FR" altLang="zh-CN" sz="1800" b="1" i="0" u="none" strike="noStrike" kern="1200" cap="none" spc="0" normalizeH="0" baseline="0" noProof="0" dirty="0">
                <a:ln>
                  <a:noFill/>
                </a:ln>
                <a:solidFill>
                  <a:schemeClr val="tx1"/>
                </a:solidFill>
                <a:effectLst/>
                <a:uLnTx/>
                <a:uFillTx/>
                <a:latin typeface="Courier New" panose="02070409020205090404" pitchFamily="49" charset="0"/>
                <a:ea typeface="宋体" pitchFamily="2" charset="-122"/>
                <a:cs typeface="+mn-cs"/>
              </a:rPr>
              <a:t>	for (; </a:t>
            </a:r>
            <a:r>
              <a:rPr kumimoji="0" lang="fr-FR" altLang="zh-CN" sz="1800" b="1" i="0" u="none" strike="noStrike" kern="1200" cap="none" spc="0" normalizeH="0" baseline="0" noProof="0" dirty="0">
                <a:ln>
                  <a:noFill/>
                </a:ln>
                <a:solidFill>
                  <a:srgbClr val="CC0000"/>
                </a:solidFill>
                <a:effectLst/>
                <a:uLnTx/>
                <a:uFillTx/>
                <a:latin typeface="Courier New" panose="02070409020205090404" pitchFamily="49" charset="0"/>
                <a:ea typeface="宋体" pitchFamily="2" charset="-122"/>
                <a:cs typeface="+mn-cs"/>
              </a:rPr>
              <a:t>*pStr!='\0';</a:t>
            </a:r>
            <a:r>
              <a:rPr kumimoji="0" lang="fr-FR" altLang="zh-CN" sz="1800" b="1" i="0" u="none" strike="noStrike" kern="1200" cap="none" spc="0" normalizeH="0" baseline="0" noProof="0" dirty="0">
                <a:ln>
                  <a:noFill/>
                </a:ln>
                <a:solidFill>
                  <a:schemeClr val="tx1"/>
                </a:solidFill>
                <a:effectLst/>
                <a:uLnTx/>
                <a:uFillTx/>
                <a:latin typeface="Courier New" panose="02070409020205090404" pitchFamily="49" charset="0"/>
                <a:ea typeface="宋体" pitchFamily="2" charset="-122"/>
                <a:cs typeface="+mn-cs"/>
              </a:rPr>
              <a:t> pStr++)  </a:t>
            </a:r>
            <a:endParaRPr kumimoji="0" lang="fr-FR" altLang="zh-CN" sz="1800" b="1" i="0" u="none" strike="noStrike" kern="1200" cap="none" spc="0" normalizeH="0" baseline="0" noProof="0" dirty="0">
              <a:ln>
                <a:noFill/>
              </a:ln>
              <a:solidFill>
                <a:schemeClr val="tx1"/>
              </a:solidFill>
              <a:effectLst/>
              <a:uLnTx/>
              <a:uFillTx/>
              <a:latin typeface="Courier New" panose="02070409020205090404" pitchFamily="49" charset="0"/>
              <a:ea typeface="宋体" pitchFamily="2" charset="-122"/>
              <a:cs typeface="+mn-cs"/>
            </a:endParaRPr>
          </a:p>
          <a:p>
            <a:pPr marL="374650" marR="0" lvl="0" indent="-374650" algn="l" defTabSz="914400" rtl="0" eaLnBrk="1" fontAlgn="base" latinLnBrk="0" hangingPunct="1">
              <a:lnSpc>
                <a:spcPct val="85000"/>
              </a:lnSpc>
              <a:spcBef>
                <a:spcPct val="0"/>
              </a:spcBef>
              <a:spcAft>
                <a:spcPct val="0"/>
              </a:spcAft>
              <a:buClr>
                <a:srgbClr val="FFCC66"/>
              </a:buClr>
              <a:buSzPct val="80000"/>
              <a:buFontTx/>
              <a:buNone/>
              <a:defRPr/>
            </a:pPr>
            <a:r>
              <a:rPr kumimoji="0" lang="fr-FR" altLang="zh-CN" sz="1800" b="1" i="0" u="none" strike="noStrike" kern="1200" cap="none" spc="0" normalizeH="0" baseline="0" noProof="0" dirty="0">
                <a:ln>
                  <a:noFill/>
                </a:ln>
                <a:solidFill>
                  <a:schemeClr val="tx1"/>
                </a:solidFill>
                <a:effectLst/>
                <a:uLnTx/>
                <a:uFillTx/>
                <a:latin typeface="Courier New" panose="02070409020205090404" pitchFamily="49" charset="0"/>
                <a:ea typeface="宋体" pitchFamily="2" charset="-122"/>
                <a:cs typeface="+mn-cs"/>
              </a:rPr>
              <a:t>	{</a:t>
            </a:r>
            <a:endParaRPr kumimoji="0" lang="fr-FR" altLang="zh-CN" sz="1800" b="1" i="0" u="none" strike="noStrike" kern="1200" cap="none" spc="0" normalizeH="0" baseline="0" noProof="0" dirty="0">
              <a:ln>
                <a:noFill/>
              </a:ln>
              <a:solidFill>
                <a:schemeClr val="tx1"/>
              </a:solidFill>
              <a:effectLst/>
              <a:uLnTx/>
              <a:uFillTx/>
              <a:latin typeface="Courier New" panose="02070409020205090404" pitchFamily="49" charset="0"/>
              <a:ea typeface="宋体" pitchFamily="2" charset="-122"/>
              <a:cs typeface="+mn-cs"/>
            </a:endParaRPr>
          </a:p>
          <a:p>
            <a:pPr marL="374650" marR="0" lvl="0" indent="-374650" algn="l" defTabSz="914400" rtl="0" eaLnBrk="1" fontAlgn="base" latinLnBrk="0" hangingPunct="1">
              <a:lnSpc>
                <a:spcPct val="85000"/>
              </a:lnSpc>
              <a:spcBef>
                <a:spcPct val="0"/>
              </a:spcBef>
              <a:spcAft>
                <a:spcPct val="0"/>
              </a:spcAft>
              <a:buClr>
                <a:srgbClr val="FFCC66"/>
              </a:buClr>
              <a:buSzPct val="80000"/>
              <a:buFontTx/>
              <a:buNone/>
              <a:defRPr/>
            </a:pPr>
            <a:r>
              <a:rPr kumimoji="0" lang="fr-FR" altLang="zh-CN" sz="1800" b="1" i="0" u="none" strike="noStrike" kern="1200" cap="none" spc="0" normalizeH="0" baseline="0" noProof="0" dirty="0">
                <a:ln>
                  <a:noFill/>
                </a:ln>
                <a:solidFill>
                  <a:schemeClr val="tx1"/>
                </a:solidFill>
                <a:effectLst/>
                <a:uLnTx/>
                <a:uFillTx/>
                <a:latin typeface="Courier New" panose="02070409020205090404" pitchFamily="49" charset="0"/>
                <a:ea typeface="宋体" pitchFamily="2" charset="-122"/>
                <a:cs typeface="+mn-cs"/>
              </a:rPr>
              <a:t>		</a:t>
            </a:r>
            <a:r>
              <a:rPr kumimoji="0" lang="fr-FR" altLang="zh-CN" sz="1800" b="1" i="0" u="none" strike="noStrike" kern="1200" cap="none" spc="0" normalizeH="0" baseline="0" noProof="0" dirty="0">
                <a:ln>
                  <a:noFill/>
                </a:ln>
                <a:solidFill>
                  <a:srgbClr val="CC0000"/>
                </a:solidFill>
                <a:effectLst/>
                <a:uLnTx/>
                <a:uFillTx/>
                <a:latin typeface="Courier New" panose="02070409020205090404" pitchFamily="49" charset="0"/>
                <a:ea typeface="宋体" pitchFamily="2" charset="-122"/>
                <a:cs typeface="+mn-cs"/>
              </a:rPr>
              <a:t>len++;</a:t>
            </a:r>
            <a:r>
              <a:rPr kumimoji="0" lang="fr-FR" altLang="zh-CN" sz="1800" b="1" i="0" u="none" strike="noStrike" kern="1200" cap="none" spc="0" normalizeH="0" baseline="0" noProof="0" dirty="0">
                <a:ln>
                  <a:noFill/>
                </a:ln>
                <a:solidFill>
                  <a:schemeClr val="tx1"/>
                </a:solidFill>
                <a:effectLst/>
                <a:uLnTx/>
                <a:uFillTx/>
                <a:latin typeface="Courier New" panose="02070409020205090404" pitchFamily="49" charset="0"/>
                <a:ea typeface="宋体" pitchFamily="2" charset="-122"/>
                <a:cs typeface="+mn-cs"/>
              </a:rPr>
              <a:t> </a:t>
            </a:r>
            <a:endParaRPr kumimoji="0" lang="fr-FR" altLang="zh-CN" sz="1800" b="1" i="0" u="none" strike="noStrike" kern="1200" cap="none" spc="0" normalizeH="0" baseline="0" noProof="0" dirty="0">
              <a:ln>
                <a:noFill/>
              </a:ln>
              <a:solidFill>
                <a:schemeClr val="tx1"/>
              </a:solidFill>
              <a:effectLst/>
              <a:uLnTx/>
              <a:uFillTx/>
              <a:latin typeface="Courier New" panose="02070409020205090404" pitchFamily="49" charset="0"/>
              <a:ea typeface="宋体" pitchFamily="2" charset="-122"/>
              <a:cs typeface="+mn-cs"/>
            </a:endParaRPr>
          </a:p>
          <a:p>
            <a:pPr marL="374650" marR="0" lvl="0" indent="-374650" algn="l" defTabSz="914400" rtl="0" eaLnBrk="1" fontAlgn="base" latinLnBrk="0" hangingPunct="1">
              <a:lnSpc>
                <a:spcPct val="85000"/>
              </a:lnSpc>
              <a:spcBef>
                <a:spcPct val="0"/>
              </a:spcBef>
              <a:spcAft>
                <a:spcPct val="0"/>
              </a:spcAft>
              <a:buClr>
                <a:srgbClr val="FFCC66"/>
              </a:buClr>
              <a:buSzPct val="80000"/>
              <a:buFontTx/>
              <a:buNone/>
              <a:defRPr/>
            </a:pPr>
            <a:r>
              <a:rPr kumimoji="0" lang="fr-FR" altLang="zh-CN" sz="1800" b="1" i="0" u="none" strike="noStrike" kern="1200" cap="none" spc="0" normalizeH="0" baseline="0" noProof="0" dirty="0">
                <a:ln>
                  <a:noFill/>
                </a:ln>
                <a:solidFill>
                  <a:schemeClr val="tx1"/>
                </a:solidFill>
                <a:effectLst/>
                <a:uLnTx/>
                <a:uFillTx/>
                <a:latin typeface="Courier New" panose="02070409020205090404" pitchFamily="49" charset="0"/>
                <a:ea typeface="宋体" pitchFamily="2" charset="-122"/>
                <a:cs typeface="+mn-cs"/>
              </a:rPr>
              <a:t>	}</a:t>
            </a:r>
            <a:endParaRPr kumimoji="0" lang="fr-FR" altLang="zh-CN" sz="1800" b="1" i="0" u="none" strike="noStrike" kern="1200" cap="none" spc="0" normalizeH="0" baseline="0" noProof="0" dirty="0">
              <a:ln>
                <a:noFill/>
              </a:ln>
              <a:solidFill>
                <a:schemeClr val="tx1"/>
              </a:solidFill>
              <a:effectLst/>
              <a:uLnTx/>
              <a:uFillTx/>
              <a:latin typeface="Courier New" panose="02070409020205090404" pitchFamily="49" charset="0"/>
              <a:ea typeface="宋体" pitchFamily="2" charset="-122"/>
              <a:cs typeface="+mn-cs"/>
            </a:endParaRPr>
          </a:p>
          <a:p>
            <a:pPr marL="374650" marR="0" lvl="0" indent="-374650" algn="l" defTabSz="914400" rtl="0" eaLnBrk="1" fontAlgn="base" latinLnBrk="0" hangingPunct="1">
              <a:lnSpc>
                <a:spcPct val="85000"/>
              </a:lnSpc>
              <a:spcBef>
                <a:spcPct val="0"/>
              </a:spcBef>
              <a:spcAft>
                <a:spcPct val="0"/>
              </a:spcAft>
              <a:buClr>
                <a:srgbClr val="FFCC66"/>
              </a:buClr>
              <a:buSzPct val="80000"/>
              <a:buFontTx/>
              <a:buNone/>
              <a:defRPr/>
            </a:pPr>
            <a:r>
              <a:rPr kumimoji="0" lang="fr-FR" altLang="zh-CN" sz="1800" b="1" i="0" u="none" strike="noStrike" kern="1200" cap="none" spc="0" normalizeH="0" baseline="0" noProof="0" dirty="0">
                <a:ln>
                  <a:noFill/>
                </a:ln>
                <a:solidFill>
                  <a:schemeClr val="tx1"/>
                </a:solidFill>
                <a:effectLst/>
                <a:uLnTx/>
                <a:uFillTx/>
                <a:latin typeface="Courier New" panose="02070409020205090404" pitchFamily="49" charset="0"/>
                <a:ea typeface="宋体" pitchFamily="2" charset="-122"/>
                <a:cs typeface="+mn-cs"/>
              </a:rPr>
              <a:t>	</a:t>
            </a:r>
            <a:r>
              <a:rPr kumimoji="0" lang="fr-FR" altLang="zh-CN" sz="1800" b="1" i="0" u="none" strike="noStrike" kern="1200" cap="none" spc="0" normalizeH="0" baseline="0" noProof="0" dirty="0">
                <a:ln>
                  <a:noFill/>
                </a:ln>
                <a:solidFill>
                  <a:srgbClr val="CC0000"/>
                </a:solidFill>
                <a:effectLst/>
                <a:uLnTx/>
                <a:uFillTx/>
                <a:latin typeface="Courier New" panose="02070409020205090404" pitchFamily="49" charset="0"/>
                <a:ea typeface="宋体" pitchFamily="2" charset="-122"/>
                <a:cs typeface="+mn-cs"/>
              </a:rPr>
              <a:t>return len;</a:t>
            </a:r>
            <a:r>
              <a:rPr kumimoji="0" lang="fr-FR" altLang="zh-CN" sz="1800" b="1" i="0" u="none" strike="noStrike" kern="1200" cap="none" spc="0" normalizeH="0" baseline="0" noProof="0" dirty="0">
                <a:ln>
                  <a:noFill/>
                </a:ln>
                <a:solidFill>
                  <a:schemeClr val="tx1"/>
                </a:solidFill>
                <a:effectLst>
                  <a:outerShdw blurRad="38100" dist="38100" dir="2700000" algn="tl">
                    <a:srgbClr val="FFFFFF"/>
                  </a:outerShdw>
                </a:effectLst>
                <a:uLnTx/>
                <a:uFillTx/>
                <a:latin typeface="Courier New" panose="02070409020205090404" pitchFamily="49" charset="0"/>
                <a:ea typeface="宋体" pitchFamily="2" charset="-122"/>
                <a:cs typeface="+mn-cs"/>
              </a:rPr>
              <a:t>            </a:t>
            </a:r>
            <a:endParaRPr kumimoji="0" lang="fr-FR" altLang="zh-CN" sz="1800" b="1" i="0" u="none" strike="noStrike" kern="1200" cap="none" spc="0" normalizeH="0" baseline="0" noProof="0" dirty="0">
              <a:ln>
                <a:noFill/>
              </a:ln>
              <a:solidFill>
                <a:schemeClr val="tx1"/>
              </a:solidFill>
              <a:effectLst>
                <a:outerShdw blurRad="38100" dist="38100" dir="2700000" algn="tl">
                  <a:srgbClr val="FFFFFF"/>
                </a:outerShdw>
              </a:effectLst>
              <a:uLnTx/>
              <a:uFillTx/>
              <a:latin typeface="Courier New" panose="02070409020205090404" pitchFamily="49" charset="0"/>
              <a:ea typeface="宋体" pitchFamily="2" charset="-122"/>
              <a:cs typeface="+mn-cs"/>
            </a:endParaRPr>
          </a:p>
          <a:p>
            <a:pPr marL="374650" marR="0" lvl="0" indent="-374650" algn="l" defTabSz="914400" rtl="0" eaLnBrk="1" fontAlgn="base" latinLnBrk="0" hangingPunct="1">
              <a:lnSpc>
                <a:spcPct val="85000"/>
              </a:lnSpc>
              <a:spcBef>
                <a:spcPct val="0"/>
              </a:spcBef>
              <a:spcAft>
                <a:spcPct val="0"/>
              </a:spcAft>
              <a:buClr>
                <a:srgbClr val="FFCC66"/>
              </a:buClr>
              <a:buSzPct val="80000"/>
              <a:buFontTx/>
              <a:buNone/>
              <a:defRPr/>
            </a:pPr>
            <a:r>
              <a:rPr kumimoji="0" lang="fr-FR" altLang="zh-CN" sz="1800" b="1" i="0" u="none" strike="noStrike" kern="1200" cap="none" spc="0" normalizeH="0" baseline="0" noProof="0" dirty="0">
                <a:ln>
                  <a:noFill/>
                </a:ln>
                <a:solidFill>
                  <a:schemeClr val="tx1"/>
                </a:solidFill>
                <a:effectLst>
                  <a:outerShdw blurRad="38100" dist="38100" dir="2700000" algn="tl">
                    <a:srgbClr val="FFFFFF"/>
                  </a:outerShdw>
                </a:effectLst>
                <a:uLnTx/>
                <a:uFillTx/>
                <a:latin typeface="Courier New" panose="02070409020205090404" pitchFamily="49" charset="0"/>
                <a:ea typeface="宋体" pitchFamily="2" charset="-122"/>
                <a:cs typeface="+mn-cs"/>
              </a:rPr>
              <a:t>} </a:t>
            </a:r>
            <a:endParaRPr kumimoji="0" lang="zh-CN" altLang="en-US" sz="1800" b="1" i="0" u="none" strike="noStrike" kern="1200" cap="none" spc="0" normalizeH="0" baseline="0" noProof="0" dirty="0">
              <a:ln>
                <a:noFill/>
              </a:ln>
              <a:solidFill>
                <a:schemeClr val="tx1"/>
              </a:solidFill>
              <a:effectLst>
                <a:outerShdw blurRad="38100" dist="38100" dir="2700000" algn="tl">
                  <a:srgbClr val="FFFFFF"/>
                </a:outerShdw>
              </a:effectLst>
              <a:uLnTx/>
              <a:uFillTx/>
              <a:latin typeface="Courier New" panose="02070409020205090404" pitchFamily="49" charset="0"/>
              <a:ea typeface="宋体" pitchFamily="2" charset="-122"/>
              <a:cs typeface="+mn-cs"/>
            </a:endParaRPr>
          </a:p>
        </p:txBody>
      </p:sp>
      <p:sp>
        <p:nvSpPr>
          <p:cNvPr id="812037" name="Rectangle 5"/>
          <p:cNvSpPr/>
          <p:nvPr/>
        </p:nvSpPr>
        <p:spPr>
          <a:xfrm>
            <a:off x="3648075" y="5984875"/>
            <a:ext cx="2735263" cy="539750"/>
          </a:xfrm>
          <a:prstGeom prst="rect">
            <a:avLst/>
          </a:prstGeom>
          <a:noFill/>
          <a:ln w="9525">
            <a:noFill/>
          </a:ln>
        </p:spPr>
        <p:txBody>
          <a:bodyPr lIns="92075" tIns="46037" rIns="92075" bIns="46037"/>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374650" lvl="0" indent="-374650" eaLnBrk="1" hangingPunct="1">
              <a:spcBef>
                <a:spcPct val="20000"/>
              </a:spcBef>
              <a:spcAft>
                <a:spcPts val="590"/>
              </a:spcAft>
              <a:buClr>
                <a:srgbClr val="FFCC66"/>
              </a:buClr>
              <a:buSzPct val="80000"/>
              <a:buFont typeface="Monotype Sorts"/>
              <a:buChar char=""/>
            </a:pPr>
            <a:r>
              <a:rPr lang="zh-CN" altLang="en-US" sz="2400" dirty="0">
                <a:latin typeface="黑体" panose="02010609060101010101" pitchFamily="49" charset="-122"/>
              </a:rPr>
              <a:t>用字符指针实现</a:t>
            </a:r>
            <a:endParaRPr lang="zh-CN" altLang="en-US" sz="2400" dirty="0">
              <a:latin typeface="黑体" panose="02010609060101010101" pitchFamily="49" charset="-122"/>
            </a:endParaRPr>
          </a:p>
        </p:txBody>
      </p:sp>
      <p:sp>
        <p:nvSpPr>
          <p:cNvPr id="84998" name="Rectangle 6"/>
          <p:cNvSpPr/>
          <p:nvPr/>
        </p:nvSpPr>
        <p:spPr>
          <a:xfrm>
            <a:off x="3648075" y="3563938"/>
            <a:ext cx="2808288" cy="619125"/>
          </a:xfrm>
          <a:prstGeom prst="rect">
            <a:avLst/>
          </a:prstGeom>
          <a:noFill/>
          <a:ln w="9525">
            <a:noFill/>
          </a:ln>
        </p:spPr>
        <p:txBody>
          <a:bodyPr lIns="92075" tIns="46037" rIns="92075" bIns="46037"/>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374650" lvl="0" indent="-374650" eaLnBrk="1" hangingPunct="1">
              <a:spcBef>
                <a:spcPct val="20000"/>
              </a:spcBef>
              <a:spcAft>
                <a:spcPts val="590"/>
              </a:spcAft>
              <a:buClr>
                <a:srgbClr val="FFCC66"/>
              </a:buClr>
              <a:buSzPct val="80000"/>
              <a:buFont typeface="Monotype Sorts"/>
              <a:buChar char=""/>
            </a:pPr>
            <a:r>
              <a:rPr lang="zh-CN" altLang="en-US" sz="2400" dirty="0">
                <a:latin typeface="黑体" panose="02010609060101010101" pitchFamily="49" charset="-122"/>
              </a:rPr>
              <a:t>用字符数组实现</a:t>
            </a:r>
            <a:endParaRPr lang="zh-CN" altLang="en-US" sz="2400" dirty="0">
              <a:latin typeface="黑体" panose="02010609060101010101" pitchFamily="49" charset="-122"/>
            </a:endParaRPr>
          </a:p>
        </p:txBody>
      </p:sp>
      <p:sp>
        <p:nvSpPr>
          <p:cNvPr id="812040" name="Rectangle 8"/>
          <p:cNvSpPr>
            <a:spLocks noChangeArrowheads="1"/>
          </p:cNvSpPr>
          <p:nvPr/>
        </p:nvSpPr>
        <p:spPr bwMode="auto">
          <a:xfrm>
            <a:off x="3143250" y="2490788"/>
            <a:ext cx="1944688" cy="319088"/>
          </a:xfrm>
          <a:prstGeom prst="rect">
            <a:avLst/>
          </a:prstGeom>
          <a:noFill/>
          <a:ln w="25400">
            <a:solidFill>
              <a:srgbClr val="008000"/>
            </a:solidFill>
            <a:miter lim="800000"/>
            <a:headEnd type="none" w="sm" len="sm"/>
            <a:tailEnd type="none" w="sm" len="sm"/>
          </a:ln>
        </p:spPr>
        <p:txBody>
          <a:bodyPr wrap="none" anchor="ct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812041" name="Rectangle 9"/>
          <p:cNvSpPr>
            <a:spLocks noChangeArrowheads="1"/>
          </p:cNvSpPr>
          <p:nvPr/>
        </p:nvSpPr>
        <p:spPr bwMode="auto">
          <a:xfrm>
            <a:off x="2784475" y="4930775"/>
            <a:ext cx="1800225" cy="285750"/>
          </a:xfrm>
          <a:prstGeom prst="rect">
            <a:avLst/>
          </a:prstGeom>
          <a:noFill/>
          <a:ln w="25400">
            <a:solidFill>
              <a:srgbClr val="008000"/>
            </a:solidFill>
            <a:miter lim="800000"/>
            <a:headEnd type="none" w="sm" len="sm"/>
            <a:tailEnd type="none" w="sm" len="sm"/>
          </a:ln>
        </p:spPr>
        <p:txBody>
          <a:bodyPr wrap="none" anchor="ctr"/>
          <a:lstStyle/>
          <a:p>
            <a:pPr marL="0" marR="0" lvl="0" indent="0" algn="l" defTabSz="914400" rtl="0" eaLnBrk="1" fontAlgn="base" latinLnBrk="0" hangingPunct="1">
              <a:lnSpc>
                <a:spcPct val="90000"/>
              </a:lnSpc>
              <a:spcBef>
                <a:spcPts val="590"/>
              </a:spcBef>
              <a:spcAft>
                <a:spcPts val="0"/>
              </a:spcAft>
              <a:buClr>
                <a:schemeClr val="tx2"/>
              </a:buClr>
              <a:buSzPct val="80000"/>
              <a:buFontTx/>
              <a:buNone/>
              <a:defRPr/>
            </a:pPr>
            <a:endParaRPr kumimoji="0" lang="zh-CN" altLang="en-US" sz="2000" b="0" i="0" u="none" strike="noStrike" kern="1200" cap="none" spc="0" normalizeH="0" baseline="0" noProof="0" dirty="0">
              <a:ln>
                <a:noFill/>
              </a:ln>
              <a:solidFill>
                <a:schemeClr val="tx1"/>
              </a:solidFill>
              <a:effectLst/>
              <a:uLnTx/>
              <a:uFillTx/>
              <a:latin typeface="Arial" panose="020B0604020202090204" pitchFamily="34" charset="0"/>
              <a:ea typeface="+mn-ea"/>
              <a:cs typeface="+mn-cs"/>
            </a:endParaRPr>
          </a:p>
        </p:txBody>
      </p:sp>
      <p:sp>
        <p:nvSpPr>
          <p:cNvPr id="812042" name="Rectangle 10"/>
          <p:cNvSpPr/>
          <p:nvPr/>
        </p:nvSpPr>
        <p:spPr>
          <a:xfrm>
            <a:off x="6827838" y="3571875"/>
            <a:ext cx="3960812" cy="479425"/>
          </a:xfrm>
          <a:prstGeom prst="rect">
            <a:avLst/>
          </a:prstGeom>
          <a:noFill/>
          <a:ln w="9525">
            <a:noFill/>
          </a:ln>
        </p:spPr>
        <p:txBody>
          <a:bodyPr lIns="92075" tIns="46037" rIns="92075" bIns="46037" anchor="ctr" anchorCtr="0"/>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85000"/>
              </a:lnSpc>
              <a:spcBef>
                <a:spcPts val="590"/>
              </a:spcBef>
              <a:spcAft>
                <a:spcPts val="590"/>
              </a:spcAft>
              <a:buSzPct val="80000"/>
              <a:buNone/>
            </a:pPr>
            <a:r>
              <a:rPr lang="zh-CN" altLang="en-US" sz="2400" dirty="0">
                <a:latin typeface="黑体" panose="02010609060101010101" pitchFamily="49" charset="-122"/>
              </a:rPr>
              <a:t>实际字符个数（不含</a:t>
            </a:r>
            <a:r>
              <a:rPr lang="en-US" altLang="zh-CN" sz="2400" dirty="0">
                <a:solidFill>
                  <a:srgbClr val="FF0000"/>
                </a:solidFill>
                <a:latin typeface="黑体" panose="02010609060101010101" pitchFamily="49" charset="-122"/>
              </a:rPr>
              <a:t>'\0'</a:t>
            </a:r>
            <a:r>
              <a:rPr lang="zh-CN" altLang="en-US" sz="2400" dirty="0">
                <a:latin typeface="黑体" panose="02010609060101010101" pitchFamily="49" charset="-122"/>
              </a:rPr>
              <a:t>）</a:t>
            </a:r>
            <a:endParaRPr lang="en-US" altLang="zh-CN" sz="2400" dirty="0">
              <a:latin typeface="黑体" panose="02010609060101010101" pitchFamily="49" charset="-122"/>
            </a:endParaRPr>
          </a:p>
        </p:txBody>
      </p:sp>
      <p:sp>
        <p:nvSpPr>
          <p:cNvPr id="54" name="Text Box 48"/>
          <p:cNvSpPr txBox="1">
            <a:spLocks noChangeArrowheads="1"/>
          </p:cNvSpPr>
          <p:nvPr/>
        </p:nvSpPr>
        <p:spPr bwMode="auto">
          <a:xfrm>
            <a:off x="8772525" y="1700213"/>
            <a:ext cx="2016125" cy="349250"/>
          </a:xfrm>
          <a:prstGeom prst="rect">
            <a:avLst/>
          </a:prstGeom>
          <a:noFill/>
          <a:ln w="12700">
            <a:noFill/>
            <a:miter lim="800000"/>
            <a:headEnd type="none" w="sm" len="sm"/>
            <a:tailEnd type="none" w="sm" len="sm"/>
          </a:ln>
          <a:effectLst/>
        </p:spPr>
        <p:txBody>
          <a:bodyPr>
            <a:spAutoFit/>
          </a:bodyPr>
          <a:lstStyle/>
          <a:p>
            <a:pPr marR="0" defTabSz="914400" eaLnBrk="1" hangingPunct="1">
              <a:lnSpc>
                <a:spcPct val="90000"/>
              </a:lnSpc>
              <a:spcBef>
                <a:spcPct val="50000"/>
              </a:spcBef>
              <a:spcAft>
                <a:spcPts val="590"/>
              </a:spcAft>
              <a:buClr>
                <a:schemeClr val="tx2"/>
              </a:buClr>
              <a:buSzPct val="80000"/>
              <a:buFontTx/>
              <a:buNone/>
              <a:defRPr/>
            </a:pPr>
            <a:r>
              <a:rPr kumimoji="0" lang="fr-FR" altLang="zh-CN" sz="1800" b="1" kern="1200" cap="none" spc="0" normalizeH="0" baseline="0" noProof="0" dirty="0">
                <a:effectLst>
                  <a:outerShdw blurRad="38100" dist="38100" dir="2700000" algn="tl">
                    <a:srgbClr val="C0C0C0"/>
                  </a:outerShdw>
                </a:effectLst>
                <a:latin typeface="Courier New" panose="02070409020205090404" pitchFamily="49" charset="0"/>
                <a:ea typeface="宋体" pitchFamily="2" charset="-122"/>
                <a:cs typeface="+mn-cs"/>
              </a:rPr>
              <a:t>str[i]=='\0</a:t>
            </a:r>
            <a:r>
              <a:rPr kumimoji="0" lang="en-US" altLang="zh-CN" sz="1800" b="1" kern="1200" cap="none" spc="0" normalizeH="0" baseline="0" noProof="0" dirty="0">
                <a:effectLst>
                  <a:outerShdw blurRad="38100" dist="38100" dir="2700000" algn="tl">
                    <a:srgbClr val="C0C0C0"/>
                  </a:outerShdw>
                </a:effectLst>
                <a:latin typeface="Courier New" panose="02070409020205090404" pitchFamily="49" charset="0"/>
                <a:ea typeface="宋体" pitchFamily="2" charset="-122"/>
                <a:cs typeface="+mn-cs"/>
              </a:rPr>
              <a:t>'</a:t>
            </a:r>
            <a:endParaRPr kumimoji="0" lang="en-US" altLang="zh-CN" sz="1800" b="1" kern="1200" cap="none" spc="0" normalizeH="0" baseline="0" noProof="0" dirty="0">
              <a:effectLst>
                <a:outerShdw blurRad="38100" dist="38100" dir="2700000" algn="tl">
                  <a:srgbClr val="C0C0C0"/>
                </a:outerShdw>
              </a:effectLst>
              <a:latin typeface="Courier New" panose="02070409020205090404" pitchFamily="49" charset="0"/>
              <a:ea typeface="宋体" pitchFamily="2" charset="-122"/>
              <a:cs typeface="+mn-cs"/>
            </a:endParaRPr>
          </a:p>
        </p:txBody>
      </p:sp>
      <p:grpSp>
        <p:nvGrpSpPr>
          <p:cNvPr id="85003" name="Group 4"/>
          <p:cNvGrpSpPr/>
          <p:nvPr/>
        </p:nvGrpSpPr>
        <p:grpSpPr>
          <a:xfrm>
            <a:off x="6791325" y="2073275"/>
            <a:ext cx="3708400" cy="503238"/>
            <a:chOff x="839" y="1389"/>
            <a:chExt cx="2156" cy="317"/>
          </a:xfrm>
        </p:grpSpPr>
        <p:grpSp>
          <p:nvGrpSpPr>
            <p:cNvPr id="85057" name="Group 5"/>
            <p:cNvGrpSpPr/>
            <p:nvPr/>
          </p:nvGrpSpPr>
          <p:grpSpPr>
            <a:xfrm>
              <a:off x="839" y="1389"/>
              <a:ext cx="2115" cy="317"/>
              <a:chOff x="1474" y="1389"/>
              <a:chExt cx="2115" cy="317"/>
            </a:xfrm>
          </p:grpSpPr>
          <p:sp>
            <p:nvSpPr>
              <p:cNvPr id="58" name="Rectangle 6"/>
              <p:cNvSpPr>
                <a:spLocks noChangeArrowheads="1"/>
              </p:cNvSpPr>
              <p:nvPr/>
            </p:nvSpPr>
            <p:spPr bwMode="auto">
              <a:xfrm>
                <a:off x="1474" y="1389"/>
                <a:ext cx="2115" cy="317"/>
              </a:xfrm>
              <a:prstGeom prst="rect">
                <a:avLst/>
              </a:prstGeom>
              <a:noFill/>
              <a:ln w="57150">
                <a:solidFill>
                  <a:srgbClr val="000080"/>
                </a:solidFill>
                <a:miter lim="800000"/>
              </a:ln>
              <a:effectLst/>
            </p:spPr>
            <p:txBody>
              <a:bodyPr wrap="none" anchor="ct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59" name="Line 7"/>
              <p:cNvSpPr>
                <a:spLocks noChangeShapeType="1"/>
              </p:cNvSpPr>
              <p:nvPr/>
            </p:nvSpPr>
            <p:spPr bwMode="auto">
              <a:xfrm>
                <a:off x="1837" y="1389"/>
                <a:ext cx="0" cy="317"/>
              </a:xfrm>
              <a:prstGeom prst="line">
                <a:avLst/>
              </a:prstGeom>
              <a:noFill/>
              <a:ln w="38100">
                <a:solidFill>
                  <a:srgbClr val="000080"/>
                </a:solidFill>
                <a:round/>
                <a:headEnd type="none" w="sm" len="sm"/>
                <a:tailEnd type="none" w="sm" len="sm"/>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60" name="Line 8"/>
              <p:cNvSpPr>
                <a:spLocks noChangeShapeType="1"/>
              </p:cNvSpPr>
              <p:nvPr/>
            </p:nvSpPr>
            <p:spPr bwMode="auto">
              <a:xfrm>
                <a:off x="2200" y="1389"/>
                <a:ext cx="0" cy="317"/>
              </a:xfrm>
              <a:prstGeom prst="line">
                <a:avLst/>
              </a:prstGeom>
              <a:noFill/>
              <a:ln w="38100">
                <a:solidFill>
                  <a:srgbClr val="000080"/>
                </a:solidFill>
                <a:round/>
                <a:headEnd type="none" w="sm" len="sm"/>
                <a:tailEnd type="none" w="sm" len="sm"/>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61" name="Line 9"/>
              <p:cNvSpPr>
                <a:spLocks noChangeShapeType="1"/>
              </p:cNvSpPr>
              <p:nvPr/>
            </p:nvSpPr>
            <p:spPr bwMode="auto">
              <a:xfrm>
                <a:off x="2562" y="1389"/>
                <a:ext cx="0" cy="317"/>
              </a:xfrm>
              <a:prstGeom prst="line">
                <a:avLst/>
              </a:prstGeom>
              <a:noFill/>
              <a:ln w="38100">
                <a:solidFill>
                  <a:srgbClr val="000080"/>
                </a:solidFill>
                <a:round/>
                <a:headEnd type="none" w="sm" len="sm"/>
                <a:tailEnd type="none" w="sm" len="sm"/>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62" name="Line 10"/>
              <p:cNvSpPr>
                <a:spLocks noChangeShapeType="1"/>
              </p:cNvSpPr>
              <p:nvPr/>
            </p:nvSpPr>
            <p:spPr bwMode="auto">
              <a:xfrm>
                <a:off x="2925" y="1389"/>
                <a:ext cx="0" cy="317"/>
              </a:xfrm>
              <a:prstGeom prst="line">
                <a:avLst/>
              </a:prstGeom>
              <a:noFill/>
              <a:ln w="38100">
                <a:solidFill>
                  <a:srgbClr val="000080"/>
                </a:solidFill>
                <a:round/>
                <a:headEnd type="none" w="sm" len="sm"/>
                <a:tailEnd type="none" w="sm" len="sm"/>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63" name="Line 11"/>
              <p:cNvSpPr>
                <a:spLocks noChangeShapeType="1"/>
              </p:cNvSpPr>
              <p:nvPr/>
            </p:nvSpPr>
            <p:spPr bwMode="auto">
              <a:xfrm>
                <a:off x="3289" y="1389"/>
                <a:ext cx="0" cy="317"/>
              </a:xfrm>
              <a:prstGeom prst="line">
                <a:avLst/>
              </a:prstGeom>
              <a:noFill/>
              <a:ln w="38100">
                <a:solidFill>
                  <a:srgbClr val="000080"/>
                </a:solidFill>
                <a:round/>
                <a:headEnd type="none" w="sm" len="sm"/>
                <a:tailEnd type="none" w="sm" len="sm"/>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grpSp>
        <p:sp>
          <p:nvSpPr>
            <p:cNvPr id="57" name="Text Box 18"/>
            <p:cNvSpPr txBox="1">
              <a:spLocks noChangeArrowheads="1"/>
            </p:cNvSpPr>
            <p:nvPr/>
          </p:nvSpPr>
          <p:spPr bwMode="auto">
            <a:xfrm>
              <a:off x="859" y="1393"/>
              <a:ext cx="2136" cy="268"/>
            </a:xfrm>
            <a:prstGeom prst="rect">
              <a:avLst/>
            </a:prstGeom>
            <a:noFill/>
            <a:ln w="12700">
              <a:noFill/>
              <a:miter lim="800000"/>
              <a:headEnd type="none" w="sm" len="sm"/>
              <a:tailEnd type="none" w="sm" len="sm"/>
            </a:ln>
            <a:effectLst/>
          </p:spPr>
          <p:txBody>
            <a:bodyPr>
              <a:spAutoFit/>
            </a:bodyPr>
            <a:lstStyle/>
            <a:p>
              <a:pPr marR="0" defTabSz="914400" eaLnBrk="1" hangingPunct="1">
                <a:lnSpc>
                  <a:spcPct val="90000"/>
                </a:lnSpc>
                <a:spcBef>
                  <a:spcPct val="50000"/>
                </a:spcBef>
                <a:spcAft>
                  <a:spcPts val="590"/>
                </a:spcAft>
                <a:buClr>
                  <a:schemeClr val="tx2"/>
                </a:buClr>
                <a:buSzPct val="80000"/>
                <a:buFontTx/>
                <a:buNone/>
                <a:defRPr/>
              </a:pPr>
              <a:r>
                <a:rPr kumimoji="0" lang="en-US" altLang="zh-CN" kern="1200" cap="none" spc="0" normalizeH="0" baseline="0" noProof="0" dirty="0">
                  <a:effectLst>
                    <a:outerShdw blurRad="38100" dist="38100" dir="2700000" algn="tl">
                      <a:srgbClr val="C0C0C0"/>
                    </a:outerShdw>
                  </a:effectLst>
                  <a:latin typeface="Arial" panose="020B0604020202090204" pitchFamily="34" charset="0"/>
                  <a:ea typeface="宋体" pitchFamily="2" charset="-122"/>
                  <a:cs typeface="+mn-cs"/>
                </a:rPr>
                <a:t> </a:t>
              </a:r>
              <a:r>
                <a:rPr kumimoji="0" lang="en-US" altLang="zh-CN" sz="2400" kern="1200" cap="none" spc="0" normalizeH="0" baseline="0" noProof="0" dirty="0">
                  <a:effectLst>
                    <a:outerShdw blurRad="38100" dist="38100" dir="2700000" algn="tl">
                      <a:srgbClr val="C0C0C0"/>
                    </a:outerShdw>
                  </a:effectLst>
                  <a:latin typeface="Arial" panose="020B0604020202090204" pitchFamily="34" charset="0"/>
                  <a:ea typeface="宋体" pitchFamily="2" charset="-122"/>
                  <a:cs typeface="+mn-cs"/>
                </a:rPr>
                <a:t>H     e     l        </a:t>
              </a:r>
              <a:r>
                <a:rPr kumimoji="0" lang="en-US" altLang="zh-CN" sz="2400" kern="1200" cap="none" spc="0" normalizeH="0" baseline="0" noProof="0" dirty="0" err="1">
                  <a:effectLst>
                    <a:outerShdw blurRad="38100" dist="38100" dir="2700000" algn="tl">
                      <a:srgbClr val="C0C0C0"/>
                    </a:outerShdw>
                  </a:effectLst>
                  <a:latin typeface="Arial" panose="020B0604020202090204" pitchFamily="34" charset="0"/>
                  <a:ea typeface="宋体" pitchFamily="2" charset="-122"/>
                  <a:cs typeface="+mn-cs"/>
                </a:rPr>
                <a:t>l</a:t>
              </a:r>
              <a:r>
                <a:rPr kumimoji="0" lang="en-US" altLang="zh-CN" sz="2400" kern="1200" cap="none" spc="0" normalizeH="0" baseline="0" noProof="0" dirty="0">
                  <a:effectLst>
                    <a:outerShdw blurRad="38100" dist="38100" dir="2700000" algn="tl">
                      <a:srgbClr val="C0C0C0"/>
                    </a:outerShdw>
                  </a:effectLst>
                  <a:latin typeface="Arial" panose="020B0604020202090204" pitchFamily="34" charset="0"/>
                  <a:ea typeface="宋体" pitchFamily="2" charset="-122"/>
                  <a:cs typeface="+mn-cs"/>
                </a:rPr>
                <a:t>     o      </a:t>
              </a:r>
              <a:r>
                <a:rPr kumimoji="0" lang="en-US" altLang="zh-CN" sz="2400" b="1" kern="1200" cap="none" spc="0" normalizeH="0" baseline="0" noProof="0" dirty="0">
                  <a:solidFill>
                    <a:srgbClr val="FF3300"/>
                  </a:solidFill>
                  <a:effectLst>
                    <a:outerShdw blurRad="38100" dist="38100" dir="2700000" algn="tl">
                      <a:srgbClr val="C0C0C0"/>
                    </a:outerShdw>
                  </a:effectLst>
                  <a:latin typeface="Arial" panose="020B0604020202090204" pitchFamily="34" charset="0"/>
                  <a:ea typeface="宋体" pitchFamily="2" charset="-122"/>
                  <a:cs typeface="+mn-cs"/>
                </a:rPr>
                <a:t>\0</a:t>
              </a:r>
              <a:r>
                <a:rPr kumimoji="0" lang="en-US" altLang="zh-CN" sz="2400" kern="1200" cap="none" spc="0" normalizeH="0" baseline="0" noProof="0" dirty="0">
                  <a:effectLst>
                    <a:outerShdw blurRad="38100" dist="38100" dir="2700000" algn="tl">
                      <a:srgbClr val="C0C0C0"/>
                    </a:outerShdw>
                  </a:effectLst>
                  <a:latin typeface="Arial" panose="020B0604020202090204" pitchFamily="34" charset="0"/>
                  <a:ea typeface="宋体" pitchFamily="2" charset="-122"/>
                  <a:cs typeface="+mn-cs"/>
                </a:rPr>
                <a:t>     </a:t>
              </a:r>
              <a:endParaRPr kumimoji="0" lang="en-US" altLang="zh-CN" sz="2400" kern="1200" cap="none" spc="0" normalizeH="0" baseline="0" noProof="0" dirty="0">
                <a:effectLst>
                  <a:outerShdw blurRad="38100" dist="38100" dir="2700000" algn="tl">
                    <a:srgbClr val="C0C0C0"/>
                  </a:outerShdw>
                </a:effectLst>
                <a:latin typeface="Arial" panose="020B0604020202090204" pitchFamily="34" charset="0"/>
                <a:ea typeface="宋体" pitchFamily="2" charset="-122"/>
                <a:cs typeface="+mn-cs"/>
              </a:endParaRPr>
            </a:p>
          </p:txBody>
        </p:sp>
      </p:grpSp>
      <p:sp>
        <p:nvSpPr>
          <p:cNvPr id="64" name="Text Box 34"/>
          <p:cNvSpPr txBox="1">
            <a:spLocks noChangeArrowheads="1"/>
          </p:cNvSpPr>
          <p:nvPr/>
        </p:nvSpPr>
        <p:spPr bwMode="auto">
          <a:xfrm>
            <a:off x="6208713" y="2143125"/>
            <a:ext cx="763588" cy="377825"/>
          </a:xfrm>
          <a:prstGeom prst="rect">
            <a:avLst/>
          </a:prstGeom>
          <a:noFill/>
          <a:ln w="12700">
            <a:noFill/>
            <a:miter lim="800000"/>
            <a:headEnd type="none" w="sm" len="sm"/>
            <a:tailEnd type="none" w="sm" len="sm"/>
          </a:ln>
          <a:effectLst/>
        </p:spPr>
        <p:txBody>
          <a:bodyPr>
            <a:spAutoFit/>
          </a:bodyPr>
          <a:lstStyle/>
          <a:p>
            <a:pPr marR="0" defTabSz="914400" eaLnBrk="1" hangingPunct="1">
              <a:lnSpc>
                <a:spcPct val="90000"/>
              </a:lnSpc>
              <a:spcBef>
                <a:spcPct val="50000"/>
              </a:spcBef>
              <a:spcAft>
                <a:spcPts val="590"/>
              </a:spcAft>
              <a:buClr>
                <a:schemeClr val="tx2"/>
              </a:buClr>
              <a:buSzPct val="80000"/>
              <a:buFontTx/>
              <a:buNone/>
              <a:defRPr/>
            </a:pPr>
            <a:r>
              <a:rPr kumimoji="0" lang="en-US" altLang="zh-CN" b="1" kern="1200" cap="none" spc="0" normalizeH="0" baseline="0" noProof="0" dirty="0" err="1">
                <a:effectLst>
                  <a:outerShdw blurRad="38100" dist="38100" dir="2700000" algn="tl">
                    <a:srgbClr val="C0C0C0"/>
                  </a:outerShdw>
                </a:effectLst>
                <a:latin typeface="Courier New" panose="02070409020205090404" pitchFamily="49" charset="0"/>
                <a:ea typeface="宋体" pitchFamily="2" charset="-122"/>
                <a:cs typeface="+mn-cs"/>
              </a:rPr>
              <a:t>str</a:t>
            </a:r>
            <a:endParaRPr kumimoji="0" lang="en-US" altLang="zh-CN" b="1" kern="1200" cap="none" spc="0" normalizeH="0" baseline="0" noProof="0" dirty="0">
              <a:effectLst>
                <a:outerShdw blurRad="38100" dist="38100" dir="2700000" algn="tl">
                  <a:srgbClr val="C0C0C0"/>
                </a:outerShdw>
              </a:effectLst>
              <a:latin typeface="Courier New" panose="02070409020205090404" pitchFamily="49" charset="0"/>
              <a:ea typeface="宋体" pitchFamily="2" charset="-122"/>
              <a:cs typeface="+mn-cs"/>
            </a:endParaRPr>
          </a:p>
        </p:txBody>
      </p:sp>
      <p:sp>
        <p:nvSpPr>
          <p:cNvPr id="65" name="Line 51"/>
          <p:cNvSpPr>
            <a:spLocks noChangeShapeType="1"/>
          </p:cNvSpPr>
          <p:nvPr/>
        </p:nvSpPr>
        <p:spPr bwMode="auto">
          <a:xfrm>
            <a:off x="6826250" y="1917700"/>
            <a:ext cx="1092200" cy="0"/>
          </a:xfrm>
          <a:prstGeom prst="line">
            <a:avLst/>
          </a:prstGeom>
          <a:noFill/>
          <a:ln w="38100">
            <a:solidFill>
              <a:srgbClr val="FF0000"/>
            </a:solidFill>
            <a:round/>
            <a:tailEnd type="triangle" w="sm" len="med"/>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66" name="Text Box 56"/>
          <p:cNvSpPr txBox="1">
            <a:spLocks noChangeArrowheads="1"/>
          </p:cNvSpPr>
          <p:nvPr/>
        </p:nvSpPr>
        <p:spPr bwMode="auto">
          <a:xfrm>
            <a:off x="7065963" y="1557338"/>
            <a:ext cx="1490663" cy="420688"/>
          </a:xfrm>
          <a:prstGeom prst="rect">
            <a:avLst/>
          </a:prstGeom>
          <a:noFill/>
          <a:ln w="9525">
            <a:noFill/>
            <a:miter lim="800000"/>
          </a:ln>
        </p:spPr>
        <p:txBody>
          <a:bodyPr/>
          <a:lstStyle/>
          <a:p>
            <a:pPr marR="0" algn="just" defTabSz="914400" eaLnBrk="1" hangingPunct="1">
              <a:lnSpc>
                <a:spcPct val="90000"/>
              </a:lnSpc>
              <a:spcBef>
                <a:spcPts val="590"/>
              </a:spcBef>
              <a:spcAft>
                <a:spcPts val="590"/>
              </a:spcAft>
              <a:buClr>
                <a:schemeClr val="tx2"/>
              </a:buClr>
              <a:buSzPct val="80000"/>
              <a:buFontTx/>
              <a:buNone/>
              <a:defRPr/>
            </a:pPr>
            <a:r>
              <a:rPr kumimoji="0" lang="en-US" altLang="zh-CN" b="1" kern="1200" cap="none" spc="0" normalizeH="0" baseline="0" noProof="0" dirty="0" err="1">
                <a:latin typeface="Courier New" panose="02070409020205090404" pitchFamily="49" charset="0"/>
                <a:ea typeface="宋体" pitchFamily="2" charset="-122"/>
                <a:cs typeface="Courier New" panose="02070409020205090404" pitchFamily="49" charset="0"/>
              </a:rPr>
              <a:t>i</a:t>
            </a:r>
            <a:r>
              <a:rPr kumimoji="0" lang="en-US" altLang="zh-CN" b="1" kern="1200" cap="none" spc="0" normalizeH="0" baseline="0" noProof="0" dirty="0">
                <a:latin typeface="Courier New" panose="02070409020205090404" pitchFamily="49" charset="0"/>
                <a:ea typeface="宋体" pitchFamily="2" charset="-122"/>
                <a:cs typeface="Courier New" panose="02070409020205090404" pitchFamily="49" charset="0"/>
              </a:rPr>
              <a:t>++</a:t>
            </a:r>
            <a:endParaRPr kumimoji="0" lang="en-US" altLang="zh-CN" b="1" kern="1200" cap="none" spc="0" normalizeH="0" baseline="0" noProof="0" dirty="0">
              <a:effectLst>
                <a:outerShdw blurRad="38100" dist="38100" dir="2700000" algn="tl">
                  <a:srgbClr val="C0C0C0"/>
                </a:outerShdw>
              </a:effectLst>
              <a:latin typeface="Courier New" panose="02070409020205090404" pitchFamily="49" charset="0"/>
              <a:ea typeface="宋体" pitchFamily="2" charset="-122"/>
              <a:cs typeface="Courier New" panose="02070409020205090404" pitchFamily="49" charset="0"/>
            </a:endParaRPr>
          </a:p>
        </p:txBody>
      </p:sp>
      <p:grpSp>
        <p:nvGrpSpPr>
          <p:cNvPr id="4" name="Group 57"/>
          <p:cNvGrpSpPr/>
          <p:nvPr/>
        </p:nvGrpSpPr>
        <p:grpSpPr>
          <a:xfrm>
            <a:off x="6756400" y="2390775"/>
            <a:ext cx="1062038" cy="750888"/>
            <a:chOff x="1138" y="3060"/>
            <a:chExt cx="617" cy="473"/>
          </a:xfrm>
        </p:grpSpPr>
        <p:sp>
          <p:nvSpPr>
            <p:cNvPr id="68" name="Line 58"/>
            <p:cNvSpPr>
              <a:spLocks noChangeShapeType="1"/>
            </p:cNvSpPr>
            <p:nvPr/>
          </p:nvSpPr>
          <p:spPr bwMode="auto">
            <a:xfrm flipV="1">
              <a:off x="1355" y="3060"/>
              <a:ext cx="0" cy="265"/>
            </a:xfrm>
            <a:prstGeom prst="line">
              <a:avLst/>
            </a:prstGeom>
            <a:noFill/>
            <a:ln w="57150">
              <a:solidFill>
                <a:srgbClr val="FF0000"/>
              </a:solidFill>
              <a:round/>
              <a:tailEnd type="triangle" w="sm" len="med"/>
            </a:ln>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69" name="Text Box 59"/>
            <p:cNvSpPr txBox="1">
              <a:spLocks noChangeArrowheads="1"/>
            </p:cNvSpPr>
            <p:nvPr/>
          </p:nvSpPr>
          <p:spPr bwMode="auto">
            <a:xfrm>
              <a:off x="1138" y="3268"/>
              <a:ext cx="617" cy="265"/>
            </a:xfrm>
            <a:prstGeom prst="rect">
              <a:avLst/>
            </a:prstGeom>
            <a:noFill/>
            <a:ln w="9525">
              <a:noFill/>
              <a:miter lim="800000"/>
            </a:ln>
          </p:spPr>
          <p:txBody>
            <a:bodyPr/>
            <a:lstStyle/>
            <a:p>
              <a:pPr marR="0" algn="just" defTabSz="914400" eaLnBrk="1" hangingPunct="1">
                <a:lnSpc>
                  <a:spcPct val="90000"/>
                </a:lnSpc>
                <a:spcBef>
                  <a:spcPts val="590"/>
                </a:spcBef>
                <a:spcAft>
                  <a:spcPts val="590"/>
                </a:spcAft>
                <a:buClr>
                  <a:schemeClr val="tx2"/>
                </a:buClr>
                <a:buSzPct val="80000"/>
                <a:buFontTx/>
                <a:buNone/>
                <a:defRPr/>
              </a:pPr>
              <a:r>
                <a:rPr kumimoji="0" lang="en-US" altLang="zh-CN" b="1" kern="1200" cap="none" spc="0" normalizeH="0" baseline="0" noProof="0" dirty="0" err="1">
                  <a:solidFill>
                    <a:srgbClr val="FF0000"/>
                  </a:solidFill>
                  <a:effectLst>
                    <a:outerShdw blurRad="38100" dist="38100" dir="2700000" algn="tl">
                      <a:srgbClr val="C0C0C0"/>
                    </a:outerShdw>
                  </a:effectLst>
                  <a:latin typeface="Courier New" panose="02070409020205090404" pitchFamily="49" charset="0"/>
                  <a:ea typeface="宋体" pitchFamily="2" charset="-122"/>
                  <a:cs typeface="Courier New" panose="02070409020205090404" pitchFamily="49" charset="0"/>
                </a:rPr>
                <a:t>i</a:t>
              </a:r>
              <a:r>
                <a:rPr kumimoji="0" lang="en-US" altLang="zh-CN" b="1" kern="1200" cap="none" spc="0" normalizeH="0" baseline="0" noProof="0" dirty="0">
                  <a:solidFill>
                    <a:srgbClr val="FF0000"/>
                  </a:solidFill>
                  <a:effectLst>
                    <a:outerShdw blurRad="38100" dist="38100" dir="2700000" algn="tl">
                      <a:srgbClr val="C0C0C0"/>
                    </a:outerShdw>
                  </a:effectLst>
                  <a:latin typeface="Courier New" panose="02070409020205090404" pitchFamily="49" charset="0"/>
                  <a:ea typeface="宋体" pitchFamily="2" charset="-122"/>
                  <a:cs typeface="Courier New" panose="02070409020205090404" pitchFamily="49" charset="0"/>
                </a:rPr>
                <a:t>=0</a:t>
              </a:r>
              <a:endParaRPr kumimoji="0" lang="en-US" altLang="zh-CN" b="1" kern="1200" cap="none" spc="0" normalizeH="0" baseline="0" noProof="0" dirty="0">
                <a:solidFill>
                  <a:srgbClr val="FF0000"/>
                </a:solidFill>
                <a:effectLst>
                  <a:outerShdw blurRad="38100" dist="38100" dir="2700000" algn="tl">
                    <a:srgbClr val="C0C0C0"/>
                  </a:outerShdw>
                </a:effectLst>
                <a:latin typeface="Courier New" panose="02070409020205090404" pitchFamily="49" charset="0"/>
                <a:ea typeface="宋体" pitchFamily="2" charset="-122"/>
                <a:cs typeface="Courier New" panose="02070409020205090404" pitchFamily="49" charset="0"/>
              </a:endParaRPr>
            </a:p>
            <a:p>
              <a:pPr marR="0" algn="just" defTabSz="914400" eaLnBrk="1" hangingPunct="1">
                <a:lnSpc>
                  <a:spcPct val="90000"/>
                </a:lnSpc>
                <a:spcBef>
                  <a:spcPts val="590"/>
                </a:spcBef>
                <a:spcAft>
                  <a:spcPts val="590"/>
                </a:spcAft>
                <a:buClr>
                  <a:schemeClr val="tx2"/>
                </a:buClr>
                <a:buSzPct val="80000"/>
                <a:buFontTx/>
                <a:buNone/>
                <a:defRPr/>
              </a:pPr>
              <a:r>
                <a:rPr kumimoji="0" lang="en-US" altLang="zh-CN" b="1" kern="1200" cap="none" spc="0" normalizeH="0" baseline="0" noProof="0" dirty="0" err="1">
                  <a:solidFill>
                    <a:srgbClr val="FF0000"/>
                  </a:solidFill>
                  <a:effectLst>
                    <a:outerShdw blurRad="38100" dist="38100" dir="2700000" algn="tl">
                      <a:srgbClr val="C0C0C0"/>
                    </a:outerShdw>
                  </a:effectLst>
                  <a:latin typeface="Courier New" panose="02070409020205090404" pitchFamily="49" charset="0"/>
                  <a:ea typeface="宋体" pitchFamily="2" charset="-122"/>
                  <a:cs typeface="Courier New" panose="02070409020205090404" pitchFamily="49" charset="0"/>
                </a:rPr>
                <a:t>len</a:t>
              </a:r>
              <a:r>
                <a:rPr kumimoji="0" lang="en-US" altLang="zh-CN" b="1" kern="1200" cap="none" spc="0" normalizeH="0" baseline="0" noProof="0" dirty="0">
                  <a:solidFill>
                    <a:srgbClr val="FF0000"/>
                  </a:solidFill>
                  <a:effectLst>
                    <a:outerShdw blurRad="38100" dist="38100" dir="2700000" algn="tl">
                      <a:srgbClr val="C0C0C0"/>
                    </a:outerShdw>
                  </a:effectLst>
                  <a:latin typeface="Courier New" panose="02070409020205090404" pitchFamily="49" charset="0"/>
                  <a:ea typeface="宋体" pitchFamily="2" charset="-122"/>
                  <a:cs typeface="Courier New" panose="02070409020205090404" pitchFamily="49" charset="0"/>
                </a:rPr>
                <a:t>=1</a:t>
              </a:r>
              <a:endParaRPr kumimoji="0" lang="en-US" altLang="zh-CN" b="1" kern="1200" cap="none" spc="0" normalizeH="0" baseline="0" noProof="0" dirty="0">
                <a:solidFill>
                  <a:srgbClr val="FF0000"/>
                </a:solidFill>
                <a:effectLst>
                  <a:outerShdw blurRad="38100" dist="38100" dir="2700000" algn="tl">
                    <a:srgbClr val="C0C0C0"/>
                  </a:outerShdw>
                </a:effectLst>
                <a:latin typeface="Courier New" panose="02070409020205090404" pitchFamily="49" charset="0"/>
                <a:ea typeface="宋体" pitchFamily="2" charset="-122"/>
                <a:cs typeface="Courier New" panose="02070409020205090404" pitchFamily="49" charset="0"/>
              </a:endParaRPr>
            </a:p>
          </p:txBody>
        </p:sp>
      </p:grpSp>
      <p:grpSp>
        <p:nvGrpSpPr>
          <p:cNvPr id="5" name="Group 64"/>
          <p:cNvGrpSpPr/>
          <p:nvPr/>
        </p:nvGrpSpPr>
        <p:grpSpPr>
          <a:xfrm>
            <a:off x="7380288" y="2392363"/>
            <a:ext cx="1062037" cy="749300"/>
            <a:chOff x="1138" y="3060"/>
            <a:chExt cx="617" cy="472"/>
          </a:xfrm>
        </p:grpSpPr>
        <p:sp>
          <p:nvSpPr>
            <p:cNvPr id="71" name="Line 65"/>
            <p:cNvSpPr>
              <a:spLocks noChangeShapeType="1"/>
            </p:cNvSpPr>
            <p:nvPr/>
          </p:nvSpPr>
          <p:spPr bwMode="auto">
            <a:xfrm flipV="1">
              <a:off x="1355" y="3060"/>
              <a:ext cx="0" cy="265"/>
            </a:xfrm>
            <a:prstGeom prst="line">
              <a:avLst/>
            </a:prstGeom>
            <a:noFill/>
            <a:ln w="57150">
              <a:solidFill>
                <a:srgbClr val="FF0000"/>
              </a:solidFill>
              <a:round/>
              <a:tailEnd type="triangle" w="sm" len="med"/>
            </a:ln>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72" name="Text Box 66"/>
            <p:cNvSpPr txBox="1">
              <a:spLocks noChangeArrowheads="1"/>
            </p:cNvSpPr>
            <p:nvPr/>
          </p:nvSpPr>
          <p:spPr bwMode="auto">
            <a:xfrm>
              <a:off x="1138" y="3267"/>
              <a:ext cx="617" cy="265"/>
            </a:xfrm>
            <a:prstGeom prst="rect">
              <a:avLst/>
            </a:prstGeom>
            <a:noFill/>
            <a:ln w="9525">
              <a:noFill/>
              <a:miter lim="800000"/>
            </a:ln>
          </p:spPr>
          <p:txBody>
            <a:bodyPr/>
            <a:lstStyle/>
            <a:p>
              <a:pPr marR="0" algn="just" defTabSz="914400" eaLnBrk="1" hangingPunct="1">
                <a:lnSpc>
                  <a:spcPct val="90000"/>
                </a:lnSpc>
                <a:spcBef>
                  <a:spcPts val="590"/>
                </a:spcBef>
                <a:spcAft>
                  <a:spcPts val="590"/>
                </a:spcAft>
                <a:buClr>
                  <a:schemeClr val="tx2"/>
                </a:buClr>
                <a:buSzPct val="80000"/>
                <a:buFontTx/>
                <a:buNone/>
                <a:defRPr/>
              </a:pPr>
              <a:r>
                <a:rPr kumimoji="0" lang="en-US" altLang="zh-CN" b="1" kern="1200" cap="none" spc="0" normalizeH="0" baseline="0" noProof="0" dirty="0" err="1">
                  <a:solidFill>
                    <a:srgbClr val="FF0000"/>
                  </a:solidFill>
                  <a:effectLst>
                    <a:outerShdw blurRad="38100" dist="38100" dir="2700000" algn="tl">
                      <a:srgbClr val="C0C0C0"/>
                    </a:outerShdw>
                  </a:effectLst>
                  <a:latin typeface="Courier New" panose="02070409020205090404" pitchFamily="49" charset="0"/>
                  <a:ea typeface="宋体" pitchFamily="2" charset="-122"/>
                  <a:cs typeface="Courier New" panose="02070409020205090404" pitchFamily="49" charset="0"/>
                </a:rPr>
                <a:t>i</a:t>
              </a:r>
              <a:r>
                <a:rPr kumimoji="0" lang="en-US" altLang="zh-CN" b="1" kern="1200" cap="none" spc="0" normalizeH="0" baseline="0" noProof="0" dirty="0">
                  <a:solidFill>
                    <a:srgbClr val="FF0000"/>
                  </a:solidFill>
                  <a:effectLst>
                    <a:outerShdw blurRad="38100" dist="38100" dir="2700000" algn="tl">
                      <a:srgbClr val="C0C0C0"/>
                    </a:outerShdw>
                  </a:effectLst>
                  <a:latin typeface="Courier New" panose="02070409020205090404" pitchFamily="49" charset="0"/>
                  <a:ea typeface="宋体" pitchFamily="2" charset="-122"/>
                  <a:cs typeface="Courier New" panose="02070409020205090404" pitchFamily="49" charset="0"/>
                </a:rPr>
                <a:t>=1</a:t>
              </a:r>
              <a:endParaRPr kumimoji="0" lang="en-US" altLang="zh-CN" b="1" kern="1200" cap="none" spc="0" normalizeH="0" baseline="0" noProof="0" dirty="0">
                <a:solidFill>
                  <a:srgbClr val="FF0000"/>
                </a:solidFill>
                <a:effectLst>
                  <a:outerShdw blurRad="38100" dist="38100" dir="2700000" algn="tl">
                    <a:srgbClr val="C0C0C0"/>
                  </a:outerShdw>
                </a:effectLst>
                <a:latin typeface="Courier New" panose="02070409020205090404" pitchFamily="49" charset="0"/>
                <a:ea typeface="宋体" pitchFamily="2" charset="-122"/>
                <a:cs typeface="Courier New" panose="02070409020205090404" pitchFamily="49" charset="0"/>
              </a:endParaRPr>
            </a:p>
            <a:p>
              <a:pPr marR="0" algn="just" defTabSz="914400" eaLnBrk="1" hangingPunct="1">
                <a:lnSpc>
                  <a:spcPct val="90000"/>
                </a:lnSpc>
                <a:spcBef>
                  <a:spcPts val="590"/>
                </a:spcBef>
                <a:spcAft>
                  <a:spcPts val="590"/>
                </a:spcAft>
                <a:buClr>
                  <a:schemeClr val="tx2"/>
                </a:buClr>
                <a:buSzPct val="80000"/>
                <a:buFontTx/>
                <a:buNone/>
                <a:defRPr/>
              </a:pPr>
              <a:r>
                <a:rPr kumimoji="0" lang="en-US" altLang="zh-CN" b="1" kern="1200" cap="none" spc="0" normalizeH="0" baseline="0" noProof="0" dirty="0" err="1">
                  <a:solidFill>
                    <a:srgbClr val="FF0000"/>
                  </a:solidFill>
                  <a:effectLst>
                    <a:outerShdw blurRad="38100" dist="38100" dir="2700000" algn="tl">
                      <a:srgbClr val="C0C0C0"/>
                    </a:outerShdw>
                  </a:effectLst>
                  <a:latin typeface="Courier New" panose="02070409020205090404" pitchFamily="49" charset="0"/>
                  <a:ea typeface="宋体" pitchFamily="2" charset="-122"/>
                  <a:cs typeface="Courier New" panose="02070409020205090404" pitchFamily="49" charset="0"/>
                </a:rPr>
                <a:t>len</a:t>
              </a:r>
              <a:r>
                <a:rPr kumimoji="0" lang="en-US" altLang="zh-CN" b="1" kern="1200" cap="none" spc="0" normalizeH="0" baseline="0" noProof="0" dirty="0">
                  <a:solidFill>
                    <a:srgbClr val="FF0000"/>
                  </a:solidFill>
                  <a:effectLst>
                    <a:outerShdw blurRad="38100" dist="38100" dir="2700000" algn="tl">
                      <a:srgbClr val="C0C0C0"/>
                    </a:outerShdw>
                  </a:effectLst>
                  <a:latin typeface="Courier New" panose="02070409020205090404" pitchFamily="49" charset="0"/>
                  <a:ea typeface="宋体" pitchFamily="2" charset="-122"/>
                  <a:cs typeface="Courier New" panose="02070409020205090404" pitchFamily="49" charset="0"/>
                </a:rPr>
                <a:t>=2</a:t>
              </a:r>
              <a:endParaRPr kumimoji="0" lang="en-US" altLang="zh-CN" b="1" kern="1200" cap="none" spc="0" normalizeH="0" baseline="0" noProof="0" dirty="0">
                <a:solidFill>
                  <a:srgbClr val="FF0000"/>
                </a:solidFill>
                <a:effectLst>
                  <a:outerShdw blurRad="38100" dist="38100" dir="2700000" algn="tl">
                    <a:srgbClr val="C0C0C0"/>
                  </a:outerShdw>
                </a:effectLst>
                <a:latin typeface="Courier New" panose="02070409020205090404" pitchFamily="49" charset="0"/>
                <a:ea typeface="宋体" pitchFamily="2" charset="-122"/>
                <a:cs typeface="Courier New" panose="02070409020205090404" pitchFamily="49" charset="0"/>
              </a:endParaRPr>
            </a:p>
          </p:txBody>
        </p:sp>
      </p:grpSp>
      <p:grpSp>
        <p:nvGrpSpPr>
          <p:cNvPr id="6" name="Group 71"/>
          <p:cNvGrpSpPr/>
          <p:nvPr/>
        </p:nvGrpSpPr>
        <p:grpSpPr>
          <a:xfrm>
            <a:off x="8005763" y="2405063"/>
            <a:ext cx="1060450" cy="736600"/>
            <a:chOff x="1138" y="3060"/>
            <a:chExt cx="617" cy="464"/>
          </a:xfrm>
        </p:grpSpPr>
        <p:sp>
          <p:nvSpPr>
            <p:cNvPr id="74" name="Line 72"/>
            <p:cNvSpPr>
              <a:spLocks noChangeShapeType="1"/>
            </p:cNvSpPr>
            <p:nvPr/>
          </p:nvSpPr>
          <p:spPr bwMode="auto">
            <a:xfrm flipV="1">
              <a:off x="1355" y="3060"/>
              <a:ext cx="0" cy="265"/>
            </a:xfrm>
            <a:prstGeom prst="line">
              <a:avLst/>
            </a:prstGeom>
            <a:noFill/>
            <a:ln w="57150">
              <a:solidFill>
                <a:srgbClr val="FF0000"/>
              </a:solidFill>
              <a:round/>
              <a:tailEnd type="triangle" w="sm" len="med"/>
            </a:ln>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75" name="Text Box 73"/>
            <p:cNvSpPr txBox="1">
              <a:spLocks noChangeArrowheads="1"/>
            </p:cNvSpPr>
            <p:nvPr/>
          </p:nvSpPr>
          <p:spPr bwMode="auto">
            <a:xfrm>
              <a:off x="1138" y="3259"/>
              <a:ext cx="617" cy="265"/>
            </a:xfrm>
            <a:prstGeom prst="rect">
              <a:avLst/>
            </a:prstGeom>
            <a:noFill/>
            <a:ln w="9525">
              <a:noFill/>
              <a:miter lim="800000"/>
            </a:ln>
          </p:spPr>
          <p:txBody>
            <a:bodyPr/>
            <a:lstStyle/>
            <a:p>
              <a:pPr marR="0" algn="just" defTabSz="914400" eaLnBrk="1" hangingPunct="1">
                <a:lnSpc>
                  <a:spcPct val="90000"/>
                </a:lnSpc>
                <a:spcBef>
                  <a:spcPts val="590"/>
                </a:spcBef>
                <a:spcAft>
                  <a:spcPts val="590"/>
                </a:spcAft>
                <a:buClr>
                  <a:schemeClr val="tx2"/>
                </a:buClr>
                <a:buSzPct val="80000"/>
                <a:buFontTx/>
                <a:buNone/>
                <a:defRPr/>
              </a:pPr>
              <a:r>
                <a:rPr kumimoji="0" lang="en-US" altLang="zh-CN" b="1" kern="1200" cap="none" spc="0" normalizeH="0" baseline="0" noProof="0" dirty="0" err="1">
                  <a:solidFill>
                    <a:srgbClr val="FF0000"/>
                  </a:solidFill>
                  <a:effectLst>
                    <a:outerShdw blurRad="38100" dist="38100" dir="2700000" algn="tl">
                      <a:srgbClr val="C0C0C0"/>
                    </a:outerShdw>
                  </a:effectLst>
                  <a:latin typeface="Courier New" panose="02070409020205090404" pitchFamily="49" charset="0"/>
                  <a:ea typeface="宋体" pitchFamily="2" charset="-122"/>
                  <a:cs typeface="Courier New" panose="02070409020205090404" pitchFamily="49" charset="0"/>
                </a:rPr>
                <a:t>i</a:t>
              </a:r>
              <a:r>
                <a:rPr kumimoji="0" lang="en-US" altLang="zh-CN" b="1" kern="1200" cap="none" spc="0" normalizeH="0" baseline="0" noProof="0" dirty="0">
                  <a:solidFill>
                    <a:srgbClr val="FF0000"/>
                  </a:solidFill>
                  <a:effectLst>
                    <a:outerShdw blurRad="38100" dist="38100" dir="2700000" algn="tl">
                      <a:srgbClr val="C0C0C0"/>
                    </a:outerShdw>
                  </a:effectLst>
                  <a:latin typeface="Courier New" panose="02070409020205090404" pitchFamily="49" charset="0"/>
                  <a:ea typeface="宋体" pitchFamily="2" charset="-122"/>
                  <a:cs typeface="Courier New" panose="02070409020205090404" pitchFamily="49" charset="0"/>
                </a:rPr>
                <a:t>=2</a:t>
              </a:r>
              <a:endParaRPr kumimoji="0" lang="en-US" altLang="zh-CN" b="1" kern="1200" cap="none" spc="0" normalizeH="0" baseline="0" noProof="0" dirty="0">
                <a:solidFill>
                  <a:srgbClr val="FF0000"/>
                </a:solidFill>
                <a:effectLst>
                  <a:outerShdw blurRad="38100" dist="38100" dir="2700000" algn="tl">
                    <a:srgbClr val="C0C0C0"/>
                  </a:outerShdw>
                </a:effectLst>
                <a:latin typeface="Courier New" panose="02070409020205090404" pitchFamily="49" charset="0"/>
                <a:ea typeface="宋体" pitchFamily="2" charset="-122"/>
                <a:cs typeface="Courier New" panose="02070409020205090404" pitchFamily="49" charset="0"/>
              </a:endParaRPr>
            </a:p>
            <a:p>
              <a:pPr marR="0" algn="just" defTabSz="914400" eaLnBrk="1" hangingPunct="1">
                <a:lnSpc>
                  <a:spcPct val="90000"/>
                </a:lnSpc>
                <a:spcBef>
                  <a:spcPts val="590"/>
                </a:spcBef>
                <a:spcAft>
                  <a:spcPts val="590"/>
                </a:spcAft>
                <a:buClr>
                  <a:schemeClr val="tx2"/>
                </a:buClr>
                <a:buSzPct val="80000"/>
                <a:buFontTx/>
                <a:buNone/>
                <a:defRPr/>
              </a:pPr>
              <a:r>
                <a:rPr kumimoji="0" lang="en-US" altLang="zh-CN" b="1" kern="1200" cap="none" spc="0" normalizeH="0" baseline="0" noProof="0" dirty="0" err="1">
                  <a:solidFill>
                    <a:srgbClr val="FF0000"/>
                  </a:solidFill>
                  <a:effectLst>
                    <a:outerShdw blurRad="38100" dist="38100" dir="2700000" algn="tl">
                      <a:srgbClr val="C0C0C0"/>
                    </a:outerShdw>
                  </a:effectLst>
                  <a:latin typeface="Courier New" panose="02070409020205090404" pitchFamily="49" charset="0"/>
                  <a:ea typeface="宋体" pitchFamily="2" charset="-122"/>
                  <a:cs typeface="Courier New" panose="02070409020205090404" pitchFamily="49" charset="0"/>
                </a:rPr>
                <a:t>len</a:t>
              </a:r>
              <a:r>
                <a:rPr kumimoji="0" lang="en-US" altLang="zh-CN" b="1" kern="1200" cap="none" spc="0" normalizeH="0" baseline="0" noProof="0" dirty="0">
                  <a:solidFill>
                    <a:srgbClr val="FF0000"/>
                  </a:solidFill>
                  <a:effectLst>
                    <a:outerShdw blurRad="38100" dist="38100" dir="2700000" algn="tl">
                      <a:srgbClr val="C0C0C0"/>
                    </a:outerShdw>
                  </a:effectLst>
                  <a:latin typeface="Courier New" panose="02070409020205090404" pitchFamily="49" charset="0"/>
                  <a:ea typeface="宋体" pitchFamily="2" charset="-122"/>
                  <a:cs typeface="Courier New" panose="02070409020205090404" pitchFamily="49" charset="0"/>
                </a:rPr>
                <a:t>=3</a:t>
              </a:r>
              <a:endParaRPr kumimoji="0" lang="en-US" altLang="zh-CN" b="1" kern="1200" cap="none" spc="0" normalizeH="0" baseline="0" noProof="0" dirty="0">
                <a:solidFill>
                  <a:srgbClr val="FF0000"/>
                </a:solidFill>
                <a:effectLst>
                  <a:outerShdw blurRad="38100" dist="38100" dir="2700000" algn="tl">
                    <a:srgbClr val="C0C0C0"/>
                  </a:outerShdw>
                </a:effectLst>
                <a:latin typeface="Courier New" panose="02070409020205090404" pitchFamily="49" charset="0"/>
                <a:ea typeface="宋体" pitchFamily="2" charset="-122"/>
                <a:cs typeface="Courier New" panose="02070409020205090404" pitchFamily="49" charset="0"/>
              </a:endParaRPr>
            </a:p>
          </p:txBody>
        </p:sp>
      </p:grpSp>
      <p:grpSp>
        <p:nvGrpSpPr>
          <p:cNvPr id="7" name="Group 78"/>
          <p:cNvGrpSpPr/>
          <p:nvPr/>
        </p:nvGrpSpPr>
        <p:grpSpPr>
          <a:xfrm>
            <a:off x="8629650" y="2405063"/>
            <a:ext cx="1060450" cy="736600"/>
            <a:chOff x="1138" y="3060"/>
            <a:chExt cx="617" cy="464"/>
          </a:xfrm>
        </p:grpSpPr>
        <p:sp>
          <p:nvSpPr>
            <p:cNvPr id="77" name="Line 79"/>
            <p:cNvSpPr>
              <a:spLocks noChangeShapeType="1"/>
            </p:cNvSpPr>
            <p:nvPr/>
          </p:nvSpPr>
          <p:spPr bwMode="auto">
            <a:xfrm flipV="1">
              <a:off x="1355" y="3060"/>
              <a:ext cx="0" cy="265"/>
            </a:xfrm>
            <a:prstGeom prst="line">
              <a:avLst/>
            </a:prstGeom>
            <a:noFill/>
            <a:ln w="57150">
              <a:solidFill>
                <a:srgbClr val="FF0000"/>
              </a:solidFill>
              <a:round/>
              <a:tailEnd type="triangle" w="sm" len="med"/>
            </a:ln>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78" name="Text Box 80"/>
            <p:cNvSpPr txBox="1">
              <a:spLocks noChangeArrowheads="1"/>
            </p:cNvSpPr>
            <p:nvPr/>
          </p:nvSpPr>
          <p:spPr bwMode="auto">
            <a:xfrm>
              <a:off x="1138" y="3259"/>
              <a:ext cx="617" cy="265"/>
            </a:xfrm>
            <a:prstGeom prst="rect">
              <a:avLst/>
            </a:prstGeom>
            <a:noFill/>
            <a:ln w="9525">
              <a:noFill/>
              <a:miter lim="800000"/>
            </a:ln>
          </p:spPr>
          <p:txBody>
            <a:bodyPr/>
            <a:lstStyle/>
            <a:p>
              <a:pPr marR="0" algn="just" defTabSz="914400" eaLnBrk="1" hangingPunct="1">
                <a:lnSpc>
                  <a:spcPct val="90000"/>
                </a:lnSpc>
                <a:spcBef>
                  <a:spcPts val="590"/>
                </a:spcBef>
                <a:spcAft>
                  <a:spcPts val="590"/>
                </a:spcAft>
                <a:buClr>
                  <a:schemeClr val="tx2"/>
                </a:buClr>
                <a:buSzPct val="80000"/>
                <a:buFontTx/>
                <a:buNone/>
                <a:defRPr/>
              </a:pPr>
              <a:r>
                <a:rPr kumimoji="0" lang="en-US" altLang="zh-CN" b="1" kern="1200" cap="none" spc="0" normalizeH="0" baseline="0" noProof="0" dirty="0" err="1">
                  <a:solidFill>
                    <a:srgbClr val="FF0000"/>
                  </a:solidFill>
                  <a:effectLst>
                    <a:outerShdw blurRad="38100" dist="38100" dir="2700000" algn="tl">
                      <a:srgbClr val="C0C0C0"/>
                    </a:outerShdw>
                  </a:effectLst>
                  <a:latin typeface="Courier New" panose="02070409020205090404" pitchFamily="49" charset="0"/>
                  <a:ea typeface="宋体" pitchFamily="2" charset="-122"/>
                  <a:cs typeface="Courier New" panose="02070409020205090404" pitchFamily="49" charset="0"/>
                </a:rPr>
                <a:t>i</a:t>
              </a:r>
              <a:r>
                <a:rPr kumimoji="0" lang="en-US" altLang="zh-CN" b="1" kern="1200" cap="none" spc="0" normalizeH="0" baseline="0" noProof="0" dirty="0">
                  <a:solidFill>
                    <a:srgbClr val="FF0000"/>
                  </a:solidFill>
                  <a:effectLst>
                    <a:outerShdw blurRad="38100" dist="38100" dir="2700000" algn="tl">
                      <a:srgbClr val="C0C0C0"/>
                    </a:outerShdw>
                  </a:effectLst>
                  <a:latin typeface="Courier New" panose="02070409020205090404" pitchFamily="49" charset="0"/>
                  <a:ea typeface="宋体" pitchFamily="2" charset="-122"/>
                  <a:cs typeface="Courier New" panose="02070409020205090404" pitchFamily="49" charset="0"/>
                </a:rPr>
                <a:t>=3</a:t>
              </a:r>
              <a:endParaRPr kumimoji="0" lang="en-US" altLang="zh-CN" b="1" kern="1200" cap="none" spc="0" normalizeH="0" baseline="0" noProof="0" dirty="0">
                <a:solidFill>
                  <a:srgbClr val="FF0000"/>
                </a:solidFill>
                <a:effectLst>
                  <a:outerShdw blurRad="38100" dist="38100" dir="2700000" algn="tl">
                    <a:srgbClr val="C0C0C0"/>
                  </a:outerShdw>
                </a:effectLst>
                <a:latin typeface="Courier New" panose="02070409020205090404" pitchFamily="49" charset="0"/>
                <a:ea typeface="宋体" pitchFamily="2" charset="-122"/>
                <a:cs typeface="Courier New" panose="02070409020205090404" pitchFamily="49" charset="0"/>
              </a:endParaRPr>
            </a:p>
            <a:p>
              <a:pPr marR="0" algn="just" defTabSz="914400" eaLnBrk="1" hangingPunct="1">
                <a:lnSpc>
                  <a:spcPct val="90000"/>
                </a:lnSpc>
                <a:spcBef>
                  <a:spcPts val="590"/>
                </a:spcBef>
                <a:spcAft>
                  <a:spcPts val="590"/>
                </a:spcAft>
                <a:buClr>
                  <a:schemeClr val="tx2"/>
                </a:buClr>
                <a:buSzPct val="80000"/>
                <a:buFontTx/>
                <a:buNone/>
                <a:defRPr/>
              </a:pPr>
              <a:r>
                <a:rPr kumimoji="0" lang="en-US" altLang="zh-CN" b="1" kern="1200" cap="none" spc="0" normalizeH="0" baseline="0" noProof="0" dirty="0" err="1">
                  <a:solidFill>
                    <a:srgbClr val="FF0000"/>
                  </a:solidFill>
                  <a:effectLst>
                    <a:outerShdw blurRad="38100" dist="38100" dir="2700000" algn="tl">
                      <a:srgbClr val="C0C0C0"/>
                    </a:outerShdw>
                  </a:effectLst>
                  <a:latin typeface="Courier New" panose="02070409020205090404" pitchFamily="49" charset="0"/>
                  <a:ea typeface="宋体" pitchFamily="2" charset="-122"/>
                  <a:cs typeface="Courier New" panose="02070409020205090404" pitchFamily="49" charset="0"/>
                </a:rPr>
                <a:t>len</a:t>
              </a:r>
              <a:r>
                <a:rPr kumimoji="0" lang="en-US" altLang="zh-CN" b="1" kern="1200" cap="none" spc="0" normalizeH="0" baseline="0" noProof="0" dirty="0">
                  <a:solidFill>
                    <a:srgbClr val="FF0000"/>
                  </a:solidFill>
                  <a:effectLst>
                    <a:outerShdw blurRad="38100" dist="38100" dir="2700000" algn="tl">
                      <a:srgbClr val="C0C0C0"/>
                    </a:outerShdw>
                  </a:effectLst>
                  <a:latin typeface="Courier New" panose="02070409020205090404" pitchFamily="49" charset="0"/>
                  <a:ea typeface="宋体" pitchFamily="2" charset="-122"/>
                  <a:cs typeface="Courier New" panose="02070409020205090404" pitchFamily="49" charset="0"/>
                </a:rPr>
                <a:t>=4</a:t>
              </a:r>
              <a:endParaRPr kumimoji="0" lang="en-US" altLang="zh-CN" b="1" kern="1200" cap="none" spc="0" normalizeH="0" baseline="0" noProof="0" dirty="0">
                <a:solidFill>
                  <a:srgbClr val="FF0000"/>
                </a:solidFill>
                <a:effectLst>
                  <a:outerShdw blurRad="38100" dist="38100" dir="2700000" algn="tl">
                    <a:srgbClr val="C0C0C0"/>
                  </a:outerShdw>
                </a:effectLst>
                <a:latin typeface="Courier New" panose="02070409020205090404" pitchFamily="49" charset="0"/>
                <a:ea typeface="宋体" pitchFamily="2" charset="-122"/>
                <a:cs typeface="Courier New" panose="02070409020205090404" pitchFamily="49" charset="0"/>
              </a:endParaRPr>
            </a:p>
          </p:txBody>
        </p:sp>
      </p:grpSp>
      <p:grpSp>
        <p:nvGrpSpPr>
          <p:cNvPr id="8" name="Group 85"/>
          <p:cNvGrpSpPr/>
          <p:nvPr/>
        </p:nvGrpSpPr>
        <p:grpSpPr>
          <a:xfrm>
            <a:off x="9253538" y="2405063"/>
            <a:ext cx="1062037" cy="736600"/>
            <a:chOff x="1138" y="3060"/>
            <a:chExt cx="617" cy="464"/>
          </a:xfrm>
        </p:grpSpPr>
        <p:sp>
          <p:nvSpPr>
            <p:cNvPr id="80" name="Line 86"/>
            <p:cNvSpPr>
              <a:spLocks noChangeShapeType="1"/>
            </p:cNvSpPr>
            <p:nvPr/>
          </p:nvSpPr>
          <p:spPr bwMode="auto">
            <a:xfrm flipV="1">
              <a:off x="1355" y="3060"/>
              <a:ext cx="0" cy="265"/>
            </a:xfrm>
            <a:prstGeom prst="line">
              <a:avLst/>
            </a:prstGeom>
            <a:noFill/>
            <a:ln w="57150">
              <a:solidFill>
                <a:srgbClr val="FF0000"/>
              </a:solidFill>
              <a:round/>
              <a:tailEnd type="triangle" w="sm" len="med"/>
            </a:ln>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81" name="Text Box 87"/>
            <p:cNvSpPr txBox="1">
              <a:spLocks noChangeArrowheads="1"/>
            </p:cNvSpPr>
            <p:nvPr/>
          </p:nvSpPr>
          <p:spPr bwMode="auto">
            <a:xfrm>
              <a:off x="1138" y="3259"/>
              <a:ext cx="617" cy="265"/>
            </a:xfrm>
            <a:prstGeom prst="rect">
              <a:avLst/>
            </a:prstGeom>
            <a:noFill/>
            <a:ln w="9525">
              <a:noFill/>
              <a:miter lim="800000"/>
            </a:ln>
          </p:spPr>
          <p:txBody>
            <a:bodyPr/>
            <a:lstStyle/>
            <a:p>
              <a:pPr marR="0" algn="just" defTabSz="914400" eaLnBrk="1" hangingPunct="1">
                <a:lnSpc>
                  <a:spcPct val="90000"/>
                </a:lnSpc>
                <a:spcBef>
                  <a:spcPts val="590"/>
                </a:spcBef>
                <a:spcAft>
                  <a:spcPts val="590"/>
                </a:spcAft>
                <a:buClr>
                  <a:schemeClr val="tx2"/>
                </a:buClr>
                <a:buSzPct val="80000"/>
                <a:buFontTx/>
                <a:buNone/>
                <a:defRPr/>
              </a:pPr>
              <a:r>
                <a:rPr kumimoji="0" lang="en-US" altLang="zh-CN" b="1" kern="1200" cap="none" spc="0" normalizeH="0" baseline="0" noProof="0" dirty="0" err="1">
                  <a:solidFill>
                    <a:srgbClr val="FF0000"/>
                  </a:solidFill>
                  <a:effectLst>
                    <a:outerShdw blurRad="38100" dist="38100" dir="2700000" algn="tl">
                      <a:srgbClr val="C0C0C0"/>
                    </a:outerShdw>
                  </a:effectLst>
                  <a:latin typeface="Courier New" panose="02070409020205090404" pitchFamily="49" charset="0"/>
                  <a:ea typeface="宋体" pitchFamily="2" charset="-122"/>
                  <a:cs typeface="Courier New" panose="02070409020205090404" pitchFamily="49" charset="0"/>
                </a:rPr>
                <a:t>i</a:t>
              </a:r>
              <a:r>
                <a:rPr kumimoji="0" lang="en-US" altLang="zh-CN" b="1" kern="1200" cap="none" spc="0" normalizeH="0" baseline="0" noProof="0" dirty="0">
                  <a:solidFill>
                    <a:srgbClr val="FF0000"/>
                  </a:solidFill>
                  <a:effectLst>
                    <a:outerShdw blurRad="38100" dist="38100" dir="2700000" algn="tl">
                      <a:srgbClr val="C0C0C0"/>
                    </a:outerShdw>
                  </a:effectLst>
                  <a:latin typeface="Courier New" panose="02070409020205090404" pitchFamily="49" charset="0"/>
                  <a:ea typeface="宋体" pitchFamily="2" charset="-122"/>
                  <a:cs typeface="Courier New" panose="02070409020205090404" pitchFamily="49" charset="0"/>
                </a:rPr>
                <a:t>=4</a:t>
              </a:r>
              <a:endParaRPr kumimoji="0" lang="en-US" altLang="zh-CN" b="1" kern="1200" cap="none" spc="0" normalizeH="0" baseline="0" noProof="0" dirty="0">
                <a:solidFill>
                  <a:srgbClr val="FF0000"/>
                </a:solidFill>
                <a:effectLst>
                  <a:outerShdw blurRad="38100" dist="38100" dir="2700000" algn="tl">
                    <a:srgbClr val="C0C0C0"/>
                  </a:outerShdw>
                </a:effectLst>
                <a:latin typeface="Courier New" panose="02070409020205090404" pitchFamily="49" charset="0"/>
                <a:ea typeface="宋体" pitchFamily="2" charset="-122"/>
                <a:cs typeface="Courier New" panose="02070409020205090404" pitchFamily="49" charset="0"/>
              </a:endParaRPr>
            </a:p>
            <a:p>
              <a:pPr marR="0" algn="just" defTabSz="914400" eaLnBrk="1" hangingPunct="1">
                <a:lnSpc>
                  <a:spcPct val="90000"/>
                </a:lnSpc>
                <a:spcBef>
                  <a:spcPts val="590"/>
                </a:spcBef>
                <a:spcAft>
                  <a:spcPts val="590"/>
                </a:spcAft>
                <a:buClr>
                  <a:schemeClr val="tx2"/>
                </a:buClr>
                <a:buSzPct val="80000"/>
                <a:buFontTx/>
                <a:buNone/>
                <a:defRPr/>
              </a:pPr>
              <a:r>
                <a:rPr kumimoji="0" lang="en-US" altLang="zh-CN" b="1" kern="1200" cap="none" spc="0" normalizeH="0" baseline="0" noProof="0" dirty="0" err="1">
                  <a:solidFill>
                    <a:srgbClr val="FF0000"/>
                  </a:solidFill>
                  <a:effectLst>
                    <a:outerShdw blurRad="38100" dist="38100" dir="2700000" algn="tl">
                      <a:srgbClr val="C0C0C0"/>
                    </a:outerShdw>
                  </a:effectLst>
                  <a:latin typeface="Courier New" panose="02070409020205090404" pitchFamily="49" charset="0"/>
                  <a:ea typeface="宋体" pitchFamily="2" charset="-122"/>
                  <a:cs typeface="Courier New" panose="02070409020205090404" pitchFamily="49" charset="0"/>
                </a:rPr>
                <a:t>len</a:t>
              </a:r>
              <a:r>
                <a:rPr kumimoji="0" lang="en-US" altLang="zh-CN" b="1" kern="1200" cap="none" spc="0" normalizeH="0" baseline="0" noProof="0" dirty="0">
                  <a:solidFill>
                    <a:srgbClr val="FF0000"/>
                  </a:solidFill>
                  <a:effectLst>
                    <a:outerShdw blurRad="38100" dist="38100" dir="2700000" algn="tl">
                      <a:srgbClr val="C0C0C0"/>
                    </a:outerShdw>
                  </a:effectLst>
                  <a:latin typeface="Courier New" panose="02070409020205090404" pitchFamily="49" charset="0"/>
                  <a:ea typeface="宋体" pitchFamily="2" charset="-122"/>
                  <a:cs typeface="Courier New" panose="02070409020205090404" pitchFamily="49" charset="0"/>
                </a:rPr>
                <a:t>=5</a:t>
              </a:r>
              <a:endParaRPr kumimoji="0" lang="en-US" altLang="zh-CN" b="1" kern="1200" cap="none" spc="0" normalizeH="0" baseline="0" noProof="0" dirty="0">
                <a:solidFill>
                  <a:srgbClr val="FF0000"/>
                </a:solidFill>
                <a:effectLst>
                  <a:outerShdw blurRad="38100" dist="38100" dir="2700000" algn="tl">
                    <a:srgbClr val="C0C0C0"/>
                  </a:outerShdw>
                </a:effectLst>
                <a:latin typeface="Courier New" panose="02070409020205090404" pitchFamily="49" charset="0"/>
                <a:ea typeface="宋体" pitchFamily="2" charset="-122"/>
                <a:cs typeface="Courier New" panose="02070409020205090404" pitchFamily="49" charset="0"/>
              </a:endParaRPr>
            </a:p>
          </p:txBody>
        </p:sp>
      </p:grpSp>
      <p:grpSp>
        <p:nvGrpSpPr>
          <p:cNvPr id="9" name="Group 78"/>
          <p:cNvGrpSpPr/>
          <p:nvPr/>
        </p:nvGrpSpPr>
        <p:grpSpPr>
          <a:xfrm>
            <a:off x="9839325" y="2408238"/>
            <a:ext cx="1060450" cy="736600"/>
            <a:chOff x="1138" y="3060"/>
            <a:chExt cx="617" cy="464"/>
          </a:xfrm>
        </p:grpSpPr>
        <p:sp>
          <p:nvSpPr>
            <p:cNvPr id="83" name="Line 79"/>
            <p:cNvSpPr>
              <a:spLocks noChangeShapeType="1"/>
            </p:cNvSpPr>
            <p:nvPr/>
          </p:nvSpPr>
          <p:spPr bwMode="auto">
            <a:xfrm flipV="1">
              <a:off x="1355" y="3060"/>
              <a:ext cx="0" cy="265"/>
            </a:xfrm>
            <a:prstGeom prst="line">
              <a:avLst/>
            </a:prstGeom>
            <a:noFill/>
            <a:ln w="57150">
              <a:solidFill>
                <a:srgbClr val="FF0000"/>
              </a:solidFill>
              <a:round/>
              <a:tailEnd type="triangle" w="sm" len="med"/>
            </a:ln>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84" name="Text Box 80"/>
            <p:cNvSpPr txBox="1">
              <a:spLocks noChangeArrowheads="1"/>
            </p:cNvSpPr>
            <p:nvPr/>
          </p:nvSpPr>
          <p:spPr bwMode="auto">
            <a:xfrm>
              <a:off x="1138" y="3259"/>
              <a:ext cx="617" cy="265"/>
            </a:xfrm>
            <a:prstGeom prst="rect">
              <a:avLst/>
            </a:prstGeom>
            <a:noFill/>
            <a:ln w="9525">
              <a:noFill/>
              <a:miter lim="800000"/>
            </a:ln>
          </p:spPr>
          <p:txBody>
            <a:bodyPr/>
            <a:lstStyle/>
            <a:p>
              <a:pPr marR="0" algn="just" defTabSz="914400" eaLnBrk="1" hangingPunct="1">
                <a:lnSpc>
                  <a:spcPct val="90000"/>
                </a:lnSpc>
                <a:spcBef>
                  <a:spcPts val="590"/>
                </a:spcBef>
                <a:spcAft>
                  <a:spcPts val="590"/>
                </a:spcAft>
                <a:buClr>
                  <a:schemeClr val="tx2"/>
                </a:buClr>
                <a:buSzPct val="80000"/>
                <a:buFontTx/>
                <a:buNone/>
                <a:defRPr/>
              </a:pPr>
              <a:r>
                <a:rPr kumimoji="0" lang="en-US" altLang="zh-CN" b="1" kern="1200" cap="none" spc="0" normalizeH="0" baseline="0" noProof="0" dirty="0" err="1">
                  <a:solidFill>
                    <a:srgbClr val="FF0000"/>
                  </a:solidFill>
                  <a:effectLst>
                    <a:outerShdw blurRad="38100" dist="38100" dir="2700000" algn="tl">
                      <a:srgbClr val="C0C0C0"/>
                    </a:outerShdw>
                  </a:effectLst>
                  <a:latin typeface="Courier New" panose="02070409020205090404" pitchFamily="49" charset="0"/>
                  <a:ea typeface="宋体" pitchFamily="2" charset="-122"/>
                  <a:cs typeface="Courier New" panose="02070409020205090404" pitchFamily="49" charset="0"/>
                </a:rPr>
                <a:t>i</a:t>
              </a:r>
              <a:r>
                <a:rPr kumimoji="0" lang="en-US" altLang="zh-CN" b="1" kern="1200" cap="none" spc="0" normalizeH="0" baseline="0" noProof="0" dirty="0">
                  <a:solidFill>
                    <a:srgbClr val="FF0000"/>
                  </a:solidFill>
                  <a:effectLst>
                    <a:outerShdw blurRad="38100" dist="38100" dir="2700000" algn="tl">
                      <a:srgbClr val="C0C0C0"/>
                    </a:outerShdw>
                  </a:effectLst>
                  <a:latin typeface="Courier New" panose="02070409020205090404" pitchFamily="49" charset="0"/>
                  <a:ea typeface="宋体" pitchFamily="2" charset="-122"/>
                  <a:cs typeface="Courier New" panose="02070409020205090404" pitchFamily="49" charset="0"/>
                </a:rPr>
                <a:t>=5</a:t>
              </a:r>
              <a:endParaRPr kumimoji="0" lang="en-US" altLang="zh-CN" b="1" kern="1200" cap="none" spc="0" normalizeH="0" baseline="0" noProof="0" dirty="0">
                <a:solidFill>
                  <a:srgbClr val="FF0000"/>
                </a:solidFill>
                <a:effectLst>
                  <a:outerShdw blurRad="38100" dist="38100" dir="2700000" algn="tl">
                    <a:srgbClr val="C0C0C0"/>
                  </a:outerShdw>
                </a:effectLst>
                <a:latin typeface="Courier New" panose="02070409020205090404" pitchFamily="49" charset="0"/>
                <a:ea typeface="宋体" pitchFamily="2" charset="-122"/>
                <a:cs typeface="Courier New" panose="02070409020205090404" pitchFamily="49" charset="0"/>
              </a:endParaRPr>
            </a:p>
          </p:txBody>
        </p:sp>
      </p:grpSp>
      <p:sp>
        <p:nvSpPr>
          <p:cNvPr id="85" name="Text Box 48"/>
          <p:cNvSpPr txBox="1">
            <a:spLocks noChangeArrowheads="1"/>
          </p:cNvSpPr>
          <p:nvPr/>
        </p:nvSpPr>
        <p:spPr bwMode="auto">
          <a:xfrm>
            <a:off x="8805863" y="4508500"/>
            <a:ext cx="2016125" cy="349250"/>
          </a:xfrm>
          <a:prstGeom prst="rect">
            <a:avLst/>
          </a:prstGeom>
          <a:noFill/>
          <a:ln w="12700">
            <a:noFill/>
            <a:miter lim="800000"/>
            <a:headEnd type="none" w="sm" len="sm"/>
            <a:tailEnd type="none" w="sm" len="sm"/>
          </a:ln>
          <a:effectLst/>
        </p:spPr>
        <p:txBody>
          <a:bodyPr>
            <a:spAutoFit/>
          </a:bodyPr>
          <a:lstStyle/>
          <a:p>
            <a:pPr marR="0" defTabSz="914400" eaLnBrk="1" hangingPunct="1">
              <a:lnSpc>
                <a:spcPct val="90000"/>
              </a:lnSpc>
              <a:spcBef>
                <a:spcPct val="50000"/>
              </a:spcBef>
              <a:spcAft>
                <a:spcPts val="590"/>
              </a:spcAft>
              <a:buClr>
                <a:schemeClr val="tx2"/>
              </a:buClr>
              <a:buSzPct val="80000"/>
              <a:buFontTx/>
              <a:buNone/>
              <a:defRPr/>
            </a:pPr>
            <a:r>
              <a:rPr kumimoji="0" lang="fr-FR" altLang="zh-CN" sz="1800" b="1" kern="1200" cap="none" spc="0" normalizeH="0" baseline="0" noProof="0" dirty="0">
                <a:effectLst>
                  <a:outerShdw blurRad="38100" dist="38100" dir="2700000" algn="tl">
                    <a:srgbClr val="C0C0C0"/>
                  </a:outerShdw>
                </a:effectLst>
                <a:latin typeface="Courier New" panose="02070409020205090404" pitchFamily="49" charset="0"/>
                <a:ea typeface="宋体" pitchFamily="2" charset="-122"/>
                <a:cs typeface="+mn-cs"/>
              </a:rPr>
              <a:t>str[i]=='\0</a:t>
            </a:r>
            <a:r>
              <a:rPr kumimoji="0" lang="en-US" altLang="zh-CN" sz="1800" b="1" kern="1200" cap="none" spc="0" normalizeH="0" baseline="0" noProof="0" dirty="0">
                <a:effectLst>
                  <a:outerShdw blurRad="38100" dist="38100" dir="2700000" algn="tl">
                    <a:srgbClr val="C0C0C0"/>
                  </a:outerShdw>
                </a:effectLst>
                <a:latin typeface="Courier New" panose="02070409020205090404" pitchFamily="49" charset="0"/>
                <a:ea typeface="宋体" pitchFamily="2" charset="-122"/>
                <a:cs typeface="+mn-cs"/>
              </a:rPr>
              <a:t>'</a:t>
            </a:r>
            <a:endParaRPr kumimoji="0" lang="en-US" altLang="zh-CN" sz="1800" b="1" kern="1200" cap="none" spc="0" normalizeH="0" baseline="0" noProof="0" dirty="0">
              <a:effectLst>
                <a:outerShdw blurRad="38100" dist="38100" dir="2700000" algn="tl">
                  <a:srgbClr val="C0C0C0"/>
                </a:outerShdw>
              </a:effectLst>
              <a:latin typeface="Courier New" panose="02070409020205090404" pitchFamily="49" charset="0"/>
              <a:ea typeface="宋体" pitchFamily="2" charset="-122"/>
              <a:cs typeface="+mn-cs"/>
            </a:endParaRPr>
          </a:p>
        </p:txBody>
      </p:sp>
      <p:grpSp>
        <p:nvGrpSpPr>
          <p:cNvPr id="11" name="组合 115"/>
          <p:cNvGrpSpPr/>
          <p:nvPr/>
        </p:nvGrpSpPr>
        <p:grpSpPr>
          <a:xfrm>
            <a:off x="6242050" y="4365625"/>
            <a:ext cx="4291013" cy="1019175"/>
            <a:chOff x="5158457" y="4365108"/>
            <a:chExt cx="4291043" cy="1019175"/>
          </a:xfrm>
        </p:grpSpPr>
        <p:grpSp>
          <p:nvGrpSpPr>
            <p:cNvPr id="85033" name="Group 4"/>
            <p:cNvGrpSpPr/>
            <p:nvPr/>
          </p:nvGrpSpPr>
          <p:grpSpPr>
            <a:xfrm>
              <a:off x="5741094" y="4881046"/>
              <a:ext cx="3708406" cy="503237"/>
              <a:chOff x="839" y="1389"/>
              <a:chExt cx="2156" cy="317"/>
            </a:xfrm>
          </p:grpSpPr>
          <p:grpSp>
            <p:nvGrpSpPr>
              <p:cNvPr id="85037" name="Group 5"/>
              <p:cNvGrpSpPr/>
              <p:nvPr/>
            </p:nvGrpSpPr>
            <p:grpSpPr>
              <a:xfrm>
                <a:off x="839" y="1389"/>
                <a:ext cx="2115" cy="317"/>
                <a:chOff x="1474" y="1389"/>
                <a:chExt cx="2115" cy="317"/>
              </a:xfrm>
            </p:grpSpPr>
            <p:sp>
              <p:nvSpPr>
                <p:cNvPr id="89" name="Rectangle 6"/>
                <p:cNvSpPr>
                  <a:spLocks noChangeArrowheads="1"/>
                </p:cNvSpPr>
                <p:nvPr/>
              </p:nvSpPr>
              <p:spPr bwMode="auto">
                <a:xfrm>
                  <a:off x="1474" y="1389"/>
                  <a:ext cx="2115" cy="317"/>
                </a:xfrm>
                <a:prstGeom prst="rect">
                  <a:avLst/>
                </a:prstGeom>
                <a:noFill/>
                <a:ln w="57150">
                  <a:solidFill>
                    <a:srgbClr val="000080"/>
                  </a:solidFill>
                  <a:miter lim="800000"/>
                </a:ln>
                <a:effectLst/>
              </p:spPr>
              <p:txBody>
                <a:bodyPr wrap="none" anchor="ct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90" name="Line 7"/>
                <p:cNvSpPr>
                  <a:spLocks noChangeShapeType="1"/>
                </p:cNvSpPr>
                <p:nvPr/>
              </p:nvSpPr>
              <p:spPr bwMode="auto">
                <a:xfrm>
                  <a:off x="1837" y="1389"/>
                  <a:ext cx="0" cy="317"/>
                </a:xfrm>
                <a:prstGeom prst="line">
                  <a:avLst/>
                </a:prstGeom>
                <a:noFill/>
                <a:ln w="38100">
                  <a:solidFill>
                    <a:srgbClr val="000080"/>
                  </a:solidFill>
                  <a:round/>
                  <a:headEnd type="none" w="sm" len="sm"/>
                  <a:tailEnd type="none" w="sm" len="sm"/>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91" name="Line 8"/>
                <p:cNvSpPr>
                  <a:spLocks noChangeShapeType="1"/>
                </p:cNvSpPr>
                <p:nvPr/>
              </p:nvSpPr>
              <p:spPr bwMode="auto">
                <a:xfrm>
                  <a:off x="2200" y="1389"/>
                  <a:ext cx="0" cy="317"/>
                </a:xfrm>
                <a:prstGeom prst="line">
                  <a:avLst/>
                </a:prstGeom>
                <a:noFill/>
                <a:ln w="38100">
                  <a:solidFill>
                    <a:srgbClr val="000080"/>
                  </a:solidFill>
                  <a:round/>
                  <a:headEnd type="none" w="sm" len="sm"/>
                  <a:tailEnd type="none" w="sm" len="sm"/>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92" name="Line 9"/>
                <p:cNvSpPr>
                  <a:spLocks noChangeShapeType="1"/>
                </p:cNvSpPr>
                <p:nvPr/>
              </p:nvSpPr>
              <p:spPr bwMode="auto">
                <a:xfrm>
                  <a:off x="2562" y="1389"/>
                  <a:ext cx="0" cy="317"/>
                </a:xfrm>
                <a:prstGeom prst="line">
                  <a:avLst/>
                </a:prstGeom>
                <a:noFill/>
                <a:ln w="38100">
                  <a:solidFill>
                    <a:srgbClr val="000080"/>
                  </a:solidFill>
                  <a:round/>
                  <a:headEnd type="none" w="sm" len="sm"/>
                  <a:tailEnd type="none" w="sm" len="sm"/>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93" name="Line 10"/>
                <p:cNvSpPr>
                  <a:spLocks noChangeShapeType="1"/>
                </p:cNvSpPr>
                <p:nvPr/>
              </p:nvSpPr>
              <p:spPr bwMode="auto">
                <a:xfrm>
                  <a:off x="2925" y="1389"/>
                  <a:ext cx="0" cy="317"/>
                </a:xfrm>
                <a:prstGeom prst="line">
                  <a:avLst/>
                </a:prstGeom>
                <a:noFill/>
                <a:ln w="38100">
                  <a:solidFill>
                    <a:srgbClr val="000080"/>
                  </a:solidFill>
                  <a:round/>
                  <a:headEnd type="none" w="sm" len="sm"/>
                  <a:tailEnd type="none" w="sm" len="sm"/>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94" name="Line 11"/>
                <p:cNvSpPr>
                  <a:spLocks noChangeShapeType="1"/>
                </p:cNvSpPr>
                <p:nvPr/>
              </p:nvSpPr>
              <p:spPr bwMode="auto">
                <a:xfrm>
                  <a:off x="3289" y="1389"/>
                  <a:ext cx="0" cy="317"/>
                </a:xfrm>
                <a:prstGeom prst="line">
                  <a:avLst/>
                </a:prstGeom>
                <a:noFill/>
                <a:ln w="38100">
                  <a:solidFill>
                    <a:srgbClr val="000080"/>
                  </a:solidFill>
                  <a:round/>
                  <a:headEnd type="none" w="sm" len="sm"/>
                  <a:tailEnd type="none" w="sm" len="sm"/>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grpSp>
          <p:sp>
            <p:nvSpPr>
              <p:cNvPr id="88" name="Text Box 18"/>
              <p:cNvSpPr txBox="1">
                <a:spLocks noChangeArrowheads="1"/>
              </p:cNvSpPr>
              <p:nvPr/>
            </p:nvSpPr>
            <p:spPr bwMode="auto">
              <a:xfrm>
                <a:off x="859" y="1393"/>
                <a:ext cx="2136" cy="268"/>
              </a:xfrm>
              <a:prstGeom prst="rect">
                <a:avLst/>
              </a:prstGeom>
              <a:noFill/>
              <a:ln w="12700">
                <a:noFill/>
                <a:miter lim="800000"/>
                <a:headEnd type="none" w="sm" len="sm"/>
                <a:tailEnd type="none" w="sm" len="sm"/>
              </a:ln>
              <a:effectLst/>
            </p:spPr>
            <p:txBody>
              <a:bodyPr>
                <a:spAutoFit/>
              </a:bodyPr>
              <a:lstStyle/>
              <a:p>
                <a:pPr marR="0" defTabSz="914400" eaLnBrk="1" hangingPunct="1">
                  <a:lnSpc>
                    <a:spcPct val="90000"/>
                  </a:lnSpc>
                  <a:spcBef>
                    <a:spcPct val="50000"/>
                  </a:spcBef>
                  <a:spcAft>
                    <a:spcPts val="590"/>
                  </a:spcAft>
                  <a:buClr>
                    <a:schemeClr val="tx2"/>
                  </a:buClr>
                  <a:buSzPct val="80000"/>
                  <a:buFontTx/>
                  <a:buNone/>
                  <a:defRPr/>
                </a:pPr>
                <a:r>
                  <a:rPr kumimoji="0" lang="en-US" altLang="zh-CN" kern="1200" cap="none" spc="0" normalizeH="0" baseline="0" noProof="0" dirty="0">
                    <a:effectLst>
                      <a:outerShdw blurRad="38100" dist="38100" dir="2700000" algn="tl">
                        <a:srgbClr val="C0C0C0"/>
                      </a:outerShdw>
                    </a:effectLst>
                    <a:latin typeface="Arial" panose="020B0604020202090204" pitchFamily="34" charset="0"/>
                    <a:ea typeface="宋体" pitchFamily="2" charset="-122"/>
                    <a:cs typeface="+mn-cs"/>
                  </a:rPr>
                  <a:t> </a:t>
                </a:r>
                <a:r>
                  <a:rPr kumimoji="0" lang="en-US" altLang="zh-CN" sz="2400" kern="1200" cap="none" spc="0" normalizeH="0" baseline="0" noProof="0" dirty="0">
                    <a:effectLst>
                      <a:outerShdw blurRad="38100" dist="38100" dir="2700000" algn="tl">
                        <a:srgbClr val="C0C0C0"/>
                      </a:outerShdw>
                    </a:effectLst>
                    <a:latin typeface="Arial" panose="020B0604020202090204" pitchFamily="34" charset="0"/>
                    <a:ea typeface="宋体" pitchFamily="2" charset="-122"/>
                    <a:cs typeface="+mn-cs"/>
                  </a:rPr>
                  <a:t>H     e     l        </a:t>
                </a:r>
                <a:r>
                  <a:rPr kumimoji="0" lang="en-US" altLang="zh-CN" sz="2400" kern="1200" cap="none" spc="0" normalizeH="0" baseline="0" noProof="0" dirty="0" err="1">
                    <a:effectLst>
                      <a:outerShdw blurRad="38100" dist="38100" dir="2700000" algn="tl">
                        <a:srgbClr val="C0C0C0"/>
                      </a:outerShdw>
                    </a:effectLst>
                    <a:latin typeface="Arial" panose="020B0604020202090204" pitchFamily="34" charset="0"/>
                    <a:ea typeface="宋体" pitchFamily="2" charset="-122"/>
                    <a:cs typeface="+mn-cs"/>
                  </a:rPr>
                  <a:t>l</a:t>
                </a:r>
                <a:r>
                  <a:rPr kumimoji="0" lang="en-US" altLang="zh-CN" sz="2400" kern="1200" cap="none" spc="0" normalizeH="0" baseline="0" noProof="0" dirty="0">
                    <a:effectLst>
                      <a:outerShdw blurRad="38100" dist="38100" dir="2700000" algn="tl">
                        <a:srgbClr val="C0C0C0"/>
                      </a:outerShdw>
                    </a:effectLst>
                    <a:latin typeface="Arial" panose="020B0604020202090204" pitchFamily="34" charset="0"/>
                    <a:ea typeface="宋体" pitchFamily="2" charset="-122"/>
                    <a:cs typeface="+mn-cs"/>
                  </a:rPr>
                  <a:t>     o      </a:t>
                </a:r>
                <a:r>
                  <a:rPr kumimoji="0" lang="en-US" altLang="zh-CN" sz="2400" b="1" kern="1200" cap="none" spc="0" normalizeH="0" baseline="0" noProof="0" dirty="0">
                    <a:solidFill>
                      <a:srgbClr val="FF3300"/>
                    </a:solidFill>
                    <a:effectLst>
                      <a:outerShdw blurRad="38100" dist="38100" dir="2700000" algn="tl">
                        <a:srgbClr val="C0C0C0"/>
                      </a:outerShdw>
                    </a:effectLst>
                    <a:latin typeface="Arial" panose="020B0604020202090204" pitchFamily="34" charset="0"/>
                    <a:ea typeface="宋体" pitchFamily="2" charset="-122"/>
                    <a:cs typeface="+mn-cs"/>
                  </a:rPr>
                  <a:t>\0</a:t>
                </a:r>
                <a:r>
                  <a:rPr kumimoji="0" lang="en-US" altLang="zh-CN" sz="2400" kern="1200" cap="none" spc="0" normalizeH="0" baseline="0" noProof="0" dirty="0">
                    <a:effectLst>
                      <a:outerShdw blurRad="38100" dist="38100" dir="2700000" algn="tl">
                        <a:srgbClr val="C0C0C0"/>
                      </a:outerShdw>
                    </a:effectLst>
                    <a:latin typeface="Arial" panose="020B0604020202090204" pitchFamily="34" charset="0"/>
                    <a:ea typeface="宋体" pitchFamily="2" charset="-122"/>
                    <a:cs typeface="+mn-cs"/>
                  </a:rPr>
                  <a:t>     </a:t>
                </a:r>
                <a:endParaRPr kumimoji="0" lang="en-US" altLang="zh-CN" sz="2400" kern="1200" cap="none" spc="0" normalizeH="0" baseline="0" noProof="0" dirty="0">
                  <a:effectLst>
                    <a:outerShdw blurRad="38100" dist="38100" dir="2700000" algn="tl">
                      <a:srgbClr val="C0C0C0"/>
                    </a:outerShdw>
                  </a:effectLst>
                  <a:latin typeface="Arial" panose="020B0604020202090204" pitchFamily="34" charset="0"/>
                  <a:ea typeface="宋体" pitchFamily="2" charset="-122"/>
                  <a:cs typeface="+mn-cs"/>
                </a:endParaRPr>
              </a:p>
            </p:txBody>
          </p:sp>
        </p:grpSp>
        <p:sp>
          <p:nvSpPr>
            <p:cNvPr id="95" name="Text Box 34"/>
            <p:cNvSpPr txBox="1">
              <a:spLocks noChangeArrowheads="1"/>
            </p:cNvSpPr>
            <p:nvPr/>
          </p:nvSpPr>
          <p:spPr bwMode="auto">
            <a:xfrm>
              <a:off x="5158457" y="4950896"/>
              <a:ext cx="763593" cy="377825"/>
            </a:xfrm>
            <a:prstGeom prst="rect">
              <a:avLst/>
            </a:prstGeom>
            <a:noFill/>
            <a:ln w="12700">
              <a:noFill/>
              <a:miter lim="800000"/>
              <a:headEnd type="none" w="sm" len="sm"/>
              <a:tailEnd type="none" w="sm" len="sm"/>
            </a:ln>
            <a:effectLst/>
          </p:spPr>
          <p:txBody>
            <a:bodyPr>
              <a:spAutoFit/>
            </a:bodyPr>
            <a:lstStyle/>
            <a:p>
              <a:pPr marR="0" defTabSz="914400" eaLnBrk="1" hangingPunct="1">
                <a:lnSpc>
                  <a:spcPct val="90000"/>
                </a:lnSpc>
                <a:spcBef>
                  <a:spcPct val="50000"/>
                </a:spcBef>
                <a:spcAft>
                  <a:spcPts val="590"/>
                </a:spcAft>
                <a:buClr>
                  <a:schemeClr val="tx2"/>
                </a:buClr>
                <a:buSzPct val="80000"/>
                <a:buFontTx/>
                <a:buNone/>
                <a:defRPr/>
              </a:pPr>
              <a:r>
                <a:rPr kumimoji="0" lang="en-US" altLang="zh-CN" b="1" kern="1200" cap="none" spc="0" normalizeH="0" baseline="0" noProof="0" dirty="0" err="1">
                  <a:effectLst>
                    <a:outerShdw blurRad="38100" dist="38100" dir="2700000" algn="tl">
                      <a:srgbClr val="C0C0C0"/>
                    </a:outerShdw>
                  </a:effectLst>
                  <a:latin typeface="Courier New" panose="02070409020205090404" pitchFamily="49" charset="0"/>
                  <a:ea typeface="宋体" pitchFamily="2" charset="-122"/>
                  <a:cs typeface="+mn-cs"/>
                </a:rPr>
                <a:t>str</a:t>
              </a:r>
              <a:endParaRPr kumimoji="0" lang="en-US" altLang="zh-CN" b="1" kern="1200" cap="none" spc="0" normalizeH="0" baseline="0" noProof="0" dirty="0">
                <a:effectLst>
                  <a:outerShdw blurRad="38100" dist="38100" dir="2700000" algn="tl">
                    <a:srgbClr val="C0C0C0"/>
                  </a:outerShdw>
                </a:effectLst>
                <a:latin typeface="Courier New" panose="02070409020205090404" pitchFamily="49" charset="0"/>
                <a:ea typeface="宋体" pitchFamily="2" charset="-122"/>
                <a:cs typeface="+mn-cs"/>
              </a:endParaRPr>
            </a:p>
          </p:txBody>
        </p:sp>
        <p:sp>
          <p:nvSpPr>
            <p:cNvPr id="96" name="Line 51"/>
            <p:cNvSpPr>
              <a:spLocks noChangeShapeType="1"/>
            </p:cNvSpPr>
            <p:nvPr/>
          </p:nvSpPr>
          <p:spPr bwMode="auto">
            <a:xfrm>
              <a:off x="5775999" y="4725471"/>
              <a:ext cx="1092208" cy="0"/>
            </a:xfrm>
            <a:prstGeom prst="line">
              <a:avLst/>
            </a:prstGeom>
            <a:noFill/>
            <a:ln w="38100">
              <a:solidFill>
                <a:srgbClr val="FF0000"/>
              </a:solidFill>
              <a:round/>
              <a:tailEnd type="triangle" w="sm" len="med"/>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97" name="Text Box 56"/>
            <p:cNvSpPr txBox="1">
              <a:spLocks noChangeArrowheads="1"/>
            </p:cNvSpPr>
            <p:nvPr/>
          </p:nvSpPr>
          <p:spPr bwMode="auto">
            <a:xfrm>
              <a:off x="5745836" y="4365108"/>
              <a:ext cx="1490673" cy="420688"/>
            </a:xfrm>
            <a:prstGeom prst="rect">
              <a:avLst/>
            </a:prstGeom>
            <a:noFill/>
            <a:ln w="9525">
              <a:noFill/>
              <a:miter lim="800000"/>
            </a:ln>
          </p:spPr>
          <p:txBody>
            <a:bodyPr/>
            <a:lstStyle/>
            <a:p>
              <a:pPr marR="0" algn="just" defTabSz="914400" eaLnBrk="1" hangingPunct="1">
                <a:lnSpc>
                  <a:spcPct val="90000"/>
                </a:lnSpc>
                <a:spcBef>
                  <a:spcPts val="590"/>
                </a:spcBef>
                <a:spcAft>
                  <a:spcPts val="590"/>
                </a:spcAft>
                <a:buClr>
                  <a:schemeClr val="tx2"/>
                </a:buClr>
                <a:buSzPct val="80000"/>
                <a:buFontTx/>
                <a:buNone/>
                <a:defRPr/>
              </a:pPr>
              <a:r>
                <a:rPr kumimoji="0" lang="fr-FR" altLang="zh-CN" b="1" kern="1200" cap="none" spc="0" normalizeH="0" baseline="0" noProof="0" dirty="0">
                  <a:latin typeface="Courier New" panose="02070409020205090404" pitchFamily="49" charset="0"/>
                  <a:ea typeface="宋体" pitchFamily="2" charset="-122"/>
                  <a:cs typeface="+mn-cs"/>
                </a:rPr>
                <a:t>pStr</a:t>
              </a:r>
              <a:r>
                <a:rPr kumimoji="0" lang="en-US" altLang="zh-CN" b="1" kern="1200" cap="none" spc="0" normalizeH="0" baseline="0" noProof="0" dirty="0">
                  <a:latin typeface="Courier New" panose="02070409020205090404" pitchFamily="49" charset="0"/>
                  <a:ea typeface="宋体" pitchFamily="2" charset="-122"/>
                  <a:cs typeface="Courier New" panose="02070409020205090404" pitchFamily="49" charset="0"/>
                </a:rPr>
                <a:t>++</a:t>
              </a:r>
              <a:endParaRPr kumimoji="0" lang="en-US" altLang="zh-CN" b="1" kern="1200" cap="none" spc="0" normalizeH="0" baseline="0" noProof="0" dirty="0">
                <a:effectLst>
                  <a:outerShdw blurRad="38100" dist="38100" dir="2700000" algn="tl">
                    <a:srgbClr val="C0C0C0"/>
                  </a:outerShdw>
                </a:effectLst>
                <a:latin typeface="Courier New" panose="02070409020205090404" pitchFamily="49" charset="0"/>
                <a:ea typeface="宋体" pitchFamily="2" charset="-122"/>
                <a:cs typeface="Courier New" panose="02070409020205090404" pitchFamily="49" charset="0"/>
              </a:endParaRPr>
            </a:p>
          </p:txBody>
        </p:sp>
      </p:grpSp>
      <p:grpSp>
        <p:nvGrpSpPr>
          <p:cNvPr id="14" name="Group 57"/>
          <p:cNvGrpSpPr/>
          <p:nvPr/>
        </p:nvGrpSpPr>
        <p:grpSpPr>
          <a:xfrm>
            <a:off x="6789738" y="5199063"/>
            <a:ext cx="1062037" cy="750887"/>
            <a:chOff x="1138" y="3060"/>
            <a:chExt cx="617" cy="473"/>
          </a:xfrm>
        </p:grpSpPr>
        <p:sp>
          <p:nvSpPr>
            <p:cNvPr id="99" name="Line 58"/>
            <p:cNvSpPr>
              <a:spLocks noChangeShapeType="1"/>
            </p:cNvSpPr>
            <p:nvPr/>
          </p:nvSpPr>
          <p:spPr bwMode="auto">
            <a:xfrm flipV="1">
              <a:off x="1355" y="3060"/>
              <a:ext cx="0" cy="265"/>
            </a:xfrm>
            <a:prstGeom prst="line">
              <a:avLst/>
            </a:prstGeom>
            <a:noFill/>
            <a:ln w="57150">
              <a:solidFill>
                <a:srgbClr val="FF0000"/>
              </a:solidFill>
              <a:round/>
              <a:tailEnd type="triangle" w="sm" len="med"/>
            </a:ln>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100" name="Text Box 59"/>
            <p:cNvSpPr txBox="1">
              <a:spLocks noChangeArrowheads="1"/>
            </p:cNvSpPr>
            <p:nvPr/>
          </p:nvSpPr>
          <p:spPr bwMode="auto">
            <a:xfrm>
              <a:off x="1138" y="3268"/>
              <a:ext cx="617" cy="265"/>
            </a:xfrm>
            <a:prstGeom prst="rect">
              <a:avLst/>
            </a:prstGeom>
            <a:noFill/>
            <a:ln w="9525">
              <a:noFill/>
              <a:miter lim="800000"/>
            </a:ln>
          </p:spPr>
          <p:txBody>
            <a:bodyPr/>
            <a:lstStyle/>
            <a:p>
              <a:pPr marR="0" algn="just" defTabSz="914400" eaLnBrk="1" hangingPunct="1">
                <a:lnSpc>
                  <a:spcPct val="90000"/>
                </a:lnSpc>
                <a:spcBef>
                  <a:spcPts val="590"/>
                </a:spcBef>
                <a:spcAft>
                  <a:spcPts val="590"/>
                </a:spcAft>
                <a:buClr>
                  <a:schemeClr val="tx2"/>
                </a:buClr>
                <a:buSzPct val="80000"/>
                <a:buFontTx/>
                <a:buNone/>
                <a:defRPr/>
              </a:pPr>
              <a:r>
                <a:rPr kumimoji="0" lang="en-US" altLang="zh-CN" b="1" kern="1200" cap="none" spc="0" normalizeH="0" baseline="0" noProof="0" dirty="0" err="1">
                  <a:solidFill>
                    <a:srgbClr val="FF0000"/>
                  </a:solidFill>
                  <a:effectLst>
                    <a:outerShdw blurRad="38100" dist="38100" dir="2700000" algn="tl">
                      <a:srgbClr val="C0C0C0"/>
                    </a:outerShdw>
                  </a:effectLst>
                  <a:latin typeface="Courier New" panose="02070409020205090404" pitchFamily="49" charset="0"/>
                  <a:ea typeface="宋体" pitchFamily="2" charset="-122"/>
                  <a:cs typeface="Courier New" panose="02070409020205090404" pitchFamily="49" charset="0"/>
                </a:rPr>
                <a:t>pStr</a:t>
              </a:r>
              <a:endParaRPr kumimoji="0" lang="en-US" altLang="zh-CN" b="1" kern="1200" cap="none" spc="0" normalizeH="0" baseline="0" noProof="0" dirty="0">
                <a:solidFill>
                  <a:srgbClr val="FF0000"/>
                </a:solidFill>
                <a:effectLst>
                  <a:outerShdw blurRad="38100" dist="38100" dir="2700000" algn="tl">
                    <a:srgbClr val="C0C0C0"/>
                  </a:outerShdw>
                </a:effectLst>
                <a:latin typeface="Courier New" panose="02070409020205090404" pitchFamily="49" charset="0"/>
                <a:ea typeface="宋体" pitchFamily="2" charset="-122"/>
                <a:cs typeface="Courier New" panose="02070409020205090404" pitchFamily="49" charset="0"/>
              </a:endParaRPr>
            </a:p>
            <a:p>
              <a:pPr marR="0" algn="just" defTabSz="914400" eaLnBrk="1" hangingPunct="1">
                <a:lnSpc>
                  <a:spcPct val="90000"/>
                </a:lnSpc>
                <a:spcBef>
                  <a:spcPts val="590"/>
                </a:spcBef>
                <a:spcAft>
                  <a:spcPts val="590"/>
                </a:spcAft>
                <a:buClr>
                  <a:schemeClr val="tx2"/>
                </a:buClr>
                <a:buSzPct val="80000"/>
                <a:buFontTx/>
                <a:buNone/>
                <a:defRPr/>
              </a:pPr>
              <a:r>
                <a:rPr kumimoji="0" lang="en-US" altLang="zh-CN" b="1" kern="1200" cap="none" spc="0" normalizeH="0" baseline="0" noProof="0" dirty="0" err="1">
                  <a:solidFill>
                    <a:srgbClr val="FF0000"/>
                  </a:solidFill>
                  <a:effectLst>
                    <a:outerShdw blurRad="38100" dist="38100" dir="2700000" algn="tl">
                      <a:srgbClr val="C0C0C0"/>
                    </a:outerShdw>
                  </a:effectLst>
                  <a:latin typeface="Courier New" panose="02070409020205090404" pitchFamily="49" charset="0"/>
                  <a:ea typeface="宋体" pitchFamily="2" charset="-122"/>
                  <a:cs typeface="Courier New" panose="02070409020205090404" pitchFamily="49" charset="0"/>
                </a:rPr>
                <a:t>len</a:t>
              </a:r>
              <a:r>
                <a:rPr kumimoji="0" lang="en-US" altLang="zh-CN" b="1" kern="1200" cap="none" spc="0" normalizeH="0" baseline="0" noProof="0" dirty="0">
                  <a:solidFill>
                    <a:srgbClr val="FF0000"/>
                  </a:solidFill>
                  <a:effectLst>
                    <a:outerShdw blurRad="38100" dist="38100" dir="2700000" algn="tl">
                      <a:srgbClr val="C0C0C0"/>
                    </a:outerShdw>
                  </a:effectLst>
                  <a:latin typeface="Courier New" panose="02070409020205090404" pitchFamily="49" charset="0"/>
                  <a:ea typeface="宋体" pitchFamily="2" charset="-122"/>
                  <a:cs typeface="Courier New" panose="02070409020205090404" pitchFamily="49" charset="0"/>
                </a:rPr>
                <a:t>=1</a:t>
              </a:r>
              <a:endParaRPr kumimoji="0" lang="en-US" altLang="zh-CN" b="1" kern="1200" cap="none" spc="0" normalizeH="0" baseline="0" noProof="0" dirty="0">
                <a:solidFill>
                  <a:srgbClr val="FF0000"/>
                </a:solidFill>
                <a:effectLst>
                  <a:outerShdw blurRad="38100" dist="38100" dir="2700000" algn="tl">
                    <a:srgbClr val="C0C0C0"/>
                  </a:outerShdw>
                </a:effectLst>
                <a:latin typeface="Courier New" panose="02070409020205090404" pitchFamily="49" charset="0"/>
                <a:ea typeface="宋体" pitchFamily="2" charset="-122"/>
                <a:cs typeface="Courier New" panose="02070409020205090404" pitchFamily="49" charset="0"/>
              </a:endParaRPr>
            </a:p>
          </p:txBody>
        </p:sp>
      </p:grpSp>
      <p:grpSp>
        <p:nvGrpSpPr>
          <p:cNvPr id="15" name="Group 64"/>
          <p:cNvGrpSpPr/>
          <p:nvPr/>
        </p:nvGrpSpPr>
        <p:grpSpPr>
          <a:xfrm>
            <a:off x="7413625" y="5200650"/>
            <a:ext cx="1062038" cy="749300"/>
            <a:chOff x="1138" y="3060"/>
            <a:chExt cx="617" cy="472"/>
          </a:xfrm>
        </p:grpSpPr>
        <p:sp>
          <p:nvSpPr>
            <p:cNvPr id="102" name="Line 65"/>
            <p:cNvSpPr>
              <a:spLocks noChangeShapeType="1"/>
            </p:cNvSpPr>
            <p:nvPr/>
          </p:nvSpPr>
          <p:spPr bwMode="auto">
            <a:xfrm flipV="1">
              <a:off x="1355" y="3060"/>
              <a:ext cx="0" cy="265"/>
            </a:xfrm>
            <a:prstGeom prst="line">
              <a:avLst/>
            </a:prstGeom>
            <a:noFill/>
            <a:ln w="57150">
              <a:solidFill>
                <a:srgbClr val="FF0000"/>
              </a:solidFill>
              <a:round/>
              <a:tailEnd type="triangle" w="sm" len="med"/>
            </a:ln>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103" name="Text Box 66"/>
            <p:cNvSpPr txBox="1">
              <a:spLocks noChangeArrowheads="1"/>
            </p:cNvSpPr>
            <p:nvPr/>
          </p:nvSpPr>
          <p:spPr bwMode="auto">
            <a:xfrm>
              <a:off x="1138" y="3267"/>
              <a:ext cx="617" cy="265"/>
            </a:xfrm>
            <a:prstGeom prst="rect">
              <a:avLst/>
            </a:prstGeom>
            <a:noFill/>
            <a:ln w="9525">
              <a:noFill/>
              <a:miter lim="800000"/>
            </a:ln>
          </p:spPr>
          <p:txBody>
            <a:bodyPr/>
            <a:lstStyle/>
            <a:p>
              <a:pPr marR="0" algn="just" defTabSz="914400" eaLnBrk="1" hangingPunct="1">
                <a:lnSpc>
                  <a:spcPct val="90000"/>
                </a:lnSpc>
                <a:spcBef>
                  <a:spcPts val="590"/>
                </a:spcBef>
                <a:spcAft>
                  <a:spcPts val="590"/>
                </a:spcAft>
                <a:buClr>
                  <a:schemeClr val="tx2"/>
                </a:buClr>
                <a:buSzPct val="80000"/>
                <a:buFontTx/>
                <a:buNone/>
                <a:defRPr/>
              </a:pPr>
              <a:r>
                <a:rPr kumimoji="0" lang="en-US" altLang="zh-CN" b="1" kern="1200" cap="none" spc="0" normalizeH="0" baseline="0" noProof="0" dirty="0" err="1">
                  <a:solidFill>
                    <a:srgbClr val="FF0000"/>
                  </a:solidFill>
                  <a:effectLst>
                    <a:outerShdw blurRad="38100" dist="38100" dir="2700000" algn="tl">
                      <a:srgbClr val="C0C0C0"/>
                    </a:outerShdw>
                  </a:effectLst>
                  <a:latin typeface="Courier New" panose="02070409020205090404" pitchFamily="49" charset="0"/>
                  <a:ea typeface="宋体" pitchFamily="2" charset="-122"/>
                  <a:cs typeface="Courier New" panose="02070409020205090404" pitchFamily="49" charset="0"/>
                </a:rPr>
                <a:t>pStr</a:t>
              </a:r>
              <a:endParaRPr kumimoji="0" lang="en-US" altLang="zh-CN" b="1" kern="1200" cap="none" spc="0" normalizeH="0" baseline="0" noProof="0" dirty="0">
                <a:solidFill>
                  <a:srgbClr val="FF0000"/>
                </a:solidFill>
                <a:effectLst>
                  <a:outerShdw blurRad="38100" dist="38100" dir="2700000" algn="tl">
                    <a:srgbClr val="C0C0C0"/>
                  </a:outerShdw>
                </a:effectLst>
                <a:latin typeface="Courier New" panose="02070409020205090404" pitchFamily="49" charset="0"/>
                <a:ea typeface="宋体" pitchFamily="2" charset="-122"/>
                <a:cs typeface="Courier New" panose="02070409020205090404" pitchFamily="49" charset="0"/>
              </a:endParaRPr>
            </a:p>
            <a:p>
              <a:pPr marR="0" algn="just" defTabSz="914400" eaLnBrk="1" hangingPunct="1">
                <a:lnSpc>
                  <a:spcPct val="90000"/>
                </a:lnSpc>
                <a:spcBef>
                  <a:spcPts val="590"/>
                </a:spcBef>
                <a:spcAft>
                  <a:spcPts val="590"/>
                </a:spcAft>
                <a:buClr>
                  <a:schemeClr val="tx2"/>
                </a:buClr>
                <a:buSzPct val="80000"/>
                <a:buFontTx/>
                <a:buNone/>
                <a:defRPr/>
              </a:pPr>
              <a:r>
                <a:rPr kumimoji="0" lang="en-US" altLang="zh-CN" b="1" kern="1200" cap="none" spc="0" normalizeH="0" baseline="0" noProof="0" dirty="0" err="1">
                  <a:solidFill>
                    <a:srgbClr val="FF0000"/>
                  </a:solidFill>
                  <a:effectLst>
                    <a:outerShdw blurRad="38100" dist="38100" dir="2700000" algn="tl">
                      <a:srgbClr val="C0C0C0"/>
                    </a:outerShdw>
                  </a:effectLst>
                  <a:latin typeface="Courier New" panose="02070409020205090404" pitchFamily="49" charset="0"/>
                  <a:ea typeface="宋体" pitchFamily="2" charset="-122"/>
                  <a:cs typeface="Courier New" panose="02070409020205090404" pitchFamily="49" charset="0"/>
                </a:rPr>
                <a:t>len</a:t>
              </a:r>
              <a:r>
                <a:rPr kumimoji="0" lang="en-US" altLang="zh-CN" b="1" kern="1200" cap="none" spc="0" normalizeH="0" baseline="0" noProof="0" dirty="0">
                  <a:solidFill>
                    <a:srgbClr val="FF0000"/>
                  </a:solidFill>
                  <a:effectLst>
                    <a:outerShdw blurRad="38100" dist="38100" dir="2700000" algn="tl">
                      <a:srgbClr val="C0C0C0"/>
                    </a:outerShdw>
                  </a:effectLst>
                  <a:latin typeface="Courier New" panose="02070409020205090404" pitchFamily="49" charset="0"/>
                  <a:ea typeface="宋体" pitchFamily="2" charset="-122"/>
                  <a:cs typeface="Courier New" panose="02070409020205090404" pitchFamily="49" charset="0"/>
                </a:rPr>
                <a:t>=2</a:t>
              </a:r>
              <a:endParaRPr kumimoji="0" lang="en-US" altLang="zh-CN" b="1" kern="1200" cap="none" spc="0" normalizeH="0" baseline="0" noProof="0" dirty="0">
                <a:solidFill>
                  <a:srgbClr val="FF0000"/>
                </a:solidFill>
                <a:effectLst>
                  <a:outerShdw blurRad="38100" dist="38100" dir="2700000" algn="tl">
                    <a:srgbClr val="C0C0C0"/>
                  </a:outerShdw>
                </a:effectLst>
                <a:latin typeface="Courier New" panose="02070409020205090404" pitchFamily="49" charset="0"/>
                <a:ea typeface="宋体" pitchFamily="2" charset="-122"/>
                <a:cs typeface="Courier New" panose="02070409020205090404" pitchFamily="49" charset="0"/>
              </a:endParaRPr>
            </a:p>
          </p:txBody>
        </p:sp>
      </p:grpSp>
      <p:grpSp>
        <p:nvGrpSpPr>
          <p:cNvPr id="16" name="Group 71"/>
          <p:cNvGrpSpPr/>
          <p:nvPr/>
        </p:nvGrpSpPr>
        <p:grpSpPr>
          <a:xfrm>
            <a:off x="8039100" y="5213350"/>
            <a:ext cx="1060450" cy="736600"/>
            <a:chOff x="1138" y="3060"/>
            <a:chExt cx="617" cy="464"/>
          </a:xfrm>
        </p:grpSpPr>
        <p:sp>
          <p:nvSpPr>
            <p:cNvPr id="105" name="Line 72"/>
            <p:cNvSpPr>
              <a:spLocks noChangeShapeType="1"/>
            </p:cNvSpPr>
            <p:nvPr/>
          </p:nvSpPr>
          <p:spPr bwMode="auto">
            <a:xfrm flipV="1">
              <a:off x="1355" y="3060"/>
              <a:ext cx="0" cy="265"/>
            </a:xfrm>
            <a:prstGeom prst="line">
              <a:avLst/>
            </a:prstGeom>
            <a:noFill/>
            <a:ln w="57150">
              <a:solidFill>
                <a:srgbClr val="FF0000"/>
              </a:solidFill>
              <a:round/>
              <a:tailEnd type="triangle" w="sm" len="med"/>
            </a:ln>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106" name="Text Box 73"/>
            <p:cNvSpPr txBox="1">
              <a:spLocks noChangeArrowheads="1"/>
            </p:cNvSpPr>
            <p:nvPr/>
          </p:nvSpPr>
          <p:spPr bwMode="auto">
            <a:xfrm>
              <a:off x="1138" y="3259"/>
              <a:ext cx="617" cy="265"/>
            </a:xfrm>
            <a:prstGeom prst="rect">
              <a:avLst/>
            </a:prstGeom>
            <a:noFill/>
            <a:ln w="9525">
              <a:noFill/>
              <a:miter lim="800000"/>
            </a:ln>
          </p:spPr>
          <p:txBody>
            <a:bodyPr/>
            <a:lstStyle/>
            <a:p>
              <a:pPr marR="0" algn="just" defTabSz="914400" eaLnBrk="1" hangingPunct="1">
                <a:lnSpc>
                  <a:spcPct val="90000"/>
                </a:lnSpc>
                <a:spcBef>
                  <a:spcPts val="590"/>
                </a:spcBef>
                <a:spcAft>
                  <a:spcPts val="590"/>
                </a:spcAft>
                <a:buClr>
                  <a:schemeClr val="tx2"/>
                </a:buClr>
                <a:buSzPct val="80000"/>
                <a:buFontTx/>
                <a:buNone/>
                <a:defRPr/>
              </a:pPr>
              <a:r>
                <a:rPr kumimoji="0" lang="en-US" altLang="zh-CN" b="1" kern="1200" cap="none" spc="0" normalizeH="0" baseline="0" noProof="0" dirty="0" err="1">
                  <a:solidFill>
                    <a:srgbClr val="FF0000"/>
                  </a:solidFill>
                  <a:effectLst>
                    <a:outerShdw blurRad="38100" dist="38100" dir="2700000" algn="tl">
                      <a:srgbClr val="C0C0C0"/>
                    </a:outerShdw>
                  </a:effectLst>
                  <a:latin typeface="Courier New" panose="02070409020205090404" pitchFamily="49" charset="0"/>
                  <a:ea typeface="宋体" pitchFamily="2" charset="-122"/>
                  <a:cs typeface="Courier New" panose="02070409020205090404" pitchFamily="49" charset="0"/>
                </a:rPr>
                <a:t>pStr</a:t>
              </a:r>
              <a:endParaRPr kumimoji="0" lang="en-US" altLang="zh-CN" b="1" kern="1200" cap="none" spc="0" normalizeH="0" baseline="0" noProof="0" dirty="0">
                <a:solidFill>
                  <a:srgbClr val="FF0000"/>
                </a:solidFill>
                <a:effectLst>
                  <a:outerShdw blurRad="38100" dist="38100" dir="2700000" algn="tl">
                    <a:srgbClr val="C0C0C0"/>
                  </a:outerShdw>
                </a:effectLst>
                <a:latin typeface="Courier New" panose="02070409020205090404" pitchFamily="49" charset="0"/>
                <a:ea typeface="宋体" pitchFamily="2" charset="-122"/>
                <a:cs typeface="Courier New" panose="02070409020205090404" pitchFamily="49" charset="0"/>
              </a:endParaRPr>
            </a:p>
            <a:p>
              <a:pPr marR="0" algn="just" defTabSz="914400" eaLnBrk="1" hangingPunct="1">
                <a:lnSpc>
                  <a:spcPct val="90000"/>
                </a:lnSpc>
                <a:spcBef>
                  <a:spcPts val="590"/>
                </a:spcBef>
                <a:spcAft>
                  <a:spcPts val="590"/>
                </a:spcAft>
                <a:buClr>
                  <a:schemeClr val="tx2"/>
                </a:buClr>
                <a:buSzPct val="80000"/>
                <a:buFontTx/>
                <a:buNone/>
                <a:defRPr/>
              </a:pPr>
              <a:r>
                <a:rPr kumimoji="0" lang="en-US" altLang="zh-CN" b="1" kern="1200" cap="none" spc="0" normalizeH="0" baseline="0" noProof="0" dirty="0" err="1">
                  <a:solidFill>
                    <a:srgbClr val="FF0000"/>
                  </a:solidFill>
                  <a:effectLst>
                    <a:outerShdw blurRad="38100" dist="38100" dir="2700000" algn="tl">
                      <a:srgbClr val="C0C0C0"/>
                    </a:outerShdw>
                  </a:effectLst>
                  <a:latin typeface="Courier New" panose="02070409020205090404" pitchFamily="49" charset="0"/>
                  <a:ea typeface="宋体" pitchFamily="2" charset="-122"/>
                  <a:cs typeface="Courier New" panose="02070409020205090404" pitchFamily="49" charset="0"/>
                </a:rPr>
                <a:t>len</a:t>
              </a:r>
              <a:r>
                <a:rPr kumimoji="0" lang="en-US" altLang="zh-CN" b="1" kern="1200" cap="none" spc="0" normalizeH="0" baseline="0" noProof="0" dirty="0">
                  <a:solidFill>
                    <a:srgbClr val="FF0000"/>
                  </a:solidFill>
                  <a:effectLst>
                    <a:outerShdw blurRad="38100" dist="38100" dir="2700000" algn="tl">
                      <a:srgbClr val="C0C0C0"/>
                    </a:outerShdw>
                  </a:effectLst>
                  <a:latin typeface="Courier New" panose="02070409020205090404" pitchFamily="49" charset="0"/>
                  <a:ea typeface="宋体" pitchFamily="2" charset="-122"/>
                  <a:cs typeface="Courier New" panose="02070409020205090404" pitchFamily="49" charset="0"/>
                </a:rPr>
                <a:t>=3</a:t>
              </a:r>
              <a:endParaRPr kumimoji="0" lang="en-US" altLang="zh-CN" b="1" kern="1200" cap="none" spc="0" normalizeH="0" baseline="0" noProof="0" dirty="0">
                <a:solidFill>
                  <a:srgbClr val="FF0000"/>
                </a:solidFill>
                <a:effectLst>
                  <a:outerShdw blurRad="38100" dist="38100" dir="2700000" algn="tl">
                    <a:srgbClr val="C0C0C0"/>
                  </a:outerShdw>
                </a:effectLst>
                <a:latin typeface="Courier New" panose="02070409020205090404" pitchFamily="49" charset="0"/>
                <a:ea typeface="宋体" pitchFamily="2" charset="-122"/>
                <a:cs typeface="Courier New" panose="02070409020205090404" pitchFamily="49" charset="0"/>
              </a:endParaRPr>
            </a:p>
          </p:txBody>
        </p:sp>
      </p:grpSp>
      <p:grpSp>
        <p:nvGrpSpPr>
          <p:cNvPr id="17" name="Group 78"/>
          <p:cNvGrpSpPr/>
          <p:nvPr/>
        </p:nvGrpSpPr>
        <p:grpSpPr>
          <a:xfrm>
            <a:off x="8662988" y="5213350"/>
            <a:ext cx="1060450" cy="736600"/>
            <a:chOff x="1138" y="3060"/>
            <a:chExt cx="617" cy="464"/>
          </a:xfrm>
        </p:grpSpPr>
        <p:sp>
          <p:nvSpPr>
            <p:cNvPr id="108" name="Line 79"/>
            <p:cNvSpPr>
              <a:spLocks noChangeShapeType="1"/>
            </p:cNvSpPr>
            <p:nvPr/>
          </p:nvSpPr>
          <p:spPr bwMode="auto">
            <a:xfrm flipV="1">
              <a:off x="1355" y="3060"/>
              <a:ext cx="0" cy="265"/>
            </a:xfrm>
            <a:prstGeom prst="line">
              <a:avLst/>
            </a:prstGeom>
            <a:noFill/>
            <a:ln w="57150">
              <a:solidFill>
                <a:srgbClr val="FF0000"/>
              </a:solidFill>
              <a:round/>
              <a:tailEnd type="triangle" w="sm" len="med"/>
            </a:ln>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109" name="Text Box 80"/>
            <p:cNvSpPr txBox="1">
              <a:spLocks noChangeArrowheads="1"/>
            </p:cNvSpPr>
            <p:nvPr/>
          </p:nvSpPr>
          <p:spPr bwMode="auto">
            <a:xfrm>
              <a:off x="1138" y="3259"/>
              <a:ext cx="617" cy="265"/>
            </a:xfrm>
            <a:prstGeom prst="rect">
              <a:avLst/>
            </a:prstGeom>
            <a:noFill/>
            <a:ln w="9525">
              <a:noFill/>
              <a:miter lim="800000"/>
            </a:ln>
          </p:spPr>
          <p:txBody>
            <a:bodyPr/>
            <a:lstStyle/>
            <a:p>
              <a:pPr marR="0" algn="just" defTabSz="914400" eaLnBrk="1" hangingPunct="1">
                <a:lnSpc>
                  <a:spcPct val="90000"/>
                </a:lnSpc>
                <a:spcBef>
                  <a:spcPts val="590"/>
                </a:spcBef>
                <a:spcAft>
                  <a:spcPts val="590"/>
                </a:spcAft>
                <a:buClr>
                  <a:schemeClr val="tx2"/>
                </a:buClr>
                <a:buSzPct val="80000"/>
                <a:buFontTx/>
                <a:buNone/>
                <a:defRPr/>
              </a:pPr>
              <a:r>
                <a:rPr kumimoji="0" lang="en-US" altLang="zh-CN" b="1" kern="1200" cap="none" spc="0" normalizeH="0" baseline="0" noProof="0" dirty="0" err="1">
                  <a:solidFill>
                    <a:srgbClr val="FF0000"/>
                  </a:solidFill>
                  <a:effectLst>
                    <a:outerShdw blurRad="38100" dist="38100" dir="2700000" algn="tl">
                      <a:srgbClr val="C0C0C0"/>
                    </a:outerShdw>
                  </a:effectLst>
                  <a:latin typeface="Courier New" panose="02070409020205090404" pitchFamily="49" charset="0"/>
                  <a:ea typeface="宋体" pitchFamily="2" charset="-122"/>
                  <a:cs typeface="Courier New" panose="02070409020205090404" pitchFamily="49" charset="0"/>
                </a:rPr>
                <a:t>pStr</a:t>
              </a:r>
              <a:endParaRPr kumimoji="0" lang="en-US" altLang="zh-CN" b="1" kern="1200" cap="none" spc="0" normalizeH="0" baseline="0" noProof="0" dirty="0">
                <a:solidFill>
                  <a:srgbClr val="FF0000"/>
                </a:solidFill>
                <a:effectLst>
                  <a:outerShdw blurRad="38100" dist="38100" dir="2700000" algn="tl">
                    <a:srgbClr val="C0C0C0"/>
                  </a:outerShdw>
                </a:effectLst>
                <a:latin typeface="Courier New" panose="02070409020205090404" pitchFamily="49" charset="0"/>
                <a:ea typeface="宋体" pitchFamily="2" charset="-122"/>
                <a:cs typeface="Courier New" panose="02070409020205090404" pitchFamily="49" charset="0"/>
              </a:endParaRPr>
            </a:p>
            <a:p>
              <a:pPr marR="0" algn="just" defTabSz="914400" eaLnBrk="1" hangingPunct="1">
                <a:lnSpc>
                  <a:spcPct val="90000"/>
                </a:lnSpc>
                <a:spcBef>
                  <a:spcPts val="590"/>
                </a:spcBef>
                <a:spcAft>
                  <a:spcPts val="590"/>
                </a:spcAft>
                <a:buClr>
                  <a:schemeClr val="tx2"/>
                </a:buClr>
                <a:buSzPct val="80000"/>
                <a:buFontTx/>
                <a:buNone/>
                <a:defRPr/>
              </a:pPr>
              <a:r>
                <a:rPr kumimoji="0" lang="en-US" altLang="zh-CN" b="1" kern="1200" cap="none" spc="0" normalizeH="0" baseline="0" noProof="0" dirty="0" err="1">
                  <a:solidFill>
                    <a:srgbClr val="FF0000"/>
                  </a:solidFill>
                  <a:effectLst>
                    <a:outerShdw blurRad="38100" dist="38100" dir="2700000" algn="tl">
                      <a:srgbClr val="C0C0C0"/>
                    </a:outerShdw>
                  </a:effectLst>
                  <a:latin typeface="Courier New" panose="02070409020205090404" pitchFamily="49" charset="0"/>
                  <a:ea typeface="宋体" pitchFamily="2" charset="-122"/>
                  <a:cs typeface="Courier New" panose="02070409020205090404" pitchFamily="49" charset="0"/>
                </a:rPr>
                <a:t>len</a:t>
              </a:r>
              <a:r>
                <a:rPr kumimoji="0" lang="en-US" altLang="zh-CN" b="1" kern="1200" cap="none" spc="0" normalizeH="0" baseline="0" noProof="0" dirty="0">
                  <a:solidFill>
                    <a:srgbClr val="FF0000"/>
                  </a:solidFill>
                  <a:effectLst>
                    <a:outerShdw blurRad="38100" dist="38100" dir="2700000" algn="tl">
                      <a:srgbClr val="C0C0C0"/>
                    </a:outerShdw>
                  </a:effectLst>
                  <a:latin typeface="Courier New" panose="02070409020205090404" pitchFamily="49" charset="0"/>
                  <a:ea typeface="宋体" pitchFamily="2" charset="-122"/>
                  <a:cs typeface="Courier New" panose="02070409020205090404" pitchFamily="49" charset="0"/>
                </a:rPr>
                <a:t>=4</a:t>
              </a:r>
              <a:endParaRPr kumimoji="0" lang="en-US" altLang="zh-CN" b="1" kern="1200" cap="none" spc="0" normalizeH="0" baseline="0" noProof="0" dirty="0">
                <a:solidFill>
                  <a:srgbClr val="FF0000"/>
                </a:solidFill>
                <a:effectLst>
                  <a:outerShdw blurRad="38100" dist="38100" dir="2700000" algn="tl">
                    <a:srgbClr val="C0C0C0"/>
                  </a:outerShdw>
                </a:effectLst>
                <a:latin typeface="Courier New" panose="02070409020205090404" pitchFamily="49" charset="0"/>
                <a:ea typeface="宋体" pitchFamily="2" charset="-122"/>
                <a:cs typeface="Courier New" panose="02070409020205090404" pitchFamily="49" charset="0"/>
              </a:endParaRPr>
            </a:p>
          </p:txBody>
        </p:sp>
      </p:grpSp>
      <p:grpSp>
        <p:nvGrpSpPr>
          <p:cNvPr id="18" name="Group 85"/>
          <p:cNvGrpSpPr/>
          <p:nvPr/>
        </p:nvGrpSpPr>
        <p:grpSpPr>
          <a:xfrm>
            <a:off x="9286875" y="5213350"/>
            <a:ext cx="1062038" cy="736600"/>
            <a:chOff x="1138" y="3060"/>
            <a:chExt cx="617" cy="464"/>
          </a:xfrm>
        </p:grpSpPr>
        <p:sp>
          <p:nvSpPr>
            <p:cNvPr id="111" name="Line 86"/>
            <p:cNvSpPr>
              <a:spLocks noChangeShapeType="1"/>
            </p:cNvSpPr>
            <p:nvPr/>
          </p:nvSpPr>
          <p:spPr bwMode="auto">
            <a:xfrm flipV="1">
              <a:off x="1355" y="3060"/>
              <a:ext cx="0" cy="265"/>
            </a:xfrm>
            <a:prstGeom prst="line">
              <a:avLst/>
            </a:prstGeom>
            <a:noFill/>
            <a:ln w="57150">
              <a:solidFill>
                <a:srgbClr val="FF0000"/>
              </a:solidFill>
              <a:round/>
              <a:tailEnd type="triangle" w="sm" len="med"/>
            </a:ln>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112" name="Text Box 87"/>
            <p:cNvSpPr txBox="1">
              <a:spLocks noChangeArrowheads="1"/>
            </p:cNvSpPr>
            <p:nvPr/>
          </p:nvSpPr>
          <p:spPr bwMode="auto">
            <a:xfrm>
              <a:off x="1138" y="3259"/>
              <a:ext cx="617" cy="265"/>
            </a:xfrm>
            <a:prstGeom prst="rect">
              <a:avLst/>
            </a:prstGeom>
            <a:noFill/>
            <a:ln w="9525">
              <a:noFill/>
              <a:miter lim="800000"/>
            </a:ln>
          </p:spPr>
          <p:txBody>
            <a:bodyPr/>
            <a:lstStyle/>
            <a:p>
              <a:pPr marR="0" algn="just" defTabSz="914400" eaLnBrk="1" hangingPunct="1">
                <a:lnSpc>
                  <a:spcPct val="90000"/>
                </a:lnSpc>
                <a:spcBef>
                  <a:spcPts val="590"/>
                </a:spcBef>
                <a:spcAft>
                  <a:spcPts val="590"/>
                </a:spcAft>
                <a:buClr>
                  <a:schemeClr val="tx2"/>
                </a:buClr>
                <a:buSzPct val="80000"/>
                <a:buFontTx/>
                <a:buNone/>
                <a:defRPr/>
              </a:pPr>
              <a:r>
                <a:rPr kumimoji="0" lang="en-US" altLang="zh-CN" b="1" kern="1200" cap="none" spc="0" normalizeH="0" baseline="0" noProof="0" dirty="0" err="1">
                  <a:solidFill>
                    <a:srgbClr val="FF0000"/>
                  </a:solidFill>
                  <a:effectLst>
                    <a:outerShdw blurRad="38100" dist="38100" dir="2700000" algn="tl">
                      <a:srgbClr val="C0C0C0"/>
                    </a:outerShdw>
                  </a:effectLst>
                  <a:latin typeface="Courier New" panose="02070409020205090404" pitchFamily="49" charset="0"/>
                  <a:ea typeface="宋体" pitchFamily="2" charset="-122"/>
                  <a:cs typeface="Courier New" panose="02070409020205090404" pitchFamily="49" charset="0"/>
                </a:rPr>
                <a:t>pStr</a:t>
              </a:r>
              <a:endParaRPr kumimoji="0" lang="en-US" altLang="zh-CN" b="1" kern="1200" cap="none" spc="0" normalizeH="0" baseline="0" noProof="0" dirty="0">
                <a:solidFill>
                  <a:srgbClr val="FF0000"/>
                </a:solidFill>
                <a:effectLst>
                  <a:outerShdw blurRad="38100" dist="38100" dir="2700000" algn="tl">
                    <a:srgbClr val="C0C0C0"/>
                  </a:outerShdw>
                </a:effectLst>
                <a:latin typeface="Courier New" panose="02070409020205090404" pitchFamily="49" charset="0"/>
                <a:ea typeface="宋体" pitchFamily="2" charset="-122"/>
                <a:cs typeface="Courier New" panose="02070409020205090404" pitchFamily="49" charset="0"/>
              </a:endParaRPr>
            </a:p>
            <a:p>
              <a:pPr marR="0" algn="just" defTabSz="914400" eaLnBrk="1" hangingPunct="1">
                <a:lnSpc>
                  <a:spcPct val="90000"/>
                </a:lnSpc>
                <a:spcBef>
                  <a:spcPts val="590"/>
                </a:spcBef>
                <a:spcAft>
                  <a:spcPts val="590"/>
                </a:spcAft>
                <a:buClr>
                  <a:schemeClr val="tx2"/>
                </a:buClr>
                <a:buSzPct val="80000"/>
                <a:buFontTx/>
                <a:buNone/>
                <a:defRPr/>
              </a:pPr>
              <a:r>
                <a:rPr kumimoji="0" lang="en-US" altLang="zh-CN" b="1" kern="1200" cap="none" spc="0" normalizeH="0" baseline="0" noProof="0" dirty="0" err="1">
                  <a:solidFill>
                    <a:srgbClr val="FF0000"/>
                  </a:solidFill>
                  <a:effectLst>
                    <a:outerShdw blurRad="38100" dist="38100" dir="2700000" algn="tl">
                      <a:srgbClr val="C0C0C0"/>
                    </a:outerShdw>
                  </a:effectLst>
                  <a:latin typeface="Courier New" panose="02070409020205090404" pitchFamily="49" charset="0"/>
                  <a:ea typeface="宋体" pitchFamily="2" charset="-122"/>
                  <a:cs typeface="Courier New" panose="02070409020205090404" pitchFamily="49" charset="0"/>
                </a:rPr>
                <a:t>len</a:t>
              </a:r>
              <a:r>
                <a:rPr kumimoji="0" lang="en-US" altLang="zh-CN" b="1" kern="1200" cap="none" spc="0" normalizeH="0" baseline="0" noProof="0" dirty="0">
                  <a:solidFill>
                    <a:srgbClr val="FF0000"/>
                  </a:solidFill>
                  <a:effectLst>
                    <a:outerShdw blurRad="38100" dist="38100" dir="2700000" algn="tl">
                      <a:srgbClr val="C0C0C0"/>
                    </a:outerShdw>
                  </a:effectLst>
                  <a:latin typeface="Courier New" panose="02070409020205090404" pitchFamily="49" charset="0"/>
                  <a:ea typeface="宋体" pitchFamily="2" charset="-122"/>
                  <a:cs typeface="Courier New" panose="02070409020205090404" pitchFamily="49" charset="0"/>
                </a:rPr>
                <a:t>=5</a:t>
              </a:r>
              <a:endParaRPr kumimoji="0" lang="en-US" altLang="zh-CN" b="1" kern="1200" cap="none" spc="0" normalizeH="0" baseline="0" noProof="0" dirty="0">
                <a:solidFill>
                  <a:srgbClr val="FF0000"/>
                </a:solidFill>
                <a:effectLst>
                  <a:outerShdw blurRad="38100" dist="38100" dir="2700000" algn="tl">
                    <a:srgbClr val="C0C0C0"/>
                  </a:outerShdw>
                </a:effectLst>
                <a:latin typeface="Courier New" panose="02070409020205090404" pitchFamily="49" charset="0"/>
                <a:ea typeface="宋体" pitchFamily="2" charset="-122"/>
                <a:cs typeface="Courier New" panose="02070409020205090404" pitchFamily="49" charset="0"/>
              </a:endParaRPr>
            </a:p>
          </p:txBody>
        </p:sp>
      </p:grpSp>
      <p:grpSp>
        <p:nvGrpSpPr>
          <p:cNvPr id="19" name="Group 78"/>
          <p:cNvGrpSpPr/>
          <p:nvPr/>
        </p:nvGrpSpPr>
        <p:grpSpPr>
          <a:xfrm>
            <a:off x="9931400" y="5216525"/>
            <a:ext cx="1060450" cy="736600"/>
            <a:chOff x="1138" y="3060"/>
            <a:chExt cx="617" cy="464"/>
          </a:xfrm>
        </p:grpSpPr>
        <p:sp>
          <p:nvSpPr>
            <p:cNvPr id="114" name="Line 79"/>
            <p:cNvSpPr>
              <a:spLocks noChangeShapeType="1"/>
            </p:cNvSpPr>
            <p:nvPr/>
          </p:nvSpPr>
          <p:spPr bwMode="auto">
            <a:xfrm flipV="1">
              <a:off x="1355" y="3060"/>
              <a:ext cx="0" cy="265"/>
            </a:xfrm>
            <a:prstGeom prst="line">
              <a:avLst/>
            </a:prstGeom>
            <a:noFill/>
            <a:ln w="57150">
              <a:solidFill>
                <a:srgbClr val="FF0000"/>
              </a:solidFill>
              <a:round/>
              <a:tailEnd type="triangle" w="sm" len="med"/>
            </a:ln>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115" name="Text Box 80"/>
            <p:cNvSpPr txBox="1">
              <a:spLocks noChangeArrowheads="1"/>
            </p:cNvSpPr>
            <p:nvPr/>
          </p:nvSpPr>
          <p:spPr bwMode="auto">
            <a:xfrm>
              <a:off x="1138" y="3259"/>
              <a:ext cx="617" cy="265"/>
            </a:xfrm>
            <a:prstGeom prst="rect">
              <a:avLst/>
            </a:prstGeom>
            <a:noFill/>
            <a:ln w="9525">
              <a:noFill/>
              <a:miter lim="800000"/>
            </a:ln>
          </p:spPr>
          <p:txBody>
            <a:bodyPr/>
            <a:lstStyle/>
            <a:p>
              <a:pPr marR="0" algn="just" defTabSz="914400" eaLnBrk="1" hangingPunct="1">
                <a:lnSpc>
                  <a:spcPct val="90000"/>
                </a:lnSpc>
                <a:spcBef>
                  <a:spcPts val="590"/>
                </a:spcBef>
                <a:spcAft>
                  <a:spcPts val="590"/>
                </a:spcAft>
                <a:buClr>
                  <a:schemeClr val="tx2"/>
                </a:buClr>
                <a:buSzPct val="80000"/>
                <a:buFontTx/>
                <a:buNone/>
                <a:defRPr/>
              </a:pPr>
              <a:r>
                <a:rPr kumimoji="0" lang="en-US" altLang="zh-CN" b="1" kern="1200" cap="none" spc="0" normalizeH="0" baseline="0" noProof="0" dirty="0" err="1">
                  <a:solidFill>
                    <a:srgbClr val="FF0000"/>
                  </a:solidFill>
                  <a:effectLst>
                    <a:outerShdw blurRad="38100" dist="38100" dir="2700000" algn="tl">
                      <a:srgbClr val="C0C0C0"/>
                    </a:outerShdw>
                  </a:effectLst>
                  <a:latin typeface="Courier New" panose="02070409020205090404" pitchFamily="49" charset="0"/>
                  <a:ea typeface="宋体" pitchFamily="2" charset="-122"/>
                  <a:cs typeface="Courier New" panose="02070409020205090404" pitchFamily="49" charset="0"/>
                </a:rPr>
                <a:t>pStr</a:t>
              </a:r>
              <a:endParaRPr kumimoji="0" lang="en-US" altLang="zh-CN" b="1" kern="1200" cap="none" spc="0" normalizeH="0" baseline="0" noProof="0" dirty="0">
                <a:solidFill>
                  <a:srgbClr val="FF0000"/>
                </a:solidFill>
                <a:effectLst>
                  <a:outerShdw blurRad="38100" dist="38100" dir="2700000" algn="tl">
                    <a:srgbClr val="C0C0C0"/>
                  </a:outerShdw>
                </a:effectLst>
                <a:latin typeface="Courier New" panose="02070409020205090404" pitchFamily="49" charset="0"/>
                <a:ea typeface="宋体" pitchFamily="2" charset="-122"/>
                <a:cs typeface="Courier New" panose="02070409020205090404" pitchFamily="49"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xit" presetSubtype="0" fill="hold" nodeType="clickEffect">
                                  <p:stCondLst>
                                    <p:cond delay="0"/>
                                  </p:stCondLst>
                                  <p:childTnLst>
                                    <p:set>
                                      <p:cBhvr>
                                        <p:cTn id="11" dur="1" fill="hold">
                                          <p:stCondLst>
                                            <p:cond delay="0"/>
                                          </p:stCondLst>
                                        </p:cTn>
                                        <p:tgtEl>
                                          <p:spTgt spid="4"/>
                                        </p:tgtEl>
                                        <p:attrNameLst>
                                          <p:attrName>style.visibility</p:attrName>
                                        </p:attrNameLst>
                                      </p:cBhvr>
                                      <p:to>
                                        <p:strVal val="hidden"/>
                                      </p:to>
                                    </p:set>
                                  </p:childTnLst>
                                </p:cTn>
                              </p:par>
                              <p:par>
                                <p:cTn id="12" presetID="22" presetClass="entr" presetSubtype="4" fill="hold" nodeType="with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wipe(down)">
                                      <p:cBhvr>
                                        <p:cTn id="14" dur="500"/>
                                        <p:tgtEl>
                                          <p:spTgt spid="5"/>
                                        </p:tgtEl>
                                      </p:cBhvr>
                                    </p:animEffec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nodeType="clickEffect">
                                  <p:stCondLst>
                                    <p:cond delay="0"/>
                                  </p:stCondLst>
                                  <p:childTnLst>
                                    <p:set>
                                      <p:cBhvr>
                                        <p:cTn id="18" dur="1" fill="hold">
                                          <p:stCondLst>
                                            <p:cond delay="0"/>
                                          </p:stCondLst>
                                        </p:cTn>
                                        <p:tgtEl>
                                          <p:spTgt spid="5"/>
                                        </p:tgtEl>
                                        <p:attrNameLst>
                                          <p:attrName>style.visibility</p:attrName>
                                        </p:attrNameLst>
                                      </p:cBhvr>
                                      <p:to>
                                        <p:strVal val="hidden"/>
                                      </p:to>
                                    </p:set>
                                  </p:childTnLst>
                                </p:cTn>
                              </p:par>
                            </p:childTnLst>
                          </p:cTn>
                        </p:par>
                        <p:par>
                          <p:cTn id="19" fill="hold">
                            <p:stCondLst>
                              <p:cond delay="0"/>
                            </p:stCondLst>
                            <p:childTnLst>
                              <p:par>
                                <p:cTn id="20" presetID="22" presetClass="entr" presetSubtype="4" fill="hold" nodeType="after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wipe(down)">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nodeType="clickEffect">
                                  <p:stCondLst>
                                    <p:cond delay="0"/>
                                  </p:stCondLst>
                                  <p:childTnLst>
                                    <p:set>
                                      <p:cBhvr>
                                        <p:cTn id="26" dur="1" fill="hold">
                                          <p:stCondLst>
                                            <p:cond delay="0"/>
                                          </p:stCondLst>
                                        </p:cTn>
                                        <p:tgtEl>
                                          <p:spTgt spid="6"/>
                                        </p:tgtEl>
                                        <p:attrNameLst>
                                          <p:attrName>style.visibility</p:attrName>
                                        </p:attrNameLst>
                                      </p:cBhvr>
                                      <p:to>
                                        <p:strVal val="hidden"/>
                                      </p:to>
                                    </p:set>
                                  </p:childTnLst>
                                </p:cTn>
                              </p:par>
                            </p:childTnLst>
                          </p:cTn>
                        </p:par>
                        <p:par>
                          <p:cTn id="27" fill="hold">
                            <p:stCondLst>
                              <p:cond delay="0"/>
                            </p:stCondLst>
                            <p:childTnLst>
                              <p:par>
                                <p:cTn id="28" presetID="22" presetClass="entr" presetSubtype="4" fill="hold" nodeType="afterEffect">
                                  <p:stCondLst>
                                    <p:cond delay="0"/>
                                  </p:stCondLst>
                                  <p:childTnLst>
                                    <p:set>
                                      <p:cBhvr>
                                        <p:cTn id="29" dur="1" fill="hold">
                                          <p:stCondLst>
                                            <p:cond delay="0"/>
                                          </p:stCondLst>
                                        </p:cTn>
                                        <p:tgtEl>
                                          <p:spTgt spid="7"/>
                                        </p:tgtEl>
                                        <p:attrNameLst>
                                          <p:attrName>style.visibility</p:attrName>
                                        </p:attrNameLst>
                                      </p:cBhvr>
                                      <p:to>
                                        <p:strVal val="visible"/>
                                      </p:to>
                                    </p:set>
                                    <p:animEffect transition="in" filter="wipe(down)">
                                      <p:cBhvr>
                                        <p:cTn id="30" dur="500"/>
                                        <p:tgtEl>
                                          <p:spTgt spid="7"/>
                                        </p:tgtEl>
                                      </p:cBhvr>
                                    </p:animEffect>
                                  </p:childTnLst>
                                </p:cTn>
                              </p:par>
                            </p:childTnLst>
                          </p:cTn>
                        </p:par>
                      </p:childTnLst>
                    </p:cTn>
                  </p:par>
                  <p:par>
                    <p:cTn id="31" fill="hold">
                      <p:stCondLst>
                        <p:cond delay="indefinite"/>
                      </p:stCondLst>
                      <p:childTnLst>
                        <p:par>
                          <p:cTn id="32" fill="hold">
                            <p:stCondLst>
                              <p:cond delay="0"/>
                            </p:stCondLst>
                            <p:childTnLst>
                              <p:par>
                                <p:cTn id="33" presetID="1" presetClass="exit" presetSubtype="0" fill="hold" nodeType="clickEffect">
                                  <p:stCondLst>
                                    <p:cond delay="0"/>
                                  </p:stCondLst>
                                  <p:childTnLst>
                                    <p:set>
                                      <p:cBhvr>
                                        <p:cTn id="34" dur="1" fill="hold">
                                          <p:stCondLst>
                                            <p:cond delay="0"/>
                                          </p:stCondLst>
                                        </p:cTn>
                                        <p:tgtEl>
                                          <p:spTgt spid="7"/>
                                        </p:tgtEl>
                                        <p:attrNameLst>
                                          <p:attrName>style.visibility</p:attrName>
                                        </p:attrNameLst>
                                      </p:cBhvr>
                                      <p:to>
                                        <p:strVal val="hidden"/>
                                      </p:to>
                                    </p:set>
                                  </p:childTnLst>
                                </p:cTn>
                              </p:par>
                            </p:childTnLst>
                          </p:cTn>
                        </p:par>
                        <p:par>
                          <p:cTn id="35" fill="hold">
                            <p:stCondLst>
                              <p:cond delay="0"/>
                            </p:stCondLst>
                            <p:childTnLst>
                              <p:par>
                                <p:cTn id="36" presetID="22" presetClass="entr" presetSubtype="4" fill="hold" nodeType="afterEffect">
                                  <p:stCondLst>
                                    <p:cond delay="0"/>
                                  </p:stCondLst>
                                  <p:childTnLst>
                                    <p:set>
                                      <p:cBhvr>
                                        <p:cTn id="37" dur="1" fill="hold">
                                          <p:stCondLst>
                                            <p:cond delay="0"/>
                                          </p:stCondLst>
                                        </p:cTn>
                                        <p:tgtEl>
                                          <p:spTgt spid="8"/>
                                        </p:tgtEl>
                                        <p:attrNameLst>
                                          <p:attrName>style.visibility</p:attrName>
                                        </p:attrNameLst>
                                      </p:cBhvr>
                                      <p:to>
                                        <p:strVal val="visible"/>
                                      </p:to>
                                    </p:set>
                                    <p:animEffect transition="in" filter="wipe(down)">
                                      <p:cBhvr>
                                        <p:cTn id="38" dur="500"/>
                                        <p:tgtEl>
                                          <p:spTgt spid="8"/>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4" fill="hold" nodeType="clickEffect">
                                  <p:stCondLst>
                                    <p:cond delay="0"/>
                                  </p:stCondLst>
                                  <p:childTnLst>
                                    <p:set>
                                      <p:cBhvr>
                                        <p:cTn id="42" dur="1" fill="hold">
                                          <p:stCondLst>
                                            <p:cond delay="0"/>
                                          </p:stCondLst>
                                        </p:cTn>
                                        <p:tgtEl>
                                          <p:spTgt spid="9"/>
                                        </p:tgtEl>
                                        <p:attrNameLst>
                                          <p:attrName>style.visibility</p:attrName>
                                        </p:attrNameLst>
                                      </p:cBhvr>
                                      <p:to>
                                        <p:strVal val="visible"/>
                                      </p:to>
                                    </p:set>
                                    <p:animEffect transition="in" filter="wipe(down)">
                                      <p:cBhvr>
                                        <p:cTn id="43" dur="500"/>
                                        <p:tgtEl>
                                          <p:spTgt spid="9"/>
                                        </p:tgtEl>
                                      </p:cBhvr>
                                    </p:animEffect>
                                  </p:childTnLst>
                                </p:cTn>
                              </p:par>
                              <p:par>
                                <p:cTn id="44" presetID="53" presetClass="entr" presetSubtype="16" fill="hold" grpId="0" nodeType="withEffect">
                                  <p:stCondLst>
                                    <p:cond delay="0"/>
                                  </p:stCondLst>
                                  <p:childTnLst>
                                    <p:set>
                                      <p:cBhvr>
                                        <p:cTn id="45" dur="1" fill="hold">
                                          <p:stCondLst>
                                            <p:cond delay="0"/>
                                          </p:stCondLst>
                                        </p:cTn>
                                        <p:tgtEl>
                                          <p:spTgt spid="54"/>
                                        </p:tgtEl>
                                        <p:attrNameLst>
                                          <p:attrName>style.visibility</p:attrName>
                                        </p:attrNameLst>
                                      </p:cBhvr>
                                      <p:to>
                                        <p:strVal val="visible"/>
                                      </p:to>
                                    </p:set>
                                    <p:anim calcmode="lin" valueType="num">
                                      <p:cBhvr>
                                        <p:cTn id="46" dur="500" fill="hold"/>
                                        <p:tgtEl>
                                          <p:spTgt spid="54"/>
                                        </p:tgtEl>
                                        <p:attrNameLst>
                                          <p:attrName>ppt_w</p:attrName>
                                        </p:attrNameLst>
                                      </p:cBhvr>
                                      <p:tavLst>
                                        <p:tav tm="0">
                                          <p:val>
                                            <p:fltVal val="0"/>
                                          </p:val>
                                        </p:tav>
                                        <p:tav tm="100000">
                                          <p:val>
                                            <p:strVal val="#ppt_w"/>
                                          </p:val>
                                        </p:tav>
                                      </p:tavLst>
                                    </p:anim>
                                    <p:anim calcmode="lin" valueType="num">
                                      <p:cBhvr>
                                        <p:cTn id="47" dur="500" fill="hold"/>
                                        <p:tgtEl>
                                          <p:spTgt spid="54"/>
                                        </p:tgtEl>
                                        <p:attrNameLst>
                                          <p:attrName>ppt_h</p:attrName>
                                        </p:attrNameLst>
                                      </p:cBhvr>
                                      <p:tavLst>
                                        <p:tav tm="0">
                                          <p:val>
                                            <p:fltVal val="0"/>
                                          </p:val>
                                        </p:tav>
                                        <p:tav tm="100000">
                                          <p:val>
                                            <p:strVal val="#ppt_h"/>
                                          </p:val>
                                        </p:tav>
                                      </p:tavLst>
                                    </p:anim>
                                    <p:animEffect transition="in" filter="fade">
                                      <p:cBhvr>
                                        <p:cTn id="48" dur="500"/>
                                        <p:tgtEl>
                                          <p:spTgt spid="54"/>
                                        </p:tgtEl>
                                      </p:cBhvr>
                                    </p:animEffect>
                                  </p:childTnLst>
                                </p:cTn>
                              </p:par>
                            </p:childTnLst>
                          </p:cTn>
                        </p:par>
                      </p:childTnLst>
                    </p:cTn>
                  </p:par>
                  <p:par>
                    <p:cTn id="49" fill="hold">
                      <p:stCondLst>
                        <p:cond delay="indefinite"/>
                      </p:stCondLst>
                      <p:childTnLst>
                        <p:par>
                          <p:cTn id="50" fill="hold">
                            <p:stCondLst>
                              <p:cond delay="0"/>
                            </p:stCondLst>
                            <p:childTnLst>
                              <p:par>
                                <p:cTn id="51" presetID="53" presetClass="entr" presetSubtype="16" fill="hold" grpId="0" nodeType="clickEffect">
                                  <p:stCondLst>
                                    <p:cond delay="0"/>
                                  </p:stCondLst>
                                  <p:childTnLst>
                                    <p:set>
                                      <p:cBhvr>
                                        <p:cTn id="52" dur="1" fill="hold">
                                          <p:stCondLst>
                                            <p:cond delay="0"/>
                                          </p:stCondLst>
                                        </p:cTn>
                                        <p:tgtEl>
                                          <p:spTgt spid="812042"/>
                                        </p:tgtEl>
                                        <p:attrNameLst>
                                          <p:attrName>style.visibility</p:attrName>
                                        </p:attrNameLst>
                                      </p:cBhvr>
                                      <p:to>
                                        <p:strVal val="visible"/>
                                      </p:to>
                                    </p:set>
                                    <p:anim calcmode="lin" valueType="num">
                                      <p:cBhvr>
                                        <p:cTn id="53" dur="500" fill="hold"/>
                                        <p:tgtEl>
                                          <p:spTgt spid="812042"/>
                                        </p:tgtEl>
                                        <p:attrNameLst>
                                          <p:attrName>ppt_w</p:attrName>
                                        </p:attrNameLst>
                                      </p:cBhvr>
                                      <p:tavLst>
                                        <p:tav tm="0">
                                          <p:val>
                                            <p:fltVal val="0"/>
                                          </p:val>
                                        </p:tav>
                                        <p:tav tm="100000">
                                          <p:val>
                                            <p:strVal val="#ppt_w"/>
                                          </p:val>
                                        </p:tav>
                                      </p:tavLst>
                                    </p:anim>
                                    <p:anim calcmode="lin" valueType="num">
                                      <p:cBhvr>
                                        <p:cTn id="54" dur="500" fill="hold"/>
                                        <p:tgtEl>
                                          <p:spTgt spid="812042"/>
                                        </p:tgtEl>
                                        <p:attrNameLst>
                                          <p:attrName>ppt_h</p:attrName>
                                        </p:attrNameLst>
                                      </p:cBhvr>
                                      <p:tavLst>
                                        <p:tav tm="0">
                                          <p:val>
                                            <p:fltVal val="0"/>
                                          </p:val>
                                        </p:tav>
                                        <p:tav tm="100000">
                                          <p:val>
                                            <p:strVal val="#ppt_h"/>
                                          </p:val>
                                        </p:tav>
                                      </p:tavLst>
                                    </p:anim>
                                    <p:animEffect transition="in" filter="fade">
                                      <p:cBhvr>
                                        <p:cTn id="55" dur="500"/>
                                        <p:tgtEl>
                                          <p:spTgt spid="812042"/>
                                        </p:tgtEl>
                                      </p:cBhvr>
                                    </p:animEffect>
                                  </p:childTnLst>
                                </p:cTn>
                              </p:par>
                            </p:childTnLst>
                          </p:cTn>
                        </p:par>
                      </p:childTnLst>
                    </p:cTn>
                  </p:par>
                  <p:par>
                    <p:cTn id="56" fill="hold">
                      <p:stCondLst>
                        <p:cond delay="indefinite"/>
                      </p:stCondLst>
                      <p:childTnLst>
                        <p:par>
                          <p:cTn id="57" fill="hold">
                            <p:stCondLst>
                              <p:cond delay="0"/>
                            </p:stCondLst>
                            <p:childTnLst>
                              <p:par>
                                <p:cTn id="58" presetID="23" presetClass="entr" presetSubtype="16" fill="hold" grpId="0" nodeType="clickEffect">
                                  <p:stCondLst>
                                    <p:cond delay="0"/>
                                  </p:stCondLst>
                                  <p:childTnLst>
                                    <p:set>
                                      <p:cBhvr>
                                        <p:cTn id="59" dur="1" fill="hold">
                                          <p:stCondLst>
                                            <p:cond delay="0"/>
                                          </p:stCondLst>
                                        </p:cTn>
                                        <p:tgtEl>
                                          <p:spTgt spid="812036"/>
                                        </p:tgtEl>
                                        <p:attrNameLst>
                                          <p:attrName>style.visibility</p:attrName>
                                        </p:attrNameLst>
                                      </p:cBhvr>
                                      <p:to>
                                        <p:strVal val="visible"/>
                                      </p:to>
                                    </p:set>
                                    <p:anim calcmode="lin" valueType="num">
                                      <p:cBhvr>
                                        <p:cTn id="60" dur="500" fill="hold"/>
                                        <p:tgtEl>
                                          <p:spTgt spid="812036"/>
                                        </p:tgtEl>
                                        <p:attrNameLst>
                                          <p:attrName>ppt_w</p:attrName>
                                        </p:attrNameLst>
                                      </p:cBhvr>
                                      <p:tavLst>
                                        <p:tav tm="0">
                                          <p:val>
                                            <p:fltVal val="0"/>
                                          </p:val>
                                        </p:tav>
                                        <p:tav tm="100000">
                                          <p:val>
                                            <p:strVal val="#ppt_w"/>
                                          </p:val>
                                        </p:tav>
                                      </p:tavLst>
                                    </p:anim>
                                    <p:anim calcmode="lin" valueType="num">
                                      <p:cBhvr>
                                        <p:cTn id="61" dur="500" fill="hold"/>
                                        <p:tgtEl>
                                          <p:spTgt spid="812036"/>
                                        </p:tgtEl>
                                        <p:attrNameLst>
                                          <p:attrName>ppt_h</p:attrName>
                                        </p:attrNameLst>
                                      </p:cBhvr>
                                      <p:tavLst>
                                        <p:tav tm="0">
                                          <p:val>
                                            <p:fltVal val="0"/>
                                          </p:val>
                                        </p:tav>
                                        <p:tav tm="100000">
                                          <p:val>
                                            <p:strVal val="#ppt_h"/>
                                          </p:val>
                                        </p:tav>
                                      </p:tavLst>
                                    </p:anim>
                                  </p:childTnLst>
                                </p:cTn>
                              </p:par>
                              <p:par>
                                <p:cTn id="62" presetID="23" presetClass="entr" presetSubtype="16" fill="hold" grpId="0" nodeType="withEffect">
                                  <p:stCondLst>
                                    <p:cond delay="0"/>
                                  </p:stCondLst>
                                  <p:childTnLst>
                                    <p:set>
                                      <p:cBhvr>
                                        <p:cTn id="63" dur="1" fill="hold">
                                          <p:stCondLst>
                                            <p:cond delay="0"/>
                                          </p:stCondLst>
                                        </p:cTn>
                                        <p:tgtEl>
                                          <p:spTgt spid="812037"/>
                                        </p:tgtEl>
                                        <p:attrNameLst>
                                          <p:attrName>style.visibility</p:attrName>
                                        </p:attrNameLst>
                                      </p:cBhvr>
                                      <p:to>
                                        <p:strVal val="visible"/>
                                      </p:to>
                                    </p:set>
                                    <p:anim calcmode="lin" valueType="num">
                                      <p:cBhvr>
                                        <p:cTn id="64" dur="500" fill="hold"/>
                                        <p:tgtEl>
                                          <p:spTgt spid="812037"/>
                                        </p:tgtEl>
                                        <p:attrNameLst>
                                          <p:attrName>ppt_w</p:attrName>
                                        </p:attrNameLst>
                                      </p:cBhvr>
                                      <p:tavLst>
                                        <p:tav tm="0">
                                          <p:val>
                                            <p:fltVal val="0"/>
                                          </p:val>
                                        </p:tav>
                                        <p:tav tm="100000">
                                          <p:val>
                                            <p:strVal val="#ppt_w"/>
                                          </p:val>
                                        </p:tav>
                                      </p:tavLst>
                                    </p:anim>
                                    <p:anim calcmode="lin" valueType="num">
                                      <p:cBhvr>
                                        <p:cTn id="65" dur="500" fill="hold"/>
                                        <p:tgtEl>
                                          <p:spTgt spid="812037"/>
                                        </p:tgtEl>
                                        <p:attrNameLst>
                                          <p:attrName>ppt_h</p:attrName>
                                        </p:attrNameLst>
                                      </p:cBhvr>
                                      <p:tavLst>
                                        <p:tav tm="0">
                                          <p:val>
                                            <p:fltVal val="0"/>
                                          </p:val>
                                        </p:tav>
                                        <p:tav tm="100000">
                                          <p:val>
                                            <p:strVal val="#ppt_h"/>
                                          </p:val>
                                        </p:tav>
                                      </p:tavLst>
                                    </p:anim>
                                  </p:childTnLst>
                                </p:cTn>
                              </p:par>
                              <p:par>
                                <p:cTn id="66" presetID="53" presetClass="entr" presetSubtype="16" fill="hold" grpId="0" nodeType="withEffect">
                                  <p:stCondLst>
                                    <p:cond delay="0"/>
                                  </p:stCondLst>
                                  <p:childTnLst>
                                    <p:set>
                                      <p:cBhvr>
                                        <p:cTn id="67" dur="1" fill="hold">
                                          <p:stCondLst>
                                            <p:cond delay="0"/>
                                          </p:stCondLst>
                                        </p:cTn>
                                        <p:tgtEl>
                                          <p:spTgt spid="812041"/>
                                        </p:tgtEl>
                                        <p:attrNameLst>
                                          <p:attrName>style.visibility</p:attrName>
                                        </p:attrNameLst>
                                      </p:cBhvr>
                                      <p:to>
                                        <p:strVal val="visible"/>
                                      </p:to>
                                    </p:set>
                                    <p:anim calcmode="lin" valueType="num">
                                      <p:cBhvr>
                                        <p:cTn id="68" dur="500" fill="hold"/>
                                        <p:tgtEl>
                                          <p:spTgt spid="812041"/>
                                        </p:tgtEl>
                                        <p:attrNameLst>
                                          <p:attrName>ppt_w</p:attrName>
                                        </p:attrNameLst>
                                      </p:cBhvr>
                                      <p:tavLst>
                                        <p:tav tm="0">
                                          <p:val>
                                            <p:fltVal val="0"/>
                                          </p:val>
                                        </p:tav>
                                        <p:tav tm="100000">
                                          <p:val>
                                            <p:strVal val="#ppt_w"/>
                                          </p:val>
                                        </p:tav>
                                      </p:tavLst>
                                    </p:anim>
                                    <p:anim calcmode="lin" valueType="num">
                                      <p:cBhvr>
                                        <p:cTn id="69" dur="500" fill="hold"/>
                                        <p:tgtEl>
                                          <p:spTgt spid="812041"/>
                                        </p:tgtEl>
                                        <p:attrNameLst>
                                          <p:attrName>ppt_h</p:attrName>
                                        </p:attrNameLst>
                                      </p:cBhvr>
                                      <p:tavLst>
                                        <p:tav tm="0">
                                          <p:val>
                                            <p:fltVal val="0"/>
                                          </p:val>
                                        </p:tav>
                                        <p:tav tm="100000">
                                          <p:val>
                                            <p:strVal val="#ppt_h"/>
                                          </p:val>
                                        </p:tav>
                                      </p:tavLst>
                                    </p:anim>
                                    <p:animEffect transition="in" filter="fade">
                                      <p:cBhvr>
                                        <p:cTn id="70" dur="500"/>
                                        <p:tgtEl>
                                          <p:spTgt spid="812041"/>
                                        </p:tgtEl>
                                      </p:cBhvr>
                                    </p:animEffect>
                                  </p:childTnLst>
                                </p:cTn>
                              </p:par>
                            </p:childTnLst>
                          </p:cTn>
                        </p:par>
                      </p:childTnLst>
                    </p:cTn>
                  </p:par>
                  <p:par>
                    <p:cTn id="71" fill="hold">
                      <p:stCondLst>
                        <p:cond delay="indefinite"/>
                      </p:stCondLst>
                      <p:childTnLst>
                        <p:par>
                          <p:cTn id="72" fill="hold">
                            <p:stCondLst>
                              <p:cond delay="0"/>
                            </p:stCondLst>
                            <p:childTnLst>
                              <p:par>
                                <p:cTn id="73" presetID="4" presetClass="entr" presetSubtype="16" fill="hold" nodeType="clickEffect">
                                  <p:stCondLst>
                                    <p:cond delay="0"/>
                                  </p:stCondLst>
                                  <p:childTnLst>
                                    <p:set>
                                      <p:cBhvr>
                                        <p:cTn id="74" dur="1" fill="hold">
                                          <p:stCondLst>
                                            <p:cond delay="0"/>
                                          </p:stCondLst>
                                        </p:cTn>
                                        <p:tgtEl>
                                          <p:spTgt spid="11"/>
                                        </p:tgtEl>
                                        <p:attrNameLst>
                                          <p:attrName>style.visibility</p:attrName>
                                        </p:attrNameLst>
                                      </p:cBhvr>
                                      <p:to>
                                        <p:strVal val="visible"/>
                                      </p:to>
                                    </p:set>
                                    <p:animEffect transition="in" filter="box(in)">
                                      <p:cBhvr>
                                        <p:cTn id="75" dur="500"/>
                                        <p:tgtEl>
                                          <p:spTgt spid="11"/>
                                        </p:tgtEl>
                                      </p:cBhvr>
                                    </p:animEffect>
                                  </p:childTnLst>
                                </p:cTn>
                              </p:par>
                            </p:childTnLst>
                          </p:cTn>
                        </p:par>
                      </p:childTnLst>
                    </p:cTn>
                  </p:par>
                  <p:par>
                    <p:cTn id="76" fill="hold">
                      <p:stCondLst>
                        <p:cond delay="indefinite"/>
                      </p:stCondLst>
                      <p:childTnLst>
                        <p:par>
                          <p:cTn id="77" fill="hold">
                            <p:stCondLst>
                              <p:cond delay="0"/>
                            </p:stCondLst>
                            <p:childTnLst>
                              <p:par>
                                <p:cTn id="78" presetID="22" presetClass="entr" presetSubtype="4" fill="hold" nodeType="clickEffect">
                                  <p:stCondLst>
                                    <p:cond delay="0"/>
                                  </p:stCondLst>
                                  <p:childTnLst>
                                    <p:set>
                                      <p:cBhvr>
                                        <p:cTn id="79" dur="1" fill="hold">
                                          <p:stCondLst>
                                            <p:cond delay="0"/>
                                          </p:stCondLst>
                                        </p:cTn>
                                        <p:tgtEl>
                                          <p:spTgt spid="14"/>
                                        </p:tgtEl>
                                        <p:attrNameLst>
                                          <p:attrName>style.visibility</p:attrName>
                                        </p:attrNameLst>
                                      </p:cBhvr>
                                      <p:to>
                                        <p:strVal val="visible"/>
                                      </p:to>
                                    </p:set>
                                    <p:animEffect transition="in" filter="wipe(down)">
                                      <p:cBhvr>
                                        <p:cTn id="80" dur="500"/>
                                        <p:tgtEl>
                                          <p:spTgt spid="14"/>
                                        </p:tgtEl>
                                      </p:cBhvr>
                                    </p:animEffect>
                                  </p:childTnLst>
                                </p:cTn>
                              </p:par>
                            </p:childTnLst>
                          </p:cTn>
                        </p:par>
                      </p:childTnLst>
                    </p:cTn>
                  </p:par>
                  <p:par>
                    <p:cTn id="81" fill="hold">
                      <p:stCondLst>
                        <p:cond delay="indefinite"/>
                      </p:stCondLst>
                      <p:childTnLst>
                        <p:par>
                          <p:cTn id="82" fill="hold">
                            <p:stCondLst>
                              <p:cond delay="0"/>
                            </p:stCondLst>
                            <p:childTnLst>
                              <p:par>
                                <p:cTn id="83" presetID="1" presetClass="exit" presetSubtype="0" fill="hold" nodeType="clickEffect">
                                  <p:stCondLst>
                                    <p:cond delay="0"/>
                                  </p:stCondLst>
                                  <p:childTnLst>
                                    <p:set>
                                      <p:cBhvr>
                                        <p:cTn id="84" dur="1" fill="hold">
                                          <p:stCondLst>
                                            <p:cond delay="0"/>
                                          </p:stCondLst>
                                        </p:cTn>
                                        <p:tgtEl>
                                          <p:spTgt spid="14"/>
                                        </p:tgtEl>
                                        <p:attrNameLst>
                                          <p:attrName>style.visibility</p:attrName>
                                        </p:attrNameLst>
                                      </p:cBhvr>
                                      <p:to>
                                        <p:strVal val="hidden"/>
                                      </p:to>
                                    </p:set>
                                  </p:childTnLst>
                                </p:cTn>
                              </p:par>
                              <p:par>
                                <p:cTn id="85" presetID="22" presetClass="entr" presetSubtype="4" fill="hold" nodeType="withEffect">
                                  <p:stCondLst>
                                    <p:cond delay="0"/>
                                  </p:stCondLst>
                                  <p:childTnLst>
                                    <p:set>
                                      <p:cBhvr>
                                        <p:cTn id="86" dur="1" fill="hold">
                                          <p:stCondLst>
                                            <p:cond delay="0"/>
                                          </p:stCondLst>
                                        </p:cTn>
                                        <p:tgtEl>
                                          <p:spTgt spid="15"/>
                                        </p:tgtEl>
                                        <p:attrNameLst>
                                          <p:attrName>style.visibility</p:attrName>
                                        </p:attrNameLst>
                                      </p:cBhvr>
                                      <p:to>
                                        <p:strVal val="visible"/>
                                      </p:to>
                                    </p:set>
                                    <p:animEffect transition="in" filter="wipe(down)">
                                      <p:cBhvr>
                                        <p:cTn id="87" dur="500"/>
                                        <p:tgtEl>
                                          <p:spTgt spid="15"/>
                                        </p:tgtEl>
                                      </p:cBhvr>
                                    </p:animEffect>
                                  </p:childTnLst>
                                </p:cTn>
                              </p:par>
                            </p:childTnLst>
                          </p:cTn>
                        </p:par>
                      </p:childTnLst>
                    </p:cTn>
                  </p:par>
                  <p:par>
                    <p:cTn id="88" fill="hold">
                      <p:stCondLst>
                        <p:cond delay="indefinite"/>
                      </p:stCondLst>
                      <p:childTnLst>
                        <p:par>
                          <p:cTn id="89" fill="hold">
                            <p:stCondLst>
                              <p:cond delay="0"/>
                            </p:stCondLst>
                            <p:childTnLst>
                              <p:par>
                                <p:cTn id="90" presetID="1" presetClass="exit" presetSubtype="0" fill="hold" nodeType="clickEffect">
                                  <p:stCondLst>
                                    <p:cond delay="0"/>
                                  </p:stCondLst>
                                  <p:childTnLst>
                                    <p:set>
                                      <p:cBhvr>
                                        <p:cTn id="91" dur="1" fill="hold">
                                          <p:stCondLst>
                                            <p:cond delay="0"/>
                                          </p:stCondLst>
                                        </p:cTn>
                                        <p:tgtEl>
                                          <p:spTgt spid="15"/>
                                        </p:tgtEl>
                                        <p:attrNameLst>
                                          <p:attrName>style.visibility</p:attrName>
                                        </p:attrNameLst>
                                      </p:cBhvr>
                                      <p:to>
                                        <p:strVal val="hidden"/>
                                      </p:to>
                                    </p:set>
                                  </p:childTnLst>
                                </p:cTn>
                              </p:par>
                            </p:childTnLst>
                          </p:cTn>
                        </p:par>
                        <p:par>
                          <p:cTn id="92" fill="hold">
                            <p:stCondLst>
                              <p:cond delay="0"/>
                            </p:stCondLst>
                            <p:childTnLst>
                              <p:par>
                                <p:cTn id="93" presetID="22" presetClass="entr" presetSubtype="4" fill="hold" nodeType="afterEffect">
                                  <p:stCondLst>
                                    <p:cond delay="0"/>
                                  </p:stCondLst>
                                  <p:childTnLst>
                                    <p:set>
                                      <p:cBhvr>
                                        <p:cTn id="94" dur="1" fill="hold">
                                          <p:stCondLst>
                                            <p:cond delay="0"/>
                                          </p:stCondLst>
                                        </p:cTn>
                                        <p:tgtEl>
                                          <p:spTgt spid="16"/>
                                        </p:tgtEl>
                                        <p:attrNameLst>
                                          <p:attrName>style.visibility</p:attrName>
                                        </p:attrNameLst>
                                      </p:cBhvr>
                                      <p:to>
                                        <p:strVal val="visible"/>
                                      </p:to>
                                    </p:set>
                                    <p:animEffect transition="in" filter="wipe(down)">
                                      <p:cBhvr>
                                        <p:cTn id="95" dur="500"/>
                                        <p:tgtEl>
                                          <p:spTgt spid="16"/>
                                        </p:tgtEl>
                                      </p:cBhvr>
                                    </p:animEffect>
                                  </p:childTnLst>
                                </p:cTn>
                              </p:par>
                            </p:childTnLst>
                          </p:cTn>
                        </p:par>
                      </p:childTnLst>
                    </p:cTn>
                  </p:par>
                  <p:par>
                    <p:cTn id="96" fill="hold">
                      <p:stCondLst>
                        <p:cond delay="indefinite"/>
                      </p:stCondLst>
                      <p:childTnLst>
                        <p:par>
                          <p:cTn id="97" fill="hold">
                            <p:stCondLst>
                              <p:cond delay="0"/>
                            </p:stCondLst>
                            <p:childTnLst>
                              <p:par>
                                <p:cTn id="98" presetID="1" presetClass="exit" presetSubtype="0" fill="hold" nodeType="clickEffect">
                                  <p:stCondLst>
                                    <p:cond delay="0"/>
                                  </p:stCondLst>
                                  <p:childTnLst>
                                    <p:set>
                                      <p:cBhvr>
                                        <p:cTn id="99" dur="1" fill="hold">
                                          <p:stCondLst>
                                            <p:cond delay="0"/>
                                          </p:stCondLst>
                                        </p:cTn>
                                        <p:tgtEl>
                                          <p:spTgt spid="16"/>
                                        </p:tgtEl>
                                        <p:attrNameLst>
                                          <p:attrName>style.visibility</p:attrName>
                                        </p:attrNameLst>
                                      </p:cBhvr>
                                      <p:to>
                                        <p:strVal val="hidden"/>
                                      </p:to>
                                    </p:set>
                                  </p:childTnLst>
                                </p:cTn>
                              </p:par>
                            </p:childTnLst>
                          </p:cTn>
                        </p:par>
                        <p:par>
                          <p:cTn id="100" fill="hold">
                            <p:stCondLst>
                              <p:cond delay="0"/>
                            </p:stCondLst>
                            <p:childTnLst>
                              <p:par>
                                <p:cTn id="101" presetID="22" presetClass="entr" presetSubtype="4" fill="hold" nodeType="afterEffect">
                                  <p:stCondLst>
                                    <p:cond delay="0"/>
                                  </p:stCondLst>
                                  <p:childTnLst>
                                    <p:set>
                                      <p:cBhvr>
                                        <p:cTn id="102" dur="1" fill="hold">
                                          <p:stCondLst>
                                            <p:cond delay="0"/>
                                          </p:stCondLst>
                                        </p:cTn>
                                        <p:tgtEl>
                                          <p:spTgt spid="17"/>
                                        </p:tgtEl>
                                        <p:attrNameLst>
                                          <p:attrName>style.visibility</p:attrName>
                                        </p:attrNameLst>
                                      </p:cBhvr>
                                      <p:to>
                                        <p:strVal val="visible"/>
                                      </p:to>
                                    </p:set>
                                    <p:animEffect transition="in" filter="wipe(down)">
                                      <p:cBhvr>
                                        <p:cTn id="103" dur="500"/>
                                        <p:tgtEl>
                                          <p:spTgt spid="17"/>
                                        </p:tgtEl>
                                      </p:cBhvr>
                                    </p:animEffect>
                                  </p:childTnLst>
                                </p:cTn>
                              </p:par>
                            </p:childTnLst>
                          </p:cTn>
                        </p:par>
                      </p:childTnLst>
                    </p:cTn>
                  </p:par>
                  <p:par>
                    <p:cTn id="104" fill="hold">
                      <p:stCondLst>
                        <p:cond delay="indefinite"/>
                      </p:stCondLst>
                      <p:childTnLst>
                        <p:par>
                          <p:cTn id="105" fill="hold">
                            <p:stCondLst>
                              <p:cond delay="0"/>
                            </p:stCondLst>
                            <p:childTnLst>
                              <p:par>
                                <p:cTn id="106" presetID="1" presetClass="exit" presetSubtype="0" fill="hold" nodeType="clickEffect">
                                  <p:stCondLst>
                                    <p:cond delay="0"/>
                                  </p:stCondLst>
                                  <p:childTnLst>
                                    <p:set>
                                      <p:cBhvr>
                                        <p:cTn id="107" dur="1" fill="hold">
                                          <p:stCondLst>
                                            <p:cond delay="0"/>
                                          </p:stCondLst>
                                        </p:cTn>
                                        <p:tgtEl>
                                          <p:spTgt spid="17"/>
                                        </p:tgtEl>
                                        <p:attrNameLst>
                                          <p:attrName>style.visibility</p:attrName>
                                        </p:attrNameLst>
                                      </p:cBhvr>
                                      <p:to>
                                        <p:strVal val="hidden"/>
                                      </p:to>
                                    </p:set>
                                  </p:childTnLst>
                                </p:cTn>
                              </p:par>
                            </p:childTnLst>
                          </p:cTn>
                        </p:par>
                        <p:par>
                          <p:cTn id="108" fill="hold">
                            <p:stCondLst>
                              <p:cond delay="0"/>
                            </p:stCondLst>
                            <p:childTnLst>
                              <p:par>
                                <p:cTn id="109" presetID="22" presetClass="entr" presetSubtype="4" fill="hold" nodeType="afterEffect">
                                  <p:stCondLst>
                                    <p:cond delay="0"/>
                                  </p:stCondLst>
                                  <p:childTnLst>
                                    <p:set>
                                      <p:cBhvr>
                                        <p:cTn id="110" dur="1" fill="hold">
                                          <p:stCondLst>
                                            <p:cond delay="0"/>
                                          </p:stCondLst>
                                        </p:cTn>
                                        <p:tgtEl>
                                          <p:spTgt spid="18"/>
                                        </p:tgtEl>
                                        <p:attrNameLst>
                                          <p:attrName>style.visibility</p:attrName>
                                        </p:attrNameLst>
                                      </p:cBhvr>
                                      <p:to>
                                        <p:strVal val="visible"/>
                                      </p:to>
                                    </p:set>
                                    <p:animEffect transition="in" filter="wipe(down)">
                                      <p:cBhvr>
                                        <p:cTn id="111" dur="500"/>
                                        <p:tgtEl>
                                          <p:spTgt spid="18"/>
                                        </p:tgtEl>
                                      </p:cBhvr>
                                    </p:animEffect>
                                  </p:childTnLst>
                                </p:cTn>
                              </p:par>
                            </p:childTnLst>
                          </p:cTn>
                        </p:par>
                      </p:childTnLst>
                    </p:cTn>
                  </p:par>
                  <p:par>
                    <p:cTn id="112" fill="hold">
                      <p:stCondLst>
                        <p:cond delay="indefinite"/>
                      </p:stCondLst>
                      <p:childTnLst>
                        <p:par>
                          <p:cTn id="113" fill="hold">
                            <p:stCondLst>
                              <p:cond delay="0"/>
                            </p:stCondLst>
                            <p:childTnLst>
                              <p:par>
                                <p:cTn id="114" presetID="22" presetClass="entr" presetSubtype="4" fill="hold" nodeType="clickEffect">
                                  <p:stCondLst>
                                    <p:cond delay="0"/>
                                  </p:stCondLst>
                                  <p:childTnLst>
                                    <p:set>
                                      <p:cBhvr>
                                        <p:cTn id="115" dur="1" fill="hold">
                                          <p:stCondLst>
                                            <p:cond delay="0"/>
                                          </p:stCondLst>
                                        </p:cTn>
                                        <p:tgtEl>
                                          <p:spTgt spid="19"/>
                                        </p:tgtEl>
                                        <p:attrNameLst>
                                          <p:attrName>style.visibility</p:attrName>
                                        </p:attrNameLst>
                                      </p:cBhvr>
                                      <p:to>
                                        <p:strVal val="visible"/>
                                      </p:to>
                                    </p:set>
                                    <p:animEffect transition="in" filter="wipe(down)">
                                      <p:cBhvr>
                                        <p:cTn id="116" dur="500"/>
                                        <p:tgtEl>
                                          <p:spTgt spid="19"/>
                                        </p:tgtEl>
                                      </p:cBhvr>
                                    </p:animEffect>
                                  </p:childTnLst>
                                </p:cTn>
                              </p:par>
                              <p:par>
                                <p:cTn id="117" presetID="53" presetClass="entr" presetSubtype="16" fill="hold" grpId="0" nodeType="withEffect">
                                  <p:stCondLst>
                                    <p:cond delay="0"/>
                                  </p:stCondLst>
                                  <p:childTnLst>
                                    <p:set>
                                      <p:cBhvr>
                                        <p:cTn id="118" dur="1" fill="hold">
                                          <p:stCondLst>
                                            <p:cond delay="0"/>
                                          </p:stCondLst>
                                        </p:cTn>
                                        <p:tgtEl>
                                          <p:spTgt spid="85"/>
                                        </p:tgtEl>
                                        <p:attrNameLst>
                                          <p:attrName>style.visibility</p:attrName>
                                        </p:attrNameLst>
                                      </p:cBhvr>
                                      <p:to>
                                        <p:strVal val="visible"/>
                                      </p:to>
                                    </p:set>
                                    <p:anim calcmode="lin" valueType="num">
                                      <p:cBhvr>
                                        <p:cTn id="119" dur="500" fill="hold"/>
                                        <p:tgtEl>
                                          <p:spTgt spid="85"/>
                                        </p:tgtEl>
                                        <p:attrNameLst>
                                          <p:attrName>ppt_w</p:attrName>
                                        </p:attrNameLst>
                                      </p:cBhvr>
                                      <p:tavLst>
                                        <p:tav tm="0">
                                          <p:val>
                                            <p:fltVal val="0"/>
                                          </p:val>
                                        </p:tav>
                                        <p:tav tm="100000">
                                          <p:val>
                                            <p:strVal val="#ppt_w"/>
                                          </p:val>
                                        </p:tav>
                                      </p:tavLst>
                                    </p:anim>
                                    <p:anim calcmode="lin" valueType="num">
                                      <p:cBhvr>
                                        <p:cTn id="120" dur="500" fill="hold"/>
                                        <p:tgtEl>
                                          <p:spTgt spid="85"/>
                                        </p:tgtEl>
                                        <p:attrNameLst>
                                          <p:attrName>ppt_h</p:attrName>
                                        </p:attrNameLst>
                                      </p:cBhvr>
                                      <p:tavLst>
                                        <p:tav tm="0">
                                          <p:val>
                                            <p:fltVal val="0"/>
                                          </p:val>
                                        </p:tav>
                                        <p:tav tm="100000">
                                          <p:val>
                                            <p:strVal val="#ppt_h"/>
                                          </p:val>
                                        </p:tav>
                                      </p:tavLst>
                                    </p:anim>
                                    <p:animEffect transition="in" filter="fade">
                                      <p:cBhvr>
                                        <p:cTn id="121" dur="500"/>
                                        <p:tgtEl>
                                          <p:spTgt spid="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2036" grpId="0" animBg="1"/>
      <p:bldP spid="812037" grpId="0"/>
      <p:bldP spid="812041" grpId="0" animBg="1"/>
      <p:bldP spid="812042" grpId="0"/>
      <p:bldP spid="54" grpId="0"/>
      <p:bldP spid="85" grpId="0"/>
    </p:bldLst>
  </p:timing>
</p:sld>
</file>

<file path=ppt/slides/slide5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6018" name="Rectangle 2"/>
          <p:cNvSpPr>
            <a:spLocks noGrp="1"/>
          </p:cNvSpPr>
          <p:nvPr>
            <p:ph type="title"/>
          </p:nvPr>
        </p:nvSpPr>
        <p:spPr>
          <a:xfrm>
            <a:off x="1631950" y="255588"/>
            <a:ext cx="8915400" cy="1143000"/>
          </a:xfrm>
        </p:spPr>
        <p:txBody>
          <a:bodyPr vert="horz" wrap="square" lIns="91440" tIns="45720" rIns="91440" bIns="45720" anchor="ctr" anchorCtr="0"/>
          <a:lstStyle/>
          <a:p>
            <a:r>
              <a:rPr lang="en-US" altLang="zh-CN" kern="1200" dirty="0">
                <a:latin typeface="Arial" panose="020B0604020202090204" pitchFamily="34" charset="0"/>
                <a:ea typeface="黑体" panose="02010609060101010101" pitchFamily="49" charset="-122"/>
                <a:cs typeface="Arial" panose="020B0604020202090204" pitchFamily="34" charset="0"/>
              </a:rPr>
              <a:t>3.3.4 </a:t>
            </a:r>
            <a:r>
              <a:rPr lang="zh-CN" altLang="en-US" kern="1200" dirty="0">
                <a:latin typeface="Arial" panose="020B0604020202090204" pitchFamily="34" charset="0"/>
                <a:ea typeface="黑体" panose="02010609060101010101" pitchFamily="49" charset="-122"/>
                <a:cs typeface="Arial" panose="020B0604020202090204" pitchFamily="34" charset="0"/>
              </a:rPr>
              <a:t>字符串处理函数</a:t>
            </a:r>
            <a:endParaRPr lang="en-US" altLang="zh-CN" kern="1200" dirty="0">
              <a:latin typeface="Arial" panose="020B0604020202090204" pitchFamily="34" charset="0"/>
              <a:ea typeface="黑体" panose="02010609060101010101" pitchFamily="49" charset="-122"/>
              <a:cs typeface="Arial" panose="020B0604020202090204" pitchFamily="34" charset="0"/>
            </a:endParaRPr>
          </a:p>
        </p:txBody>
      </p:sp>
      <p:sp>
        <p:nvSpPr>
          <p:cNvPr id="86019" name="Rectangle 3"/>
          <p:cNvSpPr>
            <a:spLocks noGrp="1"/>
          </p:cNvSpPr>
          <p:nvPr>
            <p:ph idx="1"/>
          </p:nvPr>
        </p:nvSpPr>
        <p:spPr>
          <a:xfrm>
            <a:off x="1611313" y="1557338"/>
            <a:ext cx="9166225" cy="576262"/>
          </a:xfrm>
        </p:spPr>
        <p:txBody>
          <a:bodyPr vert="horz" wrap="square" lIns="91440" tIns="45720" rIns="91440" bIns="45720" anchor="t" anchorCtr="0"/>
          <a:lstStyle/>
          <a:p>
            <a:pPr eaLnBrk="1">
              <a:lnSpc>
                <a:spcPct val="105000"/>
              </a:lnSpc>
              <a:spcAft>
                <a:spcPct val="0"/>
              </a:spcAft>
              <a:buSzPct val="50000"/>
              <a:buFont typeface="Monotype Sorts"/>
              <a:buChar char=""/>
            </a:pPr>
            <a:r>
              <a:rPr lang="en-US" altLang="zh-CN" sz="2400" kern="1200" dirty="0">
                <a:solidFill>
                  <a:srgbClr val="000000"/>
                </a:solidFill>
                <a:latin typeface="Courier New" panose="02070409020205090404" pitchFamily="49" charset="0"/>
                <a:ea typeface="宋体" pitchFamily="2" charset="-122"/>
                <a:cs typeface="+mn-cs"/>
              </a:rPr>
              <a:t>#include &lt;string.h&gt;</a:t>
            </a:r>
            <a:endParaRPr lang="en-US" altLang="zh-CN" sz="2400" kern="1200" dirty="0">
              <a:solidFill>
                <a:srgbClr val="000000"/>
              </a:solidFill>
              <a:latin typeface="Courier New" panose="02070409020205090404" pitchFamily="49" charset="0"/>
              <a:ea typeface="宋体" pitchFamily="2" charset="-122"/>
              <a:cs typeface="+mn-cs"/>
            </a:endParaRPr>
          </a:p>
        </p:txBody>
      </p:sp>
      <p:sp>
        <p:nvSpPr>
          <p:cNvPr id="86020" name="Rectangle 4"/>
          <p:cNvSpPr/>
          <p:nvPr/>
        </p:nvSpPr>
        <p:spPr>
          <a:xfrm>
            <a:off x="1703388" y="2276475"/>
            <a:ext cx="6321425" cy="647700"/>
          </a:xfrm>
          <a:prstGeom prst="rect">
            <a:avLst/>
          </a:prstGeom>
          <a:solidFill>
            <a:schemeClr val="bg2"/>
          </a:solidFill>
          <a:ln w="28575" cap="flat" cmpd="sng">
            <a:solidFill>
              <a:srgbClr val="008000"/>
            </a:solidFill>
            <a:prstDash val="solid"/>
            <a:miter/>
            <a:headEnd type="none" w="med" len="med"/>
            <a:tailEnd type="none" w="med" len="med"/>
          </a:ln>
        </p:spPr>
        <p:txBody>
          <a:bodyPr lIns="92075" tIns="46037" rIns="92075" bIns="46037"/>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850900" lvl="1" indent="-285750" eaLnBrk="1" hangingPunct="1">
              <a:lnSpc>
                <a:spcPct val="125000"/>
              </a:lnSpc>
              <a:spcBef>
                <a:spcPct val="20000"/>
              </a:spcBef>
              <a:spcAft>
                <a:spcPts val="590"/>
              </a:spcAft>
              <a:buClr>
                <a:srgbClr val="FFCC66"/>
              </a:buClr>
              <a:buSzPct val="115000"/>
              <a:buNone/>
            </a:pPr>
            <a:r>
              <a:rPr lang="en-US" altLang="zh-CN" b="1" dirty="0">
                <a:solidFill>
                  <a:srgbClr val="000000"/>
                </a:solidFill>
                <a:latin typeface="Courier New" panose="02070409020205090404" pitchFamily="49" charset="0"/>
                <a:ea typeface="宋体" pitchFamily="2" charset="-122"/>
              </a:rPr>
              <a:t>strcpy(</a:t>
            </a:r>
            <a:r>
              <a:rPr lang="zh-CN" altLang="en-US" dirty="0">
                <a:solidFill>
                  <a:srgbClr val="000000"/>
                </a:solidFill>
                <a:latin typeface="黑体" panose="02010609060101010101" pitchFamily="49" charset="-122"/>
              </a:rPr>
              <a:t>目的字符串</a:t>
            </a:r>
            <a:r>
              <a:rPr lang="en-US" altLang="zh-CN" dirty="0">
                <a:solidFill>
                  <a:srgbClr val="000000"/>
                </a:solidFill>
                <a:latin typeface="黑体" panose="02010609060101010101" pitchFamily="49" charset="-122"/>
              </a:rPr>
              <a:t>, </a:t>
            </a:r>
            <a:r>
              <a:rPr lang="zh-CN" altLang="en-US" dirty="0">
                <a:solidFill>
                  <a:srgbClr val="000000"/>
                </a:solidFill>
                <a:latin typeface="黑体" panose="02010609060101010101" pitchFamily="49" charset="-122"/>
              </a:rPr>
              <a:t>源字符串</a:t>
            </a:r>
            <a:r>
              <a:rPr lang="en-US" altLang="zh-CN" b="1" dirty="0">
                <a:solidFill>
                  <a:srgbClr val="000000"/>
                </a:solidFill>
                <a:latin typeface="Courier New" panose="02070409020205090404" pitchFamily="49" charset="0"/>
                <a:ea typeface="宋体" pitchFamily="2" charset="-122"/>
              </a:rPr>
              <a:t>);</a:t>
            </a:r>
            <a:endParaRPr lang="zh-CN" altLang="en-US" b="1" dirty="0">
              <a:solidFill>
                <a:srgbClr val="000000"/>
              </a:solidFill>
              <a:latin typeface="Courier New" panose="02070409020205090404" pitchFamily="49" charset="0"/>
              <a:ea typeface="宋体" pitchFamily="2" charset="-122"/>
            </a:endParaRPr>
          </a:p>
        </p:txBody>
      </p:sp>
      <p:sp>
        <p:nvSpPr>
          <p:cNvPr id="86021" name="Text Box 5"/>
          <p:cNvSpPr txBox="1"/>
          <p:nvPr/>
        </p:nvSpPr>
        <p:spPr>
          <a:xfrm>
            <a:off x="8256588" y="2349500"/>
            <a:ext cx="2339975" cy="369888"/>
          </a:xfrm>
          <a:prstGeom prst="rect">
            <a:avLst/>
          </a:prstGeom>
          <a:solidFill>
            <a:schemeClr val="bg2"/>
          </a:solidFill>
          <a:ln w="28575" cap="flat" cmpd="sng">
            <a:solidFill>
              <a:srgbClr val="008000"/>
            </a:solidFill>
            <a:prstDash val="solid"/>
            <a:miter/>
            <a:headEnd type="none" w="med" len="med"/>
            <a:tailEnd type="none" w="med" len="med"/>
          </a:ln>
        </p:spPr>
        <p:txBody>
          <a:bodyPr>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algn="ctr" eaLnBrk="1" hangingPunct="1">
              <a:lnSpc>
                <a:spcPct val="90000"/>
              </a:lnSpc>
              <a:spcBef>
                <a:spcPct val="50000"/>
              </a:spcBef>
              <a:spcAft>
                <a:spcPts val="590"/>
              </a:spcAft>
              <a:buSzPct val="80000"/>
              <a:buNone/>
            </a:pPr>
            <a:r>
              <a:rPr lang="en-US" altLang="zh-CN" sz="2000" b="1" dirty="0">
                <a:solidFill>
                  <a:srgbClr val="000066"/>
                </a:solidFill>
                <a:ea typeface="宋体" pitchFamily="2" charset="-122"/>
              </a:rPr>
              <a:t>string copy</a:t>
            </a:r>
            <a:endParaRPr lang="en-US" altLang="zh-CN" sz="2000" b="1" dirty="0">
              <a:solidFill>
                <a:srgbClr val="000066"/>
              </a:solidFill>
              <a:ea typeface="宋体" pitchFamily="2" charset="-122"/>
            </a:endParaRPr>
          </a:p>
        </p:txBody>
      </p:sp>
      <p:sp>
        <p:nvSpPr>
          <p:cNvPr id="785414" name="Rectangle 6"/>
          <p:cNvSpPr/>
          <p:nvPr/>
        </p:nvSpPr>
        <p:spPr>
          <a:xfrm>
            <a:off x="1703388" y="3213100"/>
            <a:ext cx="6396037" cy="1008063"/>
          </a:xfrm>
          <a:prstGeom prst="rect">
            <a:avLst/>
          </a:prstGeom>
          <a:solidFill>
            <a:schemeClr val="bg2"/>
          </a:solidFill>
          <a:ln w="28575" cap="flat" cmpd="sng">
            <a:solidFill>
              <a:srgbClr val="008000"/>
            </a:solidFill>
            <a:prstDash val="solid"/>
            <a:miter/>
            <a:headEnd type="none" w="med" len="med"/>
            <a:tailEnd type="none" w="med" len="med"/>
          </a:ln>
        </p:spPr>
        <p:txBody>
          <a:bodyPr lIns="92075" tIns="46037" rIns="92075" bIns="46037"/>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374650" lvl="0" indent="-374650" eaLnBrk="1" hangingPunct="1">
              <a:lnSpc>
                <a:spcPct val="90000"/>
              </a:lnSpc>
              <a:spcBef>
                <a:spcPct val="20000"/>
              </a:spcBef>
              <a:spcAft>
                <a:spcPts val="590"/>
              </a:spcAft>
              <a:buClr>
                <a:srgbClr val="FFCC66"/>
              </a:buClr>
              <a:buSzPct val="80000"/>
              <a:buNone/>
            </a:pPr>
            <a:r>
              <a:rPr lang="zh-CN" altLang="en-US" sz="2800" dirty="0">
                <a:latin typeface="黑体" panose="02010609060101010101" pitchFamily="49" charset="-122"/>
              </a:rPr>
              <a:t>字符串能否用</a:t>
            </a:r>
            <a:r>
              <a:rPr lang="en-US" altLang="zh-CN" sz="2800" b="1" dirty="0">
                <a:latin typeface="黑体" panose="02010609060101010101" pitchFamily="49" charset="-122"/>
              </a:rPr>
              <a:t>=</a:t>
            </a:r>
            <a:r>
              <a:rPr lang="zh-CN" altLang="en-US" sz="2800" dirty="0">
                <a:latin typeface="黑体" panose="02010609060101010101" pitchFamily="49" charset="-122"/>
              </a:rPr>
              <a:t>整体复制？</a:t>
            </a:r>
            <a:endParaRPr lang="zh-CN" altLang="en-US" sz="2800" dirty="0">
              <a:latin typeface="黑体" panose="02010609060101010101" pitchFamily="49" charset="-122"/>
            </a:endParaRPr>
          </a:p>
          <a:p>
            <a:pPr marL="374650" lvl="0" indent="-374650" algn="ctr" eaLnBrk="1" hangingPunct="1">
              <a:lnSpc>
                <a:spcPct val="90000"/>
              </a:lnSpc>
              <a:spcBef>
                <a:spcPct val="20000"/>
              </a:spcBef>
              <a:spcAft>
                <a:spcPts val="590"/>
              </a:spcAft>
              <a:buClr>
                <a:srgbClr val="FFCC66"/>
              </a:buClr>
              <a:buSzPct val="80000"/>
              <a:buNone/>
            </a:pPr>
            <a:r>
              <a:rPr lang="en-US" altLang="zh-CN" sz="2800" b="1" dirty="0">
                <a:latin typeface="Courier New" panose="02070409020205090404" pitchFamily="49" charset="0"/>
                <a:ea typeface="宋体" pitchFamily="2" charset="-122"/>
              </a:rPr>
              <a:t>str2 = str1;</a:t>
            </a:r>
            <a:endParaRPr lang="en-US" altLang="zh-CN" sz="2800" b="1" dirty="0">
              <a:latin typeface="Courier New" panose="02070409020205090404" pitchFamily="49" charset="0"/>
              <a:ea typeface="宋体" pitchFamily="2" charset="-122"/>
            </a:endParaRPr>
          </a:p>
        </p:txBody>
      </p:sp>
      <p:sp>
        <p:nvSpPr>
          <p:cNvPr id="785416" name="Rectangle 8"/>
          <p:cNvSpPr/>
          <p:nvPr/>
        </p:nvSpPr>
        <p:spPr>
          <a:xfrm>
            <a:off x="1703388" y="4508500"/>
            <a:ext cx="6396037" cy="504825"/>
          </a:xfrm>
          <a:prstGeom prst="rect">
            <a:avLst/>
          </a:prstGeom>
          <a:solidFill>
            <a:schemeClr val="bg2"/>
          </a:solidFill>
          <a:ln w="28575" cap="flat" cmpd="sng">
            <a:solidFill>
              <a:srgbClr val="008000"/>
            </a:solidFill>
            <a:prstDash val="solid"/>
            <a:miter/>
            <a:headEnd type="none" w="med" len="med"/>
            <a:tailEnd type="none" w="med" len="med"/>
          </a:ln>
        </p:spPr>
        <p:txBody>
          <a:bodyPr lIns="92075" tIns="46037" rIns="92075" bIns="46037"/>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374650" lvl="0" indent="-374650" algn="ctr" eaLnBrk="1" hangingPunct="1">
              <a:lnSpc>
                <a:spcPct val="90000"/>
              </a:lnSpc>
              <a:spcBef>
                <a:spcPct val="20000"/>
              </a:spcBef>
              <a:spcAft>
                <a:spcPts val="590"/>
              </a:spcAft>
              <a:buClr>
                <a:srgbClr val="FFCC66"/>
              </a:buClr>
              <a:buSzPct val="80000"/>
              <a:buNone/>
            </a:pPr>
            <a:r>
              <a:rPr lang="en-US" altLang="zh-CN" sz="2800" b="1" dirty="0">
                <a:latin typeface="Courier New" panose="02070409020205090404" pitchFamily="49" charset="0"/>
                <a:ea typeface="宋体" pitchFamily="2" charset="-122"/>
              </a:rPr>
              <a:t>strcpy(str2, str1);</a:t>
            </a:r>
            <a:endParaRPr lang="en-US" altLang="zh-CN" sz="2800" b="1" dirty="0">
              <a:latin typeface="Courier New" panose="02070409020205090404" pitchFamily="49" charset="0"/>
              <a:ea typeface="宋体" pitchFamily="2" charset="-122"/>
            </a:endParaRPr>
          </a:p>
        </p:txBody>
      </p:sp>
      <p:grpSp>
        <p:nvGrpSpPr>
          <p:cNvPr id="2" name="Group 9"/>
          <p:cNvGrpSpPr/>
          <p:nvPr/>
        </p:nvGrpSpPr>
        <p:grpSpPr>
          <a:xfrm>
            <a:off x="4224338" y="5013325"/>
            <a:ext cx="4784725" cy="987425"/>
            <a:chOff x="1186" y="3712"/>
            <a:chExt cx="3100" cy="622"/>
          </a:xfrm>
        </p:grpSpPr>
        <p:sp>
          <p:nvSpPr>
            <p:cNvPr id="86027" name="Line 10"/>
            <p:cNvSpPr/>
            <p:nvPr/>
          </p:nvSpPr>
          <p:spPr>
            <a:xfrm flipH="1" flipV="1">
              <a:off x="1186" y="3712"/>
              <a:ext cx="862" cy="363"/>
            </a:xfrm>
            <a:prstGeom prst="line">
              <a:avLst/>
            </a:prstGeom>
            <a:ln w="38100" cap="flat" cmpd="sng">
              <a:solidFill>
                <a:srgbClr val="008000"/>
              </a:solidFill>
              <a:prstDash val="solid"/>
              <a:miter/>
              <a:headEnd type="none" w="med" len="med"/>
              <a:tailEnd type="triangle" w="med" len="med"/>
            </a:ln>
          </p:spPr>
        </p:sp>
        <p:sp>
          <p:nvSpPr>
            <p:cNvPr id="86028" name="Text Box 11"/>
            <p:cNvSpPr txBox="1"/>
            <p:nvPr/>
          </p:nvSpPr>
          <p:spPr>
            <a:xfrm>
              <a:off x="2063" y="3838"/>
              <a:ext cx="2223" cy="496"/>
            </a:xfrm>
            <a:prstGeom prst="rect">
              <a:avLst/>
            </a:prstGeom>
            <a:solidFill>
              <a:srgbClr val="FFFFCC"/>
            </a:solidFill>
            <a:ln w="38100" cap="flat" cmpd="sng">
              <a:solidFill>
                <a:srgbClr val="008000"/>
              </a:solidFill>
              <a:prstDash val="solid"/>
              <a:miter/>
              <a:headEnd type="none" w="med" len="med"/>
              <a:tailEnd type="none" w="med" len="med"/>
            </a:ln>
          </p:spPr>
          <p:txBody>
            <a:bodyPr>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algn="ctr" eaLnBrk="1" hangingPunct="1">
                <a:lnSpc>
                  <a:spcPct val="90000"/>
                </a:lnSpc>
                <a:spcBef>
                  <a:spcPct val="0"/>
                </a:spcBef>
                <a:buSzPct val="80000"/>
                <a:buNone/>
              </a:pPr>
              <a:r>
                <a:rPr lang="zh-CN" altLang="en-US" sz="2400" dirty="0">
                  <a:solidFill>
                    <a:srgbClr val="000066"/>
                  </a:solidFill>
                  <a:latin typeface="黑体" panose="02010609060101010101" pitchFamily="49" charset="-122"/>
                </a:rPr>
                <a:t>注意复制的方向！</a:t>
              </a:r>
              <a:endParaRPr lang="zh-CN" altLang="en-US" sz="2400" dirty="0">
                <a:solidFill>
                  <a:srgbClr val="000066"/>
                </a:solidFill>
                <a:latin typeface="黑体" panose="02010609060101010101" pitchFamily="49" charset="-122"/>
              </a:endParaRPr>
            </a:p>
            <a:p>
              <a:pPr marL="0" lvl="0" indent="0" algn="ctr" eaLnBrk="1" hangingPunct="1">
                <a:lnSpc>
                  <a:spcPct val="90000"/>
                </a:lnSpc>
                <a:spcBef>
                  <a:spcPct val="0"/>
                </a:spcBef>
                <a:buSzPct val="80000"/>
                <a:buNone/>
              </a:pPr>
              <a:r>
                <a:rPr lang="en-US" altLang="zh-CN" sz="2400" b="1" dirty="0">
                  <a:solidFill>
                    <a:srgbClr val="000066"/>
                  </a:solidFill>
                  <a:latin typeface="Courier New" panose="02070409020205090404" pitchFamily="49" charset="0"/>
                  <a:ea typeface="宋体" pitchFamily="2" charset="-122"/>
                </a:rPr>
                <a:t>str2</a:t>
              </a:r>
              <a:r>
                <a:rPr lang="zh-CN" altLang="en-US" sz="2400" dirty="0">
                  <a:solidFill>
                    <a:srgbClr val="000066"/>
                  </a:solidFill>
                  <a:latin typeface="黑体" panose="02010609060101010101" pitchFamily="49" charset="-122"/>
                </a:rPr>
                <a:t>必须足够大！</a:t>
              </a:r>
              <a:endParaRPr lang="zh-CN" altLang="en-US" sz="2400" dirty="0">
                <a:solidFill>
                  <a:srgbClr val="000066"/>
                </a:solidFill>
                <a:latin typeface="黑体" panose="02010609060101010101" pitchFamily="49" charset="-122"/>
              </a:endParaRPr>
            </a:p>
          </p:txBody>
        </p:sp>
      </p:grpSp>
      <p:sp>
        <p:nvSpPr>
          <p:cNvPr id="9" name="AutoShape 8"/>
          <p:cNvSpPr/>
          <p:nvPr/>
        </p:nvSpPr>
        <p:spPr>
          <a:xfrm>
            <a:off x="6253163" y="3359150"/>
            <a:ext cx="946150" cy="792163"/>
          </a:xfrm>
          <a:custGeom>
            <a:avLst/>
            <a:gdLst>
              <a:gd name="txL" fmla="*/ 3163 w 21600"/>
              <a:gd name="txT" fmla="*/ 3163 h 21600"/>
              <a:gd name="txR" fmla="*/ 18437 w 21600"/>
              <a:gd name="txB" fmla="*/ 18437 h 21600"/>
            </a:gdLst>
            <a:ahLst/>
            <a:cxnLst>
              <a:cxn ang="0">
                <a:pos x="2147483646" y="0"/>
              </a:cxn>
              <a:cxn ang="0">
                <a:pos x="2147483646" y="2147483646"/>
              </a:cxn>
              <a:cxn ang="0">
                <a:pos x="0" y="2147483646"/>
              </a:cxn>
              <a:cxn ang="0">
                <a:pos x="2147483646" y="2147483646"/>
              </a:cxn>
              <a:cxn ang="0">
                <a:pos x="2147483646" y="2147483646"/>
              </a:cxn>
              <a:cxn ang="0">
                <a:pos x="2147483646" y="2147483646"/>
              </a:cxn>
              <a:cxn ang="0">
                <a:pos x="2147483646" y="2147483646"/>
              </a:cxn>
              <a:cxn ang="0">
                <a:pos x="2147483646" y="2147483646"/>
              </a:cxn>
            </a:cxnLst>
            <a:rect l="txL" t="txT" r="txR" b="txB"/>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7401" y="15493"/>
                </a:moveTo>
                <a:cubicBezTo>
                  <a:pt x="18376" y="14122"/>
                  <a:pt x="18900" y="12482"/>
                  <a:pt x="18900" y="10800"/>
                </a:cubicBezTo>
                <a:cubicBezTo>
                  <a:pt x="18900" y="6326"/>
                  <a:pt x="15273" y="2700"/>
                  <a:pt x="10800" y="2700"/>
                </a:cubicBezTo>
                <a:cubicBezTo>
                  <a:pt x="9117" y="2699"/>
                  <a:pt x="7477" y="3223"/>
                  <a:pt x="6106" y="4198"/>
                </a:cubicBezTo>
                <a:lnTo>
                  <a:pt x="17401" y="15493"/>
                </a:lnTo>
                <a:close/>
                <a:moveTo>
                  <a:pt x="4198" y="6106"/>
                </a:moveTo>
                <a:cubicBezTo>
                  <a:pt x="3223" y="7477"/>
                  <a:pt x="2700" y="9117"/>
                  <a:pt x="2700" y="10799"/>
                </a:cubicBezTo>
                <a:cubicBezTo>
                  <a:pt x="2700" y="15273"/>
                  <a:pt x="6326" y="18900"/>
                  <a:pt x="10800" y="18900"/>
                </a:cubicBezTo>
                <a:cubicBezTo>
                  <a:pt x="12482" y="18900"/>
                  <a:pt x="14122" y="18376"/>
                  <a:pt x="15493" y="17401"/>
                </a:cubicBezTo>
                <a:lnTo>
                  <a:pt x="4198" y="6106"/>
                </a:lnTo>
                <a:close/>
              </a:path>
            </a:pathLst>
          </a:custGeom>
          <a:solidFill>
            <a:srgbClr val="FF0000">
              <a:alpha val="100000"/>
            </a:srgbClr>
          </a:solidFill>
          <a:ln w="12700" cap="flat" cmpd="sng">
            <a:solidFill>
              <a:schemeClr val="tx1">
                <a:alpha val="100000"/>
              </a:schemeClr>
            </a:solidFill>
            <a:prstDash val="solid"/>
            <a:miter lim="800000"/>
            <a:headEnd type="none" w="sm" len="sm"/>
            <a:tailEnd type="none" w="sm" len="sm"/>
          </a:ln>
        </p:spPr>
        <p:txBody>
          <a:bodyPr/>
          <a:lstStyle/>
          <a:p>
            <a:endParaRPr lang="zh-CN" altLang="en-US"/>
          </a:p>
        </p:txBody>
      </p:sp>
      <p:pic>
        <p:nvPicPr>
          <p:cNvPr id="86026" name="图片 12" descr="Image3.jpg"/>
          <p:cNvPicPr>
            <a:picLocks noChangeAspect="1"/>
          </p:cNvPicPr>
          <p:nvPr/>
        </p:nvPicPr>
        <p:blipFill>
          <a:blip r:embed="rId1">
            <a:clrChange>
              <a:clrFrom>
                <a:srgbClr val="FFFFFB"/>
              </a:clrFrom>
              <a:clrTo>
                <a:srgbClr val="FFFFFB">
                  <a:alpha val="0"/>
                </a:srgbClr>
              </a:clrTo>
            </a:clrChange>
          </a:blip>
          <a:stretch>
            <a:fillRect/>
          </a:stretch>
        </p:blipFill>
        <p:spPr>
          <a:xfrm>
            <a:off x="9732963" y="4651375"/>
            <a:ext cx="909637" cy="1778000"/>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785414"/>
                                        </p:tgtEl>
                                        <p:attrNameLst>
                                          <p:attrName>style.visibility</p:attrName>
                                        </p:attrNameLst>
                                      </p:cBhvr>
                                      <p:to>
                                        <p:strVal val="visible"/>
                                      </p:to>
                                    </p:set>
                                    <p:anim calcmode="lin" valueType="num">
                                      <p:cBhvr>
                                        <p:cTn id="7" dur="500" fill="hold"/>
                                        <p:tgtEl>
                                          <p:spTgt spid="785414"/>
                                        </p:tgtEl>
                                        <p:attrNameLst>
                                          <p:attrName>ppt_w</p:attrName>
                                        </p:attrNameLst>
                                      </p:cBhvr>
                                      <p:tavLst>
                                        <p:tav tm="0">
                                          <p:val>
                                            <p:fltVal val="0"/>
                                          </p:val>
                                        </p:tav>
                                        <p:tav tm="100000">
                                          <p:val>
                                            <p:strVal val="#ppt_w"/>
                                          </p:val>
                                        </p:tav>
                                      </p:tavLst>
                                    </p:anim>
                                    <p:anim calcmode="lin" valueType="num">
                                      <p:cBhvr>
                                        <p:cTn id="8" dur="500" fill="hold"/>
                                        <p:tgtEl>
                                          <p:spTgt spid="785414"/>
                                        </p:tgtEl>
                                        <p:attrNameLst>
                                          <p:attrName>ppt_h</p:attrName>
                                        </p:attrNameLst>
                                      </p:cBhvr>
                                      <p:tavLst>
                                        <p:tav tm="0">
                                          <p:val>
                                            <p:fltVal val="0"/>
                                          </p:val>
                                        </p:tav>
                                        <p:tav tm="100000">
                                          <p:val>
                                            <p:strVal val="#ppt_h"/>
                                          </p:val>
                                        </p:tav>
                                      </p:tavLst>
                                    </p:anim>
                                    <p:animEffect transition="in" filter="fade">
                                      <p:cBhvr>
                                        <p:cTn id="9" dur="500"/>
                                        <p:tgtEl>
                                          <p:spTgt spid="785414"/>
                                        </p:tgtEl>
                                      </p:cBhvr>
                                    </p:animEffect>
                                  </p:childTnLst>
                                </p:cTn>
                              </p:par>
                            </p:childTnLst>
                          </p:cTn>
                        </p:par>
                      </p:childTnLst>
                    </p:cTn>
                  </p:par>
                  <p:par>
                    <p:cTn id="10" fill="hold">
                      <p:stCondLst>
                        <p:cond delay="indefinite"/>
                      </p:stCondLst>
                      <p:childTnLst>
                        <p:par>
                          <p:cTn id="11" fill="hold">
                            <p:stCondLst>
                              <p:cond delay="0"/>
                            </p:stCondLst>
                            <p:childTnLst>
                              <p:par>
                                <p:cTn id="12" presetID="23" presetClass="entr" presetSubtype="32" fill="hold" nodeType="clickEffect">
                                  <p:stCondLst>
                                    <p:cond delay="0"/>
                                  </p:stCondLst>
                                  <p:childTnLst>
                                    <p:set>
                                      <p:cBhvr>
                                        <p:cTn id="13" dur="1" fill="hold">
                                          <p:stCondLst>
                                            <p:cond delay="0"/>
                                          </p:stCondLst>
                                        </p:cTn>
                                        <p:tgtEl>
                                          <p:spTgt spid="9"/>
                                        </p:tgtEl>
                                        <p:attrNameLst>
                                          <p:attrName>style.visibility</p:attrName>
                                        </p:attrNameLst>
                                      </p:cBhvr>
                                      <p:to>
                                        <p:strVal val="visible"/>
                                      </p:to>
                                    </p:set>
                                    <p:anim calcmode="lin" valueType="num">
                                      <p:cBhvr>
                                        <p:cTn id="14" dur="500" fill="hold"/>
                                        <p:tgtEl>
                                          <p:spTgt spid="9"/>
                                        </p:tgtEl>
                                        <p:attrNameLst>
                                          <p:attrName>ppt_w</p:attrName>
                                        </p:attrNameLst>
                                      </p:cBhvr>
                                      <p:tavLst>
                                        <p:tav tm="0">
                                          <p:val>
                                            <p:strVal val="4*#ppt_w"/>
                                          </p:val>
                                        </p:tav>
                                        <p:tav tm="100000">
                                          <p:val>
                                            <p:strVal val="#ppt_w"/>
                                          </p:val>
                                        </p:tav>
                                      </p:tavLst>
                                    </p:anim>
                                    <p:anim calcmode="lin" valueType="num">
                                      <p:cBhvr>
                                        <p:cTn id="15" dur="500" fill="hold"/>
                                        <p:tgtEl>
                                          <p:spTgt spid="9"/>
                                        </p:tgtEl>
                                        <p:attrNameLst>
                                          <p:attrName>ppt_h</p:attrName>
                                        </p:attrNameLst>
                                      </p:cBhvr>
                                      <p:tavLst>
                                        <p:tav tm="0">
                                          <p:val>
                                            <p:strVal val="4*#ppt_h"/>
                                          </p:val>
                                        </p:tav>
                                        <p:tav tm="100000">
                                          <p:val>
                                            <p:strVal val="#ppt_h"/>
                                          </p:val>
                                        </p:tav>
                                      </p:tavLst>
                                    </p:anim>
                                  </p:childTnLst>
                                </p:cTn>
                              </p:par>
                            </p:childTnLst>
                          </p:cTn>
                        </p:par>
                      </p:childTnLst>
                    </p:cTn>
                  </p:par>
                  <p:par>
                    <p:cTn id="16" fill="hold">
                      <p:stCondLst>
                        <p:cond delay="indefinite"/>
                      </p:stCondLst>
                      <p:childTnLst>
                        <p:par>
                          <p:cTn id="17" fill="hold">
                            <p:stCondLst>
                              <p:cond delay="0"/>
                            </p:stCondLst>
                            <p:childTnLst>
                              <p:par>
                                <p:cTn id="18" presetID="53" presetClass="entr" presetSubtype="16" fill="hold" grpId="0" nodeType="clickEffect">
                                  <p:stCondLst>
                                    <p:cond delay="0"/>
                                  </p:stCondLst>
                                  <p:childTnLst>
                                    <p:set>
                                      <p:cBhvr>
                                        <p:cTn id="19" dur="1" fill="hold">
                                          <p:stCondLst>
                                            <p:cond delay="0"/>
                                          </p:stCondLst>
                                        </p:cTn>
                                        <p:tgtEl>
                                          <p:spTgt spid="785416"/>
                                        </p:tgtEl>
                                        <p:attrNameLst>
                                          <p:attrName>style.visibility</p:attrName>
                                        </p:attrNameLst>
                                      </p:cBhvr>
                                      <p:to>
                                        <p:strVal val="visible"/>
                                      </p:to>
                                    </p:set>
                                    <p:anim calcmode="lin" valueType="num">
                                      <p:cBhvr>
                                        <p:cTn id="20" dur="500" fill="hold"/>
                                        <p:tgtEl>
                                          <p:spTgt spid="785416"/>
                                        </p:tgtEl>
                                        <p:attrNameLst>
                                          <p:attrName>ppt_w</p:attrName>
                                        </p:attrNameLst>
                                      </p:cBhvr>
                                      <p:tavLst>
                                        <p:tav tm="0">
                                          <p:val>
                                            <p:fltVal val="0"/>
                                          </p:val>
                                        </p:tav>
                                        <p:tav tm="100000">
                                          <p:val>
                                            <p:strVal val="#ppt_w"/>
                                          </p:val>
                                        </p:tav>
                                      </p:tavLst>
                                    </p:anim>
                                    <p:anim calcmode="lin" valueType="num">
                                      <p:cBhvr>
                                        <p:cTn id="21" dur="500" fill="hold"/>
                                        <p:tgtEl>
                                          <p:spTgt spid="785416"/>
                                        </p:tgtEl>
                                        <p:attrNameLst>
                                          <p:attrName>ppt_h</p:attrName>
                                        </p:attrNameLst>
                                      </p:cBhvr>
                                      <p:tavLst>
                                        <p:tav tm="0">
                                          <p:val>
                                            <p:fltVal val="0"/>
                                          </p:val>
                                        </p:tav>
                                        <p:tav tm="100000">
                                          <p:val>
                                            <p:strVal val="#ppt_h"/>
                                          </p:val>
                                        </p:tav>
                                      </p:tavLst>
                                    </p:anim>
                                    <p:animEffect transition="in" filter="fade">
                                      <p:cBhvr>
                                        <p:cTn id="22" dur="500"/>
                                        <p:tgtEl>
                                          <p:spTgt spid="785416"/>
                                        </p:tgtEl>
                                      </p:cBhvr>
                                    </p:animEffect>
                                  </p:childTnLst>
                                </p:cTn>
                              </p:par>
                            </p:childTnLst>
                          </p:cTn>
                        </p:par>
                      </p:childTnLst>
                    </p:cTn>
                  </p:par>
                  <p:par>
                    <p:cTn id="23" fill="hold">
                      <p:stCondLst>
                        <p:cond delay="indefinite"/>
                      </p:stCondLst>
                      <p:childTnLst>
                        <p:par>
                          <p:cTn id="24" fill="hold">
                            <p:stCondLst>
                              <p:cond delay="0"/>
                            </p:stCondLst>
                            <p:childTnLst>
                              <p:par>
                                <p:cTn id="25" presetID="53" presetClass="entr" presetSubtype="16"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anim calcmode="lin" valueType="num">
                                      <p:cBhvr>
                                        <p:cTn id="27" dur="500" fill="hold"/>
                                        <p:tgtEl>
                                          <p:spTgt spid="2"/>
                                        </p:tgtEl>
                                        <p:attrNameLst>
                                          <p:attrName>ppt_w</p:attrName>
                                        </p:attrNameLst>
                                      </p:cBhvr>
                                      <p:tavLst>
                                        <p:tav tm="0">
                                          <p:val>
                                            <p:fltVal val="0"/>
                                          </p:val>
                                        </p:tav>
                                        <p:tav tm="100000">
                                          <p:val>
                                            <p:strVal val="#ppt_w"/>
                                          </p:val>
                                        </p:tav>
                                      </p:tavLst>
                                    </p:anim>
                                    <p:anim calcmode="lin" valueType="num">
                                      <p:cBhvr>
                                        <p:cTn id="28" dur="500" fill="hold"/>
                                        <p:tgtEl>
                                          <p:spTgt spid="2"/>
                                        </p:tgtEl>
                                        <p:attrNameLst>
                                          <p:attrName>ppt_h</p:attrName>
                                        </p:attrNameLst>
                                      </p:cBhvr>
                                      <p:tavLst>
                                        <p:tav tm="0">
                                          <p:val>
                                            <p:fltVal val="0"/>
                                          </p:val>
                                        </p:tav>
                                        <p:tav tm="100000">
                                          <p:val>
                                            <p:strVal val="#ppt_h"/>
                                          </p:val>
                                        </p:tav>
                                      </p:tavLst>
                                    </p:anim>
                                    <p:animEffect transition="in" filter="fade">
                                      <p:cBhvr>
                                        <p:cTn id="2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5414" grpId="0" animBg="1"/>
      <p:bldP spid="785416" grpId="0" animBg="1"/>
    </p:bldLst>
  </p:timing>
</p:sld>
</file>

<file path=ppt/slides/slide5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7042" name="Rectangle 2"/>
          <p:cNvSpPr>
            <a:spLocks noGrp="1"/>
          </p:cNvSpPr>
          <p:nvPr>
            <p:ph type="title"/>
          </p:nvPr>
        </p:nvSpPr>
        <p:spPr>
          <a:xfrm>
            <a:off x="1336675" y="476250"/>
            <a:ext cx="9518650" cy="839788"/>
          </a:xfrm>
        </p:spPr>
        <p:txBody>
          <a:bodyPr vert="horz" wrap="square" lIns="91440" tIns="45720" rIns="91440" bIns="45720" anchor="ctr" anchorCtr="0"/>
          <a:lstStyle/>
          <a:p>
            <a:r>
              <a:rPr lang="en-US" altLang="zh-CN" sz="4000" kern="1200" dirty="0">
                <a:latin typeface="Arial" panose="020B0604020202090204" pitchFamily="34" charset="0"/>
                <a:ea typeface="黑体" panose="02010609060101010101" pitchFamily="49" charset="-122"/>
                <a:cs typeface="Arial" panose="020B0604020202090204" pitchFamily="34" charset="0"/>
              </a:rPr>
              <a:t>3.3.4 </a:t>
            </a:r>
            <a:r>
              <a:rPr lang="zh-CN" altLang="en-US" sz="4000" kern="1200" dirty="0">
                <a:latin typeface="Arial" panose="020B0604020202090204" pitchFamily="34" charset="0"/>
                <a:ea typeface="黑体" panose="02010609060101010101" pitchFamily="49" charset="-122"/>
                <a:cs typeface="Arial" panose="020B0604020202090204" pitchFamily="34" charset="0"/>
              </a:rPr>
              <a:t>字符串处理函数</a:t>
            </a:r>
            <a:endParaRPr lang="en-US" altLang="zh-CN" sz="4000" kern="1200" dirty="0">
              <a:solidFill>
                <a:schemeClr val="tx1"/>
              </a:solidFill>
              <a:latin typeface="Arial" panose="020B0604020202090204" pitchFamily="34" charset="0"/>
              <a:ea typeface="黑体" panose="02010609060101010101" pitchFamily="49" charset="-122"/>
              <a:cs typeface="Arial" panose="020B0604020202090204" pitchFamily="34" charset="0"/>
            </a:endParaRPr>
          </a:p>
        </p:txBody>
      </p:sp>
      <p:sp>
        <p:nvSpPr>
          <p:cNvPr id="87043" name="Rectangle 3"/>
          <p:cNvSpPr>
            <a:spLocks noGrp="1"/>
          </p:cNvSpPr>
          <p:nvPr>
            <p:ph idx="1"/>
          </p:nvPr>
        </p:nvSpPr>
        <p:spPr>
          <a:xfrm>
            <a:off x="47625" y="1412875"/>
            <a:ext cx="6624638" cy="2924175"/>
          </a:xfrm>
          <a:solidFill>
            <a:schemeClr val="bg2">
              <a:alpha val="100000"/>
            </a:schemeClr>
          </a:solidFill>
          <a:ln w="28575">
            <a:solidFill>
              <a:srgbClr val="008000">
                <a:alpha val="100000"/>
              </a:srgbClr>
            </a:solidFill>
            <a:miter lim="800000"/>
          </a:ln>
        </p:spPr>
        <p:txBody>
          <a:bodyPr vert="horz" wrap="square" lIns="91440" tIns="45720" rIns="91440" bIns="45720" anchor="t" anchorCtr="0"/>
          <a:lstStyle/>
          <a:p>
            <a:pPr eaLnBrk="1">
              <a:lnSpc>
                <a:spcPct val="70000"/>
              </a:lnSpc>
              <a:spcAft>
                <a:spcPct val="0"/>
              </a:spcAft>
              <a:buSzPct val="50000"/>
              <a:buFont typeface="Monotype Sorts"/>
              <a:buNone/>
            </a:pPr>
            <a:r>
              <a:rPr lang="fr-FR" altLang="zh-CN" sz="1800" kern="1200" dirty="0">
                <a:solidFill>
                  <a:srgbClr val="3333CC"/>
                </a:solidFill>
                <a:latin typeface="Courier New" panose="02070409020205090404" pitchFamily="49" charset="0"/>
                <a:ea typeface="宋体" pitchFamily="2" charset="-122"/>
                <a:cs typeface="+mn-cs"/>
              </a:rPr>
              <a:t>void</a:t>
            </a:r>
            <a:r>
              <a:rPr lang="fr-FR" altLang="zh-CN" sz="1800" kern="1200" dirty="0">
                <a:latin typeface="Courier New" panose="02070409020205090404" pitchFamily="49" charset="0"/>
                <a:ea typeface="宋体" pitchFamily="2" charset="-122"/>
                <a:cs typeface="+mn-cs"/>
              </a:rPr>
              <a:t>  MyStrcpy(</a:t>
            </a:r>
            <a:r>
              <a:rPr lang="fr-FR" altLang="zh-CN" sz="1800" kern="1200" dirty="0">
                <a:solidFill>
                  <a:srgbClr val="3333CC"/>
                </a:solidFill>
                <a:latin typeface="Courier New" panose="02070409020205090404" pitchFamily="49" charset="0"/>
                <a:ea typeface="宋体" pitchFamily="2" charset="-122"/>
                <a:cs typeface="+mn-cs"/>
              </a:rPr>
              <a:t>char</a:t>
            </a:r>
            <a:r>
              <a:rPr lang="fr-FR" altLang="zh-CN" sz="1800" kern="1200" dirty="0">
                <a:latin typeface="Courier New" panose="02070409020205090404" pitchFamily="49" charset="0"/>
                <a:ea typeface="宋体" pitchFamily="2" charset="-122"/>
                <a:cs typeface="+mn-cs"/>
              </a:rPr>
              <a:t> dstStr[], </a:t>
            </a:r>
            <a:r>
              <a:rPr lang="fr-FR" altLang="zh-CN" sz="1800" kern="1200" dirty="0">
                <a:solidFill>
                  <a:srgbClr val="3333CC"/>
                </a:solidFill>
                <a:latin typeface="Courier New" panose="02070409020205090404" pitchFamily="49" charset="0"/>
                <a:ea typeface="宋体" pitchFamily="2" charset="-122"/>
                <a:cs typeface="+mn-cs"/>
              </a:rPr>
              <a:t>char</a:t>
            </a:r>
            <a:r>
              <a:rPr lang="fr-FR" altLang="zh-CN" sz="1800" kern="1200" dirty="0">
                <a:latin typeface="Courier New" panose="02070409020205090404" pitchFamily="49" charset="0"/>
                <a:ea typeface="宋体" pitchFamily="2" charset="-122"/>
                <a:cs typeface="+mn-cs"/>
              </a:rPr>
              <a:t> srcStr[])</a:t>
            </a:r>
            <a:endParaRPr lang="fr-FR" altLang="zh-CN" sz="1800" kern="1200" dirty="0">
              <a:latin typeface="Courier New" panose="02070409020205090404" pitchFamily="49" charset="0"/>
              <a:ea typeface="宋体" pitchFamily="2" charset="-122"/>
              <a:cs typeface="+mn-cs"/>
            </a:endParaRPr>
          </a:p>
          <a:p>
            <a:pPr eaLnBrk="1">
              <a:lnSpc>
                <a:spcPct val="70000"/>
              </a:lnSpc>
              <a:spcAft>
                <a:spcPct val="0"/>
              </a:spcAft>
              <a:buSzPct val="50000"/>
              <a:buFont typeface="Monotype Sorts"/>
              <a:buNone/>
            </a:pPr>
            <a:r>
              <a:rPr lang="fr-FR" altLang="zh-CN" sz="1800" kern="1200" dirty="0">
                <a:latin typeface="Courier New" panose="02070409020205090404" pitchFamily="49" charset="0"/>
                <a:ea typeface="宋体" pitchFamily="2" charset="-122"/>
                <a:cs typeface="+mn-cs"/>
              </a:rPr>
              <a:t>{</a:t>
            </a:r>
            <a:endParaRPr lang="fr-FR" altLang="zh-CN" sz="1800" kern="1200" dirty="0">
              <a:latin typeface="Courier New" panose="02070409020205090404" pitchFamily="49" charset="0"/>
              <a:ea typeface="宋体" pitchFamily="2" charset="-122"/>
              <a:cs typeface="+mn-cs"/>
            </a:endParaRPr>
          </a:p>
          <a:p>
            <a:pPr eaLnBrk="1">
              <a:lnSpc>
                <a:spcPct val="70000"/>
              </a:lnSpc>
              <a:spcAft>
                <a:spcPct val="0"/>
              </a:spcAft>
              <a:buSzPct val="50000"/>
              <a:buFont typeface="Monotype Sorts"/>
              <a:buNone/>
            </a:pPr>
            <a:r>
              <a:rPr lang="fr-FR" altLang="zh-CN" sz="1800" kern="1200" dirty="0">
                <a:latin typeface="Courier New" panose="02070409020205090404" pitchFamily="49" charset="0"/>
                <a:ea typeface="宋体" pitchFamily="2" charset="-122"/>
                <a:cs typeface="+mn-cs"/>
              </a:rPr>
              <a:t>	</a:t>
            </a:r>
            <a:r>
              <a:rPr lang="fr-FR" altLang="zh-CN" sz="1800" kern="1200" dirty="0">
                <a:solidFill>
                  <a:srgbClr val="3333CC"/>
                </a:solidFill>
                <a:latin typeface="Courier New" panose="02070409020205090404" pitchFamily="49" charset="0"/>
                <a:ea typeface="宋体" pitchFamily="2" charset="-122"/>
                <a:cs typeface="+mn-cs"/>
              </a:rPr>
              <a:t>int</a:t>
            </a:r>
            <a:r>
              <a:rPr lang="fr-FR" altLang="zh-CN" sz="1800" kern="1200" dirty="0">
                <a:latin typeface="Courier New" panose="02070409020205090404" pitchFamily="49" charset="0"/>
                <a:ea typeface="宋体" pitchFamily="2" charset="-122"/>
                <a:cs typeface="+mn-cs"/>
              </a:rPr>
              <a:t>  i = 0;                      </a:t>
            </a:r>
            <a:endParaRPr lang="fr-FR" altLang="zh-CN" sz="1800" kern="1200" dirty="0">
              <a:latin typeface="Courier New" panose="02070409020205090404" pitchFamily="49" charset="0"/>
              <a:ea typeface="宋体" pitchFamily="2" charset="-122"/>
              <a:cs typeface="+mn-cs"/>
            </a:endParaRPr>
          </a:p>
          <a:p>
            <a:pPr eaLnBrk="1">
              <a:lnSpc>
                <a:spcPct val="70000"/>
              </a:lnSpc>
              <a:spcAft>
                <a:spcPct val="0"/>
              </a:spcAft>
              <a:buSzPct val="50000"/>
              <a:buFont typeface="Monotype Sorts"/>
              <a:buNone/>
            </a:pPr>
            <a:r>
              <a:rPr lang="fr-FR" altLang="zh-CN" sz="1800" kern="1200" dirty="0">
                <a:latin typeface="Courier New" panose="02070409020205090404" pitchFamily="49" charset="0"/>
                <a:ea typeface="宋体" pitchFamily="2" charset="-122"/>
                <a:cs typeface="+mn-cs"/>
              </a:rPr>
              <a:t>	</a:t>
            </a:r>
            <a:r>
              <a:rPr lang="fr-FR" altLang="zh-CN" sz="1800" kern="1200" dirty="0">
                <a:solidFill>
                  <a:srgbClr val="3333CC"/>
                </a:solidFill>
                <a:latin typeface="Courier New" panose="02070409020205090404" pitchFamily="49" charset="0"/>
                <a:ea typeface="宋体" pitchFamily="2" charset="-122"/>
                <a:cs typeface="+mn-cs"/>
              </a:rPr>
              <a:t>while</a:t>
            </a:r>
            <a:r>
              <a:rPr lang="fr-FR" altLang="zh-CN" sz="1800" kern="1200" dirty="0">
                <a:latin typeface="Courier New" panose="02070409020205090404" pitchFamily="49" charset="0"/>
                <a:ea typeface="宋体" pitchFamily="2" charset="-122"/>
                <a:cs typeface="+mn-cs"/>
              </a:rPr>
              <a:t> (</a:t>
            </a:r>
            <a:r>
              <a:rPr lang="fr-FR" altLang="zh-CN" sz="1800" kern="1200" dirty="0">
                <a:solidFill>
                  <a:srgbClr val="CC0000"/>
                </a:solidFill>
                <a:latin typeface="Courier New" panose="02070409020205090404" pitchFamily="49" charset="0"/>
                <a:ea typeface="宋体" pitchFamily="2" charset="-122"/>
                <a:cs typeface="+mn-cs"/>
              </a:rPr>
              <a:t>srcStr[i]</a:t>
            </a:r>
            <a:r>
              <a:rPr lang="fr-FR" altLang="zh-CN" sz="1800" kern="1200" dirty="0">
                <a:latin typeface="Courier New" panose="02070409020205090404" pitchFamily="49" charset="0"/>
                <a:ea typeface="宋体" pitchFamily="2" charset="-122"/>
                <a:cs typeface="+mn-cs"/>
              </a:rPr>
              <a:t> != '\0')</a:t>
            </a:r>
            <a:endParaRPr lang="fr-FR" altLang="zh-CN" sz="1800" kern="1200" dirty="0">
              <a:latin typeface="Courier New" panose="02070409020205090404" pitchFamily="49" charset="0"/>
              <a:ea typeface="宋体" pitchFamily="2" charset="-122"/>
              <a:cs typeface="+mn-cs"/>
            </a:endParaRPr>
          </a:p>
          <a:p>
            <a:pPr eaLnBrk="1">
              <a:lnSpc>
                <a:spcPct val="70000"/>
              </a:lnSpc>
              <a:spcAft>
                <a:spcPct val="0"/>
              </a:spcAft>
              <a:buSzPct val="50000"/>
              <a:buFont typeface="Monotype Sorts"/>
              <a:buNone/>
            </a:pPr>
            <a:r>
              <a:rPr lang="fr-FR" altLang="zh-CN" sz="1800" kern="1200" dirty="0">
                <a:latin typeface="Courier New" panose="02070409020205090404" pitchFamily="49" charset="0"/>
                <a:ea typeface="宋体" pitchFamily="2" charset="-122"/>
                <a:cs typeface="+mn-cs"/>
              </a:rPr>
              <a:t>	{ </a:t>
            </a:r>
            <a:endParaRPr lang="fr-FR" altLang="zh-CN" sz="1800" kern="1200" dirty="0">
              <a:latin typeface="Courier New" panose="02070409020205090404" pitchFamily="49" charset="0"/>
              <a:ea typeface="宋体" pitchFamily="2" charset="-122"/>
              <a:cs typeface="+mn-cs"/>
            </a:endParaRPr>
          </a:p>
          <a:p>
            <a:pPr eaLnBrk="1">
              <a:lnSpc>
                <a:spcPct val="70000"/>
              </a:lnSpc>
              <a:spcAft>
                <a:spcPct val="0"/>
              </a:spcAft>
              <a:buSzPct val="50000"/>
              <a:buFont typeface="Monotype Sorts"/>
              <a:buNone/>
            </a:pPr>
            <a:r>
              <a:rPr lang="fr-FR" altLang="zh-CN" sz="1800" kern="1200" dirty="0">
                <a:latin typeface="Courier New" panose="02070409020205090404" pitchFamily="49" charset="0"/>
                <a:ea typeface="宋体" pitchFamily="2" charset="-122"/>
                <a:cs typeface="+mn-cs"/>
              </a:rPr>
              <a:t>    	</a:t>
            </a:r>
            <a:r>
              <a:rPr lang="fr-FR" altLang="zh-CN" sz="1800" kern="1200" dirty="0">
                <a:solidFill>
                  <a:srgbClr val="CC0000"/>
                </a:solidFill>
                <a:latin typeface="Courier New" panose="02070409020205090404" pitchFamily="49" charset="0"/>
                <a:ea typeface="宋体" pitchFamily="2" charset="-122"/>
                <a:cs typeface="+mn-cs"/>
              </a:rPr>
              <a:t>dstStr[i] = srcStr[i];</a:t>
            </a:r>
            <a:r>
              <a:rPr lang="fr-FR" altLang="zh-CN" sz="1800" kern="1200" dirty="0">
                <a:latin typeface="Courier New" panose="02070409020205090404" pitchFamily="49" charset="0"/>
                <a:ea typeface="宋体" pitchFamily="2" charset="-122"/>
                <a:cs typeface="+mn-cs"/>
              </a:rPr>
              <a:t>   </a:t>
            </a:r>
            <a:endParaRPr lang="fr-FR" altLang="zh-CN" sz="1800" kern="1200" dirty="0">
              <a:latin typeface="Courier New" panose="02070409020205090404" pitchFamily="49" charset="0"/>
              <a:ea typeface="宋体" pitchFamily="2" charset="-122"/>
              <a:cs typeface="+mn-cs"/>
            </a:endParaRPr>
          </a:p>
          <a:p>
            <a:pPr eaLnBrk="1">
              <a:lnSpc>
                <a:spcPct val="70000"/>
              </a:lnSpc>
              <a:spcAft>
                <a:spcPct val="0"/>
              </a:spcAft>
              <a:buSzPct val="50000"/>
              <a:buFont typeface="Monotype Sorts"/>
              <a:buNone/>
            </a:pPr>
            <a:r>
              <a:rPr lang="fr-FR" altLang="zh-CN" sz="1800" kern="1200" dirty="0">
                <a:latin typeface="Courier New" panose="02070409020205090404" pitchFamily="49" charset="0"/>
                <a:ea typeface="宋体" pitchFamily="2" charset="-122"/>
                <a:cs typeface="+mn-cs"/>
              </a:rPr>
              <a:t>    	i++; 	</a:t>
            </a:r>
            <a:endParaRPr lang="fr-FR" altLang="zh-CN" sz="1800" kern="1200" dirty="0">
              <a:latin typeface="Courier New" panose="02070409020205090404" pitchFamily="49" charset="0"/>
              <a:ea typeface="宋体" pitchFamily="2" charset="-122"/>
              <a:cs typeface="+mn-cs"/>
            </a:endParaRPr>
          </a:p>
          <a:p>
            <a:pPr eaLnBrk="1">
              <a:lnSpc>
                <a:spcPct val="70000"/>
              </a:lnSpc>
              <a:spcAft>
                <a:spcPct val="0"/>
              </a:spcAft>
              <a:buSzPct val="50000"/>
              <a:buFont typeface="Monotype Sorts"/>
              <a:buNone/>
            </a:pPr>
            <a:r>
              <a:rPr lang="fr-FR" altLang="zh-CN" sz="1800" kern="1200" dirty="0">
                <a:latin typeface="Courier New" panose="02070409020205090404" pitchFamily="49" charset="0"/>
                <a:ea typeface="宋体" pitchFamily="2" charset="-122"/>
                <a:cs typeface="+mn-cs"/>
              </a:rPr>
              <a:t>   }</a:t>
            </a:r>
            <a:endParaRPr lang="fr-FR" altLang="zh-CN" sz="1800" kern="1200" dirty="0">
              <a:latin typeface="Courier New" panose="02070409020205090404" pitchFamily="49" charset="0"/>
              <a:ea typeface="宋体" pitchFamily="2" charset="-122"/>
              <a:cs typeface="+mn-cs"/>
            </a:endParaRPr>
          </a:p>
          <a:p>
            <a:pPr eaLnBrk="1">
              <a:lnSpc>
                <a:spcPct val="70000"/>
              </a:lnSpc>
              <a:spcAft>
                <a:spcPct val="0"/>
              </a:spcAft>
              <a:buSzPct val="50000"/>
              <a:buFont typeface="Monotype Sorts"/>
              <a:buNone/>
            </a:pPr>
            <a:r>
              <a:rPr lang="fr-FR" altLang="zh-CN" sz="1800" kern="1200" dirty="0">
                <a:latin typeface="Courier New" panose="02070409020205090404" pitchFamily="49" charset="0"/>
                <a:ea typeface="宋体" pitchFamily="2" charset="-122"/>
                <a:cs typeface="+mn-cs"/>
              </a:rPr>
              <a:t>	dstStr[i] = '\0';</a:t>
            </a:r>
            <a:endParaRPr lang="fr-FR" altLang="zh-CN" sz="1800" kern="1200" dirty="0">
              <a:latin typeface="Courier New" panose="02070409020205090404" pitchFamily="49" charset="0"/>
              <a:ea typeface="宋体" pitchFamily="2" charset="-122"/>
              <a:cs typeface="+mn-cs"/>
            </a:endParaRPr>
          </a:p>
          <a:p>
            <a:pPr eaLnBrk="1">
              <a:lnSpc>
                <a:spcPct val="70000"/>
              </a:lnSpc>
              <a:spcAft>
                <a:spcPct val="0"/>
              </a:spcAft>
              <a:buSzPct val="50000"/>
              <a:buFont typeface="Monotype Sorts"/>
              <a:buNone/>
            </a:pPr>
            <a:r>
              <a:rPr lang="fr-FR" altLang="zh-CN" sz="1800" kern="1200" dirty="0">
                <a:latin typeface="Courier New" panose="02070409020205090404" pitchFamily="49" charset="0"/>
                <a:ea typeface="宋体" pitchFamily="2" charset="-122"/>
                <a:cs typeface="+mn-cs"/>
              </a:rPr>
              <a:t>}</a:t>
            </a:r>
            <a:endParaRPr lang="zh-CN" altLang="en-US" sz="1800" kern="1200" dirty="0">
              <a:latin typeface="Courier New" panose="02070409020205090404" pitchFamily="49" charset="0"/>
              <a:ea typeface="宋体" pitchFamily="2" charset="-122"/>
              <a:cs typeface="+mn-cs"/>
            </a:endParaRPr>
          </a:p>
        </p:txBody>
      </p:sp>
      <p:grpSp>
        <p:nvGrpSpPr>
          <p:cNvPr id="87044" name="Group 4"/>
          <p:cNvGrpSpPr/>
          <p:nvPr/>
        </p:nvGrpSpPr>
        <p:grpSpPr>
          <a:xfrm>
            <a:off x="3208338" y="4724400"/>
            <a:ext cx="7332662" cy="503238"/>
            <a:chOff x="839" y="1389"/>
            <a:chExt cx="4264" cy="317"/>
          </a:xfrm>
        </p:grpSpPr>
        <p:grpSp>
          <p:nvGrpSpPr>
            <p:cNvPr id="87099" name="Group 5"/>
            <p:cNvGrpSpPr/>
            <p:nvPr/>
          </p:nvGrpSpPr>
          <p:grpSpPr>
            <a:xfrm>
              <a:off x="839" y="1389"/>
              <a:ext cx="4173" cy="317"/>
              <a:chOff x="1474" y="1389"/>
              <a:chExt cx="4173" cy="317"/>
            </a:xfrm>
          </p:grpSpPr>
          <p:sp>
            <p:nvSpPr>
              <p:cNvPr id="807942" name="Rectangle 6"/>
              <p:cNvSpPr>
                <a:spLocks noChangeArrowheads="1"/>
              </p:cNvSpPr>
              <p:nvPr/>
            </p:nvSpPr>
            <p:spPr bwMode="auto">
              <a:xfrm>
                <a:off x="1474" y="1389"/>
                <a:ext cx="4173" cy="317"/>
              </a:xfrm>
              <a:prstGeom prst="rect">
                <a:avLst/>
              </a:prstGeom>
              <a:noFill/>
              <a:ln w="57150">
                <a:solidFill>
                  <a:srgbClr val="000080"/>
                </a:solidFill>
                <a:miter lim="800000"/>
              </a:ln>
              <a:effectLst/>
            </p:spPr>
            <p:txBody>
              <a:bodyPr wrap="none" anchor="ct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807943" name="Line 7"/>
              <p:cNvSpPr>
                <a:spLocks noChangeShapeType="1"/>
              </p:cNvSpPr>
              <p:nvPr/>
            </p:nvSpPr>
            <p:spPr bwMode="auto">
              <a:xfrm>
                <a:off x="1837" y="1389"/>
                <a:ext cx="0" cy="317"/>
              </a:xfrm>
              <a:prstGeom prst="line">
                <a:avLst/>
              </a:prstGeom>
              <a:noFill/>
              <a:ln w="38100">
                <a:solidFill>
                  <a:srgbClr val="000080"/>
                </a:solidFill>
                <a:round/>
                <a:headEnd type="none" w="sm" len="sm"/>
                <a:tailEnd type="none" w="sm" len="sm"/>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807944" name="Line 8"/>
              <p:cNvSpPr>
                <a:spLocks noChangeShapeType="1"/>
              </p:cNvSpPr>
              <p:nvPr/>
            </p:nvSpPr>
            <p:spPr bwMode="auto">
              <a:xfrm>
                <a:off x="2200" y="1389"/>
                <a:ext cx="0" cy="317"/>
              </a:xfrm>
              <a:prstGeom prst="line">
                <a:avLst/>
              </a:prstGeom>
              <a:noFill/>
              <a:ln w="38100">
                <a:solidFill>
                  <a:srgbClr val="000080"/>
                </a:solidFill>
                <a:round/>
                <a:headEnd type="none" w="sm" len="sm"/>
                <a:tailEnd type="none" w="sm" len="sm"/>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807945" name="Line 9"/>
              <p:cNvSpPr>
                <a:spLocks noChangeShapeType="1"/>
              </p:cNvSpPr>
              <p:nvPr/>
            </p:nvSpPr>
            <p:spPr bwMode="auto">
              <a:xfrm>
                <a:off x="2561" y="1389"/>
                <a:ext cx="0" cy="317"/>
              </a:xfrm>
              <a:prstGeom prst="line">
                <a:avLst/>
              </a:prstGeom>
              <a:noFill/>
              <a:ln w="38100">
                <a:solidFill>
                  <a:srgbClr val="000080"/>
                </a:solidFill>
                <a:round/>
                <a:headEnd type="none" w="sm" len="sm"/>
                <a:tailEnd type="none" w="sm" len="sm"/>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807946" name="Line 10"/>
              <p:cNvSpPr>
                <a:spLocks noChangeShapeType="1"/>
              </p:cNvSpPr>
              <p:nvPr/>
            </p:nvSpPr>
            <p:spPr bwMode="auto">
              <a:xfrm>
                <a:off x="2925" y="1389"/>
                <a:ext cx="0" cy="317"/>
              </a:xfrm>
              <a:prstGeom prst="line">
                <a:avLst/>
              </a:prstGeom>
              <a:noFill/>
              <a:ln w="38100">
                <a:solidFill>
                  <a:srgbClr val="000080"/>
                </a:solidFill>
                <a:round/>
                <a:headEnd type="none" w="sm" len="sm"/>
                <a:tailEnd type="none" w="sm" len="sm"/>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807947" name="Line 11"/>
              <p:cNvSpPr>
                <a:spLocks noChangeShapeType="1"/>
              </p:cNvSpPr>
              <p:nvPr/>
            </p:nvSpPr>
            <p:spPr bwMode="auto">
              <a:xfrm>
                <a:off x="3288" y="1389"/>
                <a:ext cx="0" cy="317"/>
              </a:xfrm>
              <a:prstGeom prst="line">
                <a:avLst/>
              </a:prstGeom>
              <a:noFill/>
              <a:ln w="38100">
                <a:solidFill>
                  <a:srgbClr val="000080"/>
                </a:solidFill>
                <a:round/>
                <a:headEnd type="none" w="sm" len="sm"/>
                <a:tailEnd type="none" w="sm" len="sm"/>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807948" name="Line 12"/>
              <p:cNvSpPr>
                <a:spLocks noChangeShapeType="1"/>
              </p:cNvSpPr>
              <p:nvPr/>
            </p:nvSpPr>
            <p:spPr bwMode="auto">
              <a:xfrm>
                <a:off x="3636" y="1389"/>
                <a:ext cx="0" cy="317"/>
              </a:xfrm>
              <a:prstGeom prst="line">
                <a:avLst/>
              </a:prstGeom>
              <a:noFill/>
              <a:ln w="38100">
                <a:solidFill>
                  <a:srgbClr val="000080"/>
                </a:solidFill>
                <a:round/>
                <a:headEnd type="none" w="sm" len="sm"/>
                <a:tailEnd type="none" w="sm" len="sm"/>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807949" name="Line 13"/>
              <p:cNvSpPr>
                <a:spLocks noChangeShapeType="1"/>
              </p:cNvSpPr>
              <p:nvPr/>
            </p:nvSpPr>
            <p:spPr bwMode="auto">
              <a:xfrm>
                <a:off x="3966" y="1389"/>
                <a:ext cx="0" cy="317"/>
              </a:xfrm>
              <a:prstGeom prst="line">
                <a:avLst/>
              </a:prstGeom>
              <a:noFill/>
              <a:ln w="38100">
                <a:solidFill>
                  <a:srgbClr val="000080"/>
                </a:solidFill>
                <a:round/>
                <a:headEnd type="none" w="sm" len="sm"/>
                <a:tailEnd type="none" w="sm" len="sm"/>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807950" name="Line 14"/>
              <p:cNvSpPr>
                <a:spLocks noChangeShapeType="1"/>
              </p:cNvSpPr>
              <p:nvPr/>
            </p:nvSpPr>
            <p:spPr bwMode="auto">
              <a:xfrm>
                <a:off x="4315" y="1389"/>
                <a:ext cx="0" cy="317"/>
              </a:xfrm>
              <a:prstGeom prst="line">
                <a:avLst/>
              </a:prstGeom>
              <a:noFill/>
              <a:ln w="38100">
                <a:solidFill>
                  <a:srgbClr val="000080"/>
                </a:solidFill>
                <a:round/>
                <a:headEnd type="none" w="sm" len="sm"/>
                <a:tailEnd type="none" w="sm" len="sm"/>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807951" name="Line 15"/>
              <p:cNvSpPr>
                <a:spLocks noChangeShapeType="1"/>
              </p:cNvSpPr>
              <p:nvPr/>
            </p:nvSpPr>
            <p:spPr bwMode="auto">
              <a:xfrm>
                <a:off x="4649" y="1389"/>
                <a:ext cx="0" cy="317"/>
              </a:xfrm>
              <a:prstGeom prst="line">
                <a:avLst/>
              </a:prstGeom>
              <a:noFill/>
              <a:ln w="38100">
                <a:solidFill>
                  <a:srgbClr val="000080"/>
                </a:solidFill>
                <a:round/>
                <a:headEnd type="none" w="sm" len="sm"/>
                <a:tailEnd type="none" w="sm" len="sm"/>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807952" name="Line 16"/>
              <p:cNvSpPr>
                <a:spLocks noChangeShapeType="1"/>
              </p:cNvSpPr>
              <p:nvPr/>
            </p:nvSpPr>
            <p:spPr bwMode="auto">
              <a:xfrm>
                <a:off x="4982" y="1389"/>
                <a:ext cx="0" cy="317"/>
              </a:xfrm>
              <a:prstGeom prst="line">
                <a:avLst/>
              </a:prstGeom>
              <a:noFill/>
              <a:ln w="38100">
                <a:solidFill>
                  <a:srgbClr val="000080"/>
                </a:solidFill>
                <a:round/>
                <a:headEnd type="none" w="sm" len="sm"/>
                <a:tailEnd type="none" w="sm" len="sm"/>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807953" name="Line 17"/>
              <p:cNvSpPr>
                <a:spLocks noChangeShapeType="1"/>
              </p:cNvSpPr>
              <p:nvPr/>
            </p:nvSpPr>
            <p:spPr bwMode="auto">
              <a:xfrm>
                <a:off x="5312" y="1389"/>
                <a:ext cx="0" cy="317"/>
              </a:xfrm>
              <a:prstGeom prst="line">
                <a:avLst/>
              </a:prstGeom>
              <a:noFill/>
              <a:ln w="38100">
                <a:solidFill>
                  <a:srgbClr val="000080"/>
                </a:solidFill>
                <a:round/>
                <a:headEnd type="none" w="sm" len="sm"/>
                <a:tailEnd type="none" w="sm" len="sm"/>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grpSp>
        <p:sp>
          <p:nvSpPr>
            <p:cNvPr id="807954" name="Text Box 18"/>
            <p:cNvSpPr txBox="1">
              <a:spLocks noChangeArrowheads="1"/>
            </p:cNvSpPr>
            <p:nvPr/>
          </p:nvSpPr>
          <p:spPr bwMode="auto">
            <a:xfrm>
              <a:off x="859" y="1393"/>
              <a:ext cx="4244" cy="268"/>
            </a:xfrm>
            <a:prstGeom prst="rect">
              <a:avLst/>
            </a:prstGeom>
            <a:noFill/>
            <a:ln w="12700">
              <a:noFill/>
              <a:miter lim="800000"/>
              <a:headEnd type="none" w="sm" len="sm"/>
              <a:tailEnd type="none" w="sm" len="sm"/>
            </a:ln>
            <a:effectLst/>
          </p:spPr>
          <p:txBody>
            <a:bodyPr>
              <a:spAutoFit/>
            </a:bodyPr>
            <a:lstStyle/>
            <a:p>
              <a:pPr marR="0" defTabSz="914400" eaLnBrk="1" hangingPunct="1">
                <a:lnSpc>
                  <a:spcPct val="90000"/>
                </a:lnSpc>
                <a:spcBef>
                  <a:spcPct val="50000"/>
                </a:spcBef>
                <a:spcAft>
                  <a:spcPts val="590"/>
                </a:spcAft>
                <a:buClr>
                  <a:schemeClr val="tx2"/>
                </a:buClr>
                <a:buSzPct val="80000"/>
                <a:buFontTx/>
                <a:buNone/>
                <a:defRPr/>
              </a:pPr>
              <a:r>
                <a:rPr kumimoji="0" lang="en-US" altLang="zh-CN" kern="1200" cap="none" spc="0" normalizeH="0" baseline="0" noProof="0" dirty="0">
                  <a:effectLst>
                    <a:outerShdw blurRad="38100" dist="38100" dir="2700000" algn="tl">
                      <a:srgbClr val="C0C0C0"/>
                    </a:outerShdw>
                  </a:effectLst>
                  <a:latin typeface="Arial" panose="020B0604020202090204" pitchFamily="34" charset="0"/>
                  <a:ea typeface="宋体" pitchFamily="2" charset="-122"/>
                  <a:cs typeface="+mn-cs"/>
                </a:rPr>
                <a:t> </a:t>
              </a:r>
              <a:r>
                <a:rPr kumimoji="0" lang="en-US" altLang="zh-CN" sz="2400" kern="1200" cap="none" spc="0" normalizeH="0" baseline="0" noProof="0" dirty="0">
                  <a:effectLst>
                    <a:outerShdw blurRad="38100" dist="38100" dir="2700000" algn="tl">
                      <a:srgbClr val="C0C0C0"/>
                    </a:outerShdw>
                  </a:effectLst>
                  <a:latin typeface="Arial" panose="020B0604020202090204" pitchFamily="34" charset="0"/>
                  <a:ea typeface="宋体" pitchFamily="2" charset="-122"/>
                  <a:cs typeface="+mn-cs"/>
                </a:rPr>
                <a:t>H     e     l        </a:t>
              </a:r>
              <a:r>
                <a:rPr kumimoji="0" lang="en-US" altLang="zh-CN" sz="2400" kern="1200" cap="none" spc="0" normalizeH="0" baseline="0" noProof="0" dirty="0" err="1">
                  <a:effectLst>
                    <a:outerShdw blurRad="38100" dist="38100" dir="2700000" algn="tl">
                      <a:srgbClr val="C0C0C0"/>
                    </a:outerShdw>
                  </a:effectLst>
                  <a:latin typeface="Arial" panose="020B0604020202090204" pitchFamily="34" charset="0"/>
                  <a:ea typeface="宋体" pitchFamily="2" charset="-122"/>
                  <a:cs typeface="+mn-cs"/>
                </a:rPr>
                <a:t>l</a:t>
              </a:r>
              <a:r>
                <a:rPr kumimoji="0" lang="en-US" altLang="zh-CN" sz="2400" kern="1200" cap="none" spc="0" normalizeH="0" baseline="0" noProof="0" dirty="0">
                  <a:effectLst>
                    <a:outerShdw blurRad="38100" dist="38100" dir="2700000" algn="tl">
                      <a:srgbClr val="C0C0C0"/>
                    </a:outerShdw>
                  </a:effectLst>
                  <a:latin typeface="Arial" panose="020B0604020202090204" pitchFamily="34" charset="0"/>
                  <a:ea typeface="宋体" pitchFamily="2" charset="-122"/>
                  <a:cs typeface="+mn-cs"/>
                </a:rPr>
                <a:t>     o             C    h      </a:t>
              </a:r>
              <a:r>
                <a:rPr kumimoji="0" lang="en-US" altLang="zh-CN" sz="2400" kern="1200" cap="none" spc="0" normalizeH="0" baseline="0" noProof="0" dirty="0" err="1">
                  <a:effectLst>
                    <a:outerShdw blurRad="38100" dist="38100" dir="2700000" algn="tl">
                      <a:srgbClr val="C0C0C0"/>
                    </a:outerShdw>
                  </a:effectLst>
                  <a:latin typeface="Arial" panose="020B0604020202090204" pitchFamily="34" charset="0"/>
                  <a:ea typeface="宋体" pitchFamily="2" charset="-122"/>
                  <a:cs typeface="+mn-cs"/>
                </a:rPr>
                <a:t>i</a:t>
              </a:r>
              <a:r>
                <a:rPr kumimoji="0" lang="en-US" altLang="zh-CN" sz="2400" kern="1200" cap="none" spc="0" normalizeH="0" baseline="0" noProof="0" dirty="0">
                  <a:effectLst>
                    <a:outerShdw blurRad="38100" dist="38100" dir="2700000" algn="tl">
                      <a:srgbClr val="C0C0C0"/>
                    </a:outerShdw>
                  </a:effectLst>
                  <a:latin typeface="Arial" panose="020B0604020202090204" pitchFamily="34" charset="0"/>
                  <a:ea typeface="宋体" pitchFamily="2" charset="-122"/>
                  <a:cs typeface="+mn-cs"/>
                </a:rPr>
                <a:t>     n     a     </a:t>
              </a:r>
              <a:r>
                <a:rPr kumimoji="0" lang="en-US" altLang="zh-CN" sz="2400" b="1" kern="1200" cap="none" spc="0" normalizeH="0" baseline="0" noProof="0" dirty="0">
                  <a:solidFill>
                    <a:srgbClr val="FF3300"/>
                  </a:solidFill>
                  <a:effectLst>
                    <a:outerShdw blurRad="38100" dist="38100" dir="2700000" algn="tl">
                      <a:srgbClr val="C0C0C0"/>
                    </a:outerShdw>
                  </a:effectLst>
                  <a:latin typeface="Arial" panose="020B0604020202090204" pitchFamily="34" charset="0"/>
                  <a:ea typeface="宋体" pitchFamily="2" charset="-122"/>
                  <a:cs typeface="+mn-cs"/>
                </a:rPr>
                <a:t>\0</a:t>
              </a:r>
              <a:r>
                <a:rPr kumimoji="0" lang="en-US" altLang="zh-CN" sz="2400" kern="1200" cap="none" spc="0" normalizeH="0" baseline="0" noProof="0" dirty="0">
                  <a:effectLst>
                    <a:outerShdw blurRad="38100" dist="38100" dir="2700000" algn="tl">
                      <a:srgbClr val="C0C0C0"/>
                    </a:outerShdw>
                  </a:effectLst>
                  <a:latin typeface="Arial" panose="020B0604020202090204" pitchFamily="34" charset="0"/>
                  <a:ea typeface="宋体" pitchFamily="2" charset="-122"/>
                  <a:cs typeface="+mn-cs"/>
                </a:rPr>
                <a:t>     </a:t>
              </a:r>
              <a:endParaRPr kumimoji="0" lang="en-US" altLang="zh-CN" sz="2400" kern="1200" cap="none" spc="0" normalizeH="0" baseline="0" noProof="0" dirty="0">
                <a:effectLst>
                  <a:outerShdw blurRad="38100" dist="38100" dir="2700000" algn="tl">
                    <a:srgbClr val="C0C0C0"/>
                  </a:outerShdw>
                </a:effectLst>
                <a:latin typeface="Arial" panose="020B0604020202090204" pitchFamily="34" charset="0"/>
                <a:ea typeface="宋体" pitchFamily="2" charset="-122"/>
                <a:cs typeface="+mn-cs"/>
              </a:endParaRPr>
            </a:p>
          </p:txBody>
        </p:sp>
      </p:grpSp>
      <p:grpSp>
        <p:nvGrpSpPr>
          <p:cNvPr id="87045" name="Group 19"/>
          <p:cNvGrpSpPr/>
          <p:nvPr/>
        </p:nvGrpSpPr>
        <p:grpSpPr>
          <a:xfrm>
            <a:off x="3208338" y="5800725"/>
            <a:ext cx="7332662" cy="503238"/>
            <a:chOff x="839" y="1389"/>
            <a:chExt cx="4264" cy="317"/>
          </a:xfrm>
        </p:grpSpPr>
        <p:grpSp>
          <p:nvGrpSpPr>
            <p:cNvPr id="87085" name="Group 20"/>
            <p:cNvGrpSpPr/>
            <p:nvPr/>
          </p:nvGrpSpPr>
          <p:grpSpPr>
            <a:xfrm>
              <a:off x="839" y="1389"/>
              <a:ext cx="4173" cy="317"/>
              <a:chOff x="1474" y="1389"/>
              <a:chExt cx="4173" cy="317"/>
            </a:xfrm>
          </p:grpSpPr>
          <p:sp>
            <p:nvSpPr>
              <p:cNvPr id="807957" name="Rectangle 21"/>
              <p:cNvSpPr>
                <a:spLocks noChangeArrowheads="1"/>
              </p:cNvSpPr>
              <p:nvPr/>
            </p:nvSpPr>
            <p:spPr bwMode="auto">
              <a:xfrm>
                <a:off x="1474" y="1389"/>
                <a:ext cx="4173" cy="317"/>
              </a:xfrm>
              <a:prstGeom prst="rect">
                <a:avLst/>
              </a:prstGeom>
              <a:noFill/>
              <a:ln w="57150">
                <a:solidFill>
                  <a:srgbClr val="000080"/>
                </a:solidFill>
                <a:miter lim="800000"/>
              </a:ln>
              <a:effectLst/>
            </p:spPr>
            <p:txBody>
              <a:bodyPr wrap="none" anchor="ct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807958" name="Line 22"/>
              <p:cNvSpPr>
                <a:spLocks noChangeShapeType="1"/>
              </p:cNvSpPr>
              <p:nvPr/>
            </p:nvSpPr>
            <p:spPr bwMode="auto">
              <a:xfrm>
                <a:off x="1837" y="1389"/>
                <a:ext cx="0" cy="317"/>
              </a:xfrm>
              <a:prstGeom prst="line">
                <a:avLst/>
              </a:prstGeom>
              <a:noFill/>
              <a:ln w="38100">
                <a:solidFill>
                  <a:srgbClr val="000080"/>
                </a:solidFill>
                <a:round/>
                <a:headEnd type="none" w="sm" len="sm"/>
                <a:tailEnd type="none" w="sm" len="sm"/>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807959" name="Line 23"/>
              <p:cNvSpPr>
                <a:spLocks noChangeShapeType="1"/>
              </p:cNvSpPr>
              <p:nvPr/>
            </p:nvSpPr>
            <p:spPr bwMode="auto">
              <a:xfrm>
                <a:off x="2200" y="1389"/>
                <a:ext cx="0" cy="317"/>
              </a:xfrm>
              <a:prstGeom prst="line">
                <a:avLst/>
              </a:prstGeom>
              <a:noFill/>
              <a:ln w="38100">
                <a:solidFill>
                  <a:srgbClr val="000080"/>
                </a:solidFill>
                <a:round/>
                <a:headEnd type="none" w="sm" len="sm"/>
                <a:tailEnd type="none" w="sm" len="sm"/>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807960" name="Line 24"/>
              <p:cNvSpPr>
                <a:spLocks noChangeShapeType="1"/>
              </p:cNvSpPr>
              <p:nvPr/>
            </p:nvSpPr>
            <p:spPr bwMode="auto">
              <a:xfrm>
                <a:off x="2561" y="1389"/>
                <a:ext cx="0" cy="317"/>
              </a:xfrm>
              <a:prstGeom prst="line">
                <a:avLst/>
              </a:prstGeom>
              <a:noFill/>
              <a:ln w="38100">
                <a:solidFill>
                  <a:srgbClr val="000080"/>
                </a:solidFill>
                <a:round/>
                <a:headEnd type="none" w="sm" len="sm"/>
                <a:tailEnd type="none" w="sm" len="sm"/>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807961" name="Line 25"/>
              <p:cNvSpPr>
                <a:spLocks noChangeShapeType="1"/>
              </p:cNvSpPr>
              <p:nvPr/>
            </p:nvSpPr>
            <p:spPr bwMode="auto">
              <a:xfrm>
                <a:off x="2925" y="1389"/>
                <a:ext cx="0" cy="317"/>
              </a:xfrm>
              <a:prstGeom prst="line">
                <a:avLst/>
              </a:prstGeom>
              <a:noFill/>
              <a:ln w="38100">
                <a:solidFill>
                  <a:srgbClr val="000080"/>
                </a:solidFill>
                <a:round/>
                <a:headEnd type="none" w="sm" len="sm"/>
                <a:tailEnd type="none" w="sm" len="sm"/>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807962" name="Line 26"/>
              <p:cNvSpPr>
                <a:spLocks noChangeShapeType="1"/>
              </p:cNvSpPr>
              <p:nvPr/>
            </p:nvSpPr>
            <p:spPr bwMode="auto">
              <a:xfrm>
                <a:off x="3288" y="1389"/>
                <a:ext cx="0" cy="317"/>
              </a:xfrm>
              <a:prstGeom prst="line">
                <a:avLst/>
              </a:prstGeom>
              <a:noFill/>
              <a:ln w="38100">
                <a:solidFill>
                  <a:srgbClr val="000080"/>
                </a:solidFill>
                <a:round/>
                <a:headEnd type="none" w="sm" len="sm"/>
                <a:tailEnd type="none" w="sm" len="sm"/>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807963" name="Line 27"/>
              <p:cNvSpPr>
                <a:spLocks noChangeShapeType="1"/>
              </p:cNvSpPr>
              <p:nvPr/>
            </p:nvSpPr>
            <p:spPr bwMode="auto">
              <a:xfrm>
                <a:off x="3636" y="1389"/>
                <a:ext cx="0" cy="317"/>
              </a:xfrm>
              <a:prstGeom prst="line">
                <a:avLst/>
              </a:prstGeom>
              <a:noFill/>
              <a:ln w="38100">
                <a:solidFill>
                  <a:srgbClr val="000080"/>
                </a:solidFill>
                <a:round/>
                <a:headEnd type="none" w="sm" len="sm"/>
                <a:tailEnd type="none" w="sm" len="sm"/>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807964" name="Line 28"/>
              <p:cNvSpPr>
                <a:spLocks noChangeShapeType="1"/>
              </p:cNvSpPr>
              <p:nvPr/>
            </p:nvSpPr>
            <p:spPr bwMode="auto">
              <a:xfrm>
                <a:off x="3966" y="1389"/>
                <a:ext cx="0" cy="317"/>
              </a:xfrm>
              <a:prstGeom prst="line">
                <a:avLst/>
              </a:prstGeom>
              <a:noFill/>
              <a:ln w="38100">
                <a:solidFill>
                  <a:srgbClr val="000080"/>
                </a:solidFill>
                <a:round/>
                <a:headEnd type="none" w="sm" len="sm"/>
                <a:tailEnd type="none" w="sm" len="sm"/>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807965" name="Line 29"/>
              <p:cNvSpPr>
                <a:spLocks noChangeShapeType="1"/>
              </p:cNvSpPr>
              <p:nvPr/>
            </p:nvSpPr>
            <p:spPr bwMode="auto">
              <a:xfrm>
                <a:off x="4315" y="1389"/>
                <a:ext cx="0" cy="317"/>
              </a:xfrm>
              <a:prstGeom prst="line">
                <a:avLst/>
              </a:prstGeom>
              <a:noFill/>
              <a:ln w="38100">
                <a:solidFill>
                  <a:srgbClr val="000080"/>
                </a:solidFill>
                <a:round/>
                <a:headEnd type="none" w="sm" len="sm"/>
                <a:tailEnd type="none" w="sm" len="sm"/>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807966" name="Line 30"/>
              <p:cNvSpPr>
                <a:spLocks noChangeShapeType="1"/>
              </p:cNvSpPr>
              <p:nvPr/>
            </p:nvSpPr>
            <p:spPr bwMode="auto">
              <a:xfrm>
                <a:off x="4649" y="1389"/>
                <a:ext cx="0" cy="317"/>
              </a:xfrm>
              <a:prstGeom prst="line">
                <a:avLst/>
              </a:prstGeom>
              <a:noFill/>
              <a:ln w="38100">
                <a:solidFill>
                  <a:srgbClr val="000080"/>
                </a:solidFill>
                <a:round/>
                <a:headEnd type="none" w="sm" len="sm"/>
                <a:tailEnd type="none" w="sm" len="sm"/>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807967" name="Line 31"/>
              <p:cNvSpPr>
                <a:spLocks noChangeShapeType="1"/>
              </p:cNvSpPr>
              <p:nvPr/>
            </p:nvSpPr>
            <p:spPr bwMode="auto">
              <a:xfrm>
                <a:off x="4982" y="1389"/>
                <a:ext cx="0" cy="317"/>
              </a:xfrm>
              <a:prstGeom prst="line">
                <a:avLst/>
              </a:prstGeom>
              <a:noFill/>
              <a:ln w="38100">
                <a:solidFill>
                  <a:srgbClr val="000080"/>
                </a:solidFill>
                <a:round/>
                <a:headEnd type="none" w="sm" len="sm"/>
                <a:tailEnd type="none" w="sm" len="sm"/>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807968" name="Line 32"/>
              <p:cNvSpPr>
                <a:spLocks noChangeShapeType="1"/>
              </p:cNvSpPr>
              <p:nvPr/>
            </p:nvSpPr>
            <p:spPr bwMode="auto">
              <a:xfrm>
                <a:off x="5312" y="1389"/>
                <a:ext cx="0" cy="317"/>
              </a:xfrm>
              <a:prstGeom prst="line">
                <a:avLst/>
              </a:prstGeom>
              <a:noFill/>
              <a:ln w="38100">
                <a:solidFill>
                  <a:srgbClr val="000080"/>
                </a:solidFill>
                <a:round/>
                <a:headEnd type="none" w="sm" len="sm"/>
                <a:tailEnd type="none" w="sm" len="sm"/>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grpSp>
        <p:sp>
          <p:nvSpPr>
            <p:cNvPr id="807969" name="Text Box 33"/>
            <p:cNvSpPr txBox="1">
              <a:spLocks noChangeArrowheads="1"/>
            </p:cNvSpPr>
            <p:nvPr/>
          </p:nvSpPr>
          <p:spPr bwMode="auto">
            <a:xfrm>
              <a:off x="859" y="1393"/>
              <a:ext cx="4244" cy="233"/>
            </a:xfrm>
            <a:prstGeom prst="rect">
              <a:avLst/>
            </a:prstGeom>
            <a:noFill/>
            <a:ln w="12700">
              <a:noFill/>
              <a:miter lim="800000"/>
              <a:headEnd type="none" w="sm" len="sm"/>
              <a:tailEnd type="none" w="sm" len="sm"/>
            </a:ln>
            <a:effectLst/>
          </p:spPr>
          <p:txBody>
            <a:bodyPr>
              <a:spAutoFit/>
            </a:bodyPr>
            <a:lstStyle>
              <a:lvl1pPr>
                <a:defRPr sz="2000">
                  <a:solidFill>
                    <a:schemeClr val="tx1"/>
                  </a:solidFill>
                  <a:latin typeface="Arial" panose="020B0604020202090204" pitchFamily="34" charset="0"/>
                  <a:ea typeface="宋体" pitchFamily="2" charset="-122"/>
                </a:defRPr>
              </a:lvl1pPr>
              <a:lvl2pPr marL="742950" indent="-285750">
                <a:defRPr sz="2000">
                  <a:solidFill>
                    <a:schemeClr val="tx1"/>
                  </a:solidFill>
                  <a:latin typeface="Arial" panose="020B0604020202090204" pitchFamily="34" charset="0"/>
                  <a:ea typeface="宋体" pitchFamily="2" charset="-122"/>
                </a:defRPr>
              </a:lvl2pPr>
              <a:lvl3pPr marL="1143000" indent="-228600">
                <a:defRPr sz="2000">
                  <a:solidFill>
                    <a:schemeClr val="tx1"/>
                  </a:solidFill>
                  <a:latin typeface="Arial" panose="020B0604020202090204" pitchFamily="34" charset="0"/>
                  <a:ea typeface="宋体" pitchFamily="2" charset="-122"/>
                </a:defRPr>
              </a:lvl3pPr>
              <a:lvl4pPr marL="1600200" indent="-228600">
                <a:defRPr sz="2000">
                  <a:solidFill>
                    <a:schemeClr val="tx1"/>
                  </a:solidFill>
                  <a:latin typeface="Arial" panose="020B0604020202090204" pitchFamily="34" charset="0"/>
                  <a:ea typeface="宋体" pitchFamily="2" charset="-122"/>
                </a:defRPr>
              </a:lvl4pPr>
              <a:lvl5pPr marL="2057400" indent="-228600">
                <a:defRPr sz="2000">
                  <a:solidFill>
                    <a:schemeClr val="tx1"/>
                  </a:solidFill>
                  <a:latin typeface="Arial" panose="020B0604020202090204" pitchFamily="34" charset="0"/>
                  <a:ea typeface="宋体" pitchFamily="2" charset="-122"/>
                </a:defRPr>
              </a:lvl5pPr>
              <a:lvl6pPr marL="2514600" indent="-228600" eaLnBrk="0" fontAlgn="base" hangingPunct="0">
                <a:lnSpc>
                  <a:spcPct val="90000"/>
                </a:lnSpc>
                <a:spcBef>
                  <a:spcPts val="590"/>
                </a:spcBef>
                <a:spcAft>
                  <a:spcPts val="590"/>
                </a:spcAft>
                <a:buClr>
                  <a:schemeClr val="tx2"/>
                </a:buClr>
                <a:buSzPct val="80000"/>
                <a:buFont typeface="Wingdings" panose="05000000000000000000" pitchFamily="2" charset="2"/>
                <a:defRPr sz="2000">
                  <a:solidFill>
                    <a:schemeClr val="tx1"/>
                  </a:solidFill>
                  <a:latin typeface="Arial" panose="020B0604020202090204" pitchFamily="34" charset="0"/>
                  <a:ea typeface="宋体" pitchFamily="2" charset="-122"/>
                </a:defRPr>
              </a:lvl6pPr>
              <a:lvl7pPr marL="2971800" indent="-228600" eaLnBrk="0" fontAlgn="base" hangingPunct="0">
                <a:lnSpc>
                  <a:spcPct val="90000"/>
                </a:lnSpc>
                <a:spcBef>
                  <a:spcPts val="590"/>
                </a:spcBef>
                <a:spcAft>
                  <a:spcPts val="590"/>
                </a:spcAft>
                <a:buClr>
                  <a:schemeClr val="tx2"/>
                </a:buClr>
                <a:buSzPct val="80000"/>
                <a:buFont typeface="Wingdings" panose="05000000000000000000" pitchFamily="2" charset="2"/>
                <a:defRPr sz="2000">
                  <a:solidFill>
                    <a:schemeClr val="tx1"/>
                  </a:solidFill>
                  <a:latin typeface="Arial" panose="020B0604020202090204" pitchFamily="34" charset="0"/>
                  <a:ea typeface="宋体" pitchFamily="2" charset="-122"/>
                </a:defRPr>
              </a:lvl7pPr>
              <a:lvl8pPr marL="3429000" indent="-228600" eaLnBrk="0" fontAlgn="base" hangingPunct="0">
                <a:lnSpc>
                  <a:spcPct val="90000"/>
                </a:lnSpc>
                <a:spcBef>
                  <a:spcPts val="590"/>
                </a:spcBef>
                <a:spcAft>
                  <a:spcPts val="590"/>
                </a:spcAft>
                <a:buClr>
                  <a:schemeClr val="tx2"/>
                </a:buClr>
                <a:buSzPct val="80000"/>
                <a:buFont typeface="Wingdings" panose="05000000000000000000" pitchFamily="2" charset="2"/>
                <a:defRPr sz="2000">
                  <a:solidFill>
                    <a:schemeClr val="tx1"/>
                  </a:solidFill>
                  <a:latin typeface="Arial" panose="020B0604020202090204" pitchFamily="34" charset="0"/>
                  <a:ea typeface="宋体" pitchFamily="2" charset="-122"/>
                </a:defRPr>
              </a:lvl8pPr>
              <a:lvl9pPr marL="3886200" indent="-228600" eaLnBrk="0" fontAlgn="base" hangingPunct="0">
                <a:lnSpc>
                  <a:spcPct val="90000"/>
                </a:lnSpc>
                <a:spcBef>
                  <a:spcPts val="590"/>
                </a:spcBef>
                <a:spcAft>
                  <a:spcPts val="590"/>
                </a:spcAft>
                <a:buClr>
                  <a:schemeClr val="tx2"/>
                </a:buClr>
                <a:buSzPct val="80000"/>
                <a:buFont typeface="Wingdings" panose="05000000000000000000" pitchFamily="2" charset="2"/>
                <a:defRPr sz="2000">
                  <a:solidFill>
                    <a:schemeClr val="tx1"/>
                  </a:solidFill>
                  <a:latin typeface="Arial" panose="020B0604020202090204" pitchFamily="34" charset="0"/>
                  <a:ea typeface="宋体" pitchFamily="2" charset="-122"/>
                </a:defRPr>
              </a:lvl9pPr>
            </a:lstStyle>
            <a:p>
              <a:pPr marL="0" marR="0" lvl="0" indent="0" algn="l" defTabSz="914400" rtl="0" eaLnBrk="1" fontAlgn="base" latinLnBrk="0" hangingPunct="1">
                <a:lnSpc>
                  <a:spcPct val="90000"/>
                </a:lnSpc>
                <a:spcBef>
                  <a:spcPct val="50000"/>
                </a:spcBef>
                <a:spcAft>
                  <a:spcPts val="590"/>
                </a:spcAft>
                <a:buClr>
                  <a:schemeClr val="tx2"/>
                </a:buClr>
                <a:buSzPct val="80000"/>
                <a:buFontTx/>
                <a:buNone/>
                <a:defRPr/>
              </a:pPr>
              <a:r>
                <a:rPr kumimoji="0" lang="en-US" altLang="zh-CN" sz="20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rPr>
                <a:t> </a:t>
              </a:r>
              <a:endParaRPr kumimoji="0" lang="en-US" altLang="zh-CN" sz="20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grpSp>
      <p:sp>
        <p:nvSpPr>
          <p:cNvPr id="807970" name="Text Box 34"/>
          <p:cNvSpPr txBox="1">
            <a:spLocks noChangeArrowheads="1"/>
          </p:cNvSpPr>
          <p:nvPr/>
        </p:nvSpPr>
        <p:spPr bwMode="auto">
          <a:xfrm>
            <a:off x="1571625" y="4794250"/>
            <a:ext cx="1793875" cy="376238"/>
          </a:xfrm>
          <a:prstGeom prst="rect">
            <a:avLst/>
          </a:prstGeom>
          <a:noFill/>
          <a:ln w="12700">
            <a:noFill/>
            <a:miter lim="800000"/>
            <a:headEnd type="none" w="sm" len="sm"/>
            <a:tailEnd type="none" w="sm" len="sm"/>
          </a:ln>
          <a:effectLst/>
        </p:spPr>
        <p:txBody>
          <a:bodyPr>
            <a:spAutoFit/>
          </a:bodyPr>
          <a:lstStyle/>
          <a:p>
            <a:pPr marR="0" defTabSz="914400" eaLnBrk="1" hangingPunct="1">
              <a:lnSpc>
                <a:spcPct val="90000"/>
              </a:lnSpc>
              <a:spcBef>
                <a:spcPct val="50000"/>
              </a:spcBef>
              <a:spcAft>
                <a:spcPts val="590"/>
              </a:spcAft>
              <a:buClr>
                <a:schemeClr val="tx2"/>
              </a:buClr>
              <a:buSzPct val="80000"/>
              <a:buFontTx/>
              <a:buNone/>
              <a:defRPr/>
            </a:pPr>
            <a:r>
              <a:rPr kumimoji="0" lang="en-US" altLang="zh-CN" b="1" kern="1200" cap="none" spc="0" normalizeH="0" baseline="0" noProof="0">
                <a:effectLst>
                  <a:outerShdw blurRad="38100" dist="38100" dir="2700000" algn="tl">
                    <a:srgbClr val="C0C0C0"/>
                  </a:outerShdw>
                </a:effectLst>
                <a:latin typeface="Courier New" panose="02070409020205090404" pitchFamily="49" charset="0"/>
                <a:ea typeface="宋体" pitchFamily="2" charset="-122"/>
                <a:cs typeface="+mn-cs"/>
              </a:rPr>
              <a:t>srcStr[i]</a:t>
            </a:r>
            <a:endParaRPr kumimoji="0" lang="en-US" altLang="zh-CN" b="1" kern="1200" cap="none" spc="0" normalizeH="0" baseline="0" noProof="0">
              <a:effectLst>
                <a:outerShdw blurRad="38100" dist="38100" dir="2700000" algn="tl">
                  <a:srgbClr val="C0C0C0"/>
                </a:outerShdw>
              </a:effectLst>
              <a:latin typeface="Courier New" panose="02070409020205090404" pitchFamily="49" charset="0"/>
              <a:ea typeface="宋体" pitchFamily="2" charset="-122"/>
              <a:cs typeface="+mn-cs"/>
            </a:endParaRPr>
          </a:p>
        </p:txBody>
      </p:sp>
      <p:sp>
        <p:nvSpPr>
          <p:cNvPr id="807971" name="Text Box 35"/>
          <p:cNvSpPr txBox="1">
            <a:spLocks noChangeArrowheads="1"/>
          </p:cNvSpPr>
          <p:nvPr/>
        </p:nvSpPr>
        <p:spPr bwMode="auto">
          <a:xfrm>
            <a:off x="1571625" y="5876925"/>
            <a:ext cx="1716088" cy="376238"/>
          </a:xfrm>
          <a:prstGeom prst="rect">
            <a:avLst/>
          </a:prstGeom>
          <a:noFill/>
          <a:ln w="12700">
            <a:noFill/>
            <a:miter lim="800000"/>
            <a:headEnd type="none" w="sm" len="sm"/>
            <a:tailEnd type="none" w="sm" len="sm"/>
          </a:ln>
          <a:effectLst/>
        </p:spPr>
        <p:txBody>
          <a:bodyPr>
            <a:spAutoFit/>
          </a:bodyPr>
          <a:lstStyle/>
          <a:p>
            <a:pPr marR="0" defTabSz="914400" eaLnBrk="1" hangingPunct="1">
              <a:lnSpc>
                <a:spcPct val="90000"/>
              </a:lnSpc>
              <a:spcBef>
                <a:spcPct val="50000"/>
              </a:spcBef>
              <a:spcAft>
                <a:spcPts val="590"/>
              </a:spcAft>
              <a:buClr>
                <a:schemeClr val="tx2"/>
              </a:buClr>
              <a:buSzPct val="80000"/>
              <a:buFontTx/>
              <a:buNone/>
              <a:defRPr/>
            </a:pPr>
            <a:r>
              <a:rPr kumimoji="0" lang="en-US" altLang="zh-CN" b="1" kern="1200" cap="none" spc="0" normalizeH="0" baseline="0" noProof="0">
                <a:effectLst>
                  <a:outerShdw blurRad="38100" dist="38100" dir="2700000" algn="tl">
                    <a:srgbClr val="C0C0C0"/>
                  </a:outerShdw>
                </a:effectLst>
                <a:latin typeface="Courier New" panose="02070409020205090404" pitchFamily="49" charset="0"/>
                <a:ea typeface="宋体" pitchFamily="2" charset="-122"/>
                <a:cs typeface="+mn-cs"/>
              </a:rPr>
              <a:t>dstStr[i]</a:t>
            </a:r>
            <a:endParaRPr kumimoji="0" lang="en-US" altLang="zh-CN" b="1" kern="1200" cap="none" spc="0" normalizeH="0" baseline="0" noProof="0">
              <a:effectLst>
                <a:outerShdw blurRad="38100" dist="38100" dir="2700000" algn="tl">
                  <a:srgbClr val="C0C0C0"/>
                </a:outerShdw>
              </a:effectLst>
              <a:latin typeface="Courier New" panose="02070409020205090404" pitchFamily="49" charset="0"/>
              <a:ea typeface="宋体" pitchFamily="2" charset="-122"/>
              <a:cs typeface="+mn-cs"/>
            </a:endParaRPr>
          </a:p>
        </p:txBody>
      </p:sp>
      <p:sp>
        <p:nvSpPr>
          <p:cNvPr id="807972" name="Text Box 36"/>
          <p:cNvSpPr txBox="1">
            <a:spLocks noChangeArrowheads="1"/>
          </p:cNvSpPr>
          <p:nvPr/>
        </p:nvSpPr>
        <p:spPr bwMode="auto">
          <a:xfrm>
            <a:off x="3208338" y="5875338"/>
            <a:ext cx="623888" cy="369888"/>
          </a:xfrm>
          <a:prstGeom prst="rect">
            <a:avLst/>
          </a:prstGeom>
          <a:noFill/>
          <a:ln w="12700">
            <a:noFill/>
            <a:miter lim="800000"/>
            <a:headEnd type="none" w="sm" len="sm"/>
            <a:tailEnd type="none" w="sm" len="sm"/>
          </a:ln>
          <a:effectLst/>
        </p:spPr>
        <p:txBody>
          <a:bodyPr>
            <a:spAutoFit/>
          </a:bodyPr>
          <a:lstStyle>
            <a:lvl1pPr>
              <a:defRPr sz="2000">
                <a:solidFill>
                  <a:schemeClr val="tx1"/>
                </a:solidFill>
                <a:latin typeface="Arial" panose="020B0604020202090204" pitchFamily="34" charset="0"/>
                <a:ea typeface="宋体" pitchFamily="2" charset="-122"/>
              </a:defRPr>
            </a:lvl1pPr>
            <a:lvl2pPr marL="742950" indent="-285750">
              <a:defRPr sz="2000">
                <a:solidFill>
                  <a:schemeClr val="tx1"/>
                </a:solidFill>
                <a:latin typeface="Arial" panose="020B0604020202090204" pitchFamily="34" charset="0"/>
                <a:ea typeface="宋体" pitchFamily="2" charset="-122"/>
              </a:defRPr>
            </a:lvl2pPr>
            <a:lvl3pPr marL="1143000" indent="-228600">
              <a:defRPr sz="2000">
                <a:solidFill>
                  <a:schemeClr val="tx1"/>
                </a:solidFill>
                <a:latin typeface="Arial" panose="020B0604020202090204" pitchFamily="34" charset="0"/>
                <a:ea typeface="宋体" pitchFamily="2" charset="-122"/>
              </a:defRPr>
            </a:lvl3pPr>
            <a:lvl4pPr marL="1600200" indent="-228600">
              <a:defRPr sz="2000">
                <a:solidFill>
                  <a:schemeClr val="tx1"/>
                </a:solidFill>
                <a:latin typeface="Arial" panose="020B0604020202090204" pitchFamily="34" charset="0"/>
                <a:ea typeface="宋体" pitchFamily="2" charset="-122"/>
              </a:defRPr>
            </a:lvl4pPr>
            <a:lvl5pPr marL="2057400" indent="-228600">
              <a:defRPr sz="2000">
                <a:solidFill>
                  <a:schemeClr val="tx1"/>
                </a:solidFill>
                <a:latin typeface="Arial" panose="020B0604020202090204" pitchFamily="34" charset="0"/>
                <a:ea typeface="宋体" pitchFamily="2" charset="-122"/>
              </a:defRPr>
            </a:lvl5pPr>
            <a:lvl6pPr marL="2514600" indent="-228600" eaLnBrk="0" fontAlgn="base" hangingPunct="0">
              <a:lnSpc>
                <a:spcPct val="90000"/>
              </a:lnSpc>
              <a:spcBef>
                <a:spcPts val="590"/>
              </a:spcBef>
              <a:spcAft>
                <a:spcPts val="590"/>
              </a:spcAft>
              <a:buClr>
                <a:schemeClr val="tx2"/>
              </a:buClr>
              <a:buSzPct val="80000"/>
              <a:buFont typeface="Wingdings" panose="05000000000000000000" pitchFamily="2" charset="2"/>
              <a:defRPr sz="2000">
                <a:solidFill>
                  <a:schemeClr val="tx1"/>
                </a:solidFill>
                <a:latin typeface="Arial" panose="020B0604020202090204" pitchFamily="34" charset="0"/>
                <a:ea typeface="宋体" pitchFamily="2" charset="-122"/>
              </a:defRPr>
            </a:lvl6pPr>
            <a:lvl7pPr marL="2971800" indent="-228600" eaLnBrk="0" fontAlgn="base" hangingPunct="0">
              <a:lnSpc>
                <a:spcPct val="90000"/>
              </a:lnSpc>
              <a:spcBef>
                <a:spcPts val="590"/>
              </a:spcBef>
              <a:spcAft>
                <a:spcPts val="590"/>
              </a:spcAft>
              <a:buClr>
                <a:schemeClr val="tx2"/>
              </a:buClr>
              <a:buSzPct val="80000"/>
              <a:buFont typeface="Wingdings" panose="05000000000000000000" pitchFamily="2" charset="2"/>
              <a:defRPr sz="2000">
                <a:solidFill>
                  <a:schemeClr val="tx1"/>
                </a:solidFill>
                <a:latin typeface="Arial" panose="020B0604020202090204" pitchFamily="34" charset="0"/>
                <a:ea typeface="宋体" pitchFamily="2" charset="-122"/>
              </a:defRPr>
            </a:lvl7pPr>
            <a:lvl8pPr marL="3429000" indent="-228600" eaLnBrk="0" fontAlgn="base" hangingPunct="0">
              <a:lnSpc>
                <a:spcPct val="90000"/>
              </a:lnSpc>
              <a:spcBef>
                <a:spcPts val="590"/>
              </a:spcBef>
              <a:spcAft>
                <a:spcPts val="590"/>
              </a:spcAft>
              <a:buClr>
                <a:schemeClr val="tx2"/>
              </a:buClr>
              <a:buSzPct val="80000"/>
              <a:buFont typeface="Wingdings" panose="05000000000000000000" pitchFamily="2" charset="2"/>
              <a:defRPr sz="2000">
                <a:solidFill>
                  <a:schemeClr val="tx1"/>
                </a:solidFill>
                <a:latin typeface="Arial" panose="020B0604020202090204" pitchFamily="34" charset="0"/>
                <a:ea typeface="宋体" pitchFamily="2" charset="-122"/>
              </a:defRPr>
            </a:lvl8pPr>
            <a:lvl9pPr marL="3886200" indent="-228600" eaLnBrk="0" fontAlgn="base" hangingPunct="0">
              <a:lnSpc>
                <a:spcPct val="90000"/>
              </a:lnSpc>
              <a:spcBef>
                <a:spcPts val="590"/>
              </a:spcBef>
              <a:spcAft>
                <a:spcPts val="590"/>
              </a:spcAft>
              <a:buClr>
                <a:schemeClr val="tx2"/>
              </a:buClr>
              <a:buSzPct val="80000"/>
              <a:buFont typeface="Wingdings" panose="05000000000000000000" pitchFamily="2" charset="2"/>
              <a:defRPr sz="2000">
                <a:solidFill>
                  <a:schemeClr val="tx1"/>
                </a:solidFill>
                <a:latin typeface="Arial" panose="020B0604020202090204" pitchFamily="34" charset="0"/>
                <a:ea typeface="宋体" pitchFamily="2" charset="-122"/>
              </a:defRPr>
            </a:lvl9pPr>
          </a:lstStyle>
          <a:p>
            <a:pPr marL="0" marR="0" lvl="0" indent="0" algn="ctr" defTabSz="914400" rtl="0" eaLnBrk="1" fontAlgn="base" latinLnBrk="0" hangingPunct="1">
              <a:lnSpc>
                <a:spcPct val="90000"/>
              </a:lnSpc>
              <a:spcBef>
                <a:spcPct val="50000"/>
              </a:spcBef>
              <a:spcAft>
                <a:spcPts val="590"/>
              </a:spcAft>
              <a:buClr>
                <a:schemeClr val="tx2"/>
              </a:buClr>
              <a:buSzPct val="80000"/>
              <a:buFontTx/>
              <a:buNone/>
              <a:defRPr/>
            </a:pPr>
            <a:r>
              <a:rPr kumimoji="0" lang="en-US" altLang="zh-CN" sz="20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rPr>
              <a:t>H</a:t>
            </a:r>
            <a:endParaRPr kumimoji="0" lang="en-US" altLang="zh-CN" sz="20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807973" name="Text Box 37"/>
          <p:cNvSpPr txBox="1">
            <a:spLocks noChangeArrowheads="1"/>
          </p:cNvSpPr>
          <p:nvPr/>
        </p:nvSpPr>
        <p:spPr bwMode="auto">
          <a:xfrm>
            <a:off x="3143250" y="5370513"/>
            <a:ext cx="701675" cy="376238"/>
          </a:xfrm>
          <a:prstGeom prst="rect">
            <a:avLst/>
          </a:prstGeom>
          <a:noFill/>
          <a:ln w="12700">
            <a:noFill/>
            <a:miter lim="800000"/>
            <a:headEnd type="none" w="sm" len="sm"/>
            <a:tailEnd type="none" w="sm" len="sm"/>
          </a:ln>
          <a:effectLst/>
        </p:spPr>
        <p:txBody>
          <a:bodyPr>
            <a:spAutoFit/>
          </a:bodyPr>
          <a:lstStyle/>
          <a:p>
            <a:pPr marR="0" defTabSz="914400" eaLnBrk="1" hangingPunct="1">
              <a:lnSpc>
                <a:spcPct val="90000"/>
              </a:lnSpc>
              <a:spcBef>
                <a:spcPct val="50000"/>
              </a:spcBef>
              <a:spcAft>
                <a:spcPts val="590"/>
              </a:spcAft>
              <a:buClr>
                <a:schemeClr val="tx2"/>
              </a:buClr>
              <a:buSzPct val="80000"/>
              <a:buFontTx/>
              <a:buNone/>
              <a:defRPr/>
            </a:pPr>
            <a:r>
              <a:rPr kumimoji="0" lang="en-US" altLang="zh-CN" b="1" kern="1200" cap="none" spc="0" normalizeH="0" baseline="0" noProof="0">
                <a:effectLst>
                  <a:outerShdw blurRad="38100" dist="38100" dir="2700000" algn="tl">
                    <a:srgbClr val="C0C0C0"/>
                  </a:outerShdw>
                </a:effectLst>
                <a:latin typeface="Courier New" panose="02070409020205090404" pitchFamily="49" charset="0"/>
                <a:ea typeface="宋体" pitchFamily="2" charset="-122"/>
                <a:cs typeface="+mn-cs"/>
              </a:rPr>
              <a:t>i=0</a:t>
            </a:r>
            <a:endParaRPr kumimoji="0" lang="en-US" altLang="zh-CN" b="1" kern="1200" cap="none" spc="0" normalizeH="0" baseline="0" noProof="0">
              <a:effectLst>
                <a:outerShdw blurRad="38100" dist="38100" dir="2700000" algn="tl">
                  <a:srgbClr val="C0C0C0"/>
                </a:outerShdw>
              </a:effectLst>
              <a:latin typeface="Courier New" panose="02070409020205090404" pitchFamily="49" charset="0"/>
              <a:ea typeface="宋体" pitchFamily="2" charset="-122"/>
              <a:cs typeface="+mn-cs"/>
            </a:endParaRPr>
          </a:p>
        </p:txBody>
      </p:sp>
      <p:sp>
        <p:nvSpPr>
          <p:cNvPr id="807974" name="AutoShape 38"/>
          <p:cNvSpPr>
            <a:spLocks noChangeArrowheads="1"/>
          </p:cNvSpPr>
          <p:nvPr/>
        </p:nvSpPr>
        <p:spPr bwMode="auto">
          <a:xfrm>
            <a:off x="2974975" y="5083175"/>
            <a:ext cx="390525" cy="1008063"/>
          </a:xfrm>
          <a:prstGeom prst="curvedRightArrow">
            <a:avLst>
              <a:gd name="adj1" fmla="val 55947"/>
              <a:gd name="adj2" fmla="val 111894"/>
              <a:gd name="adj3" fmla="val 33333"/>
            </a:avLst>
          </a:prstGeom>
          <a:solidFill>
            <a:schemeClr val="bg2">
              <a:lumMod val="75000"/>
            </a:schemeClr>
          </a:solidFill>
          <a:ln w="12700">
            <a:solidFill>
              <a:schemeClr val="tx1"/>
            </a:solidFill>
            <a:miter lim="800000"/>
            <a:headEnd type="none" w="sm" len="sm"/>
            <a:tailEnd type="none" w="sm" len="sm"/>
          </a:ln>
          <a:effectLst/>
        </p:spPr>
        <p:txBody>
          <a:bodyPr wrap="none" anchor="ct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807975" name="Text Box 39"/>
          <p:cNvSpPr txBox="1">
            <a:spLocks noChangeArrowheads="1"/>
          </p:cNvSpPr>
          <p:nvPr/>
        </p:nvSpPr>
        <p:spPr bwMode="auto">
          <a:xfrm>
            <a:off x="3830638" y="5875338"/>
            <a:ext cx="625475" cy="369888"/>
          </a:xfrm>
          <a:prstGeom prst="rect">
            <a:avLst/>
          </a:prstGeom>
          <a:noFill/>
          <a:ln w="12700">
            <a:noFill/>
            <a:miter lim="800000"/>
            <a:headEnd type="none" w="sm" len="sm"/>
            <a:tailEnd type="none" w="sm" len="sm"/>
          </a:ln>
          <a:effectLst/>
        </p:spPr>
        <p:txBody>
          <a:bodyPr>
            <a:spAutoFit/>
          </a:bodyPr>
          <a:lstStyle>
            <a:lvl1pPr>
              <a:defRPr sz="2000">
                <a:solidFill>
                  <a:schemeClr val="tx1"/>
                </a:solidFill>
                <a:latin typeface="Arial" panose="020B0604020202090204" pitchFamily="34" charset="0"/>
                <a:ea typeface="宋体" pitchFamily="2" charset="-122"/>
              </a:defRPr>
            </a:lvl1pPr>
            <a:lvl2pPr marL="742950" indent="-285750">
              <a:defRPr sz="2000">
                <a:solidFill>
                  <a:schemeClr val="tx1"/>
                </a:solidFill>
                <a:latin typeface="Arial" panose="020B0604020202090204" pitchFamily="34" charset="0"/>
                <a:ea typeface="宋体" pitchFamily="2" charset="-122"/>
              </a:defRPr>
            </a:lvl2pPr>
            <a:lvl3pPr marL="1143000" indent="-228600">
              <a:defRPr sz="2000">
                <a:solidFill>
                  <a:schemeClr val="tx1"/>
                </a:solidFill>
                <a:latin typeface="Arial" panose="020B0604020202090204" pitchFamily="34" charset="0"/>
                <a:ea typeface="宋体" pitchFamily="2" charset="-122"/>
              </a:defRPr>
            </a:lvl3pPr>
            <a:lvl4pPr marL="1600200" indent="-228600">
              <a:defRPr sz="2000">
                <a:solidFill>
                  <a:schemeClr val="tx1"/>
                </a:solidFill>
                <a:latin typeface="Arial" panose="020B0604020202090204" pitchFamily="34" charset="0"/>
                <a:ea typeface="宋体" pitchFamily="2" charset="-122"/>
              </a:defRPr>
            </a:lvl4pPr>
            <a:lvl5pPr marL="2057400" indent="-228600">
              <a:defRPr sz="2000">
                <a:solidFill>
                  <a:schemeClr val="tx1"/>
                </a:solidFill>
                <a:latin typeface="Arial" panose="020B0604020202090204" pitchFamily="34" charset="0"/>
                <a:ea typeface="宋体" pitchFamily="2" charset="-122"/>
              </a:defRPr>
            </a:lvl5pPr>
            <a:lvl6pPr marL="2514600" indent="-228600" eaLnBrk="0" fontAlgn="base" hangingPunct="0">
              <a:lnSpc>
                <a:spcPct val="90000"/>
              </a:lnSpc>
              <a:spcBef>
                <a:spcPts val="590"/>
              </a:spcBef>
              <a:spcAft>
                <a:spcPts val="590"/>
              </a:spcAft>
              <a:buClr>
                <a:schemeClr val="tx2"/>
              </a:buClr>
              <a:buSzPct val="80000"/>
              <a:buFont typeface="Wingdings" panose="05000000000000000000" pitchFamily="2" charset="2"/>
              <a:defRPr sz="2000">
                <a:solidFill>
                  <a:schemeClr val="tx1"/>
                </a:solidFill>
                <a:latin typeface="Arial" panose="020B0604020202090204" pitchFamily="34" charset="0"/>
                <a:ea typeface="宋体" pitchFamily="2" charset="-122"/>
              </a:defRPr>
            </a:lvl6pPr>
            <a:lvl7pPr marL="2971800" indent="-228600" eaLnBrk="0" fontAlgn="base" hangingPunct="0">
              <a:lnSpc>
                <a:spcPct val="90000"/>
              </a:lnSpc>
              <a:spcBef>
                <a:spcPts val="590"/>
              </a:spcBef>
              <a:spcAft>
                <a:spcPts val="590"/>
              </a:spcAft>
              <a:buClr>
                <a:schemeClr val="tx2"/>
              </a:buClr>
              <a:buSzPct val="80000"/>
              <a:buFont typeface="Wingdings" panose="05000000000000000000" pitchFamily="2" charset="2"/>
              <a:defRPr sz="2000">
                <a:solidFill>
                  <a:schemeClr val="tx1"/>
                </a:solidFill>
                <a:latin typeface="Arial" panose="020B0604020202090204" pitchFamily="34" charset="0"/>
                <a:ea typeface="宋体" pitchFamily="2" charset="-122"/>
              </a:defRPr>
            </a:lvl7pPr>
            <a:lvl8pPr marL="3429000" indent="-228600" eaLnBrk="0" fontAlgn="base" hangingPunct="0">
              <a:lnSpc>
                <a:spcPct val="90000"/>
              </a:lnSpc>
              <a:spcBef>
                <a:spcPts val="590"/>
              </a:spcBef>
              <a:spcAft>
                <a:spcPts val="590"/>
              </a:spcAft>
              <a:buClr>
                <a:schemeClr val="tx2"/>
              </a:buClr>
              <a:buSzPct val="80000"/>
              <a:buFont typeface="Wingdings" panose="05000000000000000000" pitchFamily="2" charset="2"/>
              <a:defRPr sz="2000">
                <a:solidFill>
                  <a:schemeClr val="tx1"/>
                </a:solidFill>
                <a:latin typeface="Arial" panose="020B0604020202090204" pitchFamily="34" charset="0"/>
                <a:ea typeface="宋体" pitchFamily="2" charset="-122"/>
              </a:defRPr>
            </a:lvl8pPr>
            <a:lvl9pPr marL="3886200" indent="-228600" eaLnBrk="0" fontAlgn="base" hangingPunct="0">
              <a:lnSpc>
                <a:spcPct val="90000"/>
              </a:lnSpc>
              <a:spcBef>
                <a:spcPts val="590"/>
              </a:spcBef>
              <a:spcAft>
                <a:spcPts val="590"/>
              </a:spcAft>
              <a:buClr>
                <a:schemeClr val="tx2"/>
              </a:buClr>
              <a:buSzPct val="80000"/>
              <a:buFont typeface="Wingdings" panose="05000000000000000000" pitchFamily="2" charset="2"/>
              <a:defRPr sz="2000">
                <a:solidFill>
                  <a:schemeClr val="tx1"/>
                </a:solidFill>
                <a:latin typeface="Arial" panose="020B0604020202090204" pitchFamily="34" charset="0"/>
                <a:ea typeface="宋体" pitchFamily="2" charset="-122"/>
              </a:defRPr>
            </a:lvl9pPr>
          </a:lstStyle>
          <a:p>
            <a:pPr marL="0" marR="0" lvl="0" indent="0" algn="ctr" defTabSz="914400" rtl="0" eaLnBrk="1" fontAlgn="base" latinLnBrk="0" hangingPunct="1">
              <a:lnSpc>
                <a:spcPct val="90000"/>
              </a:lnSpc>
              <a:spcBef>
                <a:spcPct val="50000"/>
              </a:spcBef>
              <a:spcAft>
                <a:spcPts val="590"/>
              </a:spcAft>
              <a:buClr>
                <a:schemeClr val="tx2"/>
              </a:buClr>
              <a:buSzPct val="80000"/>
              <a:buFontTx/>
              <a:buNone/>
              <a:defRPr/>
            </a:pPr>
            <a:r>
              <a:rPr kumimoji="0" lang="en-US" altLang="zh-CN" sz="20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rPr>
              <a:t>e</a:t>
            </a:r>
            <a:endParaRPr kumimoji="0" lang="en-US" altLang="zh-CN" sz="20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807976" name="Text Box 40"/>
          <p:cNvSpPr txBox="1">
            <a:spLocks noChangeArrowheads="1"/>
          </p:cNvSpPr>
          <p:nvPr/>
        </p:nvSpPr>
        <p:spPr bwMode="auto">
          <a:xfrm>
            <a:off x="3765550" y="5370513"/>
            <a:ext cx="701675" cy="376238"/>
          </a:xfrm>
          <a:prstGeom prst="rect">
            <a:avLst/>
          </a:prstGeom>
          <a:noFill/>
          <a:ln w="12700">
            <a:noFill/>
            <a:miter lim="800000"/>
            <a:headEnd type="none" w="sm" len="sm"/>
            <a:tailEnd type="none" w="sm" len="sm"/>
          </a:ln>
          <a:effectLst/>
        </p:spPr>
        <p:txBody>
          <a:bodyPr>
            <a:spAutoFit/>
          </a:bodyPr>
          <a:lstStyle/>
          <a:p>
            <a:pPr marR="0" defTabSz="914400" eaLnBrk="1" hangingPunct="1">
              <a:lnSpc>
                <a:spcPct val="90000"/>
              </a:lnSpc>
              <a:spcBef>
                <a:spcPct val="50000"/>
              </a:spcBef>
              <a:spcAft>
                <a:spcPts val="590"/>
              </a:spcAft>
              <a:buClr>
                <a:schemeClr val="tx2"/>
              </a:buClr>
              <a:buSzPct val="80000"/>
              <a:buFontTx/>
              <a:buNone/>
              <a:defRPr/>
            </a:pPr>
            <a:r>
              <a:rPr kumimoji="0" lang="en-US" altLang="zh-CN" b="1" kern="1200" cap="none" spc="0" normalizeH="0" baseline="0" noProof="0">
                <a:effectLst>
                  <a:outerShdw blurRad="38100" dist="38100" dir="2700000" algn="tl">
                    <a:srgbClr val="C0C0C0"/>
                  </a:outerShdw>
                </a:effectLst>
                <a:latin typeface="Courier New" panose="02070409020205090404" pitchFamily="49" charset="0"/>
                <a:ea typeface="宋体" pitchFamily="2" charset="-122"/>
                <a:cs typeface="+mn-cs"/>
              </a:rPr>
              <a:t>i=1</a:t>
            </a:r>
            <a:endParaRPr kumimoji="0" lang="en-US" altLang="zh-CN" b="1" kern="1200" cap="none" spc="0" normalizeH="0" baseline="0" noProof="0">
              <a:effectLst>
                <a:outerShdw blurRad="38100" dist="38100" dir="2700000" algn="tl">
                  <a:srgbClr val="C0C0C0"/>
                </a:outerShdw>
              </a:effectLst>
              <a:latin typeface="Courier New" panose="02070409020205090404" pitchFamily="49" charset="0"/>
              <a:ea typeface="宋体" pitchFamily="2" charset="-122"/>
              <a:cs typeface="+mn-cs"/>
            </a:endParaRPr>
          </a:p>
        </p:txBody>
      </p:sp>
      <p:sp>
        <p:nvSpPr>
          <p:cNvPr id="807977" name="AutoShape 41"/>
          <p:cNvSpPr>
            <a:spLocks noChangeArrowheads="1"/>
          </p:cNvSpPr>
          <p:nvPr/>
        </p:nvSpPr>
        <p:spPr bwMode="auto">
          <a:xfrm>
            <a:off x="3597275" y="5083175"/>
            <a:ext cx="390525" cy="1008063"/>
          </a:xfrm>
          <a:prstGeom prst="curvedRightArrow">
            <a:avLst>
              <a:gd name="adj1" fmla="val 55947"/>
              <a:gd name="adj2" fmla="val 111894"/>
              <a:gd name="adj3" fmla="val 33333"/>
            </a:avLst>
          </a:prstGeom>
          <a:solidFill>
            <a:schemeClr val="bg2">
              <a:lumMod val="75000"/>
            </a:schemeClr>
          </a:solidFill>
          <a:ln w="12700">
            <a:solidFill>
              <a:schemeClr val="tx1"/>
            </a:solidFill>
            <a:miter lim="800000"/>
            <a:headEnd type="none" w="sm" len="sm"/>
            <a:tailEnd type="none" w="sm" len="sm"/>
          </a:ln>
          <a:effectLst/>
        </p:spPr>
        <p:txBody>
          <a:bodyPr wrap="none" anchor="ct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807978" name="Text Box 42"/>
          <p:cNvSpPr txBox="1">
            <a:spLocks noChangeArrowheads="1"/>
          </p:cNvSpPr>
          <p:nvPr/>
        </p:nvSpPr>
        <p:spPr bwMode="auto">
          <a:xfrm>
            <a:off x="4457700" y="5892800"/>
            <a:ext cx="623888" cy="369888"/>
          </a:xfrm>
          <a:prstGeom prst="rect">
            <a:avLst/>
          </a:prstGeom>
          <a:noFill/>
          <a:ln w="12700">
            <a:noFill/>
            <a:miter lim="800000"/>
            <a:headEnd type="none" w="sm" len="sm"/>
            <a:tailEnd type="none" w="sm" len="sm"/>
          </a:ln>
          <a:effectLst/>
        </p:spPr>
        <p:txBody>
          <a:bodyPr>
            <a:spAutoFit/>
          </a:bodyPr>
          <a:lstStyle>
            <a:lvl1pPr>
              <a:defRPr sz="2000">
                <a:solidFill>
                  <a:schemeClr val="tx1"/>
                </a:solidFill>
                <a:latin typeface="Arial" panose="020B0604020202090204" pitchFamily="34" charset="0"/>
                <a:ea typeface="宋体" pitchFamily="2" charset="-122"/>
              </a:defRPr>
            </a:lvl1pPr>
            <a:lvl2pPr marL="742950" indent="-285750">
              <a:defRPr sz="2000">
                <a:solidFill>
                  <a:schemeClr val="tx1"/>
                </a:solidFill>
                <a:latin typeface="Arial" panose="020B0604020202090204" pitchFamily="34" charset="0"/>
                <a:ea typeface="宋体" pitchFamily="2" charset="-122"/>
              </a:defRPr>
            </a:lvl2pPr>
            <a:lvl3pPr marL="1143000" indent="-228600">
              <a:defRPr sz="2000">
                <a:solidFill>
                  <a:schemeClr val="tx1"/>
                </a:solidFill>
                <a:latin typeface="Arial" panose="020B0604020202090204" pitchFamily="34" charset="0"/>
                <a:ea typeface="宋体" pitchFamily="2" charset="-122"/>
              </a:defRPr>
            </a:lvl3pPr>
            <a:lvl4pPr marL="1600200" indent="-228600">
              <a:defRPr sz="2000">
                <a:solidFill>
                  <a:schemeClr val="tx1"/>
                </a:solidFill>
                <a:latin typeface="Arial" panose="020B0604020202090204" pitchFamily="34" charset="0"/>
                <a:ea typeface="宋体" pitchFamily="2" charset="-122"/>
              </a:defRPr>
            </a:lvl4pPr>
            <a:lvl5pPr marL="2057400" indent="-228600">
              <a:defRPr sz="2000">
                <a:solidFill>
                  <a:schemeClr val="tx1"/>
                </a:solidFill>
                <a:latin typeface="Arial" panose="020B0604020202090204" pitchFamily="34" charset="0"/>
                <a:ea typeface="宋体" pitchFamily="2" charset="-122"/>
              </a:defRPr>
            </a:lvl5pPr>
            <a:lvl6pPr marL="2514600" indent="-228600" eaLnBrk="0" fontAlgn="base" hangingPunct="0">
              <a:lnSpc>
                <a:spcPct val="90000"/>
              </a:lnSpc>
              <a:spcBef>
                <a:spcPts val="590"/>
              </a:spcBef>
              <a:spcAft>
                <a:spcPts val="590"/>
              </a:spcAft>
              <a:buClr>
                <a:schemeClr val="tx2"/>
              </a:buClr>
              <a:buSzPct val="80000"/>
              <a:buFont typeface="Wingdings" panose="05000000000000000000" pitchFamily="2" charset="2"/>
              <a:defRPr sz="2000">
                <a:solidFill>
                  <a:schemeClr val="tx1"/>
                </a:solidFill>
                <a:latin typeface="Arial" panose="020B0604020202090204" pitchFamily="34" charset="0"/>
                <a:ea typeface="宋体" pitchFamily="2" charset="-122"/>
              </a:defRPr>
            </a:lvl6pPr>
            <a:lvl7pPr marL="2971800" indent="-228600" eaLnBrk="0" fontAlgn="base" hangingPunct="0">
              <a:lnSpc>
                <a:spcPct val="90000"/>
              </a:lnSpc>
              <a:spcBef>
                <a:spcPts val="590"/>
              </a:spcBef>
              <a:spcAft>
                <a:spcPts val="590"/>
              </a:spcAft>
              <a:buClr>
                <a:schemeClr val="tx2"/>
              </a:buClr>
              <a:buSzPct val="80000"/>
              <a:buFont typeface="Wingdings" panose="05000000000000000000" pitchFamily="2" charset="2"/>
              <a:defRPr sz="2000">
                <a:solidFill>
                  <a:schemeClr val="tx1"/>
                </a:solidFill>
                <a:latin typeface="Arial" panose="020B0604020202090204" pitchFamily="34" charset="0"/>
                <a:ea typeface="宋体" pitchFamily="2" charset="-122"/>
              </a:defRPr>
            </a:lvl7pPr>
            <a:lvl8pPr marL="3429000" indent="-228600" eaLnBrk="0" fontAlgn="base" hangingPunct="0">
              <a:lnSpc>
                <a:spcPct val="90000"/>
              </a:lnSpc>
              <a:spcBef>
                <a:spcPts val="590"/>
              </a:spcBef>
              <a:spcAft>
                <a:spcPts val="590"/>
              </a:spcAft>
              <a:buClr>
                <a:schemeClr val="tx2"/>
              </a:buClr>
              <a:buSzPct val="80000"/>
              <a:buFont typeface="Wingdings" panose="05000000000000000000" pitchFamily="2" charset="2"/>
              <a:defRPr sz="2000">
                <a:solidFill>
                  <a:schemeClr val="tx1"/>
                </a:solidFill>
                <a:latin typeface="Arial" panose="020B0604020202090204" pitchFamily="34" charset="0"/>
                <a:ea typeface="宋体" pitchFamily="2" charset="-122"/>
              </a:defRPr>
            </a:lvl8pPr>
            <a:lvl9pPr marL="3886200" indent="-228600" eaLnBrk="0" fontAlgn="base" hangingPunct="0">
              <a:lnSpc>
                <a:spcPct val="90000"/>
              </a:lnSpc>
              <a:spcBef>
                <a:spcPts val="590"/>
              </a:spcBef>
              <a:spcAft>
                <a:spcPts val="590"/>
              </a:spcAft>
              <a:buClr>
                <a:schemeClr val="tx2"/>
              </a:buClr>
              <a:buSzPct val="80000"/>
              <a:buFont typeface="Wingdings" panose="05000000000000000000" pitchFamily="2" charset="2"/>
              <a:defRPr sz="2000">
                <a:solidFill>
                  <a:schemeClr val="tx1"/>
                </a:solidFill>
                <a:latin typeface="Arial" panose="020B0604020202090204" pitchFamily="34" charset="0"/>
                <a:ea typeface="宋体" pitchFamily="2" charset="-122"/>
              </a:defRPr>
            </a:lvl9pPr>
          </a:lstStyle>
          <a:p>
            <a:pPr marL="0" marR="0" lvl="0" indent="0" algn="ctr" defTabSz="914400" rtl="0" eaLnBrk="1" fontAlgn="base" latinLnBrk="0" hangingPunct="1">
              <a:lnSpc>
                <a:spcPct val="90000"/>
              </a:lnSpc>
              <a:spcBef>
                <a:spcPct val="50000"/>
              </a:spcBef>
              <a:spcAft>
                <a:spcPts val="590"/>
              </a:spcAft>
              <a:buClr>
                <a:schemeClr val="tx2"/>
              </a:buClr>
              <a:buSzPct val="80000"/>
              <a:buFontTx/>
              <a:buNone/>
              <a:defRPr/>
            </a:pPr>
            <a:r>
              <a:rPr kumimoji="0" lang="en-US" altLang="zh-CN" sz="20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rPr>
              <a:t>l</a:t>
            </a:r>
            <a:endParaRPr kumimoji="0" lang="en-US" altLang="zh-CN" sz="20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807979" name="Text Box 43"/>
          <p:cNvSpPr txBox="1">
            <a:spLocks noChangeArrowheads="1"/>
          </p:cNvSpPr>
          <p:nvPr/>
        </p:nvSpPr>
        <p:spPr bwMode="auto">
          <a:xfrm>
            <a:off x="4454525" y="5373688"/>
            <a:ext cx="701675" cy="376238"/>
          </a:xfrm>
          <a:prstGeom prst="rect">
            <a:avLst/>
          </a:prstGeom>
          <a:noFill/>
          <a:ln w="12700">
            <a:noFill/>
            <a:miter lim="800000"/>
            <a:headEnd type="none" w="sm" len="sm"/>
            <a:tailEnd type="none" w="sm" len="sm"/>
          </a:ln>
          <a:effectLst/>
        </p:spPr>
        <p:txBody>
          <a:bodyPr>
            <a:spAutoFit/>
          </a:bodyPr>
          <a:lstStyle/>
          <a:p>
            <a:pPr marR="0" defTabSz="914400" eaLnBrk="1" hangingPunct="1">
              <a:lnSpc>
                <a:spcPct val="90000"/>
              </a:lnSpc>
              <a:spcBef>
                <a:spcPct val="50000"/>
              </a:spcBef>
              <a:spcAft>
                <a:spcPts val="590"/>
              </a:spcAft>
              <a:buClr>
                <a:schemeClr val="tx2"/>
              </a:buClr>
              <a:buSzPct val="80000"/>
              <a:buFontTx/>
              <a:buNone/>
              <a:defRPr/>
            </a:pPr>
            <a:r>
              <a:rPr kumimoji="0" lang="en-US" altLang="zh-CN" b="1" kern="1200" cap="none" spc="0" normalizeH="0" baseline="0" noProof="0">
                <a:effectLst>
                  <a:outerShdw blurRad="38100" dist="38100" dir="2700000" algn="tl">
                    <a:srgbClr val="C0C0C0"/>
                  </a:outerShdw>
                </a:effectLst>
                <a:latin typeface="Courier New" panose="02070409020205090404" pitchFamily="49" charset="0"/>
                <a:ea typeface="宋体" pitchFamily="2" charset="-122"/>
                <a:cs typeface="+mn-cs"/>
              </a:rPr>
              <a:t>i=2</a:t>
            </a:r>
            <a:endParaRPr kumimoji="0" lang="en-US" altLang="zh-CN" b="1" kern="1200" cap="none" spc="0" normalizeH="0" baseline="0" noProof="0">
              <a:effectLst>
                <a:outerShdw blurRad="38100" dist="38100" dir="2700000" algn="tl">
                  <a:srgbClr val="C0C0C0"/>
                </a:outerShdw>
              </a:effectLst>
              <a:latin typeface="Courier New" panose="02070409020205090404" pitchFamily="49" charset="0"/>
              <a:ea typeface="宋体" pitchFamily="2" charset="-122"/>
              <a:cs typeface="+mn-cs"/>
            </a:endParaRPr>
          </a:p>
        </p:txBody>
      </p:sp>
      <p:sp>
        <p:nvSpPr>
          <p:cNvPr id="807980" name="AutoShape 44"/>
          <p:cNvSpPr>
            <a:spLocks noChangeArrowheads="1"/>
          </p:cNvSpPr>
          <p:nvPr/>
        </p:nvSpPr>
        <p:spPr bwMode="auto">
          <a:xfrm>
            <a:off x="4300538" y="5057775"/>
            <a:ext cx="390525" cy="1008063"/>
          </a:xfrm>
          <a:prstGeom prst="curvedRightArrow">
            <a:avLst>
              <a:gd name="adj1" fmla="val 55947"/>
              <a:gd name="adj2" fmla="val 111894"/>
              <a:gd name="adj3" fmla="val 33333"/>
            </a:avLst>
          </a:prstGeom>
          <a:solidFill>
            <a:schemeClr val="bg2">
              <a:lumMod val="75000"/>
            </a:schemeClr>
          </a:solidFill>
          <a:ln w="12700">
            <a:solidFill>
              <a:schemeClr val="tx1"/>
            </a:solidFill>
            <a:miter lim="800000"/>
            <a:headEnd type="none" w="sm" len="sm"/>
            <a:tailEnd type="none" w="sm" len="sm"/>
          </a:ln>
          <a:effectLst/>
        </p:spPr>
        <p:txBody>
          <a:bodyPr wrap="none" anchor="ct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807981" name="Text Box 45"/>
          <p:cNvSpPr txBox="1">
            <a:spLocks noChangeArrowheads="1"/>
          </p:cNvSpPr>
          <p:nvPr/>
        </p:nvSpPr>
        <p:spPr bwMode="auto">
          <a:xfrm>
            <a:off x="5065713" y="5875338"/>
            <a:ext cx="623888" cy="369888"/>
          </a:xfrm>
          <a:prstGeom prst="rect">
            <a:avLst/>
          </a:prstGeom>
          <a:noFill/>
          <a:ln w="12700">
            <a:noFill/>
            <a:miter lim="800000"/>
            <a:headEnd type="none" w="sm" len="sm"/>
            <a:tailEnd type="none" w="sm" len="sm"/>
          </a:ln>
          <a:effectLst/>
        </p:spPr>
        <p:txBody>
          <a:bodyPr>
            <a:spAutoFit/>
          </a:bodyPr>
          <a:lstStyle>
            <a:lvl1pPr>
              <a:defRPr sz="2000">
                <a:solidFill>
                  <a:schemeClr val="tx1"/>
                </a:solidFill>
                <a:latin typeface="Arial" panose="020B0604020202090204" pitchFamily="34" charset="0"/>
                <a:ea typeface="宋体" pitchFamily="2" charset="-122"/>
              </a:defRPr>
            </a:lvl1pPr>
            <a:lvl2pPr marL="742950" indent="-285750">
              <a:defRPr sz="2000">
                <a:solidFill>
                  <a:schemeClr val="tx1"/>
                </a:solidFill>
                <a:latin typeface="Arial" panose="020B0604020202090204" pitchFamily="34" charset="0"/>
                <a:ea typeface="宋体" pitchFamily="2" charset="-122"/>
              </a:defRPr>
            </a:lvl2pPr>
            <a:lvl3pPr marL="1143000" indent="-228600">
              <a:defRPr sz="2000">
                <a:solidFill>
                  <a:schemeClr val="tx1"/>
                </a:solidFill>
                <a:latin typeface="Arial" panose="020B0604020202090204" pitchFamily="34" charset="0"/>
                <a:ea typeface="宋体" pitchFamily="2" charset="-122"/>
              </a:defRPr>
            </a:lvl3pPr>
            <a:lvl4pPr marL="1600200" indent="-228600">
              <a:defRPr sz="2000">
                <a:solidFill>
                  <a:schemeClr val="tx1"/>
                </a:solidFill>
                <a:latin typeface="Arial" panose="020B0604020202090204" pitchFamily="34" charset="0"/>
                <a:ea typeface="宋体" pitchFamily="2" charset="-122"/>
              </a:defRPr>
            </a:lvl4pPr>
            <a:lvl5pPr marL="2057400" indent="-228600">
              <a:defRPr sz="2000">
                <a:solidFill>
                  <a:schemeClr val="tx1"/>
                </a:solidFill>
                <a:latin typeface="Arial" panose="020B0604020202090204" pitchFamily="34" charset="0"/>
                <a:ea typeface="宋体" pitchFamily="2" charset="-122"/>
              </a:defRPr>
            </a:lvl5pPr>
            <a:lvl6pPr marL="2514600" indent="-228600" eaLnBrk="0" fontAlgn="base" hangingPunct="0">
              <a:lnSpc>
                <a:spcPct val="90000"/>
              </a:lnSpc>
              <a:spcBef>
                <a:spcPts val="590"/>
              </a:spcBef>
              <a:spcAft>
                <a:spcPts val="590"/>
              </a:spcAft>
              <a:buClr>
                <a:schemeClr val="tx2"/>
              </a:buClr>
              <a:buSzPct val="80000"/>
              <a:buFont typeface="Wingdings" panose="05000000000000000000" pitchFamily="2" charset="2"/>
              <a:defRPr sz="2000">
                <a:solidFill>
                  <a:schemeClr val="tx1"/>
                </a:solidFill>
                <a:latin typeface="Arial" panose="020B0604020202090204" pitchFamily="34" charset="0"/>
                <a:ea typeface="宋体" pitchFamily="2" charset="-122"/>
              </a:defRPr>
            </a:lvl6pPr>
            <a:lvl7pPr marL="2971800" indent="-228600" eaLnBrk="0" fontAlgn="base" hangingPunct="0">
              <a:lnSpc>
                <a:spcPct val="90000"/>
              </a:lnSpc>
              <a:spcBef>
                <a:spcPts val="590"/>
              </a:spcBef>
              <a:spcAft>
                <a:spcPts val="590"/>
              </a:spcAft>
              <a:buClr>
                <a:schemeClr val="tx2"/>
              </a:buClr>
              <a:buSzPct val="80000"/>
              <a:buFont typeface="Wingdings" panose="05000000000000000000" pitchFamily="2" charset="2"/>
              <a:defRPr sz="2000">
                <a:solidFill>
                  <a:schemeClr val="tx1"/>
                </a:solidFill>
                <a:latin typeface="Arial" panose="020B0604020202090204" pitchFamily="34" charset="0"/>
                <a:ea typeface="宋体" pitchFamily="2" charset="-122"/>
              </a:defRPr>
            </a:lvl7pPr>
            <a:lvl8pPr marL="3429000" indent="-228600" eaLnBrk="0" fontAlgn="base" hangingPunct="0">
              <a:lnSpc>
                <a:spcPct val="90000"/>
              </a:lnSpc>
              <a:spcBef>
                <a:spcPts val="590"/>
              </a:spcBef>
              <a:spcAft>
                <a:spcPts val="590"/>
              </a:spcAft>
              <a:buClr>
                <a:schemeClr val="tx2"/>
              </a:buClr>
              <a:buSzPct val="80000"/>
              <a:buFont typeface="Wingdings" panose="05000000000000000000" pitchFamily="2" charset="2"/>
              <a:defRPr sz="2000">
                <a:solidFill>
                  <a:schemeClr val="tx1"/>
                </a:solidFill>
                <a:latin typeface="Arial" panose="020B0604020202090204" pitchFamily="34" charset="0"/>
                <a:ea typeface="宋体" pitchFamily="2" charset="-122"/>
              </a:defRPr>
            </a:lvl8pPr>
            <a:lvl9pPr marL="3886200" indent="-228600" eaLnBrk="0" fontAlgn="base" hangingPunct="0">
              <a:lnSpc>
                <a:spcPct val="90000"/>
              </a:lnSpc>
              <a:spcBef>
                <a:spcPts val="590"/>
              </a:spcBef>
              <a:spcAft>
                <a:spcPts val="590"/>
              </a:spcAft>
              <a:buClr>
                <a:schemeClr val="tx2"/>
              </a:buClr>
              <a:buSzPct val="80000"/>
              <a:buFont typeface="Wingdings" panose="05000000000000000000" pitchFamily="2" charset="2"/>
              <a:defRPr sz="2000">
                <a:solidFill>
                  <a:schemeClr val="tx1"/>
                </a:solidFill>
                <a:latin typeface="Arial" panose="020B0604020202090204" pitchFamily="34" charset="0"/>
                <a:ea typeface="宋体" pitchFamily="2" charset="-122"/>
              </a:defRPr>
            </a:lvl9pPr>
          </a:lstStyle>
          <a:p>
            <a:pPr marL="0" marR="0" lvl="0" indent="0" algn="ctr" defTabSz="914400" rtl="0" eaLnBrk="1" fontAlgn="base" latinLnBrk="0" hangingPunct="1">
              <a:lnSpc>
                <a:spcPct val="90000"/>
              </a:lnSpc>
              <a:spcBef>
                <a:spcPct val="50000"/>
              </a:spcBef>
              <a:spcAft>
                <a:spcPts val="590"/>
              </a:spcAft>
              <a:buClr>
                <a:schemeClr val="tx2"/>
              </a:buClr>
              <a:buSzPct val="80000"/>
              <a:buFontTx/>
              <a:buNone/>
              <a:defRPr/>
            </a:pPr>
            <a:r>
              <a:rPr kumimoji="0" lang="en-US" altLang="zh-CN" sz="20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rPr>
              <a:t>l</a:t>
            </a:r>
            <a:endParaRPr kumimoji="0" lang="en-US" altLang="zh-CN" sz="20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807982" name="Text Box 46"/>
          <p:cNvSpPr txBox="1">
            <a:spLocks noChangeArrowheads="1"/>
          </p:cNvSpPr>
          <p:nvPr/>
        </p:nvSpPr>
        <p:spPr bwMode="auto">
          <a:xfrm>
            <a:off x="5000625" y="5370513"/>
            <a:ext cx="701675" cy="376238"/>
          </a:xfrm>
          <a:prstGeom prst="rect">
            <a:avLst/>
          </a:prstGeom>
          <a:noFill/>
          <a:ln w="12700">
            <a:noFill/>
            <a:miter lim="800000"/>
            <a:headEnd type="none" w="sm" len="sm"/>
            <a:tailEnd type="none" w="sm" len="sm"/>
          </a:ln>
          <a:effectLst/>
        </p:spPr>
        <p:txBody>
          <a:bodyPr>
            <a:spAutoFit/>
          </a:bodyPr>
          <a:lstStyle/>
          <a:p>
            <a:pPr marR="0" defTabSz="914400" eaLnBrk="1" hangingPunct="1">
              <a:lnSpc>
                <a:spcPct val="90000"/>
              </a:lnSpc>
              <a:spcBef>
                <a:spcPct val="50000"/>
              </a:spcBef>
              <a:spcAft>
                <a:spcPts val="590"/>
              </a:spcAft>
              <a:buClr>
                <a:schemeClr val="tx2"/>
              </a:buClr>
              <a:buSzPct val="80000"/>
              <a:buFontTx/>
              <a:buNone/>
              <a:defRPr/>
            </a:pPr>
            <a:r>
              <a:rPr kumimoji="0" lang="en-US" altLang="zh-CN" b="1" kern="1200" cap="none" spc="0" normalizeH="0" baseline="0" noProof="0">
                <a:effectLst>
                  <a:outerShdw blurRad="38100" dist="38100" dir="2700000" algn="tl">
                    <a:srgbClr val="C0C0C0"/>
                  </a:outerShdw>
                </a:effectLst>
                <a:latin typeface="Courier New" panose="02070409020205090404" pitchFamily="49" charset="0"/>
                <a:ea typeface="宋体" pitchFamily="2" charset="-122"/>
                <a:cs typeface="+mn-cs"/>
              </a:rPr>
              <a:t>i=3</a:t>
            </a:r>
            <a:endParaRPr kumimoji="0" lang="en-US" altLang="zh-CN" b="1" kern="1200" cap="none" spc="0" normalizeH="0" baseline="0" noProof="0">
              <a:effectLst>
                <a:outerShdw blurRad="38100" dist="38100" dir="2700000" algn="tl">
                  <a:srgbClr val="C0C0C0"/>
                </a:outerShdw>
              </a:effectLst>
              <a:latin typeface="Courier New" panose="02070409020205090404" pitchFamily="49" charset="0"/>
              <a:ea typeface="宋体" pitchFamily="2" charset="-122"/>
              <a:cs typeface="+mn-cs"/>
            </a:endParaRPr>
          </a:p>
        </p:txBody>
      </p:sp>
      <p:sp>
        <p:nvSpPr>
          <p:cNvPr id="807983" name="AutoShape 47"/>
          <p:cNvSpPr>
            <a:spLocks noChangeArrowheads="1"/>
          </p:cNvSpPr>
          <p:nvPr/>
        </p:nvSpPr>
        <p:spPr bwMode="auto">
          <a:xfrm>
            <a:off x="4832350" y="5083175"/>
            <a:ext cx="390525" cy="1008063"/>
          </a:xfrm>
          <a:prstGeom prst="curvedRightArrow">
            <a:avLst>
              <a:gd name="adj1" fmla="val 55947"/>
              <a:gd name="adj2" fmla="val 111894"/>
              <a:gd name="adj3" fmla="val 33333"/>
            </a:avLst>
          </a:prstGeom>
          <a:solidFill>
            <a:schemeClr val="bg2">
              <a:lumMod val="75000"/>
            </a:schemeClr>
          </a:solidFill>
          <a:ln w="12700">
            <a:solidFill>
              <a:schemeClr val="tx1"/>
            </a:solidFill>
            <a:miter lim="800000"/>
            <a:headEnd type="none" w="sm" len="sm"/>
            <a:tailEnd type="none" w="sm" len="sm"/>
          </a:ln>
          <a:effectLst/>
        </p:spPr>
        <p:txBody>
          <a:bodyPr wrap="none" anchor="ct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807984" name="Text Box 48"/>
          <p:cNvSpPr txBox="1">
            <a:spLocks noChangeArrowheads="1"/>
          </p:cNvSpPr>
          <p:nvPr/>
        </p:nvSpPr>
        <p:spPr bwMode="auto">
          <a:xfrm>
            <a:off x="5705475" y="5875338"/>
            <a:ext cx="623888" cy="369888"/>
          </a:xfrm>
          <a:prstGeom prst="rect">
            <a:avLst/>
          </a:prstGeom>
          <a:noFill/>
          <a:ln w="12700">
            <a:noFill/>
            <a:miter lim="800000"/>
            <a:headEnd type="none" w="sm" len="sm"/>
            <a:tailEnd type="none" w="sm" len="sm"/>
          </a:ln>
          <a:effectLst/>
        </p:spPr>
        <p:txBody>
          <a:bodyPr>
            <a:spAutoFit/>
          </a:bodyPr>
          <a:lstStyle>
            <a:lvl1pPr>
              <a:defRPr sz="2000">
                <a:solidFill>
                  <a:schemeClr val="tx1"/>
                </a:solidFill>
                <a:latin typeface="Arial" panose="020B0604020202090204" pitchFamily="34" charset="0"/>
                <a:ea typeface="宋体" pitchFamily="2" charset="-122"/>
              </a:defRPr>
            </a:lvl1pPr>
            <a:lvl2pPr marL="742950" indent="-285750">
              <a:defRPr sz="2000">
                <a:solidFill>
                  <a:schemeClr val="tx1"/>
                </a:solidFill>
                <a:latin typeface="Arial" panose="020B0604020202090204" pitchFamily="34" charset="0"/>
                <a:ea typeface="宋体" pitchFamily="2" charset="-122"/>
              </a:defRPr>
            </a:lvl2pPr>
            <a:lvl3pPr marL="1143000" indent="-228600">
              <a:defRPr sz="2000">
                <a:solidFill>
                  <a:schemeClr val="tx1"/>
                </a:solidFill>
                <a:latin typeface="Arial" panose="020B0604020202090204" pitchFamily="34" charset="0"/>
                <a:ea typeface="宋体" pitchFamily="2" charset="-122"/>
              </a:defRPr>
            </a:lvl3pPr>
            <a:lvl4pPr marL="1600200" indent="-228600">
              <a:defRPr sz="2000">
                <a:solidFill>
                  <a:schemeClr val="tx1"/>
                </a:solidFill>
                <a:latin typeface="Arial" panose="020B0604020202090204" pitchFamily="34" charset="0"/>
                <a:ea typeface="宋体" pitchFamily="2" charset="-122"/>
              </a:defRPr>
            </a:lvl4pPr>
            <a:lvl5pPr marL="2057400" indent="-228600">
              <a:defRPr sz="2000">
                <a:solidFill>
                  <a:schemeClr val="tx1"/>
                </a:solidFill>
                <a:latin typeface="Arial" panose="020B0604020202090204" pitchFamily="34" charset="0"/>
                <a:ea typeface="宋体" pitchFamily="2" charset="-122"/>
              </a:defRPr>
            </a:lvl5pPr>
            <a:lvl6pPr marL="2514600" indent="-228600" eaLnBrk="0" fontAlgn="base" hangingPunct="0">
              <a:lnSpc>
                <a:spcPct val="90000"/>
              </a:lnSpc>
              <a:spcBef>
                <a:spcPts val="590"/>
              </a:spcBef>
              <a:spcAft>
                <a:spcPts val="590"/>
              </a:spcAft>
              <a:buClr>
                <a:schemeClr val="tx2"/>
              </a:buClr>
              <a:buSzPct val="80000"/>
              <a:buFont typeface="Wingdings" panose="05000000000000000000" pitchFamily="2" charset="2"/>
              <a:defRPr sz="2000">
                <a:solidFill>
                  <a:schemeClr val="tx1"/>
                </a:solidFill>
                <a:latin typeface="Arial" panose="020B0604020202090204" pitchFamily="34" charset="0"/>
                <a:ea typeface="宋体" pitchFamily="2" charset="-122"/>
              </a:defRPr>
            </a:lvl6pPr>
            <a:lvl7pPr marL="2971800" indent="-228600" eaLnBrk="0" fontAlgn="base" hangingPunct="0">
              <a:lnSpc>
                <a:spcPct val="90000"/>
              </a:lnSpc>
              <a:spcBef>
                <a:spcPts val="590"/>
              </a:spcBef>
              <a:spcAft>
                <a:spcPts val="590"/>
              </a:spcAft>
              <a:buClr>
                <a:schemeClr val="tx2"/>
              </a:buClr>
              <a:buSzPct val="80000"/>
              <a:buFont typeface="Wingdings" panose="05000000000000000000" pitchFamily="2" charset="2"/>
              <a:defRPr sz="2000">
                <a:solidFill>
                  <a:schemeClr val="tx1"/>
                </a:solidFill>
                <a:latin typeface="Arial" panose="020B0604020202090204" pitchFamily="34" charset="0"/>
                <a:ea typeface="宋体" pitchFamily="2" charset="-122"/>
              </a:defRPr>
            </a:lvl7pPr>
            <a:lvl8pPr marL="3429000" indent="-228600" eaLnBrk="0" fontAlgn="base" hangingPunct="0">
              <a:lnSpc>
                <a:spcPct val="90000"/>
              </a:lnSpc>
              <a:spcBef>
                <a:spcPts val="590"/>
              </a:spcBef>
              <a:spcAft>
                <a:spcPts val="590"/>
              </a:spcAft>
              <a:buClr>
                <a:schemeClr val="tx2"/>
              </a:buClr>
              <a:buSzPct val="80000"/>
              <a:buFont typeface="Wingdings" panose="05000000000000000000" pitchFamily="2" charset="2"/>
              <a:defRPr sz="2000">
                <a:solidFill>
                  <a:schemeClr val="tx1"/>
                </a:solidFill>
                <a:latin typeface="Arial" panose="020B0604020202090204" pitchFamily="34" charset="0"/>
                <a:ea typeface="宋体" pitchFamily="2" charset="-122"/>
              </a:defRPr>
            </a:lvl8pPr>
            <a:lvl9pPr marL="3886200" indent="-228600" eaLnBrk="0" fontAlgn="base" hangingPunct="0">
              <a:lnSpc>
                <a:spcPct val="90000"/>
              </a:lnSpc>
              <a:spcBef>
                <a:spcPts val="590"/>
              </a:spcBef>
              <a:spcAft>
                <a:spcPts val="590"/>
              </a:spcAft>
              <a:buClr>
                <a:schemeClr val="tx2"/>
              </a:buClr>
              <a:buSzPct val="80000"/>
              <a:buFont typeface="Wingdings" panose="05000000000000000000" pitchFamily="2" charset="2"/>
              <a:defRPr sz="2000">
                <a:solidFill>
                  <a:schemeClr val="tx1"/>
                </a:solidFill>
                <a:latin typeface="Arial" panose="020B0604020202090204" pitchFamily="34" charset="0"/>
                <a:ea typeface="宋体" pitchFamily="2" charset="-122"/>
              </a:defRPr>
            </a:lvl9pPr>
          </a:lstStyle>
          <a:p>
            <a:pPr marL="0" marR="0" lvl="0" indent="0" algn="ctr" defTabSz="914400" rtl="0" eaLnBrk="1" fontAlgn="base" latinLnBrk="0" hangingPunct="1">
              <a:lnSpc>
                <a:spcPct val="90000"/>
              </a:lnSpc>
              <a:spcBef>
                <a:spcPct val="50000"/>
              </a:spcBef>
              <a:spcAft>
                <a:spcPts val="590"/>
              </a:spcAft>
              <a:buClr>
                <a:schemeClr val="tx2"/>
              </a:buClr>
              <a:buSzPct val="80000"/>
              <a:buFontTx/>
              <a:buNone/>
              <a:defRPr/>
            </a:pPr>
            <a:r>
              <a:rPr kumimoji="0" lang="en-US" altLang="zh-CN" sz="20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rPr>
              <a:t>o</a:t>
            </a:r>
            <a:endParaRPr kumimoji="0" lang="en-US" altLang="zh-CN" sz="20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807985" name="Text Box 49"/>
          <p:cNvSpPr txBox="1">
            <a:spLocks noChangeArrowheads="1"/>
          </p:cNvSpPr>
          <p:nvPr/>
        </p:nvSpPr>
        <p:spPr bwMode="auto">
          <a:xfrm>
            <a:off x="5640388" y="5370513"/>
            <a:ext cx="701675" cy="376238"/>
          </a:xfrm>
          <a:prstGeom prst="rect">
            <a:avLst/>
          </a:prstGeom>
          <a:noFill/>
          <a:ln w="12700">
            <a:noFill/>
            <a:miter lim="800000"/>
            <a:headEnd type="none" w="sm" len="sm"/>
            <a:tailEnd type="none" w="sm" len="sm"/>
          </a:ln>
          <a:effectLst/>
        </p:spPr>
        <p:txBody>
          <a:bodyPr>
            <a:spAutoFit/>
          </a:bodyPr>
          <a:lstStyle/>
          <a:p>
            <a:pPr marR="0" defTabSz="914400" eaLnBrk="1" hangingPunct="1">
              <a:lnSpc>
                <a:spcPct val="90000"/>
              </a:lnSpc>
              <a:spcBef>
                <a:spcPct val="50000"/>
              </a:spcBef>
              <a:spcAft>
                <a:spcPts val="590"/>
              </a:spcAft>
              <a:buClr>
                <a:schemeClr val="tx2"/>
              </a:buClr>
              <a:buSzPct val="80000"/>
              <a:buFontTx/>
              <a:buNone/>
              <a:defRPr/>
            </a:pPr>
            <a:r>
              <a:rPr kumimoji="0" lang="en-US" altLang="zh-CN" b="1" kern="1200" cap="none" spc="0" normalizeH="0" baseline="0" noProof="0">
                <a:effectLst>
                  <a:outerShdw blurRad="38100" dist="38100" dir="2700000" algn="tl">
                    <a:srgbClr val="C0C0C0"/>
                  </a:outerShdw>
                </a:effectLst>
                <a:latin typeface="Courier New" panose="02070409020205090404" pitchFamily="49" charset="0"/>
                <a:ea typeface="宋体" pitchFamily="2" charset="-122"/>
                <a:cs typeface="+mn-cs"/>
              </a:rPr>
              <a:t>i=4</a:t>
            </a:r>
            <a:endParaRPr kumimoji="0" lang="en-US" altLang="zh-CN" b="1" kern="1200" cap="none" spc="0" normalizeH="0" baseline="0" noProof="0">
              <a:effectLst>
                <a:outerShdw blurRad="38100" dist="38100" dir="2700000" algn="tl">
                  <a:srgbClr val="C0C0C0"/>
                </a:outerShdw>
              </a:effectLst>
              <a:latin typeface="Courier New" panose="02070409020205090404" pitchFamily="49" charset="0"/>
              <a:ea typeface="宋体" pitchFamily="2" charset="-122"/>
              <a:cs typeface="+mn-cs"/>
            </a:endParaRPr>
          </a:p>
        </p:txBody>
      </p:sp>
      <p:sp>
        <p:nvSpPr>
          <p:cNvPr id="807986" name="AutoShape 50"/>
          <p:cNvSpPr>
            <a:spLocks noChangeArrowheads="1"/>
          </p:cNvSpPr>
          <p:nvPr/>
        </p:nvSpPr>
        <p:spPr bwMode="auto">
          <a:xfrm>
            <a:off x="5472113" y="5083175"/>
            <a:ext cx="390525" cy="1008063"/>
          </a:xfrm>
          <a:prstGeom prst="curvedRightArrow">
            <a:avLst>
              <a:gd name="adj1" fmla="val 55947"/>
              <a:gd name="adj2" fmla="val 111894"/>
              <a:gd name="adj3" fmla="val 33333"/>
            </a:avLst>
          </a:prstGeom>
          <a:solidFill>
            <a:schemeClr val="bg2">
              <a:lumMod val="75000"/>
            </a:schemeClr>
          </a:solidFill>
          <a:ln w="12700">
            <a:solidFill>
              <a:schemeClr val="tx1"/>
            </a:solidFill>
            <a:miter lim="800000"/>
            <a:headEnd type="none" w="sm" len="sm"/>
            <a:tailEnd type="none" w="sm" len="sm"/>
          </a:ln>
          <a:effectLst/>
        </p:spPr>
        <p:txBody>
          <a:bodyPr wrap="none" anchor="ct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807987" name="Text Box 51"/>
          <p:cNvSpPr txBox="1">
            <a:spLocks noChangeArrowheads="1"/>
          </p:cNvSpPr>
          <p:nvPr/>
        </p:nvSpPr>
        <p:spPr bwMode="auto">
          <a:xfrm>
            <a:off x="6264275" y="5370513"/>
            <a:ext cx="701675" cy="376238"/>
          </a:xfrm>
          <a:prstGeom prst="rect">
            <a:avLst/>
          </a:prstGeom>
          <a:noFill/>
          <a:ln w="12700">
            <a:noFill/>
            <a:miter lim="800000"/>
            <a:headEnd type="none" w="sm" len="sm"/>
            <a:tailEnd type="none" w="sm" len="sm"/>
          </a:ln>
          <a:effectLst/>
        </p:spPr>
        <p:txBody>
          <a:bodyPr>
            <a:spAutoFit/>
          </a:bodyPr>
          <a:lstStyle/>
          <a:p>
            <a:pPr marR="0" defTabSz="914400" eaLnBrk="1" hangingPunct="1">
              <a:lnSpc>
                <a:spcPct val="90000"/>
              </a:lnSpc>
              <a:spcBef>
                <a:spcPct val="50000"/>
              </a:spcBef>
              <a:spcAft>
                <a:spcPts val="590"/>
              </a:spcAft>
              <a:buClr>
                <a:schemeClr val="tx2"/>
              </a:buClr>
              <a:buSzPct val="80000"/>
              <a:buFontTx/>
              <a:buNone/>
              <a:defRPr/>
            </a:pPr>
            <a:r>
              <a:rPr kumimoji="0" lang="en-US" altLang="zh-CN" b="1" kern="1200" cap="none" spc="0" normalizeH="0" baseline="0" noProof="0">
                <a:effectLst>
                  <a:outerShdw blurRad="38100" dist="38100" dir="2700000" algn="tl">
                    <a:srgbClr val="C0C0C0"/>
                  </a:outerShdw>
                </a:effectLst>
                <a:latin typeface="Courier New" panose="02070409020205090404" pitchFamily="49" charset="0"/>
                <a:ea typeface="宋体" pitchFamily="2" charset="-122"/>
                <a:cs typeface="+mn-cs"/>
              </a:rPr>
              <a:t>i=5</a:t>
            </a:r>
            <a:endParaRPr kumimoji="0" lang="en-US" altLang="zh-CN" b="1" kern="1200" cap="none" spc="0" normalizeH="0" baseline="0" noProof="0">
              <a:effectLst>
                <a:outerShdw blurRad="38100" dist="38100" dir="2700000" algn="tl">
                  <a:srgbClr val="C0C0C0"/>
                </a:outerShdw>
              </a:effectLst>
              <a:latin typeface="Courier New" panose="02070409020205090404" pitchFamily="49" charset="0"/>
              <a:ea typeface="宋体" pitchFamily="2" charset="-122"/>
              <a:cs typeface="+mn-cs"/>
            </a:endParaRPr>
          </a:p>
        </p:txBody>
      </p:sp>
      <p:sp>
        <p:nvSpPr>
          <p:cNvPr id="807988" name="AutoShape 52"/>
          <p:cNvSpPr>
            <a:spLocks noChangeArrowheads="1"/>
          </p:cNvSpPr>
          <p:nvPr/>
        </p:nvSpPr>
        <p:spPr bwMode="auto">
          <a:xfrm>
            <a:off x="6096000" y="5083175"/>
            <a:ext cx="390525" cy="1008063"/>
          </a:xfrm>
          <a:prstGeom prst="curvedRightArrow">
            <a:avLst>
              <a:gd name="adj1" fmla="val 55947"/>
              <a:gd name="adj2" fmla="val 111894"/>
              <a:gd name="adj3" fmla="val 33333"/>
            </a:avLst>
          </a:prstGeom>
          <a:solidFill>
            <a:schemeClr val="bg2">
              <a:lumMod val="75000"/>
            </a:schemeClr>
          </a:solidFill>
          <a:ln w="12700">
            <a:solidFill>
              <a:schemeClr val="tx1"/>
            </a:solidFill>
            <a:miter lim="800000"/>
            <a:headEnd type="none" w="sm" len="sm"/>
            <a:tailEnd type="none" w="sm" len="sm"/>
          </a:ln>
          <a:effectLst/>
        </p:spPr>
        <p:txBody>
          <a:bodyPr wrap="none" anchor="ct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807989" name="Text Box 53"/>
          <p:cNvSpPr txBox="1">
            <a:spLocks noChangeArrowheads="1"/>
          </p:cNvSpPr>
          <p:nvPr/>
        </p:nvSpPr>
        <p:spPr bwMode="auto">
          <a:xfrm>
            <a:off x="6891338" y="5849938"/>
            <a:ext cx="623888" cy="369888"/>
          </a:xfrm>
          <a:prstGeom prst="rect">
            <a:avLst/>
          </a:prstGeom>
          <a:noFill/>
          <a:ln w="12700">
            <a:noFill/>
            <a:miter lim="800000"/>
            <a:headEnd type="none" w="sm" len="sm"/>
            <a:tailEnd type="none" w="sm" len="sm"/>
          </a:ln>
          <a:effectLst/>
        </p:spPr>
        <p:txBody>
          <a:bodyPr>
            <a:spAutoFit/>
          </a:bodyPr>
          <a:lstStyle>
            <a:lvl1pPr>
              <a:defRPr sz="2000">
                <a:solidFill>
                  <a:schemeClr val="tx1"/>
                </a:solidFill>
                <a:latin typeface="Arial" panose="020B0604020202090204" pitchFamily="34" charset="0"/>
                <a:ea typeface="宋体" pitchFamily="2" charset="-122"/>
              </a:defRPr>
            </a:lvl1pPr>
            <a:lvl2pPr marL="742950" indent="-285750">
              <a:defRPr sz="2000">
                <a:solidFill>
                  <a:schemeClr val="tx1"/>
                </a:solidFill>
                <a:latin typeface="Arial" panose="020B0604020202090204" pitchFamily="34" charset="0"/>
                <a:ea typeface="宋体" pitchFamily="2" charset="-122"/>
              </a:defRPr>
            </a:lvl2pPr>
            <a:lvl3pPr marL="1143000" indent="-228600">
              <a:defRPr sz="2000">
                <a:solidFill>
                  <a:schemeClr val="tx1"/>
                </a:solidFill>
                <a:latin typeface="Arial" panose="020B0604020202090204" pitchFamily="34" charset="0"/>
                <a:ea typeface="宋体" pitchFamily="2" charset="-122"/>
              </a:defRPr>
            </a:lvl3pPr>
            <a:lvl4pPr marL="1600200" indent="-228600">
              <a:defRPr sz="2000">
                <a:solidFill>
                  <a:schemeClr val="tx1"/>
                </a:solidFill>
                <a:latin typeface="Arial" panose="020B0604020202090204" pitchFamily="34" charset="0"/>
                <a:ea typeface="宋体" pitchFamily="2" charset="-122"/>
              </a:defRPr>
            </a:lvl4pPr>
            <a:lvl5pPr marL="2057400" indent="-228600">
              <a:defRPr sz="2000">
                <a:solidFill>
                  <a:schemeClr val="tx1"/>
                </a:solidFill>
                <a:latin typeface="Arial" panose="020B0604020202090204" pitchFamily="34" charset="0"/>
                <a:ea typeface="宋体" pitchFamily="2" charset="-122"/>
              </a:defRPr>
            </a:lvl5pPr>
            <a:lvl6pPr marL="2514600" indent="-228600" eaLnBrk="0" fontAlgn="base" hangingPunct="0">
              <a:lnSpc>
                <a:spcPct val="90000"/>
              </a:lnSpc>
              <a:spcBef>
                <a:spcPts val="590"/>
              </a:spcBef>
              <a:spcAft>
                <a:spcPts val="590"/>
              </a:spcAft>
              <a:buClr>
                <a:schemeClr val="tx2"/>
              </a:buClr>
              <a:buSzPct val="80000"/>
              <a:buFont typeface="Wingdings" panose="05000000000000000000" pitchFamily="2" charset="2"/>
              <a:defRPr sz="2000">
                <a:solidFill>
                  <a:schemeClr val="tx1"/>
                </a:solidFill>
                <a:latin typeface="Arial" panose="020B0604020202090204" pitchFamily="34" charset="0"/>
                <a:ea typeface="宋体" pitchFamily="2" charset="-122"/>
              </a:defRPr>
            </a:lvl6pPr>
            <a:lvl7pPr marL="2971800" indent="-228600" eaLnBrk="0" fontAlgn="base" hangingPunct="0">
              <a:lnSpc>
                <a:spcPct val="90000"/>
              </a:lnSpc>
              <a:spcBef>
                <a:spcPts val="590"/>
              </a:spcBef>
              <a:spcAft>
                <a:spcPts val="590"/>
              </a:spcAft>
              <a:buClr>
                <a:schemeClr val="tx2"/>
              </a:buClr>
              <a:buSzPct val="80000"/>
              <a:buFont typeface="Wingdings" panose="05000000000000000000" pitchFamily="2" charset="2"/>
              <a:defRPr sz="2000">
                <a:solidFill>
                  <a:schemeClr val="tx1"/>
                </a:solidFill>
                <a:latin typeface="Arial" panose="020B0604020202090204" pitchFamily="34" charset="0"/>
                <a:ea typeface="宋体" pitchFamily="2" charset="-122"/>
              </a:defRPr>
            </a:lvl7pPr>
            <a:lvl8pPr marL="3429000" indent="-228600" eaLnBrk="0" fontAlgn="base" hangingPunct="0">
              <a:lnSpc>
                <a:spcPct val="90000"/>
              </a:lnSpc>
              <a:spcBef>
                <a:spcPts val="590"/>
              </a:spcBef>
              <a:spcAft>
                <a:spcPts val="590"/>
              </a:spcAft>
              <a:buClr>
                <a:schemeClr val="tx2"/>
              </a:buClr>
              <a:buSzPct val="80000"/>
              <a:buFont typeface="Wingdings" panose="05000000000000000000" pitchFamily="2" charset="2"/>
              <a:defRPr sz="2000">
                <a:solidFill>
                  <a:schemeClr val="tx1"/>
                </a:solidFill>
                <a:latin typeface="Arial" panose="020B0604020202090204" pitchFamily="34" charset="0"/>
                <a:ea typeface="宋体" pitchFamily="2" charset="-122"/>
              </a:defRPr>
            </a:lvl8pPr>
            <a:lvl9pPr marL="3886200" indent="-228600" eaLnBrk="0" fontAlgn="base" hangingPunct="0">
              <a:lnSpc>
                <a:spcPct val="90000"/>
              </a:lnSpc>
              <a:spcBef>
                <a:spcPts val="590"/>
              </a:spcBef>
              <a:spcAft>
                <a:spcPts val="590"/>
              </a:spcAft>
              <a:buClr>
                <a:schemeClr val="tx2"/>
              </a:buClr>
              <a:buSzPct val="80000"/>
              <a:buFont typeface="Wingdings" panose="05000000000000000000" pitchFamily="2" charset="2"/>
              <a:defRPr sz="2000">
                <a:solidFill>
                  <a:schemeClr val="tx1"/>
                </a:solidFill>
                <a:latin typeface="Arial" panose="020B0604020202090204" pitchFamily="34" charset="0"/>
                <a:ea typeface="宋体" pitchFamily="2" charset="-122"/>
              </a:defRPr>
            </a:lvl9pPr>
          </a:lstStyle>
          <a:p>
            <a:pPr marL="0" marR="0" lvl="0" indent="0" algn="ctr" defTabSz="914400" rtl="0" eaLnBrk="1" fontAlgn="base" latinLnBrk="0" hangingPunct="1">
              <a:lnSpc>
                <a:spcPct val="90000"/>
              </a:lnSpc>
              <a:spcBef>
                <a:spcPct val="50000"/>
              </a:spcBef>
              <a:spcAft>
                <a:spcPts val="590"/>
              </a:spcAft>
              <a:buClr>
                <a:schemeClr val="tx2"/>
              </a:buClr>
              <a:buSzPct val="80000"/>
              <a:buFontTx/>
              <a:buNone/>
              <a:defRPr/>
            </a:pPr>
            <a:r>
              <a:rPr kumimoji="0" lang="en-US" altLang="zh-CN" sz="20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rPr>
              <a:t>C</a:t>
            </a:r>
            <a:endParaRPr kumimoji="0" lang="en-US" altLang="zh-CN" sz="20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807990" name="Text Box 54"/>
          <p:cNvSpPr txBox="1">
            <a:spLocks noChangeArrowheads="1"/>
          </p:cNvSpPr>
          <p:nvPr/>
        </p:nvSpPr>
        <p:spPr bwMode="auto">
          <a:xfrm>
            <a:off x="6826250" y="5345113"/>
            <a:ext cx="701675" cy="376238"/>
          </a:xfrm>
          <a:prstGeom prst="rect">
            <a:avLst/>
          </a:prstGeom>
          <a:noFill/>
          <a:ln w="12700">
            <a:noFill/>
            <a:miter lim="800000"/>
            <a:headEnd type="none" w="sm" len="sm"/>
            <a:tailEnd type="none" w="sm" len="sm"/>
          </a:ln>
          <a:effectLst/>
        </p:spPr>
        <p:txBody>
          <a:bodyPr>
            <a:spAutoFit/>
          </a:bodyPr>
          <a:lstStyle/>
          <a:p>
            <a:pPr marR="0" defTabSz="914400" eaLnBrk="1" hangingPunct="1">
              <a:lnSpc>
                <a:spcPct val="90000"/>
              </a:lnSpc>
              <a:spcBef>
                <a:spcPct val="50000"/>
              </a:spcBef>
              <a:spcAft>
                <a:spcPts val="590"/>
              </a:spcAft>
              <a:buClr>
                <a:schemeClr val="tx2"/>
              </a:buClr>
              <a:buSzPct val="80000"/>
              <a:buFontTx/>
              <a:buNone/>
              <a:defRPr/>
            </a:pPr>
            <a:r>
              <a:rPr kumimoji="0" lang="en-US" altLang="zh-CN" b="1" kern="1200" cap="none" spc="0" normalizeH="0" baseline="0" noProof="0">
                <a:effectLst>
                  <a:outerShdw blurRad="38100" dist="38100" dir="2700000" algn="tl">
                    <a:srgbClr val="C0C0C0"/>
                  </a:outerShdw>
                </a:effectLst>
                <a:latin typeface="Courier New" panose="02070409020205090404" pitchFamily="49" charset="0"/>
                <a:ea typeface="宋体" pitchFamily="2" charset="-122"/>
                <a:cs typeface="+mn-cs"/>
              </a:rPr>
              <a:t>i=6</a:t>
            </a:r>
            <a:endParaRPr kumimoji="0" lang="en-US" altLang="zh-CN" b="1" kern="1200" cap="none" spc="0" normalizeH="0" baseline="0" noProof="0">
              <a:effectLst>
                <a:outerShdw blurRad="38100" dist="38100" dir="2700000" algn="tl">
                  <a:srgbClr val="C0C0C0"/>
                </a:outerShdw>
              </a:effectLst>
              <a:latin typeface="Courier New" panose="02070409020205090404" pitchFamily="49" charset="0"/>
              <a:ea typeface="宋体" pitchFamily="2" charset="-122"/>
              <a:cs typeface="+mn-cs"/>
            </a:endParaRPr>
          </a:p>
        </p:txBody>
      </p:sp>
      <p:sp>
        <p:nvSpPr>
          <p:cNvPr id="807991" name="AutoShape 55"/>
          <p:cNvSpPr>
            <a:spLocks noChangeArrowheads="1"/>
          </p:cNvSpPr>
          <p:nvPr/>
        </p:nvSpPr>
        <p:spPr bwMode="auto">
          <a:xfrm>
            <a:off x="6656388" y="5057775"/>
            <a:ext cx="390525" cy="1008063"/>
          </a:xfrm>
          <a:prstGeom prst="curvedRightArrow">
            <a:avLst>
              <a:gd name="adj1" fmla="val 55947"/>
              <a:gd name="adj2" fmla="val 111894"/>
              <a:gd name="adj3" fmla="val 33333"/>
            </a:avLst>
          </a:prstGeom>
          <a:solidFill>
            <a:schemeClr val="bg2">
              <a:lumMod val="75000"/>
            </a:schemeClr>
          </a:solidFill>
          <a:ln w="12700">
            <a:solidFill>
              <a:schemeClr val="tx1"/>
            </a:solidFill>
            <a:miter lim="800000"/>
            <a:headEnd type="none" w="sm" len="sm"/>
            <a:tailEnd type="none" w="sm" len="sm"/>
          </a:ln>
          <a:effectLst/>
        </p:spPr>
        <p:txBody>
          <a:bodyPr wrap="none" anchor="ct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807992" name="Text Box 56"/>
          <p:cNvSpPr txBox="1">
            <a:spLocks noChangeArrowheads="1"/>
          </p:cNvSpPr>
          <p:nvPr/>
        </p:nvSpPr>
        <p:spPr bwMode="auto">
          <a:xfrm>
            <a:off x="7499350" y="5849938"/>
            <a:ext cx="623888" cy="369888"/>
          </a:xfrm>
          <a:prstGeom prst="rect">
            <a:avLst/>
          </a:prstGeom>
          <a:noFill/>
          <a:ln w="12700">
            <a:noFill/>
            <a:miter lim="800000"/>
            <a:headEnd type="none" w="sm" len="sm"/>
            <a:tailEnd type="none" w="sm" len="sm"/>
          </a:ln>
          <a:effectLst/>
        </p:spPr>
        <p:txBody>
          <a:bodyPr>
            <a:spAutoFit/>
          </a:bodyPr>
          <a:lstStyle>
            <a:lvl1pPr>
              <a:defRPr sz="2000">
                <a:solidFill>
                  <a:schemeClr val="tx1"/>
                </a:solidFill>
                <a:latin typeface="Arial" panose="020B0604020202090204" pitchFamily="34" charset="0"/>
                <a:ea typeface="宋体" pitchFamily="2" charset="-122"/>
              </a:defRPr>
            </a:lvl1pPr>
            <a:lvl2pPr marL="742950" indent="-285750">
              <a:defRPr sz="2000">
                <a:solidFill>
                  <a:schemeClr val="tx1"/>
                </a:solidFill>
                <a:latin typeface="Arial" panose="020B0604020202090204" pitchFamily="34" charset="0"/>
                <a:ea typeface="宋体" pitchFamily="2" charset="-122"/>
              </a:defRPr>
            </a:lvl2pPr>
            <a:lvl3pPr marL="1143000" indent="-228600">
              <a:defRPr sz="2000">
                <a:solidFill>
                  <a:schemeClr val="tx1"/>
                </a:solidFill>
                <a:latin typeface="Arial" panose="020B0604020202090204" pitchFamily="34" charset="0"/>
                <a:ea typeface="宋体" pitchFamily="2" charset="-122"/>
              </a:defRPr>
            </a:lvl3pPr>
            <a:lvl4pPr marL="1600200" indent="-228600">
              <a:defRPr sz="2000">
                <a:solidFill>
                  <a:schemeClr val="tx1"/>
                </a:solidFill>
                <a:latin typeface="Arial" panose="020B0604020202090204" pitchFamily="34" charset="0"/>
                <a:ea typeface="宋体" pitchFamily="2" charset="-122"/>
              </a:defRPr>
            </a:lvl4pPr>
            <a:lvl5pPr marL="2057400" indent="-228600">
              <a:defRPr sz="2000">
                <a:solidFill>
                  <a:schemeClr val="tx1"/>
                </a:solidFill>
                <a:latin typeface="Arial" panose="020B0604020202090204" pitchFamily="34" charset="0"/>
                <a:ea typeface="宋体" pitchFamily="2" charset="-122"/>
              </a:defRPr>
            </a:lvl5pPr>
            <a:lvl6pPr marL="2514600" indent="-228600" eaLnBrk="0" fontAlgn="base" hangingPunct="0">
              <a:lnSpc>
                <a:spcPct val="90000"/>
              </a:lnSpc>
              <a:spcBef>
                <a:spcPts val="590"/>
              </a:spcBef>
              <a:spcAft>
                <a:spcPts val="590"/>
              </a:spcAft>
              <a:buClr>
                <a:schemeClr val="tx2"/>
              </a:buClr>
              <a:buSzPct val="80000"/>
              <a:buFont typeface="Wingdings" panose="05000000000000000000" pitchFamily="2" charset="2"/>
              <a:defRPr sz="2000">
                <a:solidFill>
                  <a:schemeClr val="tx1"/>
                </a:solidFill>
                <a:latin typeface="Arial" panose="020B0604020202090204" pitchFamily="34" charset="0"/>
                <a:ea typeface="宋体" pitchFamily="2" charset="-122"/>
              </a:defRPr>
            </a:lvl6pPr>
            <a:lvl7pPr marL="2971800" indent="-228600" eaLnBrk="0" fontAlgn="base" hangingPunct="0">
              <a:lnSpc>
                <a:spcPct val="90000"/>
              </a:lnSpc>
              <a:spcBef>
                <a:spcPts val="590"/>
              </a:spcBef>
              <a:spcAft>
                <a:spcPts val="590"/>
              </a:spcAft>
              <a:buClr>
                <a:schemeClr val="tx2"/>
              </a:buClr>
              <a:buSzPct val="80000"/>
              <a:buFont typeface="Wingdings" panose="05000000000000000000" pitchFamily="2" charset="2"/>
              <a:defRPr sz="2000">
                <a:solidFill>
                  <a:schemeClr val="tx1"/>
                </a:solidFill>
                <a:latin typeface="Arial" panose="020B0604020202090204" pitchFamily="34" charset="0"/>
                <a:ea typeface="宋体" pitchFamily="2" charset="-122"/>
              </a:defRPr>
            </a:lvl7pPr>
            <a:lvl8pPr marL="3429000" indent="-228600" eaLnBrk="0" fontAlgn="base" hangingPunct="0">
              <a:lnSpc>
                <a:spcPct val="90000"/>
              </a:lnSpc>
              <a:spcBef>
                <a:spcPts val="590"/>
              </a:spcBef>
              <a:spcAft>
                <a:spcPts val="590"/>
              </a:spcAft>
              <a:buClr>
                <a:schemeClr val="tx2"/>
              </a:buClr>
              <a:buSzPct val="80000"/>
              <a:buFont typeface="Wingdings" panose="05000000000000000000" pitchFamily="2" charset="2"/>
              <a:defRPr sz="2000">
                <a:solidFill>
                  <a:schemeClr val="tx1"/>
                </a:solidFill>
                <a:latin typeface="Arial" panose="020B0604020202090204" pitchFamily="34" charset="0"/>
                <a:ea typeface="宋体" pitchFamily="2" charset="-122"/>
              </a:defRPr>
            </a:lvl8pPr>
            <a:lvl9pPr marL="3886200" indent="-228600" eaLnBrk="0" fontAlgn="base" hangingPunct="0">
              <a:lnSpc>
                <a:spcPct val="90000"/>
              </a:lnSpc>
              <a:spcBef>
                <a:spcPts val="590"/>
              </a:spcBef>
              <a:spcAft>
                <a:spcPts val="590"/>
              </a:spcAft>
              <a:buClr>
                <a:schemeClr val="tx2"/>
              </a:buClr>
              <a:buSzPct val="80000"/>
              <a:buFont typeface="Wingdings" panose="05000000000000000000" pitchFamily="2" charset="2"/>
              <a:defRPr sz="2000">
                <a:solidFill>
                  <a:schemeClr val="tx1"/>
                </a:solidFill>
                <a:latin typeface="Arial" panose="020B0604020202090204" pitchFamily="34" charset="0"/>
                <a:ea typeface="宋体" pitchFamily="2" charset="-122"/>
              </a:defRPr>
            </a:lvl9pPr>
          </a:lstStyle>
          <a:p>
            <a:pPr marL="0" marR="0" lvl="0" indent="0" algn="ctr" defTabSz="914400" rtl="0" eaLnBrk="1" fontAlgn="base" latinLnBrk="0" hangingPunct="1">
              <a:lnSpc>
                <a:spcPct val="90000"/>
              </a:lnSpc>
              <a:spcBef>
                <a:spcPct val="50000"/>
              </a:spcBef>
              <a:spcAft>
                <a:spcPts val="590"/>
              </a:spcAft>
              <a:buClr>
                <a:schemeClr val="tx2"/>
              </a:buClr>
              <a:buSzPct val="80000"/>
              <a:buFontTx/>
              <a:buNone/>
              <a:defRPr/>
            </a:pPr>
            <a:r>
              <a:rPr kumimoji="0" lang="en-US" altLang="zh-CN" sz="20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rPr>
              <a:t>h</a:t>
            </a:r>
            <a:endParaRPr kumimoji="0" lang="en-US" altLang="zh-CN" sz="20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807993" name="Text Box 57"/>
          <p:cNvSpPr txBox="1">
            <a:spLocks noChangeArrowheads="1"/>
          </p:cNvSpPr>
          <p:nvPr/>
        </p:nvSpPr>
        <p:spPr bwMode="auto">
          <a:xfrm>
            <a:off x="7434263" y="5345113"/>
            <a:ext cx="701675" cy="376238"/>
          </a:xfrm>
          <a:prstGeom prst="rect">
            <a:avLst/>
          </a:prstGeom>
          <a:noFill/>
          <a:ln w="12700">
            <a:noFill/>
            <a:miter lim="800000"/>
            <a:headEnd type="none" w="sm" len="sm"/>
            <a:tailEnd type="none" w="sm" len="sm"/>
          </a:ln>
          <a:effectLst/>
        </p:spPr>
        <p:txBody>
          <a:bodyPr>
            <a:spAutoFit/>
          </a:bodyPr>
          <a:lstStyle/>
          <a:p>
            <a:pPr marR="0" defTabSz="914400" eaLnBrk="1" hangingPunct="1">
              <a:lnSpc>
                <a:spcPct val="90000"/>
              </a:lnSpc>
              <a:spcBef>
                <a:spcPct val="50000"/>
              </a:spcBef>
              <a:spcAft>
                <a:spcPts val="590"/>
              </a:spcAft>
              <a:buClr>
                <a:schemeClr val="tx2"/>
              </a:buClr>
              <a:buSzPct val="80000"/>
              <a:buFontTx/>
              <a:buNone/>
              <a:defRPr/>
            </a:pPr>
            <a:r>
              <a:rPr kumimoji="0" lang="en-US" altLang="zh-CN" b="1" kern="1200" cap="none" spc="0" normalizeH="0" baseline="0" noProof="0">
                <a:effectLst>
                  <a:outerShdw blurRad="38100" dist="38100" dir="2700000" algn="tl">
                    <a:srgbClr val="C0C0C0"/>
                  </a:outerShdw>
                </a:effectLst>
                <a:latin typeface="Courier New" panose="02070409020205090404" pitchFamily="49" charset="0"/>
                <a:ea typeface="宋体" pitchFamily="2" charset="-122"/>
                <a:cs typeface="+mn-cs"/>
              </a:rPr>
              <a:t>i=7</a:t>
            </a:r>
            <a:endParaRPr kumimoji="0" lang="en-US" altLang="zh-CN" b="1" kern="1200" cap="none" spc="0" normalizeH="0" baseline="0" noProof="0">
              <a:effectLst>
                <a:outerShdw blurRad="38100" dist="38100" dir="2700000" algn="tl">
                  <a:srgbClr val="C0C0C0"/>
                </a:outerShdw>
              </a:effectLst>
              <a:latin typeface="Courier New" panose="02070409020205090404" pitchFamily="49" charset="0"/>
              <a:ea typeface="宋体" pitchFamily="2" charset="-122"/>
              <a:cs typeface="+mn-cs"/>
            </a:endParaRPr>
          </a:p>
        </p:txBody>
      </p:sp>
      <p:sp>
        <p:nvSpPr>
          <p:cNvPr id="807994" name="AutoShape 58"/>
          <p:cNvSpPr>
            <a:spLocks noChangeArrowheads="1"/>
          </p:cNvSpPr>
          <p:nvPr/>
        </p:nvSpPr>
        <p:spPr bwMode="auto">
          <a:xfrm>
            <a:off x="7265988" y="5057775"/>
            <a:ext cx="390525" cy="1008063"/>
          </a:xfrm>
          <a:prstGeom prst="curvedRightArrow">
            <a:avLst>
              <a:gd name="adj1" fmla="val 55947"/>
              <a:gd name="adj2" fmla="val 111894"/>
              <a:gd name="adj3" fmla="val 33333"/>
            </a:avLst>
          </a:prstGeom>
          <a:solidFill>
            <a:schemeClr val="bg2">
              <a:lumMod val="75000"/>
            </a:schemeClr>
          </a:solidFill>
          <a:ln w="12700">
            <a:solidFill>
              <a:schemeClr val="tx1"/>
            </a:solidFill>
            <a:miter lim="800000"/>
            <a:headEnd type="none" w="sm" len="sm"/>
            <a:tailEnd type="none" w="sm" len="sm"/>
          </a:ln>
          <a:effectLst/>
        </p:spPr>
        <p:txBody>
          <a:bodyPr wrap="none" anchor="ct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807995" name="Text Box 59"/>
          <p:cNvSpPr txBox="1">
            <a:spLocks noChangeArrowheads="1"/>
          </p:cNvSpPr>
          <p:nvPr/>
        </p:nvSpPr>
        <p:spPr bwMode="auto">
          <a:xfrm>
            <a:off x="8123238" y="5875338"/>
            <a:ext cx="625475" cy="369888"/>
          </a:xfrm>
          <a:prstGeom prst="rect">
            <a:avLst/>
          </a:prstGeom>
          <a:noFill/>
          <a:ln w="12700">
            <a:noFill/>
            <a:miter lim="800000"/>
            <a:headEnd type="none" w="sm" len="sm"/>
            <a:tailEnd type="none" w="sm" len="sm"/>
          </a:ln>
          <a:effectLst/>
        </p:spPr>
        <p:txBody>
          <a:bodyPr>
            <a:spAutoFit/>
          </a:bodyPr>
          <a:lstStyle>
            <a:lvl1pPr>
              <a:defRPr sz="2000">
                <a:solidFill>
                  <a:schemeClr val="tx1"/>
                </a:solidFill>
                <a:latin typeface="Arial" panose="020B0604020202090204" pitchFamily="34" charset="0"/>
                <a:ea typeface="宋体" pitchFamily="2" charset="-122"/>
              </a:defRPr>
            </a:lvl1pPr>
            <a:lvl2pPr marL="742950" indent="-285750">
              <a:defRPr sz="2000">
                <a:solidFill>
                  <a:schemeClr val="tx1"/>
                </a:solidFill>
                <a:latin typeface="Arial" panose="020B0604020202090204" pitchFamily="34" charset="0"/>
                <a:ea typeface="宋体" pitchFamily="2" charset="-122"/>
              </a:defRPr>
            </a:lvl2pPr>
            <a:lvl3pPr marL="1143000" indent="-228600">
              <a:defRPr sz="2000">
                <a:solidFill>
                  <a:schemeClr val="tx1"/>
                </a:solidFill>
                <a:latin typeface="Arial" panose="020B0604020202090204" pitchFamily="34" charset="0"/>
                <a:ea typeface="宋体" pitchFamily="2" charset="-122"/>
              </a:defRPr>
            </a:lvl3pPr>
            <a:lvl4pPr marL="1600200" indent="-228600">
              <a:defRPr sz="2000">
                <a:solidFill>
                  <a:schemeClr val="tx1"/>
                </a:solidFill>
                <a:latin typeface="Arial" panose="020B0604020202090204" pitchFamily="34" charset="0"/>
                <a:ea typeface="宋体" pitchFamily="2" charset="-122"/>
              </a:defRPr>
            </a:lvl4pPr>
            <a:lvl5pPr marL="2057400" indent="-228600">
              <a:defRPr sz="2000">
                <a:solidFill>
                  <a:schemeClr val="tx1"/>
                </a:solidFill>
                <a:latin typeface="Arial" panose="020B0604020202090204" pitchFamily="34" charset="0"/>
                <a:ea typeface="宋体" pitchFamily="2" charset="-122"/>
              </a:defRPr>
            </a:lvl5pPr>
            <a:lvl6pPr marL="2514600" indent="-228600" eaLnBrk="0" fontAlgn="base" hangingPunct="0">
              <a:lnSpc>
                <a:spcPct val="90000"/>
              </a:lnSpc>
              <a:spcBef>
                <a:spcPts val="590"/>
              </a:spcBef>
              <a:spcAft>
                <a:spcPts val="590"/>
              </a:spcAft>
              <a:buClr>
                <a:schemeClr val="tx2"/>
              </a:buClr>
              <a:buSzPct val="80000"/>
              <a:buFont typeface="Wingdings" panose="05000000000000000000" pitchFamily="2" charset="2"/>
              <a:defRPr sz="2000">
                <a:solidFill>
                  <a:schemeClr val="tx1"/>
                </a:solidFill>
                <a:latin typeface="Arial" panose="020B0604020202090204" pitchFamily="34" charset="0"/>
                <a:ea typeface="宋体" pitchFamily="2" charset="-122"/>
              </a:defRPr>
            </a:lvl6pPr>
            <a:lvl7pPr marL="2971800" indent="-228600" eaLnBrk="0" fontAlgn="base" hangingPunct="0">
              <a:lnSpc>
                <a:spcPct val="90000"/>
              </a:lnSpc>
              <a:spcBef>
                <a:spcPts val="590"/>
              </a:spcBef>
              <a:spcAft>
                <a:spcPts val="590"/>
              </a:spcAft>
              <a:buClr>
                <a:schemeClr val="tx2"/>
              </a:buClr>
              <a:buSzPct val="80000"/>
              <a:buFont typeface="Wingdings" panose="05000000000000000000" pitchFamily="2" charset="2"/>
              <a:defRPr sz="2000">
                <a:solidFill>
                  <a:schemeClr val="tx1"/>
                </a:solidFill>
                <a:latin typeface="Arial" panose="020B0604020202090204" pitchFamily="34" charset="0"/>
                <a:ea typeface="宋体" pitchFamily="2" charset="-122"/>
              </a:defRPr>
            </a:lvl7pPr>
            <a:lvl8pPr marL="3429000" indent="-228600" eaLnBrk="0" fontAlgn="base" hangingPunct="0">
              <a:lnSpc>
                <a:spcPct val="90000"/>
              </a:lnSpc>
              <a:spcBef>
                <a:spcPts val="590"/>
              </a:spcBef>
              <a:spcAft>
                <a:spcPts val="590"/>
              </a:spcAft>
              <a:buClr>
                <a:schemeClr val="tx2"/>
              </a:buClr>
              <a:buSzPct val="80000"/>
              <a:buFont typeface="Wingdings" panose="05000000000000000000" pitchFamily="2" charset="2"/>
              <a:defRPr sz="2000">
                <a:solidFill>
                  <a:schemeClr val="tx1"/>
                </a:solidFill>
                <a:latin typeface="Arial" panose="020B0604020202090204" pitchFamily="34" charset="0"/>
                <a:ea typeface="宋体" pitchFamily="2" charset="-122"/>
              </a:defRPr>
            </a:lvl8pPr>
            <a:lvl9pPr marL="3886200" indent="-228600" eaLnBrk="0" fontAlgn="base" hangingPunct="0">
              <a:lnSpc>
                <a:spcPct val="90000"/>
              </a:lnSpc>
              <a:spcBef>
                <a:spcPts val="590"/>
              </a:spcBef>
              <a:spcAft>
                <a:spcPts val="590"/>
              </a:spcAft>
              <a:buClr>
                <a:schemeClr val="tx2"/>
              </a:buClr>
              <a:buSzPct val="80000"/>
              <a:buFont typeface="Wingdings" panose="05000000000000000000" pitchFamily="2" charset="2"/>
              <a:defRPr sz="2000">
                <a:solidFill>
                  <a:schemeClr val="tx1"/>
                </a:solidFill>
                <a:latin typeface="Arial" panose="020B0604020202090204" pitchFamily="34" charset="0"/>
                <a:ea typeface="宋体" pitchFamily="2" charset="-122"/>
              </a:defRPr>
            </a:lvl9pPr>
          </a:lstStyle>
          <a:p>
            <a:pPr marL="0" marR="0" lvl="0" indent="0" algn="ctr" defTabSz="914400" rtl="0" eaLnBrk="1" fontAlgn="base" latinLnBrk="0" hangingPunct="1">
              <a:lnSpc>
                <a:spcPct val="90000"/>
              </a:lnSpc>
              <a:spcBef>
                <a:spcPct val="50000"/>
              </a:spcBef>
              <a:spcAft>
                <a:spcPts val="590"/>
              </a:spcAft>
              <a:buClr>
                <a:schemeClr val="tx2"/>
              </a:buClr>
              <a:buSzPct val="80000"/>
              <a:buFontTx/>
              <a:buNone/>
              <a:defRPr/>
            </a:pPr>
            <a:r>
              <a:rPr kumimoji="0" lang="en-US" altLang="zh-CN" sz="20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rPr>
              <a:t>i</a:t>
            </a:r>
            <a:endParaRPr kumimoji="0" lang="en-US" altLang="zh-CN" sz="20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807996" name="Text Box 60"/>
          <p:cNvSpPr txBox="1">
            <a:spLocks noChangeArrowheads="1"/>
          </p:cNvSpPr>
          <p:nvPr/>
        </p:nvSpPr>
        <p:spPr bwMode="auto">
          <a:xfrm>
            <a:off x="8058150" y="5370513"/>
            <a:ext cx="701675" cy="376238"/>
          </a:xfrm>
          <a:prstGeom prst="rect">
            <a:avLst/>
          </a:prstGeom>
          <a:noFill/>
          <a:ln w="12700">
            <a:noFill/>
            <a:miter lim="800000"/>
            <a:headEnd type="none" w="sm" len="sm"/>
            <a:tailEnd type="none" w="sm" len="sm"/>
          </a:ln>
          <a:effectLst/>
        </p:spPr>
        <p:txBody>
          <a:bodyPr>
            <a:spAutoFit/>
          </a:bodyPr>
          <a:lstStyle/>
          <a:p>
            <a:pPr marR="0" defTabSz="914400" eaLnBrk="1" hangingPunct="1">
              <a:lnSpc>
                <a:spcPct val="90000"/>
              </a:lnSpc>
              <a:spcBef>
                <a:spcPct val="50000"/>
              </a:spcBef>
              <a:spcAft>
                <a:spcPts val="590"/>
              </a:spcAft>
              <a:buClr>
                <a:schemeClr val="tx2"/>
              </a:buClr>
              <a:buSzPct val="80000"/>
              <a:buFontTx/>
              <a:buNone/>
              <a:defRPr/>
            </a:pPr>
            <a:r>
              <a:rPr kumimoji="0" lang="en-US" altLang="zh-CN" b="1" kern="1200" cap="none" spc="0" normalizeH="0" baseline="0" noProof="0">
                <a:effectLst>
                  <a:outerShdw blurRad="38100" dist="38100" dir="2700000" algn="tl">
                    <a:srgbClr val="C0C0C0"/>
                  </a:outerShdw>
                </a:effectLst>
                <a:latin typeface="Courier New" panose="02070409020205090404" pitchFamily="49" charset="0"/>
                <a:ea typeface="宋体" pitchFamily="2" charset="-122"/>
                <a:cs typeface="+mn-cs"/>
              </a:rPr>
              <a:t>i=8</a:t>
            </a:r>
            <a:endParaRPr kumimoji="0" lang="en-US" altLang="zh-CN" b="1" kern="1200" cap="none" spc="0" normalizeH="0" baseline="0" noProof="0">
              <a:effectLst>
                <a:outerShdw blurRad="38100" dist="38100" dir="2700000" algn="tl">
                  <a:srgbClr val="C0C0C0"/>
                </a:outerShdw>
              </a:effectLst>
              <a:latin typeface="Courier New" panose="02070409020205090404" pitchFamily="49" charset="0"/>
              <a:ea typeface="宋体" pitchFamily="2" charset="-122"/>
              <a:cs typeface="+mn-cs"/>
            </a:endParaRPr>
          </a:p>
        </p:txBody>
      </p:sp>
      <p:sp>
        <p:nvSpPr>
          <p:cNvPr id="807997" name="AutoShape 61"/>
          <p:cNvSpPr>
            <a:spLocks noChangeArrowheads="1"/>
          </p:cNvSpPr>
          <p:nvPr/>
        </p:nvSpPr>
        <p:spPr bwMode="auto">
          <a:xfrm>
            <a:off x="7889875" y="5083175"/>
            <a:ext cx="390525" cy="1008063"/>
          </a:xfrm>
          <a:prstGeom prst="curvedRightArrow">
            <a:avLst>
              <a:gd name="adj1" fmla="val 55947"/>
              <a:gd name="adj2" fmla="val 111894"/>
              <a:gd name="adj3" fmla="val 33333"/>
            </a:avLst>
          </a:prstGeom>
          <a:solidFill>
            <a:schemeClr val="bg2">
              <a:lumMod val="75000"/>
            </a:schemeClr>
          </a:solidFill>
          <a:ln w="12700">
            <a:solidFill>
              <a:schemeClr val="tx1"/>
            </a:solidFill>
            <a:miter lim="800000"/>
            <a:headEnd type="none" w="sm" len="sm"/>
            <a:tailEnd type="none" w="sm" len="sm"/>
          </a:ln>
          <a:effectLst/>
        </p:spPr>
        <p:txBody>
          <a:bodyPr wrap="none" anchor="ct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807998" name="Text Box 62"/>
          <p:cNvSpPr txBox="1">
            <a:spLocks noChangeArrowheads="1"/>
          </p:cNvSpPr>
          <p:nvPr/>
        </p:nvSpPr>
        <p:spPr bwMode="auto">
          <a:xfrm>
            <a:off x="8669338" y="5875338"/>
            <a:ext cx="623888" cy="369888"/>
          </a:xfrm>
          <a:prstGeom prst="rect">
            <a:avLst/>
          </a:prstGeom>
          <a:noFill/>
          <a:ln w="12700">
            <a:noFill/>
            <a:miter lim="800000"/>
            <a:headEnd type="none" w="sm" len="sm"/>
            <a:tailEnd type="none" w="sm" len="sm"/>
          </a:ln>
          <a:effectLst/>
        </p:spPr>
        <p:txBody>
          <a:bodyPr>
            <a:spAutoFit/>
          </a:bodyPr>
          <a:lstStyle>
            <a:lvl1pPr>
              <a:defRPr sz="2000">
                <a:solidFill>
                  <a:schemeClr val="tx1"/>
                </a:solidFill>
                <a:latin typeface="Arial" panose="020B0604020202090204" pitchFamily="34" charset="0"/>
                <a:ea typeface="宋体" pitchFamily="2" charset="-122"/>
              </a:defRPr>
            </a:lvl1pPr>
            <a:lvl2pPr marL="742950" indent="-285750">
              <a:defRPr sz="2000">
                <a:solidFill>
                  <a:schemeClr val="tx1"/>
                </a:solidFill>
                <a:latin typeface="Arial" panose="020B0604020202090204" pitchFamily="34" charset="0"/>
                <a:ea typeface="宋体" pitchFamily="2" charset="-122"/>
              </a:defRPr>
            </a:lvl2pPr>
            <a:lvl3pPr marL="1143000" indent="-228600">
              <a:defRPr sz="2000">
                <a:solidFill>
                  <a:schemeClr val="tx1"/>
                </a:solidFill>
                <a:latin typeface="Arial" panose="020B0604020202090204" pitchFamily="34" charset="0"/>
                <a:ea typeface="宋体" pitchFamily="2" charset="-122"/>
              </a:defRPr>
            </a:lvl3pPr>
            <a:lvl4pPr marL="1600200" indent="-228600">
              <a:defRPr sz="2000">
                <a:solidFill>
                  <a:schemeClr val="tx1"/>
                </a:solidFill>
                <a:latin typeface="Arial" panose="020B0604020202090204" pitchFamily="34" charset="0"/>
                <a:ea typeface="宋体" pitchFamily="2" charset="-122"/>
              </a:defRPr>
            </a:lvl4pPr>
            <a:lvl5pPr marL="2057400" indent="-228600">
              <a:defRPr sz="2000">
                <a:solidFill>
                  <a:schemeClr val="tx1"/>
                </a:solidFill>
                <a:latin typeface="Arial" panose="020B0604020202090204" pitchFamily="34" charset="0"/>
                <a:ea typeface="宋体" pitchFamily="2" charset="-122"/>
              </a:defRPr>
            </a:lvl5pPr>
            <a:lvl6pPr marL="2514600" indent="-228600" eaLnBrk="0" fontAlgn="base" hangingPunct="0">
              <a:lnSpc>
                <a:spcPct val="90000"/>
              </a:lnSpc>
              <a:spcBef>
                <a:spcPts val="590"/>
              </a:spcBef>
              <a:spcAft>
                <a:spcPts val="590"/>
              </a:spcAft>
              <a:buClr>
                <a:schemeClr val="tx2"/>
              </a:buClr>
              <a:buSzPct val="80000"/>
              <a:buFont typeface="Wingdings" panose="05000000000000000000" pitchFamily="2" charset="2"/>
              <a:defRPr sz="2000">
                <a:solidFill>
                  <a:schemeClr val="tx1"/>
                </a:solidFill>
                <a:latin typeface="Arial" panose="020B0604020202090204" pitchFamily="34" charset="0"/>
                <a:ea typeface="宋体" pitchFamily="2" charset="-122"/>
              </a:defRPr>
            </a:lvl6pPr>
            <a:lvl7pPr marL="2971800" indent="-228600" eaLnBrk="0" fontAlgn="base" hangingPunct="0">
              <a:lnSpc>
                <a:spcPct val="90000"/>
              </a:lnSpc>
              <a:spcBef>
                <a:spcPts val="590"/>
              </a:spcBef>
              <a:spcAft>
                <a:spcPts val="590"/>
              </a:spcAft>
              <a:buClr>
                <a:schemeClr val="tx2"/>
              </a:buClr>
              <a:buSzPct val="80000"/>
              <a:buFont typeface="Wingdings" panose="05000000000000000000" pitchFamily="2" charset="2"/>
              <a:defRPr sz="2000">
                <a:solidFill>
                  <a:schemeClr val="tx1"/>
                </a:solidFill>
                <a:latin typeface="Arial" panose="020B0604020202090204" pitchFamily="34" charset="0"/>
                <a:ea typeface="宋体" pitchFamily="2" charset="-122"/>
              </a:defRPr>
            </a:lvl7pPr>
            <a:lvl8pPr marL="3429000" indent="-228600" eaLnBrk="0" fontAlgn="base" hangingPunct="0">
              <a:lnSpc>
                <a:spcPct val="90000"/>
              </a:lnSpc>
              <a:spcBef>
                <a:spcPts val="590"/>
              </a:spcBef>
              <a:spcAft>
                <a:spcPts val="590"/>
              </a:spcAft>
              <a:buClr>
                <a:schemeClr val="tx2"/>
              </a:buClr>
              <a:buSzPct val="80000"/>
              <a:buFont typeface="Wingdings" panose="05000000000000000000" pitchFamily="2" charset="2"/>
              <a:defRPr sz="2000">
                <a:solidFill>
                  <a:schemeClr val="tx1"/>
                </a:solidFill>
                <a:latin typeface="Arial" panose="020B0604020202090204" pitchFamily="34" charset="0"/>
                <a:ea typeface="宋体" pitchFamily="2" charset="-122"/>
              </a:defRPr>
            </a:lvl8pPr>
            <a:lvl9pPr marL="3886200" indent="-228600" eaLnBrk="0" fontAlgn="base" hangingPunct="0">
              <a:lnSpc>
                <a:spcPct val="90000"/>
              </a:lnSpc>
              <a:spcBef>
                <a:spcPts val="590"/>
              </a:spcBef>
              <a:spcAft>
                <a:spcPts val="590"/>
              </a:spcAft>
              <a:buClr>
                <a:schemeClr val="tx2"/>
              </a:buClr>
              <a:buSzPct val="80000"/>
              <a:buFont typeface="Wingdings" panose="05000000000000000000" pitchFamily="2" charset="2"/>
              <a:defRPr sz="2000">
                <a:solidFill>
                  <a:schemeClr val="tx1"/>
                </a:solidFill>
                <a:latin typeface="Arial" panose="020B0604020202090204" pitchFamily="34" charset="0"/>
                <a:ea typeface="宋体" pitchFamily="2" charset="-122"/>
              </a:defRPr>
            </a:lvl9pPr>
          </a:lstStyle>
          <a:p>
            <a:pPr marL="0" marR="0" lvl="0" indent="0" algn="ctr" defTabSz="914400" rtl="0" eaLnBrk="1" fontAlgn="base" latinLnBrk="0" hangingPunct="1">
              <a:lnSpc>
                <a:spcPct val="90000"/>
              </a:lnSpc>
              <a:spcBef>
                <a:spcPct val="50000"/>
              </a:spcBef>
              <a:spcAft>
                <a:spcPts val="590"/>
              </a:spcAft>
              <a:buClr>
                <a:schemeClr val="tx2"/>
              </a:buClr>
              <a:buSzPct val="80000"/>
              <a:buFontTx/>
              <a:buNone/>
              <a:defRPr/>
            </a:pPr>
            <a:r>
              <a:rPr kumimoji="0" lang="en-US" altLang="zh-CN" sz="20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rPr>
              <a:t>n</a:t>
            </a:r>
            <a:endParaRPr kumimoji="0" lang="en-US" altLang="zh-CN" sz="20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807999" name="Text Box 63"/>
          <p:cNvSpPr txBox="1">
            <a:spLocks noChangeArrowheads="1"/>
          </p:cNvSpPr>
          <p:nvPr/>
        </p:nvSpPr>
        <p:spPr bwMode="auto">
          <a:xfrm>
            <a:off x="8604250" y="5370513"/>
            <a:ext cx="701675" cy="376238"/>
          </a:xfrm>
          <a:prstGeom prst="rect">
            <a:avLst/>
          </a:prstGeom>
          <a:noFill/>
          <a:ln w="12700">
            <a:noFill/>
            <a:miter lim="800000"/>
            <a:headEnd type="none" w="sm" len="sm"/>
            <a:tailEnd type="none" w="sm" len="sm"/>
          </a:ln>
          <a:effectLst/>
        </p:spPr>
        <p:txBody>
          <a:bodyPr>
            <a:spAutoFit/>
          </a:bodyPr>
          <a:lstStyle/>
          <a:p>
            <a:pPr marR="0" defTabSz="914400" eaLnBrk="1" hangingPunct="1">
              <a:lnSpc>
                <a:spcPct val="90000"/>
              </a:lnSpc>
              <a:spcBef>
                <a:spcPct val="50000"/>
              </a:spcBef>
              <a:spcAft>
                <a:spcPts val="590"/>
              </a:spcAft>
              <a:buClr>
                <a:schemeClr val="tx2"/>
              </a:buClr>
              <a:buSzPct val="80000"/>
              <a:buFontTx/>
              <a:buNone/>
              <a:defRPr/>
            </a:pPr>
            <a:r>
              <a:rPr kumimoji="0" lang="en-US" altLang="zh-CN" b="1" kern="1200" cap="none" spc="0" normalizeH="0" baseline="0" noProof="0">
                <a:effectLst>
                  <a:outerShdw blurRad="38100" dist="38100" dir="2700000" algn="tl">
                    <a:srgbClr val="C0C0C0"/>
                  </a:outerShdw>
                </a:effectLst>
                <a:latin typeface="Courier New" panose="02070409020205090404" pitchFamily="49" charset="0"/>
                <a:ea typeface="宋体" pitchFamily="2" charset="-122"/>
                <a:cs typeface="+mn-cs"/>
              </a:rPr>
              <a:t>i=9</a:t>
            </a:r>
            <a:endParaRPr kumimoji="0" lang="en-US" altLang="zh-CN" b="1" kern="1200" cap="none" spc="0" normalizeH="0" baseline="0" noProof="0">
              <a:effectLst>
                <a:outerShdw blurRad="38100" dist="38100" dir="2700000" algn="tl">
                  <a:srgbClr val="C0C0C0"/>
                </a:outerShdw>
              </a:effectLst>
              <a:latin typeface="Courier New" panose="02070409020205090404" pitchFamily="49" charset="0"/>
              <a:ea typeface="宋体" pitchFamily="2" charset="-122"/>
              <a:cs typeface="+mn-cs"/>
            </a:endParaRPr>
          </a:p>
        </p:txBody>
      </p:sp>
      <p:sp>
        <p:nvSpPr>
          <p:cNvPr id="808000" name="AutoShape 64"/>
          <p:cNvSpPr>
            <a:spLocks noChangeArrowheads="1"/>
          </p:cNvSpPr>
          <p:nvPr/>
        </p:nvSpPr>
        <p:spPr bwMode="auto">
          <a:xfrm>
            <a:off x="8434388" y="5083175"/>
            <a:ext cx="390525" cy="1008063"/>
          </a:xfrm>
          <a:prstGeom prst="curvedRightArrow">
            <a:avLst>
              <a:gd name="adj1" fmla="val 55947"/>
              <a:gd name="adj2" fmla="val 111894"/>
              <a:gd name="adj3" fmla="val 33333"/>
            </a:avLst>
          </a:prstGeom>
          <a:solidFill>
            <a:schemeClr val="bg2">
              <a:lumMod val="75000"/>
            </a:schemeClr>
          </a:solidFill>
          <a:ln w="12700">
            <a:solidFill>
              <a:schemeClr val="tx1"/>
            </a:solidFill>
            <a:miter lim="800000"/>
            <a:headEnd type="none" w="sm" len="sm"/>
            <a:tailEnd type="none" w="sm" len="sm"/>
          </a:ln>
          <a:effectLst/>
        </p:spPr>
        <p:txBody>
          <a:bodyPr wrap="none" anchor="ct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808001" name="Text Box 65"/>
          <p:cNvSpPr txBox="1">
            <a:spLocks noChangeArrowheads="1"/>
          </p:cNvSpPr>
          <p:nvPr/>
        </p:nvSpPr>
        <p:spPr bwMode="auto">
          <a:xfrm>
            <a:off x="9215438" y="5875338"/>
            <a:ext cx="623888" cy="369888"/>
          </a:xfrm>
          <a:prstGeom prst="rect">
            <a:avLst/>
          </a:prstGeom>
          <a:noFill/>
          <a:ln w="12700">
            <a:noFill/>
            <a:miter lim="800000"/>
            <a:headEnd type="none" w="sm" len="sm"/>
            <a:tailEnd type="none" w="sm" len="sm"/>
          </a:ln>
          <a:effectLst/>
        </p:spPr>
        <p:txBody>
          <a:bodyPr>
            <a:spAutoFit/>
          </a:bodyPr>
          <a:lstStyle>
            <a:lvl1pPr>
              <a:defRPr sz="2000">
                <a:solidFill>
                  <a:schemeClr val="tx1"/>
                </a:solidFill>
                <a:latin typeface="Arial" panose="020B0604020202090204" pitchFamily="34" charset="0"/>
                <a:ea typeface="宋体" pitchFamily="2" charset="-122"/>
              </a:defRPr>
            </a:lvl1pPr>
            <a:lvl2pPr marL="742950" indent="-285750">
              <a:defRPr sz="2000">
                <a:solidFill>
                  <a:schemeClr val="tx1"/>
                </a:solidFill>
                <a:latin typeface="Arial" panose="020B0604020202090204" pitchFamily="34" charset="0"/>
                <a:ea typeface="宋体" pitchFamily="2" charset="-122"/>
              </a:defRPr>
            </a:lvl2pPr>
            <a:lvl3pPr marL="1143000" indent="-228600">
              <a:defRPr sz="2000">
                <a:solidFill>
                  <a:schemeClr val="tx1"/>
                </a:solidFill>
                <a:latin typeface="Arial" panose="020B0604020202090204" pitchFamily="34" charset="0"/>
                <a:ea typeface="宋体" pitchFamily="2" charset="-122"/>
              </a:defRPr>
            </a:lvl3pPr>
            <a:lvl4pPr marL="1600200" indent="-228600">
              <a:defRPr sz="2000">
                <a:solidFill>
                  <a:schemeClr val="tx1"/>
                </a:solidFill>
                <a:latin typeface="Arial" panose="020B0604020202090204" pitchFamily="34" charset="0"/>
                <a:ea typeface="宋体" pitchFamily="2" charset="-122"/>
              </a:defRPr>
            </a:lvl4pPr>
            <a:lvl5pPr marL="2057400" indent="-228600">
              <a:defRPr sz="2000">
                <a:solidFill>
                  <a:schemeClr val="tx1"/>
                </a:solidFill>
                <a:latin typeface="Arial" panose="020B0604020202090204" pitchFamily="34" charset="0"/>
                <a:ea typeface="宋体" pitchFamily="2" charset="-122"/>
              </a:defRPr>
            </a:lvl5pPr>
            <a:lvl6pPr marL="2514600" indent="-228600" eaLnBrk="0" fontAlgn="base" hangingPunct="0">
              <a:lnSpc>
                <a:spcPct val="90000"/>
              </a:lnSpc>
              <a:spcBef>
                <a:spcPts val="590"/>
              </a:spcBef>
              <a:spcAft>
                <a:spcPts val="590"/>
              </a:spcAft>
              <a:buClr>
                <a:schemeClr val="tx2"/>
              </a:buClr>
              <a:buSzPct val="80000"/>
              <a:buFont typeface="Wingdings" panose="05000000000000000000" pitchFamily="2" charset="2"/>
              <a:defRPr sz="2000">
                <a:solidFill>
                  <a:schemeClr val="tx1"/>
                </a:solidFill>
                <a:latin typeface="Arial" panose="020B0604020202090204" pitchFamily="34" charset="0"/>
                <a:ea typeface="宋体" pitchFamily="2" charset="-122"/>
              </a:defRPr>
            </a:lvl6pPr>
            <a:lvl7pPr marL="2971800" indent="-228600" eaLnBrk="0" fontAlgn="base" hangingPunct="0">
              <a:lnSpc>
                <a:spcPct val="90000"/>
              </a:lnSpc>
              <a:spcBef>
                <a:spcPts val="590"/>
              </a:spcBef>
              <a:spcAft>
                <a:spcPts val="590"/>
              </a:spcAft>
              <a:buClr>
                <a:schemeClr val="tx2"/>
              </a:buClr>
              <a:buSzPct val="80000"/>
              <a:buFont typeface="Wingdings" panose="05000000000000000000" pitchFamily="2" charset="2"/>
              <a:defRPr sz="2000">
                <a:solidFill>
                  <a:schemeClr val="tx1"/>
                </a:solidFill>
                <a:latin typeface="Arial" panose="020B0604020202090204" pitchFamily="34" charset="0"/>
                <a:ea typeface="宋体" pitchFamily="2" charset="-122"/>
              </a:defRPr>
            </a:lvl7pPr>
            <a:lvl8pPr marL="3429000" indent="-228600" eaLnBrk="0" fontAlgn="base" hangingPunct="0">
              <a:lnSpc>
                <a:spcPct val="90000"/>
              </a:lnSpc>
              <a:spcBef>
                <a:spcPts val="590"/>
              </a:spcBef>
              <a:spcAft>
                <a:spcPts val="590"/>
              </a:spcAft>
              <a:buClr>
                <a:schemeClr val="tx2"/>
              </a:buClr>
              <a:buSzPct val="80000"/>
              <a:buFont typeface="Wingdings" panose="05000000000000000000" pitchFamily="2" charset="2"/>
              <a:defRPr sz="2000">
                <a:solidFill>
                  <a:schemeClr val="tx1"/>
                </a:solidFill>
                <a:latin typeface="Arial" panose="020B0604020202090204" pitchFamily="34" charset="0"/>
                <a:ea typeface="宋体" pitchFamily="2" charset="-122"/>
              </a:defRPr>
            </a:lvl8pPr>
            <a:lvl9pPr marL="3886200" indent="-228600" eaLnBrk="0" fontAlgn="base" hangingPunct="0">
              <a:lnSpc>
                <a:spcPct val="90000"/>
              </a:lnSpc>
              <a:spcBef>
                <a:spcPts val="590"/>
              </a:spcBef>
              <a:spcAft>
                <a:spcPts val="590"/>
              </a:spcAft>
              <a:buClr>
                <a:schemeClr val="tx2"/>
              </a:buClr>
              <a:buSzPct val="80000"/>
              <a:buFont typeface="Wingdings" panose="05000000000000000000" pitchFamily="2" charset="2"/>
              <a:defRPr sz="2000">
                <a:solidFill>
                  <a:schemeClr val="tx1"/>
                </a:solidFill>
                <a:latin typeface="Arial" panose="020B0604020202090204" pitchFamily="34" charset="0"/>
                <a:ea typeface="宋体" pitchFamily="2" charset="-122"/>
              </a:defRPr>
            </a:lvl9pPr>
          </a:lstStyle>
          <a:p>
            <a:pPr marL="0" marR="0" lvl="0" indent="0" algn="ctr" defTabSz="914400" rtl="0" eaLnBrk="1" fontAlgn="base" latinLnBrk="0" hangingPunct="1">
              <a:lnSpc>
                <a:spcPct val="90000"/>
              </a:lnSpc>
              <a:spcBef>
                <a:spcPct val="50000"/>
              </a:spcBef>
              <a:spcAft>
                <a:spcPts val="590"/>
              </a:spcAft>
              <a:buClr>
                <a:schemeClr val="tx2"/>
              </a:buClr>
              <a:buSzPct val="80000"/>
              <a:buFontTx/>
              <a:buNone/>
              <a:defRPr/>
            </a:pPr>
            <a:r>
              <a:rPr kumimoji="0" lang="en-US" altLang="zh-CN" sz="20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rPr>
              <a:t>a</a:t>
            </a:r>
            <a:endParaRPr kumimoji="0" lang="en-US" altLang="zh-CN" sz="20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808002" name="Text Box 66"/>
          <p:cNvSpPr txBox="1">
            <a:spLocks noChangeArrowheads="1"/>
          </p:cNvSpPr>
          <p:nvPr/>
        </p:nvSpPr>
        <p:spPr bwMode="auto">
          <a:xfrm>
            <a:off x="9104313" y="5354638"/>
            <a:ext cx="935038" cy="376238"/>
          </a:xfrm>
          <a:prstGeom prst="rect">
            <a:avLst/>
          </a:prstGeom>
          <a:noFill/>
          <a:ln w="12700">
            <a:noFill/>
            <a:miter lim="800000"/>
            <a:headEnd type="none" w="sm" len="sm"/>
            <a:tailEnd type="none" w="sm" len="sm"/>
          </a:ln>
          <a:effectLst/>
        </p:spPr>
        <p:txBody>
          <a:bodyPr>
            <a:spAutoFit/>
          </a:bodyPr>
          <a:lstStyle/>
          <a:p>
            <a:pPr marR="0" defTabSz="914400" eaLnBrk="1" hangingPunct="1">
              <a:lnSpc>
                <a:spcPct val="90000"/>
              </a:lnSpc>
              <a:spcBef>
                <a:spcPct val="50000"/>
              </a:spcBef>
              <a:spcAft>
                <a:spcPts val="590"/>
              </a:spcAft>
              <a:buClr>
                <a:schemeClr val="tx2"/>
              </a:buClr>
              <a:buSzPct val="80000"/>
              <a:buFontTx/>
              <a:buNone/>
              <a:defRPr/>
            </a:pPr>
            <a:r>
              <a:rPr kumimoji="0" lang="en-US" altLang="zh-CN" b="1" kern="1200" cap="none" spc="0" normalizeH="0" baseline="0" noProof="0" dirty="0">
                <a:effectLst>
                  <a:outerShdw blurRad="38100" dist="38100" dir="2700000" algn="tl">
                    <a:srgbClr val="C0C0C0"/>
                  </a:outerShdw>
                </a:effectLst>
                <a:latin typeface="Courier New" panose="02070409020205090404" pitchFamily="49" charset="0"/>
                <a:ea typeface="宋体" pitchFamily="2" charset="-122"/>
                <a:cs typeface="+mn-cs"/>
              </a:rPr>
              <a:t>i=10</a:t>
            </a:r>
            <a:endParaRPr kumimoji="0" lang="en-US" altLang="zh-CN" b="1" kern="1200" cap="none" spc="0" normalizeH="0" baseline="0" noProof="0" dirty="0">
              <a:effectLst>
                <a:outerShdw blurRad="38100" dist="38100" dir="2700000" algn="tl">
                  <a:srgbClr val="C0C0C0"/>
                </a:outerShdw>
              </a:effectLst>
              <a:latin typeface="Courier New" panose="02070409020205090404" pitchFamily="49" charset="0"/>
              <a:ea typeface="宋体" pitchFamily="2" charset="-122"/>
              <a:cs typeface="+mn-cs"/>
            </a:endParaRPr>
          </a:p>
        </p:txBody>
      </p:sp>
      <p:sp>
        <p:nvSpPr>
          <p:cNvPr id="808003" name="AutoShape 67"/>
          <p:cNvSpPr>
            <a:spLocks noChangeArrowheads="1"/>
          </p:cNvSpPr>
          <p:nvPr/>
        </p:nvSpPr>
        <p:spPr bwMode="auto">
          <a:xfrm>
            <a:off x="8982075" y="5083175"/>
            <a:ext cx="390525" cy="1008063"/>
          </a:xfrm>
          <a:prstGeom prst="curvedRightArrow">
            <a:avLst>
              <a:gd name="adj1" fmla="val 55947"/>
              <a:gd name="adj2" fmla="val 111894"/>
              <a:gd name="adj3" fmla="val 33333"/>
            </a:avLst>
          </a:prstGeom>
          <a:solidFill>
            <a:schemeClr val="bg2">
              <a:lumMod val="75000"/>
            </a:schemeClr>
          </a:solidFill>
          <a:ln w="12700">
            <a:solidFill>
              <a:schemeClr val="tx1"/>
            </a:solidFill>
            <a:miter lim="800000"/>
            <a:headEnd type="none" w="sm" len="sm"/>
            <a:tailEnd type="none" w="sm" len="sm"/>
          </a:ln>
          <a:effectLst/>
        </p:spPr>
        <p:txBody>
          <a:bodyPr wrap="none" anchor="ct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808004" name="Text Box 68"/>
          <p:cNvSpPr txBox="1">
            <a:spLocks noChangeArrowheads="1"/>
          </p:cNvSpPr>
          <p:nvPr/>
        </p:nvSpPr>
        <p:spPr bwMode="auto">
          <a:xfrm>
            <a:off x="9839325" y="5849938"/>
            <a:ext cx="625475" cy="425450"/>
          </a:xfrm>
          <a:prstGeom prst="rect">
            <a:avLst/>
          </a:prstGeom>
          <a:noFill/>
          <a:ln w="12700">
            <a:noFill/>
            <a:miter lim="800000"/>
            <a:headEnd type="none" w="sm" len="sm"/>
            <a:tailEnd type="none" w="sm" len="sm"/>
          </a:ln>
          <a:effectLst/>
        </p:spPr>
        <p:txBody>
          <a:bodyPr>
            <a:spAutoFit/>
          </a:bodyPr>
          <a:lstStyle/>
          <a:p>
            <a:pPr marR="0" algn="ctr" defTabSz="914400" eaLnBrk="1" hangingPunct="1">
              <a:lnSpc>
                <a:spcPct val="90000"/>
              </a:lnSpc>
              <a:spcBef>
                <a:spcPct val="50000"/>
              </a:spcBef>
              <a:spcAft>
                <a:spcPts val="590"/>
              </a:spcAft>
              <a:buClr>
                <a:schemeClr val="tx2"/>
              </a:buClr>
              <a:buSzPct val="80000"/>
              <a:buFontTx/>
              <a:buNone/>
              <a:defRPr/>
            </a:pPr>
            <a:r>
              <a:rPr kumimoji="0" lang="en-US" altLang="zh-CN" sz="2400" b="1" kern="1200" cap="none" spc="0" normalizeH="0" baseline="0" noProof="0" dirty="0">
                <a:solidFill>
                  <a:srgbClr val="FF3300"/>
                </a:solidFill>
                <a:effectLst>
                  <a:outerShdw blurRad="38100" dist="38100" dir="2700000" algn="tl">
                    <a:srgbClr val="C0C0C0"/>
                  </a:outerShdw>
                </a:effectLst>
                <a:latin typeface="Arial" panose="020B0604020202090204" pitchFamily="34" charset="0"/>
                <a:ea typeface="宋体" pitchFamily="2" charset="-122"/>
                <a:cs typeface="+mn-cs"/>
              </a:rPr>
              <a:t>\0</a:t>
            </a:r>
            <a:endParaRPr kumimoji="0" lang="en-US" altLang="zh-CN" sz="2400" b="1" kern="1200" cap="none" spc="0" normalizeH="0" baseline="0" noProof="0" dirty="0">
              <a:solidFill>
                <a:srgbClr val="FF3300"/>
              </a:solidFill>
              <a:effectLst>
                <a:outerShdw blurRad="38100" dist="38100" dir="2700000" algn="tl">
                  <a:srgbClr val="C0C0C0"/>
                </a:outerShdw>
              </a:effectLst>
              <a:latin typeface="Arial" panose="020B0604020202090204" pitchFamily="34" charset="0"/>
              <a:ea typeface="宋体" pitchFamily="2" charset="-122"/>
              <a:cs typeface="+mn-cs"/>
            </a:endParaRPr>
          </a:p>
        </p:txBody>
      </p:sp>
      <p:sp>
        <p:nvSpPr>
          <p:cNvPr id="808006" name="Rectangle 70"/>
          <p:cNvSpPr>
            <a:spLocks noChangeArrowheads="1"/>
          </p:cNvSpPr>
          <p:nvPr/>
        </p:nvSpPr>
        <p:spPr bwMode="auto">
          <a:xfrm>
            <a:off x="311150" y="3519488"/>
            <a:ext cx="3121025" cy="360363"/>
          </a:xfrm>
          <a:prstGeom prst="rect">
            <a:avLst/>
          </a:prstGeom>
          <a:noFill/>
          <a:ln w="38100">
            <a:solidFill>
              <a:srgbClr val="008000"/>
            </a:solidFill>
            <a:miter lim="800000"/>
            <a:headEnd type="none" w="sm" len="sm"/>
            <a:tailEnd type="none" w="sm" len="sm"/>
          </a:ln>
        </p:spPr>
        <p:txBody>
          <a:bodyPr wrap="none" anchor="ct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808007" name="Freeform 71"/>
          <p:cNvSpPr/>
          <p:nvPr/>
        </p:nvSpPr>
        <p:spPr>
          <a:xfrm rot="414675">
            <a:off x="3786188" y="2327275"/>
            <a:ext cx="923925" cy="1558925"/>
          </a:xfrm>
          <a:custGeom>
            <a:avLst/>
            <a:gdLst>
              <a:gd name="txL" fmla="*/ 0 w 401"/>
              <a:gd name="txT" fmla="*/ 0 h 1210"/>
              <a:gd name="txR" fmla="*/ 401 w 401"/>
              <a:gd name="txB" fmla="*/ 1210 h 1210"/>
            </a:gdLst>
            <a:ahLst/>
            <a:cxnLst>
              <a:cxn ang="0">
                <a:pos x="0" y="2147483646"/>
              </a:cxn>
              <a:cxn ang="0">
                <a:pos x="2147483646" y="2147483646"/>
              </a:cxn>
              <a:cxn ang="0">
                <a:pos x="2147483646" y="2147483646"/>
              </a:cxn>
              <a:cxn ang="0">
                <a:pos x="2147483646" y="2147483646"/>
              </a:cxn>
            </a:cxnLst>
            <a:rect l="txL" t="txT" r="txR" b="txB"/>
            <a:pathLst>
              <a:path w="401" h="1210">
                <a:moveTo>
                  <a:pt x="0" y="30"/>
                </a:moveTo>
                <a:cubicBezTo>
                  <a:pt x="128" y="15"/>
                  <a:pt x="257" y="0"/>
                  <a:pt x="317" y="166"/>
                </a:cubicBezTo>
                <a:cubicBezTo>
                  <a:pt x="377" y="332"/>
                  <a:pt x="401" y="854"/>
                  <a:pt x="363" y="1028"/>
                </a:cubicBezTo>
                <a:cubicBezTo>
                  <a:pt x="325" y="1202"/>
                  <a:pt x="136" y="1180"/>
                  <a:pt x="91" y="1210"/>
                </a:cubicBezTo>
              </a:path>
            </a:pathLst>
          </a:custGeom>
          <a:noFill/>
          <a:ln w="44450" cap="flat" cmpd="sng">
            <a:solidFill>
              <a:srgbClr val="008000">
                <a:alpha val="100000"/>
              </a:srgbClr>
            </a:solidFill>
            <a:prstDash val="solid"/>
            <a:round/>
            <a:headEnd type="none" w="sm" len="sm"/>
            <a:tailEnd type="stealth" w="lg" len="lg"/>
          </a:ln>
        </p:spPr>
        <p:txBody>
          <a:bodyPr/>
          <a:lstStyle/>
          <a:p>
            <a:endParaRPr lang="zh-CN" altLang="en-US"/>
          </a:p>
        </p:txBody>
      </p:sp>
      <p:sp>
        <p:nvSpPr>
          <p:cNvPr id="73" name="Text Box 66"/>
          <p:cNvSpPr txBox="1">
            <a:spLocks noChangeArrowheads="1"/>
          </p:cNvSpPr>
          <p:nvPr/>
        </p:nvSpPr>
        <p:spPr bwMode="auto">
          <a:xfrm>
            <a:off x="9790113" y="5357813"/>
            <a:ext cx="935038" cy="376238"/>
          </a:xfrm>
          <a:prstGeom prst="rect">
            <a:avLst/>
          </a:prstGeom>
          <a:noFill/>
          <a:ln w="12700">
            <a:noFill/>
            <a:miter lim="800000"/>
            <a:headEnd type="none" w="sm" len="sm"/>
            <a:tailEnd type="none" w="sm" len="sm"/>
          </a:ln>
          <a:effectLst/>
        </p:spPr>
        <p:txBody>
          <a:bodyPr>
            <a:spAutoFit/>
          </a:bodyPr>
          <a:lstStyle/>
          <a:p>
            <a:pPr marR="0" defTabSz="914400" eaLnBrk="1" hangingPunct="1">
              <a:lnSpc>
                <a:spcPct val="90000"/>
              </a:lnSpc>
              <a:spcBef>
                <a:spcPct val="50000"/>
              </a:spcBef>
              <a:spcAft>
                <a:spcPts val="590"/>
              </a:spcAft>
              <a:buClr>
                <a:schemeClr val="tx2"/>
              </a:buClr>
              <a:buSzPct val="80000"/>
              <a:buFontTx/>
              <a:buNone/>
              <a:defRPr/>
            </a:pPr>
            <a:r>
              <a:rPr kumimoji="0" lang="en-US" altLang="zh-CN" b="1" kern="1200" cap="none" spc="0" normalizeH="0" baseline="0" noProof="0" dirty="0">
                <a:effectLst>
                  <a:outerShdw blurRad="38100" dist="38100" dir="2700000" algn="tl">
                    <a:srgbClr val="C0C0C0"/>
                  </a:outerShdw>
                </a:effectLst>
                <a:latin typeface="Courier New" panose="02070409020205090404" pitchFamily="49" charset="0"/>
                <a:ea typeface="宋体" pitchFamily="2" charset="-122"/>
                <a:cs typeface="+mn-cs"/>
              </a:rPr>
              <a:t>i=11</a:t>
            </a:r>
            <a:endParaRPr kumimoji="0" lang="en-US" altLang="zh-CN" b="1" kern="1200" cap="none" spc="0" normalizeH="0" baseline="0" noProof="0" dirty="0">
              <a:effectLst>
                <a:outerShdw blurRad="38100" dist="38100" dir="2700000" algn="tl">
                  <a:srgbClr val="C0C0C0"/>
                </a:outerShdw>
              </a:effectLst>
              <a:latin typeface="Courier New" panose="02070409020205090404" pitchFamily="49" charset="0"/>
              <a:ea typeface="宋体" pitchFamily="2" charset="-122"/>
              <a:cs typeface="+mn-cs"/>
            </a:endParaRPr>
          </a:p>
        </p:txBody>
      </p:sp>
      <p:sp>
        <p:nvSpPr>
          <p:cNvPr id="87084" name="Rectangle 2"/>
          <p:cNvSpPr txBox="1"/>
          <p:nvPr/>
        </p:nvSpPr>
        <p:spPr>
          <a:xfrm>
            <a:off x="5175250" y="1725613"/>
            <a:ext cx="6985000" cy="2589212"/>
          </a:xfrm>
          <a:prstGeom prst="rect">
            <a:avLst/>
          </a:prstGeom>
          <a:solidFill>
            <a:schemeClr val="bg2"/>
          </a:solidFill>
          <a:ln w="28575" cap="flat" cmpd="sng">
            <a:solidFill>
              <a:srgbClr val="008000"/>
            </a:solidFill>
            <a:prstDash val="solid"/>
            <a:miter/>
            <a:headEnd type="none" w="med" len="med"/>
            <a:tailEnd type="none" w="med" len="med"/>
          </a:ln>
        </p:spPr>
        <p:txBody>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342900" lvl="0" indent="-342900" eaLnBrk="1">
              <a:lnSpc>
                <a:spcPct val="80000"/>
              </a:lnSpc>
              <a:spcBef>
                <a:spcPct val="0"/>
              </a:spcBef>
              <a:buFont typeface="Monotype Sorts"/>
              <a:buNone/>
            </a:pPr>
            <a:r>
              <a:rPr lang="fr-FR" altLang="zh-CN" sz="2000" dirty="0">
                <a:solidFill>
                  <a:srgbClr val="3333CC"/>
                </a:solidFill>
                <a:latin typeface="Courier New" panose="02070409020205090404" pitchFamily="49" charset="0"/>
                <a:ea typeface="宋体" pitchFamily="2" charset="-122"/>
              </a:rPr>
              <a:t>void </a:t>
            </a:r>
            <a:r>
              <a:rPr lang="fr-FR" altLang="zh-CN" sz="2000" dirty="0">
                <a:latin typeface="Courier New" panose="02070409020205090404" pitchFamily="49" charset="0"/>
                <a:ea typeface="宋体" pitchFamily="2" charset="-122"/>
              </a:rPr>
              <a:t> MyStrcpy(</a:t>
            </a:r>
            <a:r>
              <a:rPr lang="fr-FR" altLang="zh-CN" sz="2000" dirty="0">
                <a:solidFill>
                  <a:srgbClr val="3333CC"/>
                </a:solidFill>
                <a:latin typeface="Courier New" panose="02070409020205090404" pitchFamily="49" charset="0"/>
                <a:ea typeface="宋体" pitchFamily="2" charset="-122"/>
              </a:rPr>
              <a:t>char</a:t>
            </a:r>
            <a:r>
              <a:rPr lang="fr-FR" altLang="zh-CN" sz="2000" dirty="0">
                <a:latin typeface="Courier New" panose="02070409020205090404" pitchFamily="49" charset="0"/>
                <a:ea typeface="宋体" pitchFamily="2" charset="-122"/>
              </a:rPr>
              <a:t> *dstStr, </a:t>
            </a:r>
            <a:r>
              <a:rPr lang="fr-FR" altLang="zh-CN" sz="2000" dirty="0">
                <a:solidFill>
                  <a:srgbClr val="3333CC"/>
                </a:solidFill>
                <a:latin typeface="Courier New" panose="02070409020205090404" pitchFamily="49" charset="0"/>
                <a:ea typeface="宋体" pitchFamily="2" charset="-122"/>
              </a:rPr>
              <a:t>char</a:t>
            </a:r>
            <a:r>
              <a:rPr lang="fr-FR" altLang="zh-CN" sz="2000" dirty="0">
                <a:latin typeface="Courier New" panose="02070409020205090404" pitchFamily="49" charset="0"/>
                <a:ea typeface="宋体" pitchFamily="2" charset="-122"/>
              </a:rPr>
              <a:t> *srcStr)</a:t>
            </a:r>
            <a:endParaRPr lang="fr-FR" altLang="zh-CN" sz="2000" dirty="0">
              <a:latin typeface="Courier New" panose="02070409020205090404" pitchFamily="49" charset="0"/>
              <a:ea typeface="宋体" pitchFamily="2" charset="-122"/>
            </a:endParaRPr>
          </a:p>
          <a:p>
            <a:pPr marL="342900" lvl="0" indent="-342900" eaLnBrk="1">
              <a:lnSpc>
                <a:spcPct val="80000"/>
              </a:lnSpc>
              <a:spcBef>
                <a:spcPct val="0"/>
              </a:spcBef>
              <a:buFont typeface="Monotype Sorts"/>
              <a:buNone/>
            </a:pPr>
            <a:r>
              <a:rPr lang="fr-FR" altLang="zh-CN" sz="2000" dirty="0">
                <a:latin typeface="Courier New" panose="02070409020205090404" pitchFamily="49" charset="0"/>
                <a:ea typeface="宋体" pitchFamily="2" charset="-122"/>
              </a:rPr>
              <a:t>{</a:t>
            </a:r>
            <a:endParaRPr lang="fr-FR" altLang="zh-CN" sz="2000" dirty="0">
              <a:latin typeface="Courier New" panose="02070409020205090404" pitchFamily="49" charset="0"/>
              <a:ea typeface="宋体" pitchFamily="2" charset="-122"/>
            </a:endParaRPr>
          </a:p>
          <a:p>
            <a:pPr marL="342900" lvl="0" indent="-342900" eaLnBrk="1">
              <a:lnSpc>
                <a:spcPct val="80000"/>
              </a:lnSpc>
              <a:spcBef>
                <a:spcPct val="0"/>
              </a:spcBef>
              <a:buFont typeface="Monotype Sorts"/>
              <a:buNone/>
            </a:pPr>
            <a:r>
              <a:rPr lang="fr-FR" altLang="zh-CN" sz="2000" dirty="0">
                <a:latin typeface="Courier New" panose="02070409020205090404" pitchFamily="49" charset="0"/>
                <a:ea typeface="宋体" pitchFamily="2" charset="-122"/>
              </a:rPr>
              <a:t>	</a:t>
            </a:r>
            <a:r>
              <a:rPr lang="fr-FR" altLang="zh-CN" sz="2000" dirty="0">
                <a:solidFill>
                  <a:srgbClr val="3333CC"/>
                </a:solidFill>
                <a:latin typeface="Courier New" panose="02070409020205090404" pitchFamily="49" charset="0"/>
                <a:ea typeface="宋体" pitchFamily="2" charset="-122"/>
              </a:rPr>
              <a:t>while</a:t>
            </a:r>
            <a:r>
              <a:rPr lang="fr-FR" altLang="zh-CN" sz="2000" dirty="0">
                <a:latin typeface="Courier New" panose="02070409020205090404" pitchFamily="49" charset="0"/>
                <a:ea typeface="宋体" pitchFamily="2" charset="-122"/>
              </a:rPr>
              <a:t> (</a:t>
            </a:r>
            <a:r>
              <a:rPr lang="fr-FR" altLang="zh-CN" sz="2000" dirty="0">
                <a:solidFill>
                  <a:srgbClr val="CC0000"/>
                </a:solidFill>
                <a:latin typeface="Courier New" panose="02070409020205090404" pitchFamily="49" charset="0"/>
                <a:ea typeface="宋体" pitchFamily="2" charset="-122"/>
              </a:rPr>
              <a:t>*srcStr</a:t>
            </a:r>
            <a:r>
              <a:rPr lang="fr-FR" altLang="zh-CN" sz="2000" dirty="0">
                <a:latin typeface="Courier New" panose="02070409020205090404" pitchFamily="49" charset="0"/>
                <a:ea typeface="宋体" pitchFamily="2" charset="-122"/>
              </a:rPr>
              <a:t> != '\0')</a:t>
            </a:r>
            <a:endParaRPr lang="fr-FR" altLang="zh-CN" sz="2000" dirty="0">
              <a:latin typeface="Courier New" panose="02070409020205090404" pitchFamily="49" charset="0"/>
              <a:ea typeface="宋体" pitchFamily="2" charset="-122"/>
            </a:endParaRPr>
          </a:p>
          <a:p>
            <a:pPr marL="342900" lvl="0" indent="-342900" eaLnBrk="1">
              <a:lnSpc>
                <a:spcPct val="80000"/>
              </a:lnSpc>
              <a:spcBef>
                <a:spcPct val="0"/>
              </a:spcBef>
              <a:buFont typeface="Monotype Sorts"/>
              <a:buNone/>
            </a:pPr>
            <a:r>
              <a:rPr lang="fr-FR" altLang="zh-CN" sz="2000" dirty="0">
                <a:latin typeface="Courier New" panose="02070409020205090404" pitchFamily="49" charset="0"/>
                <a:ea typeface="宋体" pitchFamily="2" charset="-122"/>
              </a:rPr>
              <a:t>	{ </a:t>
            </a:r>
            <a:endParaRPr lang="fr-FR" altLang="zh-CN" sz="2000" dirty="0">
              <a:latin typeface="Courier New" panose="02070409020205090404" pitchFamily="49" charset="0"/>
              <a:ea typeface="宋体" pitchFamily="2" charset="-122"/>
            </a:endParaRPr>
          </a:p>
          <a:p>
            <a:pPr marL="342900" lvl="0" indent="-342900" eaLnBrk="1">
              <a:lnSpc>
                <a:spcPct val="80000"/>
              </a:lnSpc>
              <a:spcBef>
                <a:spcPct val="0"/>
              </a:spcBef>
              <a:buFont typeface="Monotype Sorts"/>
              <a:buNone/>
            </a:pPr>
            <a:r>
              <a:rPr lang="fr-FR" altLang="zh-CN" sz="2000" dirty="0">
                <a:latin typeface="Courier New" panose="02070409020205090404" pitchFamily="49" charset="0"/>
                <a:ea typeface="宋体" pitchFamily="2" charset="-122"/>
              </a:rPr>
              <a:t>    	</a:t>
            </a:r>
            <a:r>
              <a:rPr lang="fr-FR" altLang="zh-CN" sz="2000" dirty="0">
                <a:solidFill>
                  <a:srgbClr val="CC0000"/>
                </a:solidFill>
                <a:latin typeface="Courier New" panose="02070409020205090404" pitchFamily="49" charset="0"/>
                <a:ea typeface="宋体" pitchFamily="2" charset="-122"/>
              </a:rPr>
              <a:t>*dstStr = *srcStr;</a:t>
            </a:r>
            <a:r>
              <a:rPr lang="fr-FR" altLang="zh-CN" sz="2000" dirty="0">
                <a:latin typeface="Courier New" panose="02070409020205090404" pitchFamily="49" charset="0"/>
                <a:ea typeface="宋体" pitchFamily="2" charset="-122"/>
              </a:rPr>
              <a:t>    </a:t>
            </a:r>
            <a:endParaRPr lang="fr-FR" altLang="zh-CN" sz="2000" dirty="0">
              <a:latin typeface="Courier New" panose="02070409020205090404" pitchFamily="49" charset="0"/>
              <a:ea typeface="宋体" pitchFamily="2" charset="-122"/>
            </a:endParaRPr>
          </a:p>
          <a:p>
            <a:pPr marL="342900" lvl="0" indent="-342900" eaLnBrk="1">
              <a:lnSpc>
                <a:spcPct val="80000"/>
              </a:lnSpc>
              <a:spcBef>
                <a:spcPct val="0"/>
              </a:spcBef>
              <a:buFont typeface="Monotype Sorts"/>
              <a:buNone/>
            </a:pPr>
            <a:r>
              <a:rPr lang="fr-FR" altLang="zh-CN" sz="2000" dirty="0">
                <a:latin typeface="Courier New" panose="02070409020205090404" pitchFamily="49" charset="0"/>
                <a:ea typeface="宋体" pitchFamily="2" charset="-122"/>
              </a:rPr>
              <a:t>    	srcStr++; </a:t>
            </a:r>
            <a:endParaRPr lang="fr-FR" altLang="zh-CN" sz="2000" dirty="0">
              <a:latin typeface="Courier New" panose="02070409020205090404" pitchFamily="49" charset="0"/>
              <a:ea typeface="宋体" pitchFamily="2" charset="-122"/>
            </a:endParaRPr>
          </a:p>
          <a:p>
            <a:pPr marL="342900" lvl="0" indent="-342900" eaLnBrk="1">
              <a:lnSpc>
                <a:spcPct val="80000"/>
              </a:lnSpc>
              <a:spcBef>
                <a:spcPct val="0"/>
              </a:spcBef>
              <a:buFont typeface="Monotype Sorts"/>
              <a:buNone/>
            </a:pPr>
            <a:r>
              <a:rPr lang="fr-FR" altLang="zh-CN" sz="2000" dirty="0">
                <a:latin typeface="Courier New" panose="02070409020205090404" pitchFamily="49" charset="0"/>
                <a:ea typeface="宋体" pitchFamily="2" charset="-122"/>
              </a:rPr>
              <a:t>		dstStr++;               </a:t>
            </a:r>
            <a:endParaRPr lang="fr-FR" altLang="zh-CN" sz="2000" dirty="0">
              <a:latin typeface="Courier New" panose="02070409020205090404" pitchFamily="49" charset="0"/>
              <a:ea typeface="宋体" pitchFamily="2" charset="-122"/>
            </a:endParaRPr>
          </a:p>
          <a:p>
            <a:pPr marL="342900" lvl="0" indent="-342900" eaLnBrk="1">
              <a:lnSpc>
                <a:spcPct val="80000"/>
              </a:lnSpc>
              <a:spcBef>
                <a:spcPct val="0"/>
              </a:spcBef>
              <a:buFont typeface="Monotype Sorts"/>
              <a:buNone/>
            </a:pPr>
            <a:r>
              <a:rPr lang="fr-FR" altLang="zh-CN" sz="2000" dirty="0">
                <a:latin typeface="Courier New" panose="02070409020205090404" pitchFamily="49" charset="0"/>
                <a:ea typeface="宋体" pitchFamily="2" charset="-122"/>
              </a:rPr>
              <a:t>	}</a:t>
            </a:r>
            <a:endParaRPr lang="fr-FR" altLang="zh-CN" sz="2000" dirty="0">
              <a:latin typeface="Courier New" panose="02070409020205090404" pitchFamily="49" charset="0"/>
              <a:ea typeface="宋体" pitchFamily="2" charset="-122"/>
            </a:endParaRPr>
          </a:p>
          <a:p>
            <a:pPr marL="342900" lvl="0" indent="-342900" eaLnBrk="1">
              <a:lnSpc>
                <a:spcPct val="80000"/>
              </a:lnSpc>
              <a:spcBef>
                <a:spcPct val="0"/>
              </a:spcBef>
              <a:buFont typeface="Monotype Sorts"/>
              <a:buNone/>
            </a:pPr>
            <a:r>
              <a:rPr lang="fr-FR" altLang="zh-CN" sz="2000" dirty="0">
                <a:latin typeface="Courier New" panose="02070409020205090404" pitchFamily="49" charset="0"/>
                <a:ea typeface="宋体" pitchFamily="2" charset="-122"/>
              </a:rPr>
              <a:t>	*dstStr = '\0';           </a:t>
            </a:r>
            <a:endParaRPr lang="fr-FR" altLang="zh-CN" sz="2000" dirty="0">
              <a:latin typeface="Courier New" panose="02070409020205090404" pitchFamily="49" charset="0"/>
              <a:ea typeface="宋体" pitchFamily="2" charset="-122"/>
            </a:endParaRPr>
          </a:p>
          <a:p>
            <a:pPr marL="342900" lvl="0" indent="-342900" eaLnBrk="1">
              <a:lnSpc>
                <a:spcPct val="80000"/>
              </a:lnSpc>
              <a:spcBef>
                <a:spcPct val="0"/>
              </a:spcBef>
              <a:buFont typeface="Monotype Sorts"/>
              <a:buNone/>
            </a:pPr>
            <a:r>
              <a:rPr lang="fr-FR" altLang="zh-CN" sz="2000" dirty="0">
                <a:latin typeface="Courier New" panose="02070409020205090404" pitchFamily="49" charset="0"/>
                <a:ea typeface="宋体" pitchFamily="2" charset="-122"/>
              </a:rPr>
              <a:t>}</a:t>
            </a:r>
            <a:endParaRPr lang="zh-CN" altLang="en-US" sz="2000" dirty="0">
              <a:latin typeface="Courier New" panose="02070409020205090404" pitchFamily="49" charset="0"/>
              <a:ea typeface="宋体"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807973"/>
                                        </p:tgtEl>
                                        <p:attrNameLst>
                                          <p:attrName>style.visibility</p:attrName>
                                        </p:attrNameLst>
                                      </p:cBhvr>
                                      <p:to>
                                        <p:strVal val="visible"/>
                                      </p:to>
                                    </p:set>
                                    <p:anim calcmode="lin" valueType="num">
                                      <p:cBhvr>
                                        <p:cTn id="7" dur="500" fill="hold"/>
                                        <p:tgtEl>
                                          <p:spTgt spid="807973"/>
                                        </p:tgtEl>
                                        <p:attrNameLst>
                                          <p:attrName>ppt_w</p:attrName>
                                        </p:attrNameLst>
                                      </p:cBhvr>
                                      <p:tavLst>
                                        <p:tav tm="0">
                                          <p:val>
                                            <p:fltVal val="0"/>
                                          </p:val>
                                        </p:tav>
                                        <p:tav tm="100000">
                                          <p:val>
                                            <p:strVal val="#ppt_w"/>
                                          </p:val>
                                        </p:tav>
                                      </p:tavLst>
                                    </p:anim>
                                    <p:anim calcmode="lin" valueType="num">
                                      <p:cBhvr>
                                        <p:cTn id="8" dur="500" fill="hold"/>
                                        <p:tgtEl>
                                          <p:spTgt spid="807973"/>
                                        </p:tgtEl>
                                        <p:attrNameLst>
                                          <p:attrName>ppt_h</p:attrName>
                                        </p:attrNameLst>
                                      </p:cBhvr>
                                      <p:tavLst>
                                        <p:tav tm="0">
                                          <p:val>
                                            <p:fltVal val="0"/>
                                          </p:val>
                                        </p:tav>
                                        <p:tav tm="100000">
                                          <p:val>
                                            <p:strVal val="#ppt_h"/>
                                          </p:val>
                                        </p:tav>
                                      </p:tavLst>
                                    </p:anim>
                                    <p:animEffect transition="in" filter="fade">
                                      <p:cBhvr>
                                        <p:cTn id="9" dur="500"/>
                                        <p:tgtEl>
                                          <p:spTgt spid="807973"/>
                                        </p:tgtEl>
                                      </p:cBhvr>
                                    </p:animEffect>
                                  </p:childTnLst>
                                </p:cTn>
                              </p:par>
                            </p:childTnLst>
                          </p:cTn>
                        </p:par>
                        <p:par>
                          <p:cTn id="10" fill="hold">
                            <p:stCondLst>
                              <p:cond delay="500"/>
                            </p:stCondLst>
                            <p:childTnLst>
                              <p:par>
                                <p:cTn id="11" presetID="22" presetClass="entr" presetSubtype="1" fill="hold" grpId="0" nodeType="afterEffect">
                                  <p:stCondLst>
                                    <p:cond delay="0"/>
                                  </p:stCondLst>
                                  <p:childTnLst>
                                    <p:set>
                                      <p:cBhvr>
                                        <p:cTn id="12" dur="1" fill="hold">
                                          <p:stCondLst>
                                            <p:cond delay="0"/>
                                          </p:stCondLst>
                                        </p:cTn>
                                        <p:tgtEl>
                                          <p:spTgt spid="807974"/>
                                        </p:tgtEl>
                                        <p:attrNameLst>
                                          <p:attrName>style.visibility</p:attrName>
                                        </p:attrNameLst>
                                      </p:cBhvr>
                                      <p:to>
                                        <p:strVal val="visible"/>
                                      </p:to>
                                    </p:set>
                                    <p:animEffect transition="in" filter="wipe(up)">
                                      <p:cBhvr>
                                        <p:cTn id="13" dur="500"/>
                                        <p:tgtEl>
                                          <p:spTgt spid="807974"/>
                                        </p:tgtEl>
                                      </p:cBhvr>
                                    </p:animEffect>
                                  </p:childTnLst>
                                </p:cTn>
                              </p:par>
                            </p:childTnLst>
                          </p:cTn>
                        </p:par>
                        <p:par>
                          <p:cTn id="14" fill="hold">
                            <p:stCondLst>
                              <p:cond delay="1000"/>
                            </p:stCondLst>
                            <p:childTnLst>
                              <p:par>
                                <p:cTn id="15" presetID="53" presetClass="entr" presetSubtype="16" fill="hold" grpId="0" nodeType="afterEffect">
                                  <p:stCondLst>
                                    <p:cond delay="0"/>
                                  </p:stCondLst>
                                  <p:childTnLst>
                                    <p:set>
                                      <p:cBhvr>
                                        <p:cTn id="16" dur="1" fill="hold">
                                          <p:stCondLst>
                                            <p:cond delay="0"/>
                                          </p:stCondLst>
                                        </p:cTn>
                                        <p:tgtEl>
                                          <p:spTgt spid="807972"/>
                                        </p:tgtEl>
                                        <p:attrNameLst>
                                          <p:attrName>style.visibility</p:attrName>
                                        </p:attrNameLst>
                                      </p:cBhvr>
                                      <p:to>
                                        <p:strVal val="visible"/>
                                      </p:to>
                                    </p:set>
                                    <p:anim calcmode="lin" valueType="num">
                                      <p:cBhvr>
                                        <p:cTn id="17" dur="500" fill="hold"/>
                                        <p:tgtEl>
                                          <p:spTgt spid="807972"/>
                                        </p:tgtEl>
                                        <p:attrNameLst>
                                          <p:attrName>ppt_w</p:attrName>
                                        </p:attrNameLst>
                                      </p:cBhvr>
                                      <p:tavLst>
                                        <p:tav tm="0">
                                          <p:val>
                                            <p:fltVal val="0"/>
                                          </p:val>
                                        </p:tav>
                                        <p:tav tm="100000">
                                          <p:val>
                                            <p:strVal val="#ppt_w"/>
                                          </p:val>
                                        </p:tav>
                                      </p:tavLst>
                                    </p:anim>
                                    <p:anim calcmode="lin" valueType="num">
                                      <p:cBhvr>
                                        <p:cTn id="18" dur="500" fill="hold"/>
                                        <p:tgtEl>
                                          <p:spTgt spid="807972"/>
                                        </p:tgtEl>
                                        <p:attrNameLst>
                                          <p:attrName>ppt_h</p:attrName>
                                        </p:attrNameLst>
                                      </p:cBhvr>
                                      <p:tavLst>
                                        <p:tav tm="0">
                                          <p:val>
                                            <p:fltVal val="0"/>
                                          </p:val>
                                        </p:tav>
                                        <p:tav tm="100000">
                                          <p:val>
                                            <p:strVal val="#ppt_h"/>
                                          </p:val>
                                        </p:tav>
                                      </p:tavLst>
                                    </p:anim>
                                    <p:animEffect transition="in" filter="fade">
                                      <p:cBhvr>
                                        <p:cTn id="19" dur="500"/>
                                        <p:tgtEl>
                                          <p:spTgt spid="807972"/>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xit" presetSubtype="0" fill="hold" grpId="1" nodeType="clickEffect">
                                  <p:stCondLst>
                                    <p:cond delay="0"/>
                                  </p:stCondLst>
                                  <p:childTnLst>
                                    <p:set>
                                      <p:cBhvr>
                                        <p:cTn id="23" dur="1" fill="hold">
                                          <p:stCondLst>
                                            <p:cond delay="0"/>
                                          </p:stCondLst>
                                        </p:cTn>
                                        <p:tgtEl>
                                          <p:spTgt spid="807974"/>
                                        </p:tgtEl>
                                        <p:attrNameLst>
                                          <p:attrName>style.visibility</p:attrName>
                                        </p:attrNameLst>
                                      </p:cBhvr>
                                      <p:to>
                                        <p:strVal val="hidden"/>
                                      </p:to>
                                    </p:set>
                                  </p:childTnLst>
                                </p:cTn>
                              </p:par>
                            </p:childTnLst>
                          </p:cTn>
                        </p:par>
                        <p:par>
                          <p:cTn id="24" fill="hold">
                            <p:stCondLst>
                              <p:cond delay="0"/>
                            </p:stCondLst>
                            <p:childTnLst>
                              <p:par>
                                <p:cTn id="25" presetID="53" presetClass="entr" presetSubtype="16" fill="hold" grpId="0" nodeType="afterEffect">
                                  <p:stCondLst>
                                    <p:cond delay="0"/>
                                  </p:stCondLst>
                                  <p:childTnLst>
                                    <p:set>
                                      <p:cBhvr>
                                        <p:cTn id="26" dur="1" fill="hold">
                                          <p:stCondLst>
                                            <p:cond delay="0"/>
                                          </p:stCondLst>
                                        </p:cTn>
                                        <p:tgtEl>
                                          <p:spTgt spid="807976"/>
                                        </p:tgtEl>
                                        <p:attrNameLst>
                                          <p:attrName>style.visibility</p:attrName>
                                        </p:attrNameLst>
                                      </p:cBhvr>
                                      <p:to>
                                        <p:strVal val="visible"/>
                                      </p:to>
                                    </p:set>
                                    <p:anim calcmode="lin" valueType="num">
                                      <p:cBhvr>
                                        <p:cTn id="27" dur="500" fill="hold"/>
                                        <p:tgtEl>
                                          <p:spTgt spid="807976"/>
                                        </p:tgtEl>
                                        <p:attrNameLst>
                                          <p:attrName>ppt_w</p:attrName>
                                        </p:attrNameLst>
                                      </p:cBhvr>
                                      <p:tavLst>
                                        <p:tav tm="0">
                                          <p:val>
                                            <p:fltVal val="0"/>
                                          </p:val>
                                        </p:tav>
                                        <p:tav tm="100000">
                                          <p:val>
                                            <p:strVal val="#ppt_w"/>
                                          </p:val>
                                        </p:tav>
                                      </p:tavLst>
                                    </p:anim>
                                    <p:anim calcmode="lin" valueType="num">
                                      <p:cBhvr>
                                        <p:cTn id="28" dur="500" fill="hold"/>
                                        <p:tgtEl>
                                          <p:spTgt spid="807976"/>
                                        </p:tgtEl>
                                        <p:attrNameLst>
                                          <p:attrName>ppt_h</p:attrName>
                                        </p:attrNameLst>
                                      </p:cBhvr>
                                      <p:tavLst>
                                        <p:tav tm="0">
                                          <p:val>
                                            <p:fltVal val="0"/>
                                          </p:val>
                                        </p:tav>
                                        <p:tav tm="100000">
                                          <p:val>
                                            <p:strVal val="#ppt_h"/>
                                          </p:val>
                                        </p:tav>
                                      </p:tavLst>
                                    </p:anim>
                                    <p:animEffect transition="in" filter="fade">
                                      <p:cBhvr>
                                        <p:cTn id="29" dur="500"/>
                                        <p:tgtEl>
                                          <p:spTgt spid="807976"/>
                                        </p:tgtEl>
                                      </p:cBhvr>
                                    </p:animEffect>
                                  </p:childTnLst>
                                </p:cTn>
                              </p:par>
                            </p:childTnLst>
                          </p:cTn>
                        </p:par>
                        <p:par>
                          <p:cTn id="30" fill="hold">
                            <p:stCondLst>
                              <p:cond delay="500"/>
                            </p:stCondLst>
                            <p:childTnLst>
                              <p:par>
                                <p:cTn id="31" presetID="22" presetClass="entr" presetSubtype="1" fill="hold" grpId="0" nodeType="afterEffect">
                                  <p:stCondLst>
                                    <p:cond delay="0"/>
                                  </p:stCondLst>
                                  <p:childTnLst>
                                    <p:set>
                                      <p:cBhvr>
                                        <p:cTn id="32" dur="1" fill="hold">
                                          <p:stCondLst>
                                            <p:cond delay="0"/>
                                          </p:stCondLst>
                                        </p:cTn>
                                        <p:tgtEl>
                                          <p:spTgt spid="807977"/>
                                        </p:tgtEl>
                                        <p:attrNameLst>
                                          <p:attrName>style.visibility</p:attrName>
                                        </p:attrNameLst>
                                      </p:cBhvr>
                                      <p:to>
                                        <p:strVal val="visible"/>
                                      </p:to>
                                    </p:set>
                                    <p:animEffect transition="in" filter="wipe(up)">
                                      <p:cBhvr>
                                        <p:cTn id="33" dur="500"/>
                                        <p:tgtEl>
                                          <p:spTgt spid="807977"/>
                                        </p:tgtEl>
                                      </p:cBhvr>
                                    </p:animEffect>
                                  </p:childTnLst>
                                </p:cTn>
                              </p:par>
                            </p:childTnLst>
                          </p:cTn>
                        </p:par>
                        <p:par>
                          <p:cTn id="34" fill="hold">
                            <p:stCondLst>
                              <p:cond delay="1000"/>
                            </p:stCondLst>
                            <p:childTnLst>
                              <p:par>
                                <p:cTn id="35" presetID="53" presetClass="entr" presetSubtype="16" fill="hold" grpId="0" nodeType="afterEffect">
                                  <p:stCondLst>
                                    <p:cond delay="0"/>
                                  </p:stCondLst>
                                  <p:childTnLst>
                                    <p:set>
                                      <p:cBhvr>
                                        <p:cTn id="36" dur="1" fill="hold">
                                          <p:stCondLst>
                                            <p:cond delay="0"/>
                                          </p:stCondLst>
                                        </p:cTn>
                                        <p:tgtEl>
                                          <p:spTgt spid="807975"/>
                                        </p:tgtEl>
                                        <p:attrNameLst>
                                          <p:attrName>style.visibility</p:attrName>
                                        </p:attrNameLst>
                                      </p:cBhvr>
                                      <p:to>
                                        <p:strVal val="visible"/>
                                      </p:to>
                                    </p:set>
                                    <p:anim calcmode="lin" valueType="num">
                                      <p:cBhvr>
                                        <p:cTn id="37" dur="500" fill="hold"/>
                                        <p:tgtEl>
                                          <p:spTgt spid="807975"/>
                                        </p:tgtEl>
                                        <p:attrNameLst>
                                          <p:attrName>ppt_w</p:attrName>
                                        </p:attrNameLst>
                                      </p:cBhvr>
                                      <p:tavLst>
                                        <p:tav tm="0">
                                          <p:val>
                                            <p:fltVal val="0"/>
                                          </p:val>
                                        </p:tav>
                                        <p:tav tm="100000">
                                          <p:val>
                                            <p:strVal val="#ppt_w"/>
                                          </p:val>
                                        </p:tav>
                                      </p:tavLst>
                                    </p:anim>
                                    <p:anim calcmode="lin" valueType="num">
                                      <p:cBhvr>
                                        <p:cTn id="38" dur="500" fill="hold"/>
                                        <p:tgtEl>
                                          <p:spTgt spid="807975"/>
                                        </p:tgtEl>
                                        <p:attrNameLst>
                                          <p:attrName>ppt_h</p:attrName>
                                        </p:attrNameLst>
                                      </p:cBhvr>
                                      <p:tavLst>
                                        <p:tav tm="0">
                                          <p:val>
                                            <p:fltVal val="0"/>
                                          </p:val>
                                        </p:tav>
                                        <p:tav tm="100000">
                                          <p:val>
                                            <p:strVal val="#ppt_h"/>
                                          </p:val>
                                        </p:tav>
                                      </p:tavLst>
                                    </p:anim>
                                    <p:animEffect transition="in" filter="fade">
                                      <p:cBhvr>
                                        <p:cTn id="39" dur="500"/>
                                        <p:tgtEl>
                                          <p:spTgt spid="807975"/>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xit" presetSubtype="0" fill="hold" grpId="1" nodeType="clickEffect">
                                  <p:stCondLst>
                                    <p:cond delay="0"/>
                                  </p:stCondLst>
                                  <p:childTnLst>
                                    <p:set>
                                      <p:cBhvr>
                                        <p:cTn id="43" dur="1" fill="hold">
                                          <p:stCondLst>
                                            <p:cond delay="0"/>
                                          </p:stCondLst>
                                        </p:cTn>
                                        <p:tgtEl>
                                          <p:spTgt spid="807977"/>
                                        </p:tgtEl>
                                        <p:attrNameLst>
                                          <p:attrName>style.visibility</p:attrName>
                                        </p:attrNameLst>
                                      </p:cBhvr>
                                      <p:to>
                                        <p:strVal val="hidden"/>
                                      </p:to>
                                    </p:set>
                                  </p:childTnLst>
                                </p:cTn>
                              </p:par>
                            </p:childTnLst>
                          </p:cTn>
                        </p:par>
                        <p:par>
                          <p:cTn id="44" fill="hold">
                            <p:stCondLst>
                              <p:cond delay="0"/>
                            </p:stCondLst>
                            <p:childTnLst>
                              <p:par>
                                <p:cTn id="45" presetID="53" presetClass="entr" presetSubtype="16" fill="hold" grpId="0" nodeType="afterEffect">
                                  <p:stCondLst>
                                    <p:cond delay="0"/>
                                  </p:stCondLst>
                                  <p:childTnLst>
                                    <p:set>
                                      <p:cBhvr>
                                        <p:cTn id="46" dur="1" fill="hold">
                                          <p:stCondLst>
                                            <p:cond delay="0"/>
                                          </p:stCondLst>
                                        </p:cTn>
                                        <p:tgtEl>
                                          <p:spTgt spid="807979"/>
                                        </p:tgtEl>
                                        <p:attrNameLst>
                                          <p:attrName>style.visibility</p:attrName>
                                        </p:attrNameLst>
                                      </p:cBhvr>
                                      <p:to>
                                        <p:strVal val="visible"/>
                                      </p:to>
                                    </p:set>
                                    <p:anim calcmode="lin" valueType="num">
                                      <p:cBhvr>
                                        <p:cTn id="47" dur="500" fill="hold"/>
                                        <p:tgtEl>
                                          <p:spTgt spid="807979"/>
                                        </p:tgtEl>
                                        <p:attrNameLst>
                                          <p:attrName>ppt_w</p:attrName>
                                        </p:attrNameLst>
                                      </p:cBhvr>
                                      <p:tavLst>
                                        <p:tav tm="0">
                                          <p:val>
                                            <p:fltVal val="0"/>
                                          </p:val>
                                        </p:tav>
                                        <p:tav tm="100000">
                                          <p:val>
                                            <p:strVal val="#ppt_w"/>
                                          </p:val>
                                        </p:tav>
                                      </p:tavLst>
                                    </p:anim>
                                    <p:anim calcmode="lin" valueType="num">
                                      <p:cBhvr>
                                        <p:cTn id="48" dur="500" fill="hold"/>
                                        <p:tgtEl>
                                          <p:spTgt spid="807979"/>
                                        </p:tgtEl>
                                        <p:attrNameLst>
                                          <p:attrName>ppt_h</p:attrName>
                                        </p:attrNameLst>
                                      </p:cBhvr>
                                      <p:tavLst>
                                        <p:tav tm="0">
                                          <p:val>
                                            <p:fltVal val="0"/>
                                          </p:val>
                                        </p:tav>
                                        <p:tav tm="100000">
                                          <p:val>
                                            <p:strVal val="#ppt_h"/>
                                          </p:val>
                                        </p:tav>
                                      </p:tavLst>
                                    </p:anim>
                                    <p:animEffect transition="in" filter="fade">
                                      <p:cBhvr>
                                        <p:cTn id="49" dur="500"/>
                                        <p:tgtEl>
                                          <p:spTgt spid="807979"/>
                                        </p:tgtEl>
                                      </p:cBhvr>
                                    </p:animEffect>
                                  </p:childTnLst>
                                </p:cTn>
                              </p:par>
                            </p:childTnLst>
                          </p:cTn>
                        </p:par>
                        <p:par>
                          <p:cTn id="50" fill="hold">
                            <p:stCondLst>
                              <p:cond delay="500"/>
                            </p:stCondLst>
                            <p:childTnLst>
                              <p:par>
                                <p:cTn id="51" presetID="22" presetClass="entr" presetSubtype="1" fill="hold" grpId="0" nodeType="afterEffect">
                                  <p:stCondLst>
                                    <p:cond delay="0"/>
                                  </p:stCondLst>
                                  <p:childTnLst>
                                    <p:set>
                                      <p:cBhvr>
                                        <p:cTn id="52" dur="1" fill="hold">
                                          <p:stCondLst>
                                            <p:cond delay="0"/>
                                          </p:stCondLst>
                                        </p:cTn>
                                        <p:tgtEl>
                                          <p:spTgt spid="807980"/>
                                        </p:tgtEl>
                                        <p:attrNameLst>
                                          <p:attrName>style.visibility</p:attrName>
                                        </p:attrNameLst>
                                      </p:cBhvr>
                                      <p:to>
                                        <p:strVal val="visible"/>
                                      </p:to>
                                    </p:set>
                                    <p:animEffect transition="in" filter="wipe(up)">
                                      <p:cBhvr>
                                        <p:cTn id="53" dur="500"/>
                                        <p:tgtEl>
                                          <p:spTgt spid="807980"/>
                                        </p:tgtEl>
                                      </p:cBhvr>
                                    </p:animEffect>
                                  </p:childTnLst>
                                </p:cTn>
                              </p:par>
                            </p:childTnLst>
                          </p:cTn>
                        </p:par>
                        <p:par>
                          <p:cTn id="54" fill="hold">
                            <p:stCondLst>
                              <p:cond delay="1000"/>
                            </p:stCondLst>
                            <p:childTnLst>
                              <p:par>
                                <p:cTn id="55" presetID="53" presetClass="entr" presetSubtype="16" fill="hold" grpId="0" nodeType="afterEffect">
                                  <p:stCondLst>
                                    <p:cond delay="0"/>
                                  </p:stCondLst>
                                  <p:childTnLst>
                                    <p:set>
                                      <p:cBhvr>
                                        <p:cTn id="56" dur="1" fill="hold">
                                          <p:stCondLst>
                                            <p:cond delay="0"/>
                                          </p:stCondLst>
                                        </p:cTn>
                                        <p:tgtEl>
                                          <p:spTgt spid="807978"/>
                                        </p:tgtEl>
                                        <p:attrNameLst>
                                          <p:attrName>style.visibility</p:attrName>
                                        </p:attrNameLst>
                                      </p:cBhvr>
                                      <p:to>
                                        <p:strVal val="visible"/>
                                      </p:to>
                                    </p:set>
                                    <p:anim calcmode="lin" valueType="num">
                                      <p:cBhvr>
                                        <p:cTn id="57" dur="500" fill="hold"/>
                                        <p:tgtEl>
                                          <p:spTgt spid="807978"/>
                                        </p:tgtEl>
                                        <p:attrNameLst>
                                          <p:attrName>ppt_w</p:attrName>
                                        </p:attrNameLst>
                                      </p:cBhvr>
                                      <p:tavLst>
                                        <p:tav tm="0">
                                          <p:val>
                                            <p:fltVal val="0"/>
                                          </p:val>
                                        </p:tav>
                                        <p:tav tm="100000">
                                          <p:val>
                                            <p:strVal val="#ppt_w"/>
                                          </p:val>
                                        </p:tav>
                                      </p:tavLst>
                                    </p:anim>
                                    <p:anim calcmode="lin" valueType="num">
                                      <p:cBhvr>
                                        <p:cTn id="58" dur="500" fill="hold"/>
                                        <p:tgtEl>
                                          <p:spTgt spid="807978"/>
                                        </p:tgtEl>
                                        <p:attrNameLst>
                                          <p:attrName>ppt_h</p:attrName>
                                        </p:attrNameLst>
                                      </p:cBhvr>
                                      <p:tavLst>
                                        <p:tav tm="0">
                                          <p:val>
                                            <p:fltVal val="0"/>
                                          </p:val>
                                        </p:tav>
                                        <p:tav tm="100000">
                                          <p:val>
                                            <p:strVal val="#ppt_h"/>
                                          </p:val>
                                        </p:tav>
                                      </p:tavLst>
                                    </p:anim>
                                    <p:animEffect transition="in" filter="fade">
                                      <p:cBhvr>
                                        <p:cTn id="59" dur="500"/>
                                        <p:tgtEl>
                                          <p:spTgt spid="807978"/>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xit" presetSubtype="0" fill="hold" grpId="1" nodeType="clickEffect">
                                  <p:stCondLst>
                                    <p:cond delay="0"/>
                                  </p:stCondLst>
                                  <p:childTnLst>
                                    <p:set>
                                      <p:cBhvr>
                                        <p:cTn id="63" dur="1" fill="hold">
                                          <p:stCondLst>
                                            <p:cond delay="0"/>
                                          </p:stCondLst>
                                        </p:cTn>
                                        <p:tgtEl>
                                          <p:spTgt spid="807980"/>
                                        </p:tgtEl>
                                        <p:attrNameLst>
                                          <p:attrName>style.visibility</p:attrName>
                                        </p:attrNameLst>
                                      </p:cBhvr>
                                      <p:to>
                                        <p:strVal val="hidden"/>
                                      </p:to>
                                    </p:set>
                                  </p:childTnLst>
                                </p:cTn>
                              </p:par>
                            </p:childTnLst>
                          </p:cTn>
                        </p:par>
                        <p:par>
                          <p:cTn id="64" fill="hold">
                            <p:stCondLst>
                              <p:cond delay="0"/>
                            </p:stCondLst>
                            <p:childTnLst>
                              <p:par>
                                <p:cTn id="65" presetID="53" presetClass="entr" presetSubtype="16" fill="hold" grpId="0" nodeType="afterEffect">
                                  <p:stCondLst>
                                    <p:cond delay="0"/>
                                  </p:stCondLst>
                                  <p:childTnLst>
                                    <p:set>
                                      <p:cBhvr>
                                        <p:cTn id="66" dur="1" fill="hold">
                                          <p:stCondLst>
                                            <p:cond delay="0"/>
                                          </p:stCondLst>
                                        </p:cTn>
                                        <p:tgtEl>
                                          <p:spTgt spid="807982"/>
                                        </p:tgtEl>
                                        <p:attrNameLst>
                                          <p:attrName>style.visibility</p:attrName>
                                        </p:attrNameLst>
                                      </p:cBhvr>
                                      <p:to>
                                        <p:strVal val="visible"/>
                                      </p:to>
                                    </p:set>
                                    <p:anim calcmode="lin" valueType="num">
                                      <p:cBhvr>
                                        <p:cTn id="67" dur="500" fill="hold"/>
                                        <p:tgtEl>
                                          <p:spTgt spid="807982"/>
                                        </p:tgtEl>
                                        <p:attrNameLst>
                                          <p:attrName>ppt_w</p:attrName>
                                        </p:attrNameLst>
                                      </p:cBhvr>
                                      <p:tavLst>
                                        <p:tav tm="0">
                                          <p:val>
                                            <p:fltVal val="0"/>
                                          </p:val>
                                        </p:tav>
                                        <p:tav tm="100000">
                                          <p:val>
                                            <p:strVal val="#ppt_w"/>
                                          </p:val>
                                        </p:tav>
                                      </p:tavLst>
                                    </p:anim>
                                    <p:anim calcmode="lin" valueType="num">
                                      <p:cBhvr>
                                        <p:cTn id="68" dur="500" fill="hold"/>
                                        <p:tgtEl>
                                          <p:spTgt spid="807982"/>
                                        </p:tgtEl>
                                        <p:attrNameLst>
                                          <p:attrName>ppt_h</p:attrName>
                                        </p:attrNameLst>
                                      </p:cBhvr>
                                      <p:tavLst>
                                        <p:tav tm="0">
                                          <p:val>
                                            <p:fltVal val="0"/>
                                          </p:val>
                                        </p:tav>
                                        <p:tav tm="100000">
                                          <p:val>
                                            <p:strVal val="#ppt_h"/>
                                          </p:val>
                                        </p:tav>
                                      </p:tavLst>
                                    </p:anim>
                                    <p:animEffect transition="in" filter="fade">
                                      <p:cBhvr>
                                        <p:cTn id="69" dur="500"/>
                                        <p:tgtEl>
                                          <p:spTgt spid="807982"/>
                                        </p:tgtEl>
                                      </p:cBhvr>
                                    </p:animEffect>
                                  </p:childTnLst>
                                </p:cTn>
                              </p:par>
                            </p:childTnLst>
                          </p:cTn>
                        </p:par>
                        <p:par>
                          <p:cTn id="70" fill="hold">
                            <p:stCondLst>
                              <p:cond delay="500"/>
                            </p:stCondLst>
                            <p:childTnLst>
                              <p:par>
                                <p:cTn id="71" presetID="22" presetClass="entr" presetSubtype="1" fill="hold" grpId="0" nodeType="afterEffect">
                                  <p:stCondLst>
                                    <p:cond delay="0"/>
                                  </p:stCondLst>
                                  <p:childTnLst>
                                    <p:set>
                                      <p:cBhvr>
                                        <p:cTn id="72" dur="1" fill="hold">
                                          <p:stCondLst>
                                            <p:cond delay="0"/>
                                          </p:stCondLst>
                                        </p:cTn>
                                        <p:tgtEl>
                                          <p:spTgt spid="807983"/>
                                        </p:tgtEl>
                                        <p:attrNameLst>
                                          <p:attrName>style.visibility</p:attrName>
                                        </p:attrNameLst>
                                      </p:cBhvr>
                                      <p:to>
                                        <p:strVal val="visible"/>
                                      </p:to>
                                    </p:set>
                                    <p:animEffect transition="in" filter="wipe(up)">
                                      <p:cBhvr>
                                        <p:cTn id="73" dur="500"/>
                                        <p:tgtEl>
                                          <p:spTgt spid="807983"/>
                                        </p:tgtEl>
                                      </p:cBhvr>
                                    </p:animEffect>
                                  </p:childTnLst>
                                </p:cTn>
                              </p:par>
                            </p:childTnLst>
                          </p:cTn>
                        </p:par>
                        <p:par>
                          <p:cTn id="74" fill="hold">
                            <p:stCondLst>
                              <p:cond delay="1000"/>
                            </p:stCondLst>
                            <p:childTnLst>
                              <p:par>
                                <p:cTn id="75" presetID="53" presetClass="entr" presetSubtype="16" fill="hold" grpId="0" nodeType="afterEffect">
                                  <p:stCondLst>
                                    <p:cond delay="0"/>
                                  </p:stCondLst>
                                  <p:childTnLst>
                                    <p:set>
                                      <p:cBhvr>
                                        <p:cTn id="76" dur="1" fill="hold">
                                          <p:stCondLst>
                                            <p:cond delay="0"/>
                                          </p:stCondLst>
                                        </p:cTn>
                                        <p:tgtEl>
                                          <p:spTgt spid="807981"/>
                                        </p:tgtEl>
                                        <p:attrNameLst>
                                          <p:attrName>style.visibility</p:attrName>
                                        </p:attrNameLst>
                                      </p:cBhvr>
                                      <p:to>
                                        <p:strVal val="visible"/>
                                      </p:to>
                                    </p:set>
                                    <p:anim calcmode="lin" valueType="num">
                                      <p:cBhvr>
                                        <p:cTn id="77" dur="500" fill="hold"/>
                                        <p:tgtEl>
                                          <p:spTgt spid="807981"/>
                                        </p:tgtEl>
                                        <p:attrNameLst>
                                          <p:attrName>ppt_w</p:attrName>
                                        </p:attrNameLst>
                                      </p:cBhvr>
                                      <p:tavLst>
                                        <p:tav tm="0">
                                          <p:val>
                                            <p:fltVal val="0"/>
                                          </p:val>
                                        </p:tav>
                                        <p:tav tm="100000">
                                          <p:val>
                                            <p:strVal val="#ppt_w"/>
                                          </p:val>
                                        </p:tav>
                                      </p:tavLst>
                                    </p:anim>
                                    <p:anim calcmode="lin" valueType="num">
                                      <p:cBhvr>
                                        <p:cTn id="78" dur="500" fill="hold"/>
                                        <p:tgtEl>
                                          <p:spTgt spid="807981"/>
                                        </p:tgtEl>
                                        <p:attrNameLst>
                                          <p:attrName>ppt_h</p:attrName>
                                        </p:attrNameLst>
                                      </p:cBhvr>
                                      <p:tavLst>
                                        <p:tav tm="0">
                                          <p:val>
                                            <p:fltVal val="0"/>
                                          </p:val>
                                        </p:tav>
                                        <p:tav tm="100000">
                                          <p:val>
                                            <p:strVal val="#ppt_h"/>
                                          </p:val>
                                        </p:tav>
                                      </p:tavLst>
                                    </p:anim>
                                    <p:animEffect transition="in" filter="fade">
                                      <p:cBhvr>
                                        <p:cTn id="79" dur="500"/>
                                        <p:tgtEl>
                                          <p:spTgt spid="807981"/>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xit" presetSubtype="0" fill="hold" grpId="1" nodeType="clickEffect">
                                  <p:stCondLst>
                                    <p:cond delay="0"/>
                                  </p:stCondLst>
                                  <p:childTnLst>
                                    <p:set>
                                      <p:cBhvr>
                                        <p:cTn id="83" dur="1" fill="hold">
                                          <p:stCondLst>
                                            <p:cond delay="0"/>
                                          </p:stCondLst>
                                        </p:cTn>
                                        <p:tgtEl>
                                          <p:spTgt spid="807983"/>
                                        </p:tgtEl>
                                        <p:attrNameLst>
                                          <p:attrName>style.visibility</p:attrName>
                                        </p:attrNameLst>
                                      </p:cBhvr>
                                      <p:to>
                                        <p:strVal val="hidden"/>
                                      </p:to>
                                    </p:set>
                                  </p:childTnLst>
                                </p:cTn>
                              </p:par>
                            </p:childTnLst>
                          </p:cTn>
                        </p:par>
                        <p:par>
                          <p:cTn id="84" fill="hold">
                            <p:stCondLst>
                              <p:cond delay="0"/>
                            </p:stCondLst>
                            <p:childTnLst>
                              <p:par>
                                <p:cTn id="85" presetID="53" presetClass="entr" presetSubtype="16" fill="hold" grpId="0" nodeType="afterEffect">
                                  <p:stCondLst>
                                    <p:cond delay="0"/>
                                  </p:stCondLst>
                                  <p:childTnLst>
                                    <p:set>
                                      <p:cBhvr>
                                        <p:cTn id="86" dur="1" fill="hold">
                                          <p:stCondLst>
                                            <p:cond delay="0"/>
                                          </p:stCondLst>
                                        </p:cTn>
                                        <p:tgtEl>
                                          <p:spTgt spid="807985"/>
                                        </p:tgtEl>
                                        <p:attrNameLst>
                                          <p:attrName>style.visibility</p:attrName>
                                        </p:attrNameLst>
                                      </p:cBhvr>
                                      <p:to>
                                        <p:strVal val="visible"/>
                                      </p:to>
                                    </p:set>
                                    <p:anim calcmode="lin" valueType="num">
                                      <p:cBhvr>
                                        <p:cTn id="87" dur="500" fill="hold"/>
                                        <p:tgtEl>
                                          <p:spTgt spid="807985"/>
                                        </p:tgtEl>
                                        <p:attrNameLst>
                                          <p:attrName>ppt_w</p:attrName>
                                        </p:attrNameLst>
                                      </p:cBhvr>
                                      <p:tavLst>
                                        <p:tav tm="0">
                                          <p:val>
                                            <p:fltVal val="0"/>
                                          </p:val>
                                        </p:tav>
                                        <p:tav tm="100000">
                                          <p:val>
                                            <p:strVal val="#ppt_w"/>
                                          </p:val>
                                        </p:tav>
                                      </p:tavLst>
                                    </p:anim>
                                    <p:anim calcmode="lin" valueType="num">
                                      <p:cBhvr>
                                        <p:cTn id="88" dur="500" fill="hold"/>
                                        <p:tgtEl>
                                          <p:spTgt spid="807985"/>
                                        </p:tgtEl>
                                        <p:attrNameLst>
                                          <p:attrName>ppt_h</p:attrName>
                                        </p:attrNameLst>
                                      </p:cBhvr>
                                      <p:tavLst>
                                        <p:tav tm="0">
                                          <p:val>
                                            <p:fltVal val="0"/>
                                          </p:val>
                                        </p:tav>
                                        <p:tav tm="100000">
                                          <p:val>
                                            <p:strVal val="#ppt_h"/>
                                          </p:val>
                                        </p:tav>
                                      </p:tavLst>
                                    </p:anim>
                                    <p:animEffect transition="in" filter="fade">
                                      <p:cBhvr>
                                        <p:cTn id="89" dur="500"/>
                                        <p:tgtEl>
                                          <p:spTgt spid="807985"/>
                                        </p:tgtEl>
                                      </p:cBhvr>
                                    </p:animEffect>
                                  </p:childTnLst>
                                </p:cTn>
                              </p:par>
                            </p:childTnLst>
                          </p:cTn>
                        </p:par>
                        <p:par>
                          <p:cTn id="90" fill="hold">
                            <p:stCondLst>
                              <p:cond delay="500"/>
                            </p:stCondLst>
                            <p:childTnLst>
                              <p:par>
                                <p:cTn id="91" presetID="22" presetClass="entr" presetSubtype="1" fill="hold" grpId="0" nodeType="afterEffect">
                                  <p:stCondLst>
                                    <p:cond delay="0"/>
                                  </p:stCondLst>
                                  <p:childTnLst>
                                    <p:set>
                                      <p:cBhvr>
                                        <p:cTn id="92" dur="1" fill="hold">
                                          <p:stCondLst>
                                            <p:cond delay="0"/>
                                          </p:stCondLst>
                                        </p:cTn>
                                        <p:tgtEl>
                                          <p:spTgt spid="807986"/>
                                        </p:tgtEl>
                                        <p:attrNameLst>
                                          <p:attrName>style.visibility</p:attrName>
                                        </p:attrNameLst>
                                      </p:cBhvr>
                                      <p:to>
                                        <p:strVal val="visible"/>
                                      </p:to>
                                    </p:set>
                                    <p:animEffect transition="in" filter="wipe(up)">
                                      <p:cBhvr>
                                        <p:cTn id="93" dur="500"/>
                                        <p:tgtEl>
                                          <p:spTgt spid="807986"/>
                                        </p:tgtEl>
                                      </p:cBhvr>
                                    </p:animEffect>
                                  </p:childTnLst>
                                </p:cTn>
                              </p:par>
                            </p:childTnLst>
                          </p:cTn>
                        </p:par>
                        <p:par>
                          <p:cTn id="94" fill="hold">
                            <p:stCondLst>
                              <p:cond delay="1000"/>
                            </p:stCondLst>
                            <p:childTnLst>
                              <p:par>
                                <p:cTn id="95" presetID="53" presetClass="entr" presetSubtype="16" fill="hold" grpId="0" nodeType="afterEffect">
                                  <p:stCondLst>
                                    <p:cond delay="0"/>
                                  </p:stCondLst>
                                  <p:childTnLst>
                                    <p:set>
                                      <p:cBhvr>
                                        <p:cTn id="96" dur="1" fill="hold">
                                          <p:stCondLst>
                                            <p:cond delay="0"/>
                                          </p:stCondLst>
                                        </p:cTn>
                                        <p:tgtEl>
                                          <p:spTgt spid="807984"/>
                                        </p:tgtEl>
                                        <p:attrNameLst>
                                          <p:attrName>style.visibility</p:attrName>
                                        </p:attrNameLst>
                                      </p:cBhvr>
                                      <p:to>
                                        <p:strVal val="visible"/>
                                      </p:to>
                                    </p:set>
                                    <p:anim calcmode="lin" valueType="num">
                                      <p:cBhvr>
                                        <p:cTn id="97" dur="500" fill="hold"/>
                                        <p:tgtEl>
                                          <p:spTgt spid="807984"/>
                                        </p:tgtEl>
                                        <p:attrNameLst>
                                          <p:attrName>ppt_w</p:attrName>
                                        </p:attrNameLst>
                                      </p:cBhvr>
                                      <p:tavLst>
                                        <p:tav tm="0">
                                          <p:val>
                                            <p:fltVal val="0"/>
                                          </p:val>
                                        </p:tav>
                                        <p:tav tm="100000">
                                          <p:val>
                                            <p:strVal val="#ppt_w"/>
                                          </p:val>
                                        </p:tav>
                                      </p:tavLst>
                                    </p:anim>
                                    <p:anim calcmode="lin" valueType="num">
                                      <p:cBhvr>
                                        <p:cTn id="98" dur="500" fill="hold"/>
                                        <p:tgtEl>
                                          <p:spTgt spid="807984"/>
                                        </p:tgtEl>
                                        <p:attrNameLst>
                                          <p:attrName>ppt_h</p:attrName>
                                        </p:attrNameLst>
                                      </p:cBhvr>
                                      <p:tavLst>
                                        <p:tav tm="0">
                                          <p:val>
                                            <p:fltVal val="0"/>
                                          </p:val>
                                        </p:tav>
                                        <p:tav tm="100000">
                                          <p:val>
                                            <p:strVal val="#ppt_h"/>
                                          </p:val>
                                        </p:tav>
                                      </p:tavLst>
                                    </p:anim>
                                    <p:animEffect transition="in" filter="fade">
                                      <p:cBhvr>
                                        <p:cTn id="99" dur="500"/>
                                        <p:tgtEl>
                                          <p:spTgt spid="807984"/>
                                        </p:tgtEl>
                                      </p:cBhvr>
                                    </p:animEffect>
                                  </p:childTnLst>
                                </p:cTn>
                              </p:par>
                            </p:childTnLst>
                          </p:cTn>
                        </p:par>
                      </p:childTnLst>
                    </p:cTn>
                  </p:par>
                  <p:par>
                    <p:cTn id="100" fill="hold">
                      <p:stCondLst>
                        <p:cond delay="indefinite"/>
                      </p:stCondLst>
                      <p:childTnLst>
                        <p:par>
                          <p:cTn id="101" fill="hold">
                            <p:stCondLst>
                              <p:cond delay="0"/>
                            </p:stCondLst>
                            <p:childTnLst>
                              <p:par>
                                <p:cTn id="102" presetID="1" presetClass="exit" presetSubtype="0" fill="hold" grpId="1" nodeType="clickEffect">
                                  <p:stCondLst>
                                    <p:cond delay="0"/>
                                  </p:stCondLst>
                                  <p:childTnLst>
                                    <p:set>
                                      <p:cBhvr>
                                        <p:cTn id="103" dur="1" fill="hold">
                                          <p:stCondLst>
                                            <p:cond delay="0"/>
                                          </p:stCondLst>
                                        </p:cTn>
                                        <p:tgtEl>
                                          <p:spTgt spid="807986"/>
                                        </p:tgtEl>
                                        <p:attrNameLst>
                                          <p:attrName>style.visibility</p:attrName>
                                        </p:attrNameLst>
                                      </p:cBhvr>
                                      <p:to>
                                        <p:strVal val="hidden"/>
                                      </p:to>
                                    </p:set>
                                  </p:childTnLst>
                                </p:cTn>
                              </p:par>
                            </p:childTnLst>
                          </p:cTn>
                        </p:par>
                        <p:par>
                          <p:cTn id="104" fill="hold">
                            <p:stCondLst>
                              <p:cond delay="0"/>
                            </p:stCondLst>
                            <p:childTnLst>
                              <p:par>
                                <p:cTn id="105" presetID="53" presetClass="entr" presetSubtype="16" fill="hold" grpId="0" nodeType="afterEffect">
                                  <p:stCondLst>
                                    <p:cond delay="0"/>
                                  </p:stCondLst>
                                  <p:childTnLst>
                                    <p:set>
                                      <p:cBhvr>
                                        <p:cTn id="106" dur="1" fill="hold">
                                          <p:stCondLst>
                                            <p:cond delay="0"/>
                                          </p:stCondLst>
                                        </p:cTn>
                                        <p:tgtEl>
                                          <p:spTgt spid="807987"/>
                                        </p:tgtEl>
                                        <p:attrNameLst>
                                          <p:attrName>style.visibility</p:attrName>
                                        </p:attrNameLst>
                                      </p:cBhvr>
                                      <p:to>
                                        <p:strVal val="visible"/>
                                      </p:to>
                                    </p:set>
                                    <p:anim calcmode="lin" valueType="num">
                                      <p:cBhvr>
                                        <p:cTn id="107" dur="500" fill="hold"/>
                                        <p:tgtEl>
                                          <p:spTgt spid="807987"/>
                                        </p:tgtEl>
                                        <p:attrNameLst>
                                          <p:attrName>ppt_w</p:attrName>
                                        </p:attrNameLst>
                                      </p:cBhvr>
                                      <p:tavLst>
                                        <p:tav tm="0">
                                          <p:val>
                                            <p:fltVal val="0"/>
                                          </p:val>
                                        </p:tav>
                                        <p:tav tm="100000">
                                          <p:val>
                                            <p:strVal val="#ppt_w"/>
                                          </p:val>
                                        </p:tav>
                                      </p:tavLst>
                                    </p:anim>
                                    <p:anim calcmode="lin" valueType="num">
                                      <p:cBhvr>
                                        <p:cTn id="108" dur="500" fill="hold"/>
                                        <p:tgtEl>
                                          <p:spTgt spid="807987"/>
                                        </p:tgtEl>
                                        <p:attrNameLst>
                                          <p:attrName>ppt_h</p:attrName>
                                        </p:attrNameLst>
                                      </p:cBhvr>
                                      <p:tavLst>
                                        <p:tav tm="0">
                                          <p:val>
                                            <p:fltVal val="0"/>
                                          </p:val>
                                        </p:tav>
                                        <p:tav tm="100000">
                                          <p:val>
                                            <p:strVal val="#ppt_h"/>
                                          </p:val>
                                        </p:tav>
                                      </p:tavLst>
                                    </p:anim>
                                    <p:animEffect transition="in" filter="fade">
                                      <p:cBhvr>
                                        <p:cTn id="109" dur="500"/>
                                        <p:tgtEl>
                                          <p:spTgt spid="807987"/>
                                        </p:tgtEl>
                                      </p:cBhvr>
                                    </p:animEffect>
                                  </p:childTnLst>
                                </p:cTn>
                              </p:par>
                            </p:childTnLst>
                          </p:cTn>
                        </p:par>
                        <p:par>
                          <p:cTn id="110" fill="hold">
                            <p:stCondLst>
                              <p:cond delay="500"/>
                            </p:stCondLst>
                            <p:childTnLst>
                              <p:par>
                                <p:cTn id="111" presetID="22" presetClass="entr" presetSubtype="1" fill="hold" grpId="0" nodeType="afterEffect">
                                  <p:stCondLst>
                                    <p:cond delay="0"/>
                                  </p:stCondLst>
                                  <p:childTnLst>
                                    <p:set>
                                      <p:cBhvr>
                                        <p:cTn id="112" dur="1" fill="hold">
                                          <p:stCondLst>
                                            <p:cond delay="0"/>
                                          </p:stCondLst>
                                        </p:cTn>
                                        <p:tgtEl>
                                          <p:spTgt spid="807988"/>
                                        </p:tgtEl>
                                        <p:attrNameLst>
                                          <p:attrName>style.visibility</p:attrName>
                                        </p:attrNameLst>
                                      </p:cBhvr>
                                      <p:to>
                                        <p:strVal val="visible"/>
                                      </p:to>
                                    </p:set>
                                    <p:animEffect transition="in" filter="wipe(up)">
                                      <p:cBhvr>
                                        <p:cTn id="113" dur="500"/>
                                        <p:tgtEl>
                                          <p:spTgt spid="807988"/>
                                        </p:tgtEl>
                                      </p:cBhvr>
                                    </p:animEffect>
                                  </p:childTnLst>
                                </p:cTn>
                              </p:par>
                            </p:childTnLst>
                          </p:cTn>
                        </p:par>
                      </p:childTnLst>
                    </p:cTn>
                  </p:par>
                  <p:par>
                    <p:cTn id="114" fill="hold">
                      <p:stCondLst>
                        <p:cond delay="indefinite"/>
                      </p:stCondLst>
                      <p:childTnLst>
                        <p:par>
                          <p:cTn id="115" fill="hold">
                            <p:stCondLst>
                              <p:cond delay="0"/>
                            </p:stCondLst>
                            <p:childTnLst>
                              <p:par>
                                <p:cTn id="116" presetID="1" presetClass="exit" presetSubtype="0" fill="hold" grpId="1" nodeType="clickEffect">
                                  <p:stCondLst>
                                    <p:cond delay="0"/>
                                  </p:stCondLst>
                                  <p:childTnLst>
                                    <p:set>
                                      <p:cBhvr>
                                        <p:cTn id="117" dur="1" fill="hold">
                                          <p:stCondLst>
                                            <p:cond delay="0"/>
                                          </p:stCondLst>
                                        </p:cTn>
                                        <p:tgtEl>
                                          <p:spTgt spid="807988"/>
                                        </p:tgtEl>
                                        <p:attrNameLst>
                                          <p:attrName>style.visibility</p:attrName>
                                        </p:attrNameLst>
                                      </p:cBhvr>
                                      <p:to>
                                        <p:strVal val="hidden"/>
                                      </p:to>
                                    </p:set>
                                  </p:childTnLst>
                                </p:cTn>
                              </p:par>
                            </p:childTnLst>
                          </p:cTn>
                        </p:par>
                        <p:par>
                          <p:cTn id="118" fill="hold">
                            <p:stCondLst>
                              <p:cond delay="0"/>
                            </p:stCondLst>
                            <p:childTnLst>
                              <p:par>
                                <p:cTn id="119" presetID="53" presetClass="entr" presetSubtype="16" fill="hold" grpId="0" nodeType="afterEffect">
                                  <p:stCondLst>
                                    <p:cond delay="0"/>
                                  </p:stCondLst>
                                  <p:childTnLst>
                                    <p:set>
                                      <p:cBhvr>
                                        <p:cTn id="120" dur="1" fill="hold">
                                          <p:stCondLst>
                                            <p:cond delay="0"/>
                                          </p:stCondLst>
                                        </p:cTn>
                                        <p:tgtEl>
                                          <p:spTgt spid="807990"/>
                                        </p:tgtEl>
                                        <p:attrNameLst>
                                          <p:attrName>style.visibility</p:attrName>
                                        </p:attrNameLst>
                                      </p:cBhvr>
                                      <p:to>
                                        <p:strVal val="visible"/>
                                      </p:to>
                                    </p:set>
                                    <p:anim calcmode="lin" valueType="num">
                                      <p:cBhvr>
                                        <p:cTn id="121" dur="500" fill="hold"/>
                                        <p:tgtEl>
                                          <p:spTgt spid="807990"/>
                                        </p:tgtEl>
                                        <p:attrNameLst>
                                          <p:attrName>ppt_w</p:attrName>
                                        </p:attrNameLst>
                                      </p:cBhvr>
                                      <p:tavLst>
                                        <p:tav tm="0">
                                          <p:val>
                                            <p:fltVal val="0"/>
                                          </p:val>
                                        </p:tav>
                                        <p:tav tm="100000">
                                          <p:val>
                                            <p:strVal val="#ppt_w"/>
                                          </p:val>
                                        </p:tav>
                                      </p:tavLst>
                                    </p:anim>
                                    <p:anim calcmode="lin" valueType="num">
                                      <p:cBhvr>
                                        <p:cTn id="122" dur="500" fill="hold"/>
                                        <p:tgtEl>
                                          <p:spTgt spid="807990"/>
                                        </p:tgtEl>
                                        <p:attrNameLst>
                                          <p:attrName>ppt_h</p:attrName>
                                        </p:attrNameLst>
                                      </p:cBhvr>
                                      <p:tavLst>
                                        <p:tav tm="0">
                                          <p:val>
                                            <p:fltVal val="0"/>
                                          </p:val>
                                        </p:tav>
                                        <p:tav tm="100000">
                                          <p:val>
                                            <p:strVal val="#ppt_h"/>
                                          </p:val>
                                        </p:tav>
                                      </p:tavLst>
                                    </p:anim>
                                    <p:animEffect transition="in" filter="fade">
                                      <p:cBhvr>
                                        <p:cTn id="123" dur="500"/>
                                        <p:tgtEl>
                                          <p:spTgt spid="807990"/>
                                        </p:tgtEl>
                                      </p:cBhvr>
                                    </p:animEffect>
                                  </p:childTnLst>
                                </p:cTn>
                              </p:par>
                            </p:childTnLst>
                          </p:cTn>
                        </p:par>
                        <p:par>
                          <p:cTn id="124" fill="hold">
                            <p:stCondLst>
                              <p:cond delay="500"/>
                            </p:stCondLst>
                            <p:childTnLst>
                              <p:par>
                                <p:cTn id="125" presetID="22" presetClass="entr" presetSubtype="1" fill="hold" grpId="0" nodeType="afterEffect">
                                  <p:stCondLst>
                                    <p:cond delay="0"/>
                                  </p:stCondLst>
                                  <p:childTnLst>
                                    <p:set>
                                      <p:cBhvr>
                                        <p:cTn id="126" dur="1" fill="hold">
                                          <p:stCondLst>
                                            <p:cond delay="0"/>
                                          </p:stCondLst>
                                        </p:cTn>
                                        <p:tgtEl>
                                          <p:spTgt spid="807991"/>
                                        </p:tgtEl>
                                        <p:attrNameLst>
                                          <p:attrName>style.visibility</p:attrName>
                                        </p:attrNameLst>
                                      </p:cBhvr>
                                      <p:to>
                                        <p:strVal val="visible"/>
                                      </p:to>
                                    </p:set>
                                    <p:animEffect transition="in" filter="wipe(up)">
                                      <p:cBhvr>
                                        <p:cTn id="127" dur="500"/>
                                        <p:tgtEl>
                                          <p:spTgt spid="807991"/>
                                        </p:tgtEl>
                                      </p:cBhvr>
                                    </p:animEffect>
                                  </p:childTnLst>
                                </p:cTn>
                              </p:par>
                            </p:childTnLst>
                          </p:cTn>
                        </p:par>
                        <p:par>
                          <p:cTn id="128" fill="hold">
                            <p:stCondLst>
                              <p:cond delay="1000"/>
                            </p:stCondLst>
                            <p:childTnLst>
                              <p:par>
                                <p:cTn id="129" presetID="53" presetClass="entr" presetSubtype="16" fill="hold" grpId="0" nodeType="afterEffect">
                                  <p:stCondLst>
                                    <p:cond delay="0"/>
                                  </p:stCondLst>
                                  <p:childTnLst>
                                    <p:set>
                                      <p:cBhvr>
                                        <p:cTn id="130" dur="1" fill="hold">
                                          <p:stCondLst>
                                            <p:cond delay="0"/>
                                          </p:stCondLst>
                                        </p:cTn>
                                        <p:tgtEl>
                                          <p:spTgt spid="807989"/>
                                        </p:tgtEl>
                                        <p:attrNameLst>
                                          <p:attrName>style.visibility</p:attrName>
                                        </p:attrNameLst>
                                      </p:cBhvr>
                                      <p:to>
                                        <p:strVal val="visible"/>
                                      </p:to>
                                    </p:set>
                                    <p:anim calcmode="lin" valueType="num">
                                      <p:cBhvr>
                                        <p:cTn id="131" dur="500" fill="hold"/>
                                        <p:tgtEl>
                                          <p:spTgt spid="807989"/>
                                        </p:tgtEl>
                                        <p:attrNameLst>
                                          <p:attrName>ppt_w</p:attrName>
                                        </p:attrNameLst>
                                      </p:cBhvr>
                                      <p:tavLst>
                                        <p:tav tm="0">
                                          <p:val>
                                            <p:fltVal val="0"/>
                                          </p:val>
                                        </p:tav>
                                        <p:tav tm="100000">
                                          <p:val>
                                            <p:strVal val="#ppt_w"/>
                                          </p:val>
                                        </p:tav>
                                      </p:tavLst>
                                    </p:anim>
                                    <p:anim calcmode="lin" valueType="num">
                                      <p:cBhvr>
                                        <p:cTn id="132" dur="500" fill="hold"/>
                                        <p:tgtEl>
                                          <p:spTgt spid="807989"/>
                                        </p:tgtEl>
                                        <p:attrNameLst>
                                          <p:attrName>ppt_h</p:attrName>
                                        </p:attrNameLst>
                                      </p:cBhvr>
                                      <p:tavLst>
                                        <p:tav tm="0">
                                          <p:val>
                                            <p:fltVal val="0"/>
                                          </p:val>
                                        </p:tav>
                                        <p:tav tm="100000">
                                          <p:val>
                                            <p:strVal val="#ppt_h"/>
                                          </p:val>
                                        </p:tav>
                                      </p:tavLst>
                                    </p:anim>
                                    <p:animEffect transition="in" filter="fade">
                                      <p:cBhvr>
                                        <p:cTn id="133" dur="500"/>
                                        <p:tgtEl>
                                          <p:spTgt spid="807989"/>
                                        </p:tgtEl>
                                      </p:cBhvr>
                                    </p:animEffect>
                                  </p:childTnLst>
                                </p:cTn>
                              </p:par>
                            </p:childTnLst>
                          </p:cTn>
                        </p:par>
                      </p:childTnLst>
                    </p:cTn>
                  </p:par>
                  <p:par>
                    <p:cTn id="134" fill="hold">
                      <p:stCondLst>
                        <p:cond delay="indefinite"/>
                      </p:stCondLst>
                      <p:childTnLst>
                        <p:par>
                          <p:cTn id="135" fill="hold">
                            <p:stCondLst>
                              <p:cond delay="0"/>
                            </p:stCondLst>
                            <p:childTnLst>
                              <p:par>
                                <p:cTn id="136" presetID="1" presetClass="exit" presetSubtype="0" fill="hold" grpId="1" nodeType="clickEffect">
                                  <p:stCondLst>
                                    <p:cond delay="0"/>
                                  </p:stCondLst>
                                  <p:childTnLst>
                                    <p:set>
                                      <p:cBhvr>
                                        <p:cTn id="137" dur="1" fill="hold">
                                          <p:stCondLst>
                                            <p:cond delay="0"/>
                                          </p:stCondLst>
                                        </p:cTn>
                                        <p:tgtEl>
                                          <p:spTgt spid="807991"/>
                                        </p:tgtEl>
                                        <p:attrNameLst>
                                          <p:attrName>style.visibility</p:attrName>
                                        </p:attrNameLst>
                                      </p:cBhvr>
                                      <p:to>
                                        <p:strVal val="hidden"/>
                                      </p:to>
                                    </p:set>
                                  </p:childTnLst>
                                </p:cTn>
                              </p:par>
                            </p:childTnLst>
                          </p:cTn>
                        </p:par>
                        <p:par>
                          <p:cTn id="138" fill="hold">
                            <p:stCondLst>
                              <p:cond delay="0"/>
                            </p:stCondLst>
                            <p:childTnLst>
                              <p:par>
                                <p:cTn id="139" presetID="53" presetClass="entr" presetSubtype="16" fill="hold" grpId="0" nodeType="afterEffect">
                                  <p:stCondLst>
                                    <p:cond delay="0"/>
                                  </p:stCondLst>
                                  <p:childTnLst>
                                    <p:set>
                                      <p:cBhvr>
                                        <p:cTn id="140" dur="1" fill="hold">
                                          <p:stCondLst>
                                            <p:cond delay="0"/>
                                          </p:stCondLst>
                                        </p:cTn>
                                        <p:tgtEl>
                                          <p:spTgt spid="807993"/>
                                        </p:tgtEl>
                                        <p:attrNameLst>
                                          <p:attrName>style.visibility</p:attrName>
                                        </p:attrNameLst>
                                      </p:cBhvr>
                                      <p:to>
                                        <p:strVal val="visible"/>
                                      </p:to>
                                    </p:set>
                                    <p:anim calcmode="lin" valueType="num">
                                      <p:cBhvr>
                                        <p:cTn id="141" dur="500" fill="hold"/>
                                        <p:tgtEl>
                                          <p:spTgt spid="807993"/>
                                        </p:tgtEl>
                                        <p:attrNameLst>
                                          <p:attrName>ppt_w</p:attrName>
                                        </p:attrNameLst>
                                      </p:cBhvr>
                                      <p:tavLst>
                                        <p:tav tm="0">
                                          <p:val>
                                            <p:fltVal val="0"/>
                                          </p:val>
                                        </p:tav>
                                        <p:tav tm="100000">
                                          <p:val>
                                            <p:strVal val="#ppt_w"/>
                                          </p:val>
                                        </p:tav>
                                      </p:tavLst>
                                    </p:anim>
                                    <p:anim calcmode="lin" valueType="num">
                                      <p:cBhvr>
                                        <p:cTn id="142" dur="500" fill="hold"/>
                                        <p:tgtEl>
                                          <p:spTgt spid="807993"/>
                                        </p:tgtEl>
                                        <p:attrNameLst>
                                          <p:attrName>ppt_h</p:attrName>
                                        </p:attrNameLst>
                                      </p:cBhvr>
                                      <p:tavLst>
                                        <p:tav tm="0">
                                          <p:val>
                                            <p:fltVal val="0"/>
                                          </p:val>
                                        </p:tav>
                                        <p:tav tm="100000">
                                          <p:val>
                                            <p:strVal val="#ppt_h"/>
                                          </p:val>
                                        </p:tav>
                                      </p:tavLst>
                                    </p:anim>
                                    <p:animEffect transition="in" filter="fade">
                                      <p:cBhvr>
                                        <p:cTn id="143" dur="500"/>
                                        <p:tgtEl>
                                          <p:spTgt spid="807993"/>
                                        </p:tgtEl>
                                      </p:cBhvr>
                                    </p:animEffect>
                                  </p:childTnLst>
                                </p:cTn>
                              </p:par>
                            </p:childTnLst>
                          </p:cTn>
                        </p:par>
                        <p:par>
                          <p:cTn id="144" fill="hold">
                            <p:stCondLst>
                              <p:cond delay="500"/>
                            </p:stCondLst>
                            <p:childTnLst>
                              <p:par>
                                <p:cTn id="145" presetID="22" presetClass="entr" presetSubtype="1" fill="hold" grpId="0" nodeType="afterEffect">
                                  <p:stCondLst>
                                    <p:cond delay="0"/>
                                  </p:stCondLst>
                                  <p:childTnLst>
                                    <p:set>
                                      <p:cBhvr>
                                        <p:cTn id="146" dur="1" fill="hold">
                                          <p:stCondLst>
                                            <p:cond delay="0"/>
                                          </p:stCondLst>
                                        </p:cTn>
                                        <p:tgtEl>
                                          <p:spTgt spid="807994"/>
                                        </p:tgtEl>
                                        <p:attrNameLst>
                                          <p:attrName>style.visibility</p:attrName>
                                        </p:attrNameLst>
                                      </p:cBhvr>
                                      <p:to>
                                        <p:strVal val="visible"/>
                                      </p:to>
                                    </p:set>
                                    <p:animEffect transition="in" filter="wipe(up)">
                                      <p:cBhvr>
                                        <p:cTn id="147" dur="500"/>
                                        <p:tgtEl>
                                          <p:spTgt spid="807994"/>
                                        </p:tgtEl>
                                      </p:cBhvr>
                                    </p:animEffect>
                                  </p:childTnLst>
                                </p:cTn>
                              </p:par>
                            </p:childTnLst>
                          </p:cTn>
                        </p:par>
                        <p:par>
                          <p:cTn id="148" fill="hold">
                            <p:stCondLst>
                              <p:cond delay="1000"/>
                            </p:stCondLst>
                            <p:childTnLst>
                              <p:par>
                                <p:cTn id="149" presetID="53" presetClass="entr" presetSubtype="16" fill="hold" grpId="0" nodeType="afterEffect">
                                  <p:stCondLst>
                                    <p:cond delay="0"/>
                                  </p:stCondLst>
                                  <p:childTnLst>
                                    <p:set>
                                      <p:cBhvr>
                                        <p:cTn id="150" dur="1" fill="hold">
                                          <p:stCondLst>
                                            <p:cond delay="0"/>
                                          </p:stCondLst>
                                        </p:cTn>
                                        <p:tgtEl>
                                          <p:spTgt spid="807992"/>
                                        </p:tgtEl>
                                        <p:attrNameLst>
                                          <p:attrName>style.visibility</p:attrName>
                                        </p:attrNameLst>
                                      </p:cBhvr>
                                      <p:to>
                                        <p:strVal val="visible"/>
                                      </p:to>
                                    </p:set>
                                    <p:anim calcmode="lin" valueType="num">
                                      <p:cBhvr>
                                        <p:cTn id="151" dur="500" fill="hold"/>
                                        <p:tgtEl>
                                          <p:spTgt spid="807992"/>
                                        </p:tgtEl>
                                        <p:attrNameLst>
                                          <p:attrName>ppt_w</p:attrName>
                                        </p:attrNameLst>
                                      </p:cBhvr>
                                      <p:tavLst>
                                        <p:tav tm="0">
                                          <p:val>
                                            <p:fltVal val="0"/>
                                          </p:val>
                                        </p:tav>
                                        <p:tav tm="100000">
                                          <p:val>
                                            <p:strVal val="#ppt_w"/>
                                          </p:val>
                                        </p:tav>
                                      </p:tavLst>
                                    </p:anim>
                                    <p:anim calcmode="lin" valueType="num">
                                      <p:cBhvr>
                                        <p:cTn id="152" dur="500" fill="hold"/>
                                        <p:tgtEl>
                                          <p:spTgt spid="807992"/>
                                        </p:tgtEl>
                                        <p:attrNameLst>
                                          <p:attrName>ppt_h</p:attrName>
                                        </p:attrNameLst>
                                      </p:cBhvr>
                                      <p:tavLst>
                                        <p:tav tm="0">
                                          <p:val>
                                            <p:fltVal val="0"/>
                                          </p:val>
                                        </p:tav>
                                        <p:tav tm="100000">
                                          <p:val>
                                            <p:strVal val="#ppt_h"/>
                                          </p:val>
                                        </p:tav>
                                      </p:tavLst>
                                    </p:anim>
                                    <p:animEffect transition="in" filter="fade">
                                      <p:cBhvr>
                                        <p:cTn id="153" dur="500"/>
                                        <p:tgtEl>
                                          <p:spTgt spid="807992"/>
                                        </p:tgtEl>
                                      </p:cBhvr>
                                    </p:animEffect>
                                  </p:childTnLst>
                                </p:cTn>
                              </p:par>
                            </p:childTnLst>
                          </p:cTn>
                        </p:par>
                      </p:childTnLst>
                    </p:cTn>
                  </p:par>
                  <p:par>
                    <p:cTn id="154" fill="hold">
                      <p:stCondLst>
                        <p:cond delay="indefinite"/>
                      </p:stCondLst>
                      <p:childTnLst>
                        <p:par>
                          <p:cTn id="155" fill="hold">
                            <p:stCondLst>
                              <p:cond delay="0"/>
                            </p:stCondLst>
                            <p:childTnLst>
                              <p:par>
                                <p:cTn id="156" presetID="1" presetClass="exit" presetSubtype="0" fill="hold" grpId="1" nodeType="clickEffect">
                                  <p:stCondLst>
                                    <p:cond delay="0"/>
                                  </p:stCondLst>
                                  <p:childTnLst>
                                    <p:set>
                                      <p:cBhvr>
                                        <p:cTn id="157" dur="1" fill="hold">
                                          <p:stCondLst>
                                            <p:cond delay="0"/>
                                          </p:stCondLst>
                                        </p:cTn>
                                        <p:tgtEl>
                                          <p:spTgt spid="807994"/>
                                        </p:tgtEl>
                                        <p:attrNameLst>
                                          <p:attrName>style.visibility</p:attrName>
                                        </p:attrNameLst>
                                      </p:cBhvr>
                                      <p:to>
                                        <p:strVal val="hidden"/>
                                      </p:to>
                                    </p:set>
                                  </p:childTnLst>
                                </p:cTn>
                              </p:par>
                            </p:childTnLst>
                          </p:cTn>
                        </p:par>
                        <p:par>
                          <p:cTn id="158" fill="hold">
                            <p:stCondLst>
                              <p:cond delay="0"/>
                            </p:stCondLst>
                            <p:childTnLst>
                              <p:par>
                                <p:cTn id="159" presetID="53" presetClass="entr" presetSubtype="16" fill="hold" grpId="0" nodeType="afterEffect">
                                  <p:stCondLst>
                                    <p:cond delay="0"/>
                                  </p:stCondLst>
                                  <p:childTnLst>
                                    <p:set>
                                      <p:cBhvr>
                                        <p:cTn id="160" dur="1" fill="hold">
                                          <p:stCondLst>
                                            <p:cond delay="0"/>
                                          </p:stCondLst>
                                        </p:cTn>
                                        <p:tgtEl>
                                          <p:spTgt spid="807996"/>
                                        </p:tgtEl>
                                        <p:attrNameLst>
                                          <p:attrName>style.visibility</p:attrName>
                                        </p:attrNameLst>
                                      </p:cBhvr>
                                      <p:to>
                                        <p:strVal val="visible"/>
                                      </p:to>
                                    </p:set>
                                    <p:anim calcmode="lin" valueType="num">
                                      <p:cBhvr>
                                        <p:cTn id="161" dur="500" fill="hold"/>
                                        <p:tgtEl>
                                          <p:spTgt spid="807996"/>
                                        </p:tgtEl>
                                        <p:attrNameLst>
                                          <p:attrName>ppt_w</p:attrName>
                                        </p:attrNameLst>
                                      </p:cBhvr>
                                      <p:tavLst>
                                        <p:tav tm="0">
                                          <p:val>
                                            <p:fltVal val="0"/>
                                          </p:val>
                                        </p:tav>
                                        <p:tav tm="100000">
                                          <p:val>
                                            <p:strVal val="#ppt_w"/>
                                          </p:val>
                                        </p:tav>
                                      </p:tavLst>
                                    </p:anim>
                                    <p:anim calcmode="lin" valueType="num">
                                      <p:cBhvr>
                                        <p:cTn id="162" dur="500" fill="hold"/>
                                        <p:tgtEl>
                                          <p:spTgt spid="807996"/>
                                        </p:tgtEl>
                                        <p:attrNameLst>
                                          <p:attrName>ppt_h</p:attrName>
                                        </p:attrNameLst>
                                      </p:cBhvr>
                                      <p:tavLst>
                                        <p:tav tm="0">
                                          <p:val>
                                            <p:fltVal val="0"/>
                                          </p:val>
                                        </p:tav>
                                        <p:tav tm="100000">
                                          <p:val>
                                            <p:strVal val="#ppt_h"/>
                                          </p:val>
                                        </p:tav>
                                      </p:tavLst>
                                    </p:anim>
                                    <p:animEffect transition="in" filter="fade">
                                      <p:cBhvr>
                                        <p:cTn id="163" dur="500"/>
                                        <p:tgtEl>
                                          <p:spTgt spid="807996"/>
                                        </p:tgtEl>
                                      </p:cBhvr>
                                    </p:animEffect>
                                  </p:childTnLst>
                                </p:cTn>
                              </p:par>
                            </p:childTnLst>
                          </p:cTn>
                        </p:par>
                        <p:par>
                          <p:cTn id="164" fill="hold">
                            <p:stCondLst>
                              <p:cond delay="500"/>
                            </p:stCondLst>
                            <p:childTnLst>
                              <p:par>
                                <p:cTn id="165" presetID="22" presetClass="entr" presetSubtype="1" fill="hold" grpId="0" nodeType="afterEffect">
                                  <p:stCondLst>
                                    <p:cond delay="0"/>
                                  </p:stCondLst>
                                  <p:childTnLst>
                                    <p:set>
                                      <p:cBhvr>
                                        <p:cTn id="166" dur="1" fill="hold">
                                          <p:stCondLst>
                                            <p:cond delay="0"/>
                                          </p:stCondLst>
                                        </p:cTn>
                                        <p:tgtEl>
                                          <p:spTgt spid="807997"/>
                                        </p:tgtEl>
                                        <p:attrNameLst>
                                          <p:attrName>style.visibility</p:attrName>
                                        </p:attrNameLst>
                                      </p:cBhvr>
                                      <p:to>
                                        <p:strVal val="visible"/>
                                      </p:to>
                                    </p:set>
                                    <p:animEffect transition="in" filter="wipe(up)">
                                      <p:cBhvr>
                                        <p:cTn id="167" dur="500"/>
                                        <p:tgtEl>
                                          <p:spTgt spid="807997"/>
                                        </p:tgtEl>
                                      </p:cBhvr>
                                    </p:animEffect>
                                  </p:childTnLst>
                                </p:cTn>
                              </p:par>
                            </p:childTnLst>
                          </p:cTn>
                        </p:par>
                        <p:par>
                          <p:cTn id="168" fill="hold">
                            <p:stCondLst>
                              <p:cond delay="1000"/>
                            </p:stCondLst>
                            <p:childTnLst>
                              <p:par>
                                <p:cTn id="169" presetID="53" presetClass="entr" presetSubtype="16" fill="hold" grpId="0" nodeType="afterEffect">
                                  <p:stCondLst>
                                    <p:cond delay="0"/>
                                  </p:stCondLst>
                                  <p:childTnLst>
                                    <p:set>
                                      <p:cBhvr>
                                        <p:cTn id="170" dur="1" fill="hold">
                                          <p:stCondLst>
                                            <p:cond delay="0"/>
                                          </p:stCondLst>
                                        </p:cTn>
                                        <p:tgtEl>
                                          <p:spTgt spid="807995"/>
                                        </p:tgtEl>
                                        <p:attrNameLst>
                                          <p:attrName>style.visibility</p:attrName>
                                        </p:attrNameLst>
                                      </p:cBhvr>
                                      <p:to>
                                        <p:strVal val="visible"/>
                                      </p:to>
                                    </p:set>
                                    <p:anim calcmode="lin" valueType="num">
                                      <p:cBhvr>
                                        <p:cTn id="171" dur="500" fill="hold"/>
                                        <p:tgtEl>
                                          <p:spTgt spid="807995"/>
                                        </p:tgtEl>
                                        <p:attrNameLst>
                                          <p:attrName>ppt_w</p:attrName>
                                        </p:attrNameLst>
                                      </p:cBhvr>
                                      <p:tavLst>
                                        <p:tav tm="0">
                                          <p:val>
                                            <p:fltVal val="0"/>
                                          </p:val>
                                        </p:tav>
                                        <p:tav tm="100000">
                                          <p:val>
                                            <p:strVal val="#ppt_w"/>
                                          </p:val>
                                        </p:tav>
                                      </p:tavLst>
                                    </p:anim>
                                    <p:anim calcmode="lin" valueType="num">
                                      <p:cBhvr>
                                        <p:cTn id="172" dur="500" fill="hold"/>
                                        <p:tgtEl>
                                          <p:spTgt spid="807995"/>
                                        </p:tgtEl>
                                        <p:attrNameLst>
                                          <p:attrName>ppt_h</p:attrName>
                                        </p:attrNameLst>
                                      </p:cBhvr>
                                      <p:tavLst>
                                        <p:tav tm="0">
                                          <p:val>
                                            <p:fltVal val="0"/>
                                          </p:val>
                                        </p:tav>
                                        <p:tav tm="100000">
                                          <p:val>
                                            <p:strVal val="#ppt_h"/>
                                          </p:val>
                                        </p:tav>
                                      </p:tavLst>
                                    </p:anim>
                                    <p:animEffect transition="in" filter="fade">
                                      <p:cBhvr>
                                        <p:cTn id="173" dur="500"/>
                                        <p:tgtEl>
                                          <p:spTgt spid="807995"/>
                                        </p:tgtEl>
                                      </p:cBhvr>
                                    </p:animEffect>
                                  </p:childTnLst>
                                </p:cTn>
                              </p:par>
                            </p:childTnLst>
                          </p:cTn>
                        </p:par>
                      </p:childTnLst>
                    </p:cTn>
                  </p:par>
                  <p:par>
                    <p:cTn id="174" fill="hold">
                      <p:stCondLst>
                        <p:cond delay="indefinite"/>
                      </p:stCondLst>
                      <p:childTnLst>
                        <p:par>
                          <p:cTn id="175" fill="hold">
                            <p:stCondLst>
                              <p:cond delay="0"/>
                            </p:stCondLst>
                            <p:childTnLst>
                              <p:par>
                                <p:cTn id="176" presetID="1" presetClass="exit" presetSubtype="0" fill="hold" grpId="1" nodeType="clickEffect">
                                  <p:stCondLst>
                                    <p:cond delay="0"/>
                                  </p:stCondLst>
                                  <p:childTnLst>
                                    <p:set>
                                      <p:cBhvr>
                                        <p:cTn id="177" dur="1" fill="hold">
                                          <p:stCondLst>
                                            <p:cond delay="0"/>
                                          </p:stCondLst>
                                        </p:cTn>
                                        <p:tgtEl>
                                          <p:spTgt spid="807997"/>
                                        </p:tgtEl>
                                        <p:attrNameLst>
                                          <p:attrName>style.visibility</p:attrName>
                                        </p:attrNameLst>
                                      </p:cBhvr>
                                      <p:to>
                                        <p:strVal val="hidden"/>
                                      </p:to>
                                    </p:set>
                                  </p:childTnLst>
                                </p:cTn>
                              </p:par>
                            </p:childTnLst>
                          </p:cTn>
                        </p:par>
                        <p:par>
                          <p:cTn id="178" fill="hold">
                            <p:stCondLst>
                              <p:cond delay="0"/>
                            </p:stCondLst>
                            <p:childTnLst>
                              <p:par>
                                <p:cTn id="179" presetID="53" presetClass="entr" presetSubtype="16" fill="hold" grpId="0" nodeType="afterEffect">
                                  <p:stCondLst>
                                    <p:cond delay="0"/>
                                  </p:stCondLst>
                                  <p:childTnLst>
                                    <p:set>
                                      <p:cBhvr>
                                        <p:cTn id="180" dur="1" fill="hold">
                                          <p:stCondLst>
                                            <p:cond delay="0"/>
                                          </p:stCondLst>
                                        </p:cTn>
                                        <p:tgtEl>
                                          <p:spTgt spid="807999"/>
                                        </p:tgtEl>
                                        <p:attrNameLst>
                                          <p:attrName>style.visibility</p:attrName>
                                        </p:attrNameLst>
                                      </p:cBhvr>
                                      <p:to>
                                        <p:strVal val="visible"/>
                                      </p:to>
                                    </p:set>
                                    <p:anim calcmode="lin" valueType="num">
                                      <p:cBhvr>
                                        <p:cTn id="181" dur="500" fill="hold"/>
                                        <p:tgtEl>
                                          <p:spTgt spid="807999"/>
                                        </p:tgtEl>
                                        <p:attrNameLst>
                                          <p:attrName>ppt_w</p:attrName>
                                        </p:attrNameLst>
                                      </p:cBhvr>
                                      <p:tavLst>
                                        <p:tav tm="0">
                                          <p:val>
                                            <p:fltVal val="0"/>
                                          </p:val>
                                        </p:tav>
                                        <p:tav tm="100000">
                                          <p:val>
                                            <p:strVal val="#ppt_w"/>
                                          </p:val>
                                        </p:tav>
                                      </p:tavLst>
                                    </p:anim>
                                    <p:anim calcmode="lin" valueType="num">
                                      <p:cBhvr>
                                        <p:cTn id="182" dur="500" fill="hold"/>
                                        <p:tgtEl>
                                          <p:spTgt spid="807999"/>
                                        </p:tgtEl>
                                        <p:attrNameLst>
                                          <p:attrName>ppt_h</p:attrName>
                                        </p:attrNameLst>
                                      </p:cBhvr>
                                      <p:tavLst>
                                        <p:tav tm="0">
                                          <p:val>
                                            <p:fltVal val="0"/>
                                          </p:val>
                                        </p:tav>
                                        <p:tav tm="100000">
                                          <p:val>
                                            <p:strVal val="#ppt_h"/>
                                          </p:val>
                                        </p:tav>
                                      </p:tavLst>
                                    </p:anim>
                                    <p:animEffect transition="in" filter="fade">
                                      <p:cBhvr>
                                        <p:cTn id="183" dur="500"/>
                                        <p:tgtEl>
                                          <p:spTgt spid="807999"/>
                                        </p:tgtEl>
                                      </p:cBhvr>
                                    </p:animEffect>
                                  </p:childTnLst>
                                </p:cTn>
                              </p:par>
                            </p:childTnLst>
                          </p:cTn>
                        </p:par>
                        <p:par>
                          <p:cTn id="184" fill="hold">
                            <p:stCondLst>
                              <p:cond delay="500"/>
                            </p:stCondLst>
                            <p:childTnLst>
                              <p:par>
                                <p:cTn id="185" presetID="22" presetClass="entr" presetSubtype="1" fill="hold" grpId="0" nodeType="afterEffect">
                                  <p:stCondLst>
                                    <p:cond delay="0"/>
                                  </p:stCondLst>
                                  <p:childTnLst>
                                    <p:set>
                                      <p:cBhvr>
                                        <p:cTn id="186" dur="1" fill="hold">
                                          <p:stCondLst>
                                            <p:cond delay="0"/>
                                          </p:stCondLst>
                                        </p:cTn>
                                        <p:tgtEl>
                                          <p:spTgt spid="808000"/>
                                        </p:tgtEl>
                                        <p:attrNameLst>
                                          <p:attrName>style.visibility</p:attrName>
                                        </p:attrNameLst>
                                      </p:cBhvr>
                                      <p:to>
                                        <p:strVal val="visible"/>
                                      </p:to>
                                    </p:set>
                                    <p:animEffect transition="in" filter="wipe(up)">
                                      <p:cBhvr>
                                        <p:cTn id="187" dur="500"/>
                                        <p:tgtEl>
                                          <p:spTgt spid="808000"/>
                                        </p:tgtEl>
                                      </p:cBhvr>
                                    </p:animEffect>
                                  </p:childTnLst>
                                </p:cTn>
                              </p:par>
                            </p:childTnLst>
                          </p:cTn>
                        </p:par>
                        <p:par>
                          <p:cTn id="188" fill="hold">
                            <p:stCondLst>
                              <p:cond delay="1000"/>
                            </p:stCondLst>
                            <p:childTnLst>
                              <p:par>
                                <p:cTn id="189" presetID="53" presetClass="entr" presetSubtype="16" fill="hold" grpId="0" nodeType="afterEffect">
                                  <p:stCondLst>
                                    <p:cond delay="0"/>
                                  </p:stCondLst>
                                  <p:childTnLst>
                                    <p:set>
                                      <p:cBhvr>
                                        <p:cTn id="190" dur="1" fill="hold">
                                          <p:stCondLst>
                                            <p:cond delay="0"/>
                                          </p:stCondLst>
                                        </p:cTn>
                                        <p:tgtEl>
                                          <p:spTgt spid="807998"/>
                                        </p:tgtEl>
                                        <p:attrNameLst>
                                          <p:attrName>style.visibility</p:attrName>
                                        </p:attrNameLst>
                                      </p:cBhvr>
                                      <p:to>
                                        <p:strVal val="visible"/>
                                      </p:to>
                                    </p:set>
                                    <p:anim calcmode="lin" valueType="num">
                                      <p:cBhvr>
                                        <p:cTn id="191" dur="500" fill="hold"/>
                                        <p:tgtEl>
                                          <p:spTgt spid="807998"/>
                                        </p:tgtEl>
                                        <p:attrNameLst>
                                          <p:attrName>ppt_w</p:attrName>
                                        </p:attrNameLst>
                                      </p:cBhvr>
                                      <p:tavLst>
                                        <p:tav tm="0">
                                          <p:val>
                                            <p:fltVal val="0"/>
                                          </p:val>
                                        </p:tav>
                                        <p:tav tm="100000">
                                          <p:val>
                                            <p:strVal val="#ppt_w"/>
                                          </p:val>
                                        </p:tav>
                                      </p:tavLst>
                                    </p:anim>
                                    <p:anim calcmode="lin" valueType="num">
                                      <p:cBhvr>
                                        <p:cTn id="192" dur="500" fill="hold"/>
                                        <p:tgtEl>
                                          <p:spTgt spid="807998"/>
                                        </p:tgtEl>
                                        <p:attrNameLst>
                                          <p:attrName>ppt_h</p:attrName>
                                        </p:attrNameLst>
                                      </p:cBhvr>
                                      <p:tavLst>
                                        <p:tav tm="0">
                                          <p:val>
                                            <p:fltVal val="0"/>
                                          </p:val>
                                        </p:tav>
                                        <p:tav tm="100000">
                                          <p:val>
                                            <p:strVal val="#ppt_h"/>
                                          </p:val>
                                        </p:tav>
                                      </p:tavLst>
                                    </p:anim>
                                    <p:animEffect transition="in" filter="fade">
                                      <p:cBhvr>
                                        <p:cTn id="193" dur="500"/>
                                        <p:tgtEl>
                                          <p:spTgt spid="807998"/>
                                        </p:tgtEl>
                                      </p:cBhvr>
                                    </p:animEffect>
                                  </p:childTnLst>
                                </p:cTn>
                              </p:par>
                            </p:childTnLst>
                          </p:cTn>
                        </p:par>
                      </p:childTnLst>
                    </p:cTn>
                  </p:par>
                  <p:par>
                    <p:cTn id="194" fill="hold">
                      <p:stCondLst>
                        <p:cond delay="indefinite"/>
                      </p:stCondLst>
                      <p:childTnLst>
                        <p:par>
                          <p:cTn id="195" fill="hold">
                            <p:stCondLst>
                              <p:cond delay="0"/>
                            </p:stCondLst>
                            <p:childTnLst>
                              <p:par>
                                <p:cTn id="196" presetID="1" presetClass="exit" presetSubtype="0" fill="hold" grpId="1" nodeType="clickEffect">
                                  <p:stCondLst>
                                    <p:cond delay="0"/>
                                  </p:stCondLst>
                                  <p:childTnLst>
                                    <p:set>
                                      <p:cBhvr>
                                        <p:cTn id="197" dur="1" fill="hold">
                                          <p:stCondLst>
                                            <p:cond delay="0"/>
                                          </p:stCondLst>
                                        </p:cTn>
                                        <p:tgtEl>
                                          <p:spTgt spid="808000"/>
                                        </p:tgtEl>
                                        <p:attrNameLst>
                                          <p:attrName>style.visibility</p:attrName>
                                        </p:attrNameLst>
                                      </p:cBhvr>
                                      <p:to>
                                        <p:strVal val="hidden"/>
                                      </p:to>
                                    </p:set>
                                  </p:childTnLst>
                                </p:cTn>
                              </p:par>
                            </p:childTnLst>
                          </p:cTn>
                        </p:par>
                        <p:par>
                          <p:cTn id="198" fill="hold">
                            <p:stCondLst>
                              <p:cond delay="0"/>
                            </p:stCondLst>
                            <p:childTnLst>
                              <p:par>
                                <p:cTn id="199" presetID="53" presetClass="entr" presetSubtype="16" fill="hold" grpId="0" nodeType="afterEffect">
                                  <p:stCondLst>
                                    <p:cond delay="0"/>
                                  </p:stCondLst>
                                  <p:childTnLst>
                                    <p:set>
                                      <p:cBhvr>
                                        <p:cTn id="200" dur="1" fill="hold">
                                          <p:stCondLst>
                                            <p:cond delay="0"/>
                                          </p:stCondLst>
                                        </p:cTn>
                                        <p:tgtEl>
                                          <p:spTgt spid="808002"/>
                                        </p:tgtEl>
                                        <p:attrNameLst>
                                          <p:attrName>style.visibility</p:attrName>
                                        </p:attrNameLst>
                                      </p:cBhvr>
                                      <p:to>
                                        <p:strVal val="visible"/>
                                      </p:to>
                                    </p:set>
                                    <p:anim calcmode="lin" valueType="num">
                                      <p:cBhvr>
                                        <p:cTn id="201" dur="500" fill="hold"/>
                                        <p:tgtEl>
                                          <p:spTgt spid="808002"/>
                                        </p:tgtEl>
                                        <p:attrNameLst>
                                          <p:attrName>ppt_w</p:attrName>
                                        </p:attrNameLst>
                                      </p:cBhvr>
                                      <p:tavLst>
                                        <p:tav tm="0">
                                          <p:val>
                                            <p:fltVal val="0"/>
                                          </p:val>
                                        </p:tav>
                                        <p:tav tm="100000">
                                          <p:val>
                                            <p:strVal val="#ppt_w"/>
                                          </p:val>
                                        </p:tav>
                                      </p:tavLst>
                                    </p:anim>
                                    <p:anim calcmode="lin" valueType="num">
                                      <p:cBhvr>
                                        <p:cTn id="202" dur="500" fill="hold"/>
                                        <p:tgtEl>
                                          <p:spTgt spid="808002"/>
                                        </p:tgtEl>
                                        <p:attrNameLst>
                                          <p:attrName>ppt_h</p:attrName>
                                        </p:attrNameLst>
                                      </p:cBhvr>
                                      <p:tavLst>
                                        <p:tav tm="0">
                                          <p:val>
                                            <p:fltVal val="0"/>
                                          </p:val>
                                        </p:tav>
                                        <p:tav tm="100000">
                                          <p:val>
                                            <p:strVal val="#ppt_h"/>
                                          </p:val>
                                        </p:tav>
                                      </p:tavLst>
                                    </p:anim>
                                    <p:animEffect transition="in" filter="fade">
                                      <p:cBhvr>
                                        <p:cTn id="203" dur="500"/>
                                        <p:tgtEl>
                                          <p:spTgt spid="808002"/>
                                        </p:tgtEl>
                                      </p:cBhvr>
                                    </p:animEffect>
                                  </p:childTnLst>
                                </p:cTn>
                              </p:par>
                            </p:childTnLst>
                          </p:cTn>
                        </p:par>
                        <p:par>
                          <p:cTn id="204" fill="hold">
                            <p:stCondLst>
                              <p:cond delay="500"/>
                            </p:stCondLst>
                            <p:childTnLst>
                              <p:par>
                                <p:cTn id="205" presetID="22" presetClass="entr" presetSubtype="1" fill="hold" grpId="0" nodeType="afterEffect">
                                  <p:stCondLst>
                                    <p:cond delay="0"/>
                                  </p:stCondLst>
                                  <p:childTnLst>
                                    <p:set>
                                      <p:cBhvr>
                                        <p:cTn id="206" dur="1" fill="hold">
                                          <p:stCondLst>
                                            <p:cond delay="0"/>
                                          </p:stCondLst>
                                        </p:cTn>
                                        <p:tgtEl>
                                          <p:spTgt spid="808003"/>
                                        </p:tgtEl>
                                        <p:attrNameLst>
                                          <p:attrName>style.visibility</p:attrName>
                                        </p:attrNameLst>
                                      </p:cBhvr>
                                      <p:to>
                                        <p:strVal val="visible"/>
                                      </p:to>
                                    </p:set>
                                    <p:animEffect transition="in" filter="wipe(up)">
                                      <p:cBhvr>
                                        <p:cTn id="207" dur="500"/>
                                        <p:tgtEl>
                                          <p:spTgt spid="808003"/>
                                        </p:tgtEl>
                                      </p:cBhvr>
                                    </p:animEffect>
                                  </p:childTnLst>
                                </p:cTn>
                              </p:par>
                            </p:childTnLst>
                          </p:cTn>
                        </p:par>
                        <p:par>
                          <p:cTn id="208" fill="hold">
                            <p:stCondLst>
                              <p:cond delay="1000"/>
                            </p:stCondLst>
                            <p:childTnLst>
                              <p:par>
                                <p:cTn id="209" presetID="53" presetClass="entr" presetSubtype="16" fill="hold" grpId="0" nodeType="afterEffect">
                                  <p:stCondLst>
                                    <p:cond delay="0"/>
                                  </p:stCondLst>
                                  <p:childTnLst>
                                    <p:set>
                                      <p:cBhvr>
                                        <p:cTn id="210" dur="1" fill="hold">
                                          <p:stCondLst>
                                            <p:cond delay="0"/>
                                          </p:stCondLst>
                                        </p:cTn>
                                        <p:tgtEl>
                                          <p:spTgt spid="808001"/>
                                        </p:tgtEl>
                                        <p:attrNameLst>
                                          <p:attrName>style.visibility</p:attrName>
                                        </p:attrNameLst>
                                      </p:cBhvr>
                                      <p:to>
                                        <p:strVal val="visible"/>
                                      </p:to>
                                    </p:set>
                                    <p:anim calcmode="lin" valueType="num">
                                      <p:cBhvr>
                                        <p:cTn id="211" dur="500" fill="hold"/>
                                        <p:tgtEl>
                                          <p:spTgt spid="808001"/>
                                        </p:tgtEl>
                                        <p:attrNameLst>
                                          <p:attrName>ppt_w</p:attrName>
                                        </p:attrNameLst>
                                      </p:cBhvr>
                                      <p:tavLst>
                                        <p:tav tm="0">
                                          <p:val>
                                            <p:fltVal val="0"/>
                                          </p:val>
                                        </p:tav>
                                        <p:tav tm="100000">
                                          <p:val>
                                            <p:strVal val="#ppt_w"/>
                                          </p:val>
                                        </p:tav>
                                      </p:tavLst>
                                    </p:anim>
                                    <p:anim calcmode="lin" valueType="num">
                                      <p:cBhvr>
                                        <p:cTn id="212" dur="500" fill="hold"/>
                                        <p:tgtEl>
                                          <p:spTgt spid="808001"/>
                                        </p:tgtEl>
                                        <p:attrNameLst>
                                          <p:attrName>ppt_h</p:attrName>
                                        </p:attrNameLst>
                                      </p:cBhvr>
                                      <p:tavLst>
                                        <p:tav tm="0">
                                          <p:val>
                                            <p:fltVal val="0"/>
                                          </p:val>
                                        </p:tav>
                                        <p:tav tm="100000">
                                          <p:val>
                                            <p:strVal val="#ppt_h"/>
                                          </p:val>
                                        </p:tav>
                                      </p:tavLst>
                                    </p:anim>
                                    <p:animEffect transition="in" filter="fade">
                                      <p:cBhvr>
                                        <p:cTn id="213" dur="500"/>
                                        <p:tgtEl>
                                          <p:spTgt spid="808001"/>
                                        </p:tgtEl>
                                      </p:cBhvr>
                                    </p:animEffect>
                                  </p:childTnLst>
                                </p:cTn>
                              </p:par>
                            </p:childTnLst>
                          </p:cTn>
                        </p:par>
                      </p:childTnLst>
                    </p:cTn>
                  </p:par>
                  <p:par>
                    <p:cTn id="214" fill="hold">
                      <p:stCondLst>
                        <p:cond delay="indefinite"/>
                      </p:stCondLst>
                      <p:childTnLst>
                        <p:par>
                          <p:cTn id="215" fill="hold">
                            <p:stCondLst>
                              <p:cond delay="0"/>
                            </p:stCondLst>
                            <p:childTnLst>
                              <p:par>
                                <p:cTn id="216" presetID="53" presetClass="entr" presetSubtype="16" fill="hold" grpId="0" nodeType="clickEffect">
                                  <p:stCondLst>
                                    <p:cond delay="0"/>
                                  </p:stCondLst>
                                  <p:childTnLst>
                                    <p:set>
                                      <p:cBhvr>
                                        <p:cTn id="217" dur="1" fill="hold">
                                          <p:stCondLst>
                                            <p:cond delay="0"/>
                                          </p:stCondLst>
                                        </p:cTn>
                                        <p:tgtEl>
                                          <p:spTgt spid="73"/>
                                        </p:tgtEl>
                                        <p:attrNameLst>
                                          <p:attrName>style.visibility</p:attrName>
                                        </p:attrNameLst>
                                      </p:cBhvr>
                                      <p:to>
                                        <p:strVal val="visible"/>
                                      </p:to>
                                    </p:set>
                                    <p:anim calcmode="lin" valueType="num">
                                      <p:cBhvr>
                                        <p:cTn id="218" dur="500" fill="hold"/>
                                        <p:tgtEl>
                                          <p:spTgt spid="73"/>
                                        </p:tgtEl>
                                        <p:attrNameLst>
                                          <p:attrName>ppt_w</p:attrName>
                                        </p:attrNameLst>
                                      </p:cBhvr>
                                      <p:tavLst>
                                        <p:tav tm="0">
                                          <p:val>
                                            <p:fltVal val="0"/>
                                          </p:val>
                                        </p:tav>
                                        <p:tav tm="100000">
                                          <p:val>
                                            <p:strVal val="#ppt_w"/>
                                          </p:val>
                                        </p:tav>
                                      </p:tavLst>
                                    </p:anim>
                                    <p:anim calcmode="lin" valueType="num">
                                      <p:cBhvr>
                                        <p:cTn id="219" dur="500" fill="hold"/>
                                        <p:tgtEl>
                                          <p:spTgt spid="73"/>
                                        </p:tgtEl>
                                        <p:attrNameLst>
                                          <p:attrName>ppt_h</p:attrName>
                                        </p:attrNameLst>
                                      </p:cBhvr>
                                      <p:tavLst>
                                        <p:tav tm="0">
                                          <p:val>
                                            <p:fltVal val="0"/>
                                          </p:val>
                                        </p:tav>
                                        <p:tav tm="100000">
                                          <p:val>
                                            <p:strVal val="#ppt_h"/>
                                          </p:val>
                                        </p:tav>
                                      </p:tavLst>
                                    </p:anim>
                                    <p:animEffect transition="in" filter="fade">
                                      <p:cBhvr>
                                        <p:cTn id="220" dur="500"/>
                                        <p:tgtEl>
                                          <p:spTgt spid="73"/>
                                        </p:tgtEl>
                                      </p:cBhvr>
                                    </p:animEffect>
                                  </p:childTnLst>
                                </p:cTn>
                              </p:par>
                              <p:par>
                                <p:cTn id="221" presetID="1" presetClass="exit" presetSubtype="0" fill="hold" grpId="1" nodeType="withEffect">
                                  <p:stCondLst>
                                    <p:cond delay="0"/>
                                  </p:stCondLst>
                                  <p:childTnLst>
                                    <p:set>
                                      <p:cBhvr>
                                        <p:cTn id="222" dur="1" fill="hold">
                                          <p:stCondLst>
                                            <p:cond delay="0"/>
                                          </p:stCondLst>
                                        </p:cTn>
                                        <p:tgtEl>
                                          <p:spTgt spid="808003"/>
                                        </p:tgtEl>
                                        <p:attrNameLst>
                                          <p:attrName>style.visibility</p:attrName>
                                        </p:attrNameLst>
                                      </p:cBhvr>
                                      <p:to>
                                        <p:strVal val="hidden"/>
                                      </p:to>
                                    </p:set>
                                  </p:childTnLst>
                                </p:cTn>
                              </p:par>
                            </p:childTnLst>
                          </p:cTn>
                        </p:par>
                      </p:childTnLst>
                    </p:cTn>
                  </p:par>
                  <p:par>
                    <p:cTn id="223" fill="hold">
                      <p:stCondLst>
                        <p:cond delay="indefinite"/>
                      </p:stCondLst>
                      <p:childTnLst>
                        <p:par>
                          <p:cTn id="224" fill="hold">
                            <p:stCondLst>
                              <p:cond delay="0"/>
                            </p:stCondLst>
                            <p:childTnLst>
                              <p:par>
                                <p:cTn id="225" presetID="22" presetClass="entr" presetSubtype="1" fill="hold" nodeType="clickEffect">
                                  <p:stCondLst>
                                    <p:cond delay="0"/>
                                  </p:stCondLst>
                                  <p:childTnLst>
                                    <p:set>
                                      <p:cBhvr>
                                        <p:cTn id="226" dur="1" fill="hold">
                                          <p:stCondLst>
                                            <p:cond delay="0"/>
                                          </p:stCondLst>
                                        </p:cTn>
                                        <p:tgtEl>
                                          <p:spTgt spid="808007"/>
                                        </p:tgtEl>
                                        <p:attrNameLst>
                                          <p:attrName>style.visibility</p:attrName>
                                        </p:attrNameLst>
                                      </p:cBhvr>
                                      <p:to>
                                        <p:strVal val="visible"/>
                                      </p:to>
                                    </p:set>
                                    <p:animEffect transition="in" filter="wipe(up)">
                                      <p:cBhvr>
                                        <p:cTn id="227" dur="500"/>
                                        <p:tgtEl>
                                          <p:spTgt spid="808007"/>
                                        </p:tgtEl>
                                      </p:cBhvr>
                                    </p:animEffect>
                                  </p:childTnLst>
                                </p:cTn>
                              </p:par>
                            </p:childTnLst>
                          </p:cTn>
                        </p:par>
                        <p:par>
                          <p:cTn id="228" fill="hold">
                            <p:stCondLst>
                              <p:cond delay="500"/>
                            </p:stCondLst>
                            <p:childTnLst>
                              <p:par>
                                <p:cTn id="229" presetID="53" presetClass="entr" presetSubtype="16" fill="hold" grpId="0" nodeType="afterEffect">
                                  <p:stCondLst>
                                    <p:cond delay="0"/>
                                  </p:stCondLst>
                                  <p:childTnLst>
                                    <p:set>
                                      <p:cBhvr>
                                        <p:cTn id="230" dur="1" fill="hold">
                                          <p:stCondLst>
                                            <p:cond delay="0"/>
                                          </p:stCondLst>
                                        </p:cTn>
                                        <p:tgtEl>
                                          <p:spTgt spid="808006"/>
                                        </p:tgtEl>
                                        <p:attrNameLst>
                                          <p:attrName>style.visibility</p:attrName>
                                        </p:attrNameLst>
                                      </p:cBhvr>
                                      <p:to>
                                        <p:strVal val="visible"/>
                                      </p:to>
                                    </p:set>
                                    <p:anim calcmode="lin" valueType="num">
                                      <p:cBhvr>
                                        <p:cTn id="231" dur="500" fill="hold"/>
                                        <p:tgtEl>
                                          <p:spTgt spid="808006"/>
                                        </p:tgtEl>
                                        <p:attrNameLst>
                                          <p:attrName>ppt_w</p:attrName>
                                        </p:attrNameLst>
                                      </p:cBhvr>
                                      <p:tavLst>
                                        <p:tav tm="0">
                                          <p:val>
                                            <p:fltVal val="0"/>
                                          </p:val>
                                        </p:tav>
                                        <p:tav tm="100000">
                                          <p:val>
                                            <p:strVal val="#ppt_w"/>
                                          </p:val>
                                        </p:tav>
                                      </p:tavLst>
                                    </p:anim>
                                    <p:anim calcmode="lin" valueType="num">
                                      <p:cBhvr>
                                        <p:cTn id="232" dur="500" fill="hold"/>
                                        <p:tgtEl>
                                          <p:spTgt spid="808006"/>
                                        </p:tgtEl>
                                        <p:attrNameLst>
                                          <p:attrName>ppt_h</p:attrName>
                                        </p:attrNameLst>
                                      </p:cBhvr>
                                      <p:tavLst>
                                        <p:tav tm="0">
                                          <p:val>
                                            <p:fltVal val="0"/>
                                          </p:val>
                                        </p:tav>
                                        <p:tav tm="100000">
                                          <p:val>
                                            <p:strVal val="#ppt_h"/>
                                          </p:val>
                                        </p:tav>
                                      </p:tavLst>
                                    </p:anim>
                                    <p:animEffect transition="in" filter="fade">
                                      <p:cBhvr>
                                        <p:cTn id="233" dur="500"/>
                                        <p:tgtEl>
                                          <p:spTgt spid="808006"/>
                                        </p:tgtEl>
                                      </p:cBhvr>
                                    </p:animEffect>
                                  </p:childTnLst>
                                </p:cTn>
                              </p:par>
                            </p:childTnLst>
                          </p:cTn>
                        </p:par>
                      </p:childTnLst>
                    </p:cTn>
                  </p:par>
                  <p:par>
                    <p:cTn id="234" fill="hold">
                      <p:stCondLst>
                        <p:cond delay="indefinite"/>
                      </p:stCondLst>
                      <p:childTnLst>
                        <p:par>
                          <p:cTn id="235" fill="hold">
                            <p:stCondLst>
                              <p:cond delay="0"/>
                            </p:stCondLst>
                            <p:childTnLst>
                              <p:par>
                                <p:cTn id="236" presetID="53" presetClass="entr" presetSubtype="16" fill="hold" grpId="0" nodeType="clickEffect">
                                  <p:stCondLst>
                                    <p:cond delay="0"/>
                                  </p:stCondLst>
                                  <p:childTnLst>
                                    <p:set>
                                      <p:cBhvr>
                                        <p:cTn id="237" dur="1" fill="hold">
                                          <p:stCondLst>
                                            <p:cond delay="0"/>
                                          </p:stCondLst>
                                        </p:cTn>
                                        <p:tgtEl>
                                          <p:spTgt spid="808004"/>
                                        </p:tgtEl>
                                        <p:attrNameLst>
                                          <p:attrName>style.visibility</p:attrName>
                                        </p:attrNameLst>
                                      </p:cBhvr>
                                      <p:to>
                                        <p:strVal val="visible"/>
                                      </p:to>
                                    </p:set>
                                    <p:anim calcmode="lin" valueType="num">
                                      <p:cBhvr>
                                        <p:cTn id="238" dur="500" fill="hold"/>
                                        <p:tgtEl>
                                          <p:spTgt spid="808004"/>
                                        </p:tgtEl>
                                        <p:attrNameLst>
                                          <p:attrName>ppt_w</p:attrName>
                                        </p:attrNameLst>
                                      </p:cBhvr>
                                      <p:tavLst>
                                        <p:tav tm="0">
                                          <p:val>
                                            <p:fltVal val="0"/>
                                          </p:val>
                                        </p:tav>
                                        <p:tav tm="100000">
                                          <p:val>
                                            <p:strVal val="#ppt_w"/>
                                          </p:val>
                                        </p:tav>
                                      </p:tavLst>
                                    </p:anim>
                                    <p:anim calcmode="lin" valueType="num">
                                      <p:cBhvr>
                                        <p:cTn id="239" dur="500" fill="hold"/>
                                        <p:tgtEl>
                                          <p:spTgt spid="808004"/>
                                        </p:tgtEl>
                                        <p:attrNameLst>
                                          <p:attrName>ppt_h</p:attrName>
                                        </p:attrNameLst>
                                      </p:cBhvr>
                                      <p:tavLst>
                                        <p:tav tm="0">
                                          <p:val>
                                            <p:fltVal val="0"/>
                                          </p:val>
                                        </p:tav>
                                        <p:tav tm="100000">
                                          <p:val>
                                            <p:strVal val="#ppt_h"/>
                                          </p:val>
                                        </p:tav>
                                      </p:tavLst>
                                    </p:anim>
                                    <p:animEffect transition="in" filter="fade">
                                      <p:cBhvr>
                                        <p:cTn id="240" dur="500"/>
                                        <p:tgtEl>
                                          <p:spTgt spid="8080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7972" grpId="0"/>
      <p:bldP spid="807973" grpId="0"/>
      <p:bldP spid="807974" grpId="0" animBg="1"/>
      <p:bldP spid="807974" grpId="1" animBg="1"/>
      <p:bldP spid="807975" grpId="0"/>
      <p:bldP spid="807976" grpId="0"/>
      <p:bldP spid="807977" grpId="0" animBg="1"/>
      <p:bldP spid="807977" grpId="1" animBg="1"/>
      <p:bldP spid="807978" grpId="0"/>
      <p:bldP spid="807979" grpId="0"/>
      <p:bldP spid="807980" grpId="0" animBg="1"/>
      <p:bldP spid="807980" grpId="1" animBg="1"/>
      <p:bldP spid="807981" grpId="0"/>
      <p:bldP spid="807982" grpId="0"/>
      <p:bldP spid="807983" grpId="0" animBg="1"/>
      <p:bldP spid="807983" grpId="1" animBg="1"/>
      <p:bldP spid="807984" grpId="0"/>
      <p:bldP spid="807985" grpId="0"/>
      <p:bldP spid="807986" grpId="0" animBg="1"/>
      <p:bldP spid="807986" grpId="1" animBg="1"/>
      <p:bldP spid="807987" grpId="0"/>
      <p:bldP spid="807988" grpId="0" animBg="1"/>
      <p:bldP spid="807988" grpId="1" animBg="1"/>
      <p:bldP spid="807989" grpId="0"/>
      <p:bldP spid="807990" grpId="0"/>
      <p:bldP spid="807991" grpId="0" animBg="1"/>
      <p:bldP spid="807991" grpId="1" animBg="1"/>
      <p:bldP spid="807992" grpId="0"/>
      <p:bldP spid="807993" grpId="0"/>
      <p:bldP spid="807994" grpId="0" animBg="1"/>
      <p:bldP spid="807994" grpId="1" animBg="1"/>
      <p:bldP spid="807995" grpId="0"/>
      <p:bldP spid="807996" grpId="0"/>
      <p:bldP spid="807997" grpId="0" animBg="1"/>
      <p:bldP spid="807997" grpId="1" animBg="1"/>
      <p:bldP spid="807998" grpId="0"/>
      <p:bldP spid="807999" grpId="0"/>
      <p:bldP spid="808000" grpId="0" animBg="1"/>
      <p:bldP spid="808000" grpId="1" animBg="1"/>
      <p:bldP spid="808001" grpId="0"/>
      <p:bldP spid="808002" grpId="0"/>
      <p:bldP spid="808003" grpId="0" animBg="1"/>
      <p:bldP spid="808003" grpId="1" animBg="1"/>
      <p:bldP spid="808004" grpId="0"/>
      <p:bldP spid="808006" grpId="0" animBg="1"/>
      <p:bldP spid="73" grpId="0"/>
    </p:bldLst>
  </p:timing>
</p:sld>
</file>

<file path=ppt/slides/slide5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8066" name="Rectangle 2"/>
          <p:cNvSpPr>
            <a:spLocks noGrp="1"/>
          </p:cNvSpPr>
          <p:nvPr>
            <p:ph type="title"/>
          </p:nvPr>
        </p:nvSpPr>
        <p:spPr>
          <a:xfrm>
            <a:off x="1631950" y="255588"/>
            <a:ext cx="8915400" cy="1143000"/>
          </a:xfrm>
        </p:spPr>
        <p:txBody>
          <a:bodyPr vert="horz" wrap="square" lIns="91440" tIns="45720" rIns="91440" bIns="45720" anchor="ctr" anchorCtr="0"/>
          <a:lstStyle/>
          <a:p>
            <a:r>
              <a:rPr lang="en-US" altLang="zh-CN" kern="1200" dirty="0">
                <a:latin typeface="Arial" panose="020B0604020202090204" pitchFamily="34" charset="0"/>
                <a:ea typeface="黑体" panose="02010609060101010101" pitchFamily="49" charset="-122"/>
                <a:cs typeface="Arial" panose="020B0604020202090204" pitchFamily="34" charset="0"/>
              </a:rPr>
              <a:t>3.3.4 </a:t>
            </a:r>
            <a:r>
              <a:rPr lang="zh-CN" altLang="en-US" kern="1200" dirty="0">
                <a:latin typeface="Arial" panose="020B0604020202090204" pitchFamily="34" charset="0"/>
                <a:ea typeface="黑体" panose="02010609060101010101" pitchFamily="49" charset="-122"/>
                <a:cs typeface="Arial" panose="020B0604020202090204" pitchFamily="34" charset="0"/>
              </a:rPr>
              <a:t>字符串处理函数</a:t>
            </a:r>
            <a:endParaRPr lang="en-US" altLang="zh-CN" kern="1200" dirty="0">
              <a:latin typeface="Arial" panose="020B0604020202090204" pitchFamily="34" charset="0"/>
              <a:ea typeface="黑体" panose="02010609060101010101" pitchFamily="49" charset="-122"/>
              <a:cs typeface="Arial" panose="020B0604020202090204" pitchFamily="34" charset="0"/>
            </a:endParaRPr>
          </a:p>
        </p:txBody>
      </p:sp>
      <p:sp>
        <p:nvSpPr>
          <p:cNvPr id="88067" name="Rectangle 3"/>
          <p:cNvSpPr>
            <a:spLocks noGrp="1"/>
          </p:cNvSpPr>
          <p:nvPr>
            <p:ph idx="1"/>
          </p:nvPr>
        </p:nvSpPr>
        <p:spPr>
          <a:xfrm>
            <a:off x="1611313" y="1557338"/>
            <a:ext cx="9166225" cy="576262"/>
          </a:xfrm>
        </p:spPr>
        <p:txBody>
          <a:bodyPr vert="horz" wrap="square" lIns="91440" tIns="45720" rIns="91440" bIns="45720" anchor="t" anchorCtr="0"/>
          <a:lstStyle/>
          <a:p>
            <a:pPr eaLnBrk="1">
              <a:lnSpc>
                <a:spcPct val="105000"/>
              </a:lnSpc>
              <a:spcAft>
                <a:spcPct val="0"/>
              </a:spcAft>
              <a:buSzPct val="50000"/>
              <a:buFont typeface="Monotype Sorts"/>
              <a:buChar char=""/>
            </a:pPr>
            <a:r>
              <a:rPr lang="en-US" altLang="zh-CN" sz="2400" kern="1200" dirty="0">
                <a:solidFill>
                  <a:srgbClr val="000000"/>
                </a:solidFill>
                <a:latin typeface="Courier New" panose="02070409020205090404" pitchFamily="49" charset="0"/>
                <a:ea typeface="宋体" pitchFamily="2" charset="-122"/>
                <a:cs typeface="+mn-cs"/>
              </a:rPr>
              <a:t>#include &lt;string.h&gt;</a:t>
            </a:r>
            <a:endParaRPr lang="en-US" altLang="zh-CN" sz="2400" kern="1200" dirty="0">
              <a:solidFill>
                <a:srgbClr val="000000"/>
              </a:solidFill>
              <a:latin typeface="Courier New" panose="02070409020205090404" pitchFamily="49" charset="0"/>
              <a:ea typeface="宋体" pitchFamily="2" charset="-122"/>
              <a:cs typeface="+mn-cs"/>
            </a:endParaRPr>
          </a:p>
        </p:txBody>
      </p:sp>
      <p:sp>
        <p:nvSpPr>
          <p:cNvPr id="88068" name="Rectangle 4"/>
          <p:cNvSpPr/>
          <p:nvPr/>
        </p:nvSpPr>
        <p:spPr>
          <a:xfrm>
            <a:off x="1719263" y="2205038"/>
            <a:ext cx="6321425" cy="647700"/>
          </a:xfrm>
          <a:prstGeom prst="rect">
            <a:avLst/>
          </a:prstGeom>
          <a:solidFill>
            <a:schemeClr val="bg2"/>
          </a:solidFill>
          <a:ln w="28575" cap="flat" cmpd="sng">
            <a:solidFill>
              <a:srgbClr val="008000"/>
            </a:solidFill>
            <a:prstDash val="solid"/>
            <a:miter/>
            <a:headEnd type="none" w="med" len="med"/>
            <a:tailEnd type="none" w="med" len="med"/>
          </a:ln>
        </p:spPr>
        <p:txBody>
          <a:bodyPr lIns="92075" tIns="46037" rIns="92075" bIns="46037"/>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850900" lvl="1" indent="-285750" eaLnBrk="1" hangingPunct="1">
              <a:lnSpc>
                <a:spcPct val="105000"/>
              </a:lnSpc>
              <a:spcBef>
                <a:spcPct val="20000"/>
              </a:spcBef>
              <a:spcAft>
                <a:spcPts val="590"/>
              </a:spcAft>
              <a:buClr>
                <a:srgbClr val="FFCC66"/>
              </a:buClr>
              <a:buSzPct val="115000"/>
              <a:buNone/>
            </a:pPr>
            <a:r>
              <a:rPr lang="fr-FR" altLang="zh-CN" b="1" dirty="0">
                <a:solidFill>
                  <a:srgbClr val="000000"/>
                </a:solidFill>
                <a:latin typeface="Courier New" panose="02070409020205090404" pitchFamily="49" charset="0"/>
                <a:ea typeface="宋体" pitchFamily="2" charset="-122"/>
              </a:rPr>
              <a:t>strcat(</a:t>
            </a:r>
            <a:r>
              <a:rPr lang="zh-CN" altLang="en-US" dirty="0">
                <a:solidFill>
                  <a:srgbClr val="000000"/>
                </a:solidFill>
                <a:latin typeface="黑体" panose="02010609060101010101" pitchFamily="49" charset="-122"/>
              </a:rPr>
              <a:t>目的字符串</a:t>
            </a:r>
            <a:r>
              <a:rPr lang="en-US" altLang="zh-CN" dirty="0">
                <a:solidFill>
                  <a:srgbClr val="000000"/>
                </a:solidFill>
                <a:latin typeface="黑体" panose="02010609060101010101" pitchFamily="49" charset="-122"/>
              </a:rPr>
              <a:t>, </a:t>
            </a:r>
            <a:r>
              <a:rPr lang="zh-CN" altLang="en-US" dirty="0">
                <a:solidFill>
                  <a:srgbClr val="000000"/>
                </a:solidFill>
                <a:latin typeface="黑体" panose="02010609060101010101" pitchFamily="49" charset="-122"/>
              </a:rPr>
              <a:t>源字符串</a:t>
            </a:r>
            <a:r>
              <a:rPr lang="fr-FR" altLang="zh-CN" b="1" dirty="0">
                <a:solidFill>
                  <a:srgbClr val="000000"/>
                </a:solidFill>
                <a:latin typeface="Courier New" panose="02070409020205090404" pitchFamily="49" charset="0"/>
                <a:ea typeface="宋体" pitchFamily="2" charset="-122"/>
              </a:rPr>
              <a:t>);</a:t>
            </a:r>
            <a:endParaRPr lang="zh-CN" altLang="en-US" b="1" dirty="0">
              <a:solidFill>
                <a:srgbClr val="000000"/>
              </a:solidFill>
              <a:latin typeface="Courier New" panose="02070409020205090404" pitchFamily="49" charset="0"/>
              <a:ea typeface="宋体" pitchFamily="2" charset="-122"/>
            </a:endParaRPr>
          </a:p>
        </p:txBody>
      </p:sp>
      <p:sp>
        <p:nvSpPr>
          <p:cNvPr id="88069" name="Text Box 5"/>
          <p:cNvSpPr txBox="1"/>
          <p:nvPr/>
        </p:nvSpPr>
        <p:spPr>
          <a:xfrm>
            <a:off x="8256588" y="2182813"/>
            <a:ext cx="2339975" cy="669925"/>
          </a:xfrm>
          <a:prstGeom prst="rect">
            <a:avLst/>
          </a:prstGeom>
          <a:solidFill>
            <a:schemeClr val="bg2"/>
          </a:solidFill>
          <a:ln w="28575" cap="flat" cmpd="sng">
            <a:solidFill>
              <a:srgbClr val="008000"/>
            </a:solidFill>
            <a:prstDash val="solid"/>
            <a:miter/>
            <a:headEnd type="none" w="med" len="med"/>
            <a:tailEnd type="none" w="med" len="med"/>
          </a:ln>
        </p:spPr>
        <p:txBody>
          <a:bodyPr>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algn="ctr" eaLnBrk="1" hangingPunct="1">
              <a:lnSpc>
                <a:spcPct val="90000"/>
              </a:lnSpc>
              <a:spcBef>
                <a:spcPct val="50000"/>
              </a:spcBef>
              <a:spcAft>
                <a:spcPts val="590"/>
              </a:spcAft>
              <a:buSzPct val="80000"/>
              <a:buNone/>
            </a:pPr>
            <a:r>
              <a:rPr lang="en-US" altLang="zh-CN" sz="2000" b="1" dirty="0">
                <a:solidFill>
                  <a:srgbClr val="000066"/>
                </a:solidFill>
                <a:ea typeface="宋体" pitchFamily="2" charset="-122"/>
              </a:rPr>
              <a:t>string combination</a:t>
            </a:r>
            <a:endParaRPr lang="en-US" altLang="zh-CN" sz="2000" b="1" dirty="0">
              <a:solidFill>
                <a:srgbClr val="000066"/>
              </a:solidFill>
              <a:ea typeface="宋体" pitchFamily="2" charset="-122"/>
            </a:endParaRPr>
          </a:p>
        </p:txBody>
      </p:sp>
      <p:sp>
        <p:nvSpPr>
          <p:cNvPr id="788486" name="Rectangle 6"/>
          <p:cNvSpPr/>
          <p:nvPr/>
        </p:nvSpPr>
        <p:spPr>
          <a:xfrm>
            <a:off x="1703388" y="2997200"/>
            <a:ext cx="6396037" cy="504825"/>
          </a:xfrm>
          <a:prstGeom prst="rect">
            <a:avLst/>
          </a:prstGeom>
          <a:solidFill>
            <a:schemeClr val="bg2"/>
          </a:solidFill>
          <a:ln w="28575" cap="flat" cmpd="sng">
            <a:solidFill>
              <a:srgbClr val="008000"/>
            </a:solidFill>
            <a:prstDash val="solid"/>
            <a:miter/>
            <a:headEnd type="none" w="med" len="med"/>
            <a:tailEnd type="none" w="med" len="med"/>
          </a:ln>
        </p:spPr>
        <p:txBody>
          <a:bodyPr lIns="92075" tIns="46037" rIns="92075" bIns="46037"/>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374650" lvl="0" indent="-374650" algn="ctr" eaLnBrk="1" hangingPunct="1">
              <a:lnSpc>
                <a:spcPct val="90000"/>
              </a:lnSpc>
              <a:spcBef>
                <a:spcPct val="20000"/>
              </a:spcBef>
              <a:spcAft>
                <a:spcPts val="590"/>
              </a:spcAft>
              <a:buClr>
                <a:srgbClr val="FFCC66"/>
              </a:buClr>
              <a:buSzPct val="80000"/>
              <a:buNone/>
            </a:pPr>
            <a:r>
              <a:rPr lang="en-US" altLang="zh-CN" sz="2800" b="1" dirty="0">
                <a:latin typeface="Courier New" panose="02070409020205090404" pitchFamily="49" charset="0"/>
                <a:ea typeface="宋体" pitchFamily="2" charset="-122"/>
              </a:rPr>
              <a:t>strcat(str2, str1);</a:t>
            </a:r>
            <a:endParaRPr lang="en-US" altLang="zh-CN" sz="2800" b="1" dirty="0">
              <a:latin typeface="Courier New" panose="02070409020205090404" pitchFamily="49" charset="0"/>
              <a:ea typeface="宋体" pitchFamily="2" charset="-122"/>
            </a:endParaRPr>
          </a:p>
        </p:txBody>
      </p:sp>
      <p:grpSp>
        <p:nvGrpSpPr>
          <p:cNvPr id="2" name="Group 7"/>
          <p:cNvGrpSpPr/>
          <p:nvPr/>
        </p:nvGrpSpPr>
        <p:grpSpPr>
          <a:xfrm>
            <a:off x="4727575" y="3500438"/>
            <a:ext cx="4783138" cy="684212"/>
            <a:chOff x="1186" y="3712"/>
            <a:chExt cx="3100" cy="431"/>
          </a:xfrm>
        </p:grpSpPr>
        <p:sp>
          <p:nvSpPr>
            <p:cNvPr id="88111" name="Line 8"/>
            <p:cNvSpPr/>
            <p:nvPr/>
          </p:nvSpPr>
          <p:spPr>
            <a:xfrm flipH="1" flipV="1">
              <a:off x="1186" y="3712"/>
              <a:ext cx="862" cy="363"/>
            </a:xfrm>
            <a:prstGeom prst="line">
              <a:avLst/>
            </a:prstGeom>
            <a:ln w="38100" cap="flat" cmpd="sng">
              <a:solidFill>
                <a:srgbClr val="008000"/>
              </a:solidFill>
              <a:prstDash val="solid"/>
              <a:miter/>
              <a:headEnd type="none" w="med" len="med"/>
              <a:tailEnd type="triangle" w="med" len="med"/>
            </a:ln>
          </p:spPr>
        </p:sp>
        <p:sp>
          <p:nvSpPr>
            <p:cNvPr id="88112" name="Text Box 9"/>
            <p:cNvSpPr txBox="1"/>
            <p:nvPr/>
          </p:nvSpPr>
          <p:spPr>
            <a:xfrm>
              <a:off x="2063" y="3838"/>
              <a:ext cx="2223" cy="305"/>
            </a:xfrm>
            <a:prstGeom prst="rect">
              <a:avLst/>
            </a:prstGeom>
            <a:solidFill>
              <a:srgbClr val="FFFFCC"/>
            </a:solidFill>
            <a:ln w="38100" cap="flat" cmpd="sng">
              <a:solidFill>
                <a:srgbClr val="008000"/>
              </a:solidFill>
              <a:prstDash val="solid"/>
              <a:miter/>
              <a:headEnd type="none" w="med" len="med"/>
              <a:tailEnd type="none" w="med" len="med"/>
            </a:ln>
          </p:spPr>
          <p:txBody>
            <a:bodyPr>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algn="ctr" eaLnBrk="1" hangingPunct="1">
                <a:lnSpc>
                  <a:spcPct val="90000"/>
                </a:lnSpc>
                <a:spcBef>
                  <a:spcPct val="50000"/>
                </a:spcBef>
                <a:spcAft>
                  <a:spcPts val="590"/>
                </a:spcAft>
                <a:buSzPct val="80000"/>
                <a:buNone/>
              </a:pPr>
              <a:r>
                <a:rPr lang="en-US" altLang="zh-CN" sz="2800" b="1" dirty="0">
                  <a:solidFill>
                    <a:srgbClr val="000066"/>
                  </a:solidFill>
                  <a:latin typeface="Courier New" panose="02070409020205090404" pitchFamily="49" charset="0"/>
                  <a:ea typeface="宋体" pitchFamily="2" charset="-122"/>
                </a:rPr>
                <a:t>str2</a:t>
              </a:r>
              <a:r>
                <a:rPr lang="zh-CN" altLang="en-US" sz="2800" dirty="0">
                  <a:solidFill>
                    <a:srgbClr val="000066"/>
                  </a:solidFill>
                  <a:latin typeface="黑体" panose="02010609060101010101" pitchFamily="49" charset="-122"/>
                </a:rPr>
                <a:t>必须足够大！</a:t>
              </a:r>
              <a:endParaRPr lang="zh-CN" altLang="en-US" sz="2800" dirty="0">
                <a:solidFill>
                  <a:srgbClr val="000066"/>
                </a:solidFill>
                <a:latin typeface="黑体" panose="02010609060101010101" pitchFamily="49" charset="-122"/>
              </a:endParaRPr>
            </a:p>
          </p:txBody>
        </p:sp>
      </p:grpSp>
      <p:grpSp>
        <p:nvGrpSpPr>
          <p:cNvPr id="3" name="Group 10"/>
          <p:cNvGrpSpPr/>
          <p:nvPr/>
        </p:nvGrpSpPr>
        <p:grpSpPr>
          <a:xfrm>
            <a:off x="1727200" y="4440238"/>
            <a:ext cx="7334250" cy="503237"/>
            <a:chOff x="839" y="1389"/>
            <a:chExt cx="4264" cy="317"/>
          </a:xfrm>
        </p:grpSpPr>
        <p:grpSp>
          <p:nvGrpSpPr>
            <p:cNvPr id="88097" name="Group 11"/>
            <p:cNvGrpSpPr/>
            <p:nvPr/>
          </p:nvGrpSpPr>
          <p:grpSpPr>
            <a:xfrm>
              <a:off x="839" y="1389"/>
              <a:ext cx="4173" cy="317"/>
              <a:chOff x="1474" y="1389"/>
              <a:chExt cx="4173" cy="317"/>
            </a:xfrm>
          </p:grpSpPr>
          <p:sp>
            <p:nvSpPr>
              <p:cNvPr id="788492" name="Rectangle 12"/>
              <p:cNvSpPr>
                <a:spLocks noChangeArrowheads="1"/>
              </p:cNvSpPr>
              <p:nvPr/>
            </p:nvSpPr>
            <p:spPr bwMode="auto">
              <a:xfrm>
                <a:off x="1474" y="1389"/>
                <a:ext cx="4173" cy="317"/>
              </a:xfrm>
              <a:prstGeom prst="rect">
                <a:avLst/>
              </a:prstGeom>
              <a:noFill/>
              <a:ln w="57150">
                <a:solidFill>
                  <a:srgbClr val="000080"/>
                </a:solidFill>
                <a:miter lim="800000"/>
              </a:ln>
              <a:effectLst/>
            </p:spPr>
            <p:txBody>
              <a:bodyPr wrap="none" anchor="ct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788493" name="Line 13"/>
              <p:cNvSpPr>
                <a:spLocks noChangeShapeType="1"/>
              </p:cNvSpPr>
              <p:nvPr/>
            </p:nvSpPr>
            <p:spPr bwMode="auto">
              <a:xfrm>
                <a:off x="1837" y="1389"/>
                <a:ext cx="0" cy="317"/>
              </a:xfrm>
              <a:prstGeom prst="line">
                <a:avLst/>
              </a:prstGeom>
              <a:noFill/>
              <a:ln w="38100">
                <a:solidFill>
                  <a:srgbClr val="000080"/>
                </a:solidFill>
                <a:round/>
                <a:headEnd type="none" w="sm" len="sm"/>
                <a:tailEnd type="none" w="sm" len="sm"/>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788494" name="Line 14"/>
              <p:cNvSpPr>
                <a:spLocks noChangeShapeType="1"/>
              </p:cNvSpPr>
              <p:nvPr/>
            </p:nvSpPr>
            <p:spPr bwMode="auto">
              <a:xfrm>
                <a:off x="2200" y="1389"/>
                <a:ext cx="0" cy="317"/>
              </a:xfrm>
              <a:prstGeom prst="line">
                <a:avLst/>
              </a:prstGeom>
              <a:noFill/>
              <a:ln w="38100">
                <a:solidFill>
                  <a:srgbClr val="000080"/>
                </a:solidFill>
                <a:round/>
                <a:headEnd type="none" w="sm" len="sm"/>
                <a:tailEnd type="none" w="sm" len="sm"/>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788495" name="Line 15"/>
              <p:cNvSpPr>
                <a:spLocks noChangeShapeType="1"/>
              </p:cNvSpPr>
              <p:nvPr/>
            </p:nvSpPr>
            <p:spPr bwMode="auto">
              <a:xfrm>
                <a:off x="2562" y="1389"/>
                <a:ext cx="0" cy="317"/>
              </a:xfrm>
              <a:prstGeom prst="line">
                <a:avLst/>
              </a:prstGeom>
              <a:noFill/>
              <a:ln w="38100">
                <a:solidFill>
                  <a:srgbClr val="000080"/>
                </a:solidFill>
                <a:round/>
                <a:headEnd type="none" w="sm" len="sm"/>
                <a:tailEnd type="none" w="sm" len="sm"/>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788496" name="Line 16"/>
              <p:cNvSpPr>
                <a:spLocks noChangeShapeType="1"/>
              </p:cNvSpPr>
              <p:nvPr/>
            </p:nvSpPr>
            <p:spPr bwMode="auto">
              <a:xfrm>
                <a:off x="2925" y="1389"/>
                <a:ext cx="0" cy="317"/>
              </a:xfrm>
              <a:prstGeom prst="line">
                <a:avLst/>
              </a:prstGeom>
              <a:noFill/>
              <a:ln w="38100">
                <a:solidFill>
                  <a:srgbClr val="000080"/>
                </a:solidFill>
                <a:round/>
                <a:headEnd type="none" w="sm" len="sm"/>
                <a:tailEnd type="none" w="sm" len="sm"/>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788497" name="Line 17"/>
              <p:cNvSpPr>
                <a:spLocks noChangeShapeType="1"/>
              </p:cNvSpPr>
              <p:nvPr/>
            </p:nvSpPr>
            <p:spPr bwMode="auto">
              <a:xfrm>
                <a:off x="3288" y="1389"/>
                <a:ext cx="0" cy="317"/>
              </a:xfrm>
              <a:prstGeom prst="line">
                <a:avLst/>
              </a:prstGeom>
              <a:noFill/>
              <a:ln w="38100">
                <a:solidFill>
                  <a:srgbClr val="000080"/>
                </a:solidFill>
                <a:round/>
                <a:headEnd type="none" w="sm" len="sm"/>
                <a:tailEnd type="none" w="sm" len="sm"/>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788498" name="Line 18"/>
              <p:cNvSpPr>
                <a:spLocks noChangeShapeType="1"/>
              </p:cNvSpPr>
              <p:nvPr/>
            </p:nvSpPr>
            <p:spPr bwMode="auto">
              <a:xfrm>
                <a:off x="3636" y="1389"/>
                <a:ext cx="0" cy="317"/>
              </a:xfrm>
              <a:prstGeom prst="line">
                <a:avLst/>
              </a:prstGeom>
              <a:noFill/>
              <a:ln w="38100">
                <a:solidFill>
                  <a:srgbClr val="000080"/>
                </a:solidFill>
                <a:round/>
                <a:headEnd type="none" w="sm" len="sm"/>
                <a:tailEnd type="none" w="sm" len="sm"/>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788499" name="Line 19"/>
              <p:cNvSpPr>
                <a:spLocks noChangeShapeType="1"/>
              </p:cNvSpPr>
              <p:nvPr/>
            </p:nvSpPr>
            <p:spPr bwMode="auto">
              <a:xfrm>
                <a:off x="3969" y="1389"/>
                <a:ext cx="0" cy="317"/>
              </a:xfrm>
              <a:prstGeom prst="line">
                <a:avLst/>
              </a:prstGeom>
              <a:noFill/>
              <a:ln w="38100">
                <a:solidFill>
                  <a:srgbClr val="000080"/>
                </a:solidFill>
                <a:round/>
                <a:headEnd type="none" w="sm" len="sm"/>
                <a:tailEnd type="none" w="sm" len="sm"/>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788500" name="Line 20"/>
              <p:cNvSpPr>
                <a:spLocks noChangeShapeType="1"/>
              </p:cNvSpPr>
              <p:nvPr/>
            </p:nvSpPr>
            <p:spPr bwMode="auto">
              <a:xfrm>
                <a:off x="4316" y="1389"/>
                <a:ext cx="0" cy="317"/>
              </a:xfrm>
              <a:prstGeom prst="line">
                <a:avLst/>
              </a:prstGeom>
              <a:noFill/>
              <a:ln w="38100">
                <a:solidFill>
                  <a:srgbClr val="000080"/>
                </a:solidFill>
                <a:round/>
                <a:headEnd type="none" w="sm" len="sm"/>
                <a:tailEnd type="none" w="sm" len="sm"/>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788501" name="Line 21"/>
              <p:cNvSpPr>
                <a:spLocks noChangeShapeType="1"/>
              </p:cNvSpPr>
              <p:nvPr/>
            </p:nvSpPr>
            <p:spPr bwMode="auto">
              <a:xfrm>
                <a:off x="4649" y="1389"/>
                <a:ext cx="0" cy="317"/>
              </a:xfrm>
              <a:prstGeom prst="line">
                <a:avLst/>
              </a:prstGeom>
              <a:noFill/>
              <a:ln w="38100">
                <a:solidFill>
                  <a:srgbClr val="000080"/>
                </a:solidFill>
                <a:round/>
                <a:headEnd type="none" w="sm" len="sm"/>
                <a:tailEnd type="none" w="sm" len="sm"/>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788502" name="Line 22"/>
              <p:cNvSpPr>
                <a:spLocks noChangeShapeType="1"/>
              </p:cNvSpPr>
              <p:nvPr/>
            </p:nvSpPr>
            <p:spPr bwMode="auto">
              <a:xfrm>
                <a:off x="4982" y="1389"/>
                <a:ext cx="0" cy="317"/>
              </a:xfrm>
              <a:prstGeom prst="line">
                <a:avLst/>
              </a:prstGeom>
              <a:noFill/>
              <a:ln w="38100">
                <a:solidFill>
                  <a:srgbClr val="000080"/>
                </a:solidFill>
                <a:round/>
                <a:headEnd type="none" w="sm" len="sm"/>
                <a:tailEnd type="none" w="sm" len="sm"/>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788503" name="Line 23"/>
              <p:cNvSpPr>
                <a:spLocks noChangeShapeType="1"/>
              </p:cNvSpPr>
              <p:nvPr/>
            </p:nvSpPr>
            <p:spPr bwMode="auto">
              <a:xfrm>
                <a:off x="5313" y="1389"/>
                <a:ext cx="0" cy="317"/>
              </a:xfrm>
              <a:prstGeom prst="line">
                <a:avLst/>
              </a:prstGeom>
              <a:noFill/>
              <a:ln w="38100">
                <a:solidFill>
                  <a:srgbClr val="000080"/>
                </a:solidFill>
                <a:round/>
                <a:headEnd type="none" w="sm" len="sm"/>
                <a:tailEnd type="none" w="sm" len="sm"/>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grpSp>
        <p:sp>
          <p:nvSpPr>
            <p:cNvPr id="788504" name="Text Box 24"/>
            <p:cNvSpPr txBox="1">
              <a:spLocks noChangeArrowheads="1"/>
            </p:cNvSpPr>
            <p:nvPr/>
          </p:nvSpPr>
          <p:spPr bwMode="auto">
            <a:xfrm>
              <a:off x="859" y="1393"/>
              <a:ext cx="4244" cy="268"/>
            </a:xfrm>
            <a:prstGeom prst="rect">
              <a:avLst/>
            </a:prstGeom>
            <a:noFill/>
            <a:ln w="12700">
              <a:noFill/>
              <a:miter lim="800000"/>
              <a:headEnd type="none" w="sm" len="sm"/>
              <a:tailEnd type="none" w="sm" len="sm"/>
            </a:ln>
            <a:effectLst/>
          </p:spPr>
          <p:txBody>
            <a:bodyPr>
              <a:spAutoFit/>
            </a:bodyPr>
            <a:lstStyle/>
            <a:p>
              <a:pPr marR="0" defTabSz="914400" eaLnBrk="1" hangingPunct="1">
                <a:lnSpc>
                  <a:spcPct val="90000"/>
                </a:lnSpc>
                <a:spcBef>
                  <a:spcPct val="50000"/>
                </a:spcBef>
                <a:spcAft>
                  <a:spcPts val="590"/>
                </a:spcAft>
                <a:buClr>
                  <a:schemeClr val="tx2"/>
                </a:buClr>
                <a:buSzPct val="80000"/>
                <a:buFontTx/>
                <a:buNone/>
                <a:defRPr/>
              </a:pPr>
              <a:r>
                <a:rPr kumimoji="0" lang="en-US" altLang="zh-CN" sz="2400" kern="1200" cap="none" spc="0" normalizeH="0" baseline="0" noProof="0" dirty="0">
                  <a:effectLst>
                    <a:outerShdw blurRad="38100" dist="38100" dir="2700000" algn="tl">
                      <a:srgbClr val="C0C0C0"/>
                    </a:outerShdw>
                  </a:effectLst>
                  <a:latin typeface="Arial" panose="020B0604020202090204" pitchFamily="34" charset="0"/>
                  <a:ea typeface="宋体" pitchFamily="2" charset="-122"/>
                  <a:cs typeface="+mn-cs"/>
                </a:rPr>
                <a:t>H     e      l        </a:t>
              </a:r>
              <a:r>
                <a:rPr kumimoji="0" lang="en-US" altLang="zh-CN" sz="2400" kern="1200" cap="none" spc="0" normalizeH="0" baseline="0" noProof="0" dirty="0" err="1">
                  <a:effectLst>
                    <a:outerShdw blurRad="38100" dist="38100" dir="2700000" algn="tl">
                      <a:srgbClr val="C0C0C0"/>
                    </a:outerShdw>
                  </a:effectLst>
                  <a:latin typeface="Arial" panose="020B0604020202090204" pitchFamily="34" charset="0"/>
                  <a:ea typeface="宋体" pitchFamily="2" charset="-122"/>
                  <a:cs typeface="+mn-cs"/>
                </a:rPr>
                <a:t>l</a:t>
              </a:r>
              <a:r>
                <a:rPr kumimoji="0" lang="en-US" altLang="zh-CN" sz="2400" kern="1200" cap="none" spc="0" normalizeH="0" baseline="0" noProof="0" dirty="0">
                  <a:effectLst>
                    <a:outerShdw blurRad="38100" dist="38100" dir="2700000" algn="tl">
                      <a:srgbClr val="C0C0C0"/>
                    </a:outerShdw>
                  </a:effectLst>
                  <a:latin typeface="Arial" panose="020B0604020202090204" pitchFamily="34" charset="0"/>
                  <a:ea typeface="宋体" pitchFamily="2" charset="-122"/>
                  <a:cs typeface="+mn-cs"/>
                </a:rPr>
                <a:t>     o     </a:t>
              </a:r>
              <a:r>
                <a:rPr kumimoji="0" lang="en-US" altLang="zh-CN" sz="2400" b="1" kern="1200" cap="none" spc="0" normalizeH="0" baseline="0" noProof="0" dirty="0">
                  <a:solidFill>
                    <a:srgbClr val="C00000"/>
                  </a:solidFill>
                  <a:effectLst>
                    <a:outerShdw blurRad="38100" dist="38100" dir="2700000" algn="tl">
                      <a:srgbClr val="C0C0C0"/>
                    </a:outerShdw>
                  </a:effectLst>
                  <a:latin typeface="Arial" panose="020B0604020202090204" pitchFamily="34" charset="0"/>
                  <a:ea typeface="宋体" pitchFamily="2" charset="-122"/>
                  <a:cs typeface="+mn-cs"/>
                </a:rPr>
                <a:t>\0     \0    \0    \0   \0    \0</a:t>
              </a:r>
              <a:r>
                <a:rPr kumimoji="0" lang="en-US" altLang="zh-CN" sz="2400" kern="1200" cap="none" spc="0" normalizeH="0" baseline="0" noProof="0" dirty="0">
                  <a:solidFill>
                    <a:srgbClr val="C00000"/>
                  </a:solidFill>
                  <a:effectLst>
                    <a:outerShdw blurRad="38100" dist="38100" dir="2700000" algn="tl">
                      <a:srgbClr val="C0C0C0"/>
                    </a:outerShdw>
                  </a:effectLst>
                  <a:latin typeface="Arial" panose="020B0604020202090204" pitchFamily="34" charset="0"/>
                  <a:ea typeface="宋体" pitchFamily="2" charset="-122"/>
                  <a:cs typeface="+mn-cs"/>
                </a:rPr>
                <a:t>    </a:t>
              </a:r>
              <a:r>
                <a:rPr kumimoji="0" lang="en-US" altLang="zh-CN" sz="2400" kern="1200" cap="none" spc="0" normalizeH="0" baseline="0" noProof="0" dirty="0">
                  <a:effectLst>
                    <a:outerShdw blurRad="38100" dist="38100" dir="2700000" algn="tl">
                      <a:srgbClr val="C0C0C0"/>
                    </a:outerShdw>
                  </a:effectLst>
                  <a:latin typeface="Arial" panose="020B0604020202090204" pitchFamily="34" charset="0"/>
                  <a:ea typeface="宋体" pitchFamily="2" charset="-122"/>
                  <a:cs typeface="+mn-cs"/>
                </a:rPr>
                <a:t>\0</a:t>
              </a:r>
              <a:endParaRPr kumimoji="0" lang="en-US" altLang="zh-CN" sz="2400" kern="1200" cap="none" spc="0" normalizeH="0" baseline="0" noProof="0" dirty="0">
                <a:effectLst>
                  <a:outerShdw blurRad="38100" dist="38100" dir="2700000" algn="tl">
                    <a:srgbClr val="C0C0C0"/>
                  </a:outerShdw>
                </a:effectLst>
                <a:latin typeface="Arial" panose="020B0604020202090204" pitchFamily="34" charset="0"/>
                <a:ea typeface="宋体" pitchFamily="2" charset="-122"/>
                <a:cs typeface="+mn-cs"/>
              </a:endParaRPr>
            </a:p>
          </p:txBody>
        </p:sp>
      </p:grpSp>
      <p:grpSp>
        <p:nvGrpSpPr>
          <p:cNvPr id="88073" name="Group 26"/>
          <p:cNvGrpSpPr/>
          <p:nvPr/>
        </p:nvGrpSpPr>
        <p:grpSpPr>
          <a:xfrm>
            <a:off x="4848225" y="5087938"/>
            <a:ext cx="5849938" cy="503237"/>
            <a:chOff x="340" y="3657"/>
            <a:chExt cx="3583" cy="317"/>
          </a:xfrm>
        </p:grpSpPr>
        <p:grpSp>
          <p:nvGrpSpPr>
            <p:cNvPr id="88089" name="Group 27"/>
            <p:cNvGrpSpPr/>
            <p:nvPr/>
          </p:nvGrpSpPr>
          <p:grpSpPr>
            <a:xfrm>
              <a:off x="340" y="3657"/>
              <a:ext cx="2132" cy="317"/>
              <a:chOff x="340" y="3657"/>
              <a:chExt cx="2132" cy="317"/>
            </a:xfrm>
          </p:grpSpPr>
          <p:sp>
            <p:nvSpPr>
              <p:cNvPr id="788508" name="Rectangle 28"/>
              <p:cNvSpPr>
                <a:spLocks noChangeArrowheads="1"/>
              </p:cNvSpPr>
              <p:nvPr/>
            </p:nvSpPr>
            <p:spPr bwMode="auto">
              <a:xfrm>
                <a:off x="340" y="3657"/>
                <a:ext cx="2132" cy="317"/>
              </a:xfrm>
              <a:prstGeom prst="rect">
                <a:avLst/>
              </a:prstGeom>
              <a:noFill/>
              <a:ln w="57150">
                <a:solidFill>
                  <a:srgbClr val="000080"/>
                </a:solidFill>
                <a:miter lim="800000"/>
              </a:ln>
              <a:effectLst/>
            </p:spPr>
            <p:txBody>
              <a:bodyPr wrap="none" anchor="ct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788509" name="Line 29"/>
              <p:cNvSpPr>
                <a:spLocks noChangeShapeType="1"/>
              </p:cNvSpPr>
              <p:nvPr/>
            </p:nvSpPr>
            <p:spPr bwMode="auto">
              <a:xfrm>
                <a:off x="703" y="3657"/>
                <a:ext cx="0" cy="317"/>
              </a:xfrm>
              <a:prstGeom prst="line">
                <a:avLst/>
              </a:prstGeom>
              <a:noFill/>
              <a:ln w="38100">
                <a:solidFill>
                  <a:srgbClr val="000080"/>
                </a:solidFill>
                <a:round/>
                <a:headEnd type="none" w="sm" len="sm"/>
                <a:tailEnd type="none" w="sm" len="sm"/>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788510" name="Line 30"/>
              <p:cNvSpPr>
                <a:spLocks noChangeShapeType="1"/>
              </p:cNvSpPr>
              <p:nvPr/>
            </p:nvSpPr>
            <p:spPr bwMode="auto">
              <a:xfrm>
                <a:off x="1066" y="3657"/>
                <a:ext cx="0" cy="317"/>
              </a:xfrm>
              <a:prstGeom prst="line">
                <a:avLst/>
              </a:prstGeom>
              <a:noFill/>
              <a:ln w="38100">
                <a:solidFill>
                  <a:srgbClr val="000080"/>
                </a:solidFill>
                <a:round/>
                <a:headEnd type="none" w="sm" len="sm"/>
                <a:tailEnd type="none" w="sm" len="sm"/>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788511" name="Line 31"/>
              <p:cNvSpPr>
                <a:spLocks noChangeShapeType="1"/>
              </p:cNvSpPr>
              <p:nvPr/>
            </p:nvSpPr>
            <p:spPr bwMode="auto">
              <a:xfrm>
                <a:off x="1428" y="3657"/>
                <a:ext cx="0" cy="317"/>
              </a:xfrm>
              <a:prstGeom prst="line">
                <a:avLst/>
              </a:prstGeom>
              <a:noFill/>
              <a:ln w="38100">
                <a:solidFill>
                  <a:srgbClr val="000080"/>
                </a:solidFill>
                <a:round/>
                <a:headEnd type="none" w="sm" len="sm"/>
                <a:tailEnd type="none" w="sm" len="sm"/>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788512" name="Line 32"/>
              <p:cNvSpPr>
                <a:spLocks noChangeShapeType="1"/>
              </p:cNvSpPr>
              <p:nvPr/>
            </p:nvSpPr>
            <p:spPr bwMode="auto">
              <a:xfrm>
                <a:off x="1798" y="3657"/>
                <a:ext cx="0" cy="317"/>
              </a:xfrm>
              <a:prstGeom prst="line">
                <a:avLst/>
              </a:prstGeom>
              <a:noFill/>
              <a:ln w="38100">
                <a:solidFill>
                  <a:srgbClr val="000080"/>
                </a:solidFill>
                <a:round/>
                <a:headEnd type="none" w="sm" len="sm"/>
                <a:tailEnd type="none" w="sm" len="sm"/>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788513" name="Line 33"/>
              <p:cNvSpPr>
                <a:spLocks noChangeShapeType="1"/>
              </p:cNvSpPr>
              <p:nvPr/>
            </p:nvSpPr>
            <p:spPr bwMode="auto">
              <a:xfrm>
                <a:off x="2154" y="3657"/>
                <a:ext cx="0" cy="317"/>
              </a:xfrm>
              <a:prstGeom prst="line">
                <a:avLst/>
              </a:prstGeom>
              <a:noFill/>
              <a:ln w="38100">
                <a:solidFill>
                  <a:srgbClr val="000080"/>
                </a:solidFill>
                <a:round/>
                <a:headEnd type="none" w="sm" len="sm"/>
                <a:tailEnd type="none" w="sm" len="sm"/>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grpSp>
        <p:sp>
          <p:nvSpPr>
            <p:cNvPr id="788518" name="Text Box 38"/>
            <p:cNvSpPr txBox="1">
              <a:spLocks noChangeArrowheads="1"/>
            </p:cNvSpPr>
            <p:nvPr/>
          </p:nvSpPr>
          <p:spPr bwMode="auto">
            <a:xfrm>
              <a:off x="360" y="3661"/>
              <a:ext cx="3563" cy="268"/>
            </a:xfrm>
            <a:prstGeom prst="rect">
              <a:avLst/>
            </a:prstGeom>
            <a:noFill/>
            <a:ln w="12700">
              <a:noFill/>
              <a:miter lim="800000"/>
              <a:headEnd type="none" w="sm" len="sm"/>
              <a:tailEnd type="none" w="sm" len="sm"/>
            </a:ln>
            <a:effectLst/>
          </p:spPr>
          <p:txBody>
            <a:bodyPr>
              <a:spAutoFit/>
            </a:bodyPr>
            <a:lstStyle/>
            <a:p>
              <a:pPr marR="0" defTabSz="914400" eaLnBrk="1" hangingPunct="1">
                <a:lnSpc>
                  <a:spcPct val="90000"/>
                </a:lnSpc>
                <a:spcBef>
                  <a:spcPct val="50000"/>
                </a:spcBef>
                <a:spcAft>
                  <a:spcPts val="590"/>
                </a:spcAft>
                <a:buClr>
                  <a:schemeClr val="tx2"/>
                </a:buClr>
                <a:buSzPct val="80000"/>
                <a:buFontTx/>
                <a:buNone/>
                <a:defRPr/>
              </a:pPr>
              <a:r>
                <a:rPr kumimoji="0" lang="en-US" altLang="zh-CN" kern="1200" cap="none" spc="0" normalizeH="0" baseline="0" noProof="0" dirty="0">
                  <a:effectLst>
                    <a:outerShdw blurRad="38100" dist="38100" dir="2700000" algn="tl">
                      <a:srgbClr val="C0C0C0"/>
                    </a:outerShdw>
                  </a:effectLst>
                  <a:latin typeface="Arial" panose="020B0604020202090204" pitchFamily="34" charset="0"/>
                  <a:ea typeface="宋体" pitchFamily="2" charset="-122"/>
                  <a:cs typeface="+mn-cs"/>
                </a:rPr>
                <a:t> </a:t>
              </a:r>
              <a:r>
                <a:rPr kumimoji="0" lang="en-US" altLang="zh-CN" sz="2400" b="1" kern="1200" cap="none" spc="0" normalizeH="0" baseline="0" noProof="0" dirty="0">
                  <a:solidFill>
                    <a:srgbClr val="C00000"/>
                  </a:solidFill>
                  <a:effectLst>
                    <a:outerShdw blurRad="38100" dist="38100" dir="2700000" algn="tl">
                      <a:srgbClr val="C0C0C0"/>
                    </a:outerShdw>
                  </a:effectLst>
                  <a:latin typeface="Arial" panose="020B0604020202090204" pitchFamily="34" charset="0"/>
                  <a:ea typeface="宋体" pitchFamily="2" charset="-122"/>
                  <a:cs typeface="+mn-cs"/>
                </a:rPr>
                <a:t>C     h     </a:t>
              </a:r>
              <a:r>
                <a:rPr kumimoji="0" lang="en-US" altLang="zh-CN" sz="2400" b="1" kern="1200" cap="none" spc="0" normalizeH="0" baseline="0" noProof="0" dirty="0" err="1">
                  <a:solidFill>
                    <a:srgbClr val="C00000"/>
                  </a:solidFill>
                  <a:effectLst>
                    <a:outerShdw blurRad="38100" dist="38100" dir="2700000" algn="tl">
                      <a:srgbClr val="C0C0C0"/>
                    </a:outerShdw>
                  </a:effectLst>
                  <a:latin typeface="Arial" panose="020B0604020202090204" pitchFamily="34" charset="0"/>
                  <a:ea typeface="宋体" pitchFamily="2" charset="-122"/>
                  <a:cs typeface="+mn-cs"/>
                </a:rPr>
                <a:t>i</a:t>
              </a:r>
              <a:r>
                <a:rPr kumimoji="0" lang="en-US" altLang="zh-CN" sz="2400" b="1" kern="1200" cap="none" spc="0" normalizeH="0" baseline="0" noProof="0" dirty="0">
                  <a:solidFill>
                    <a:srgbClr val="C00000"/>
                  </a:solidFill>
                  <a:effectLst>
                    <a:outerShdw blurRad="38100" dist="38100" dir="2700000" algn="tl">
                      <a:srgbClr val="C0C0C0"/>
                    </a:outerShdw>
                  </a:effectLst>
                  <a:latin typeface="Arial" panose="020B0604020202090204" pitchFamily="34" charset="0"/>
                  <a:ea typeface="宋体" pitchFamily="2" charset="-122"/>
                  <a:cs typeface="+mn-cs"/>
                </a:rPr>
                <a:t>     n      a    \0</a:t>
              </a:r>
              <a:endParaRPr kumimoji="0" lang="en-US" altLang="zh-CN" sz="2400" b="1" kern="1200" cap="none" spc="0" normalizeH="0" baseline="0" noProof="0" dirty="0">
                <a:solidFill>
                  <a:srgbClr val="C00000"/>
                </a:solidFill>
                <a:effectLst>
                  <a:outerShdw blurRad="38100" dist="38100" dir="2700000" algn="tl">
                    <a:srgbClr val="C0C0C0"/>
                  </a:outerShdw>
                </a:effectLst>
                <a:latin typeface="Arial" panose="020B0604020202090204" pitchFamily="34" charset="0"/>
                <a:ea typeface="宋体" pitchFamily="2" charset="-122"/>
                <a:cs typeface="+mn-cs"/>
              </a:endParaRPr>
            </a:p>
          </p:txBody>
        </p:sp>
      </p:grpSp>
      <p:grpSp>
        <p:nvGrpSpPr>
          <p:cNvPr id="7" name="Group 40"/>
          <p:cNvGrpSpPr/>
          <p:nvPr/>
        </p:nvGrpSpPr>
        <p:grpSpPr>
          <a:xfrm>
            <a:off x="1727200" y="5810250"/>
            <a:ext cx="7334250" cy="503238"/>
            <a:chOff x="839" y="1389"/>
            <a:chExt cx="4264" cy="317"/>
          </a:xfrm>
        </p:grpSpPr>
        <p:grpSp>
          <p:nvGrpSpPr>
            <p:cNvPr id="88075" name="Group 41"/>
            <p:cNvGrpSpPr/>
            <p:nvPr/>
          </p:nvGrpSpPr>
          <p:grpSpPr>
            <a:xfrm>
              <a:off x="839" y="1389"/>
              <a:ext cx="4173" cy="317"/>
              <a:chOff x="1474" y="1389"/>
              <a:chExt cx="4173" cy="317"/>
            </a:xfrm>
          </p:grpSpPr>
          <p:sp>
            <p:nvSpPr>
              <p:cNvPr id="788522" name="Rectangle 42"/>
              <p:cNvSpPr>
                <a:spLocks noChangeArrowheads="1"/>
              </p:cNvSpPr>
              <p:nvPr/>
            </p:nvSpPr>
            <p:spPr bwMode="auto">
              <a:xfrm>
                <a:off x="1474" y="1389"/>
                <a:ext cx="4173" cy="317"/>
              </a:xfrm>
              <a:prstGeom prst="rect">
                <a:avLst/>
              </a:prstGeom>
              <a:noFill/>
              <a:ln w="57150">
                <a:solidFill>
                  <a:srgbClr val="000080"/>
                </a:solidFill>
                <a:miter lim="800000"/>
              </a:ln>
              <a:effectLst/>
            </p:spPr>
            <p:txBody>
              <a:bodyPr wrap="none" anchor="ct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788523" name="Line 43"/>
              <p:cNvSpPr>
                <a:spLocks noChangeShapeType="1"/>
              </p:cNvSpPr>
              <p:nvPr/>
            </p:nvSpPr>
            <p:spPr bwMode="auto">
              <a:xfrm>
                <a:off x="1837" y="1389"/>
                <a:ext cx="0" cy="317"/>
              </a:xfrm>
              <a:prstGeom prst="line">
                <a:avLst/>
              </a:prstGeom>
              <a:noFill/>
              <a:ln w="38100">
                <a:solidFill>
                  <a:srgbClr val="000080"/>
                </a:solidFill>
                <a:round/>
                <a:headEnd type="none" w="sm" len="sm"/>
                <a:tailEnd type="none" w="sm" len="sm"/>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788524" name="Line 44"/>
              <p:cNvSpPr>
                <a:spLocks noChangeShapeType="1"/>
              </p:cNvSpPr>
              <p:nvPr/>
            </p:nvSpPr>
            <p:spPr bwMode="auto">
              <a:xfrm>
                <a:off x="2200" y="1389"/>
                <a:ext cx="0" cy="317"/>
              </a:xfrm>
              <a:prstGeom prst="line">
                <a:avLst/>
              </a:prstGeom>
              <a:noFill/>
              <a:ln w="38100">
                <a:solidFill>
                  <a:srgbClr val="000080"/>
                </a:solidFill>
                <a:round/>
                <a:headEnd type="none" w="sm" len="sm"/>
                <a:tailEnd type="none" w="sm" len="sm"/>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788525" name="Line 45"/>
              <p:cNvSpPr>
                <a:spLocks noChangeShapeType="1"/>
              </p:cNvSpPr>
              <p:nvPr/>
            </p:nvSpPr>
            <p:spPr bwMode="auto">
              <a:xfrm>
                <a:off x="2562" y="1389"/>
                <a:ext cx="0" cy="317"/>
              </a:xfrm>
              <a:prstGeom prst="line">
                <a:avLst/>
              </a:prstGeom>
              <a:noFill/>
              <a:ln w="38100">
                <a:solidFill>
                  <a:srgbClr val="000080"/>
                </a:solidFill>
                <a:round/>
                <a:headEnd type="none" w="sm" len="sm"/>
                <a:tailEnd type="none" w="sm" len="sm"/>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788526" name="Line 46"/>
              <p:cNvSpPr>
                <a:spLocks noChangeShapeType="1"/>
              </p:cNvSpPr>
              <p:nvPr/>
            </p:nvSpPr>
            <p:spPr bwMode="auto">
              <a:xfrm>
                <a:off x="2925" y="1389"/>
                <a:ext cx="0" cy="317"/>
              </a:xfrm>
              <a:prstGeom prst="line">
                <a:avLst/>
              </a:prstGeom>
              <a:noFill/>
              <a:ln w="38100">
                <a:solidFill>
                  <a:srgbClr val="000080"/>
                </a:solidFill>
                <a:round/>
                <a:headEnd type="none" w="sm" len="sm"/>
                <a:tailEnd type="none" w="sm" len="sm"/>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788527" name="Line 47"/>
              <p:cNvSpPr>
                <a:spLocks noChangeShapeType="1"/>
              </p:cNvSpPr>
              <p:nvPr/>
            </p:nvSpPr>
            <p:spPr bwMode="auto">
              <a:xfrm>
                <a:off x="3288" y="1389"/>
                <a:ext cx="0" cy="317"/>
              </a:xfrm>
              <a:prstGeom prst="line">
                <a:avLst/>
              </a:prstGeom>
              <a:noFill/>
              <a:ln w="38100">
                <a:solidFill>
                  <a:srgbClr val="000080"/>
                </a:solidFill>
                <a:round/>
                <a:headEnd type="none" w="sm" len="sm"/>
                <a:tailEnd type="none" w="sm" len="sm"/>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788528" name="Line 48"/>
              <p:cNvSpPr>
                <a:spLocks noChangeShapeType="1"/>
              </p:cNvSpPr>
              <p:nvPr/>
            </p:nvSpPr>
            <p:spPr bwMode="auto">
              <a:xfrm>
                <a:off x="3636" y="1389"/>
                <a:ext cx="0" cy="317"/>
              </a:xfrm>
              <a:prstGeom prst="line">
                <a:avLst/>
              </a:prstGeom>
              <a:noFill/>
              <a:ln w="38100">
                <a:solidFill>
                  <a:srgbClr val="000080"/>
                </a:solidFill>
                <a:round/>
                <a:headEnd type="none" w="sm" len="sm"/>
                <a:tailEnd type="none" w="sm" len="sm"/>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788529" name="Line 49"/>
              <p:cNvSpPr>
                <a:spLocks noChangeShapeType="1"/>
              </p:cNvSpPr>
              <p:nvPr/>
            </p:nvSpPr>
            <p:spPr bwMode="auto">
              <a:xfrm>
                <a:off x="3969" y="1389"/>
                <a:ext cx="0" cy="317"/>
              </a:xfrm>
              <a:prstGeom prst="line">
                <a:avLst/>
              </a:prstGeom>
              <a:noFill/>
              <a:ln w="38100">
                <a:solidFill>
                  <a:srgbClr val="000080"/>
                </a:solidFill>
                <a:round/>
                <a:headEnd type="none" w="sm" len="sm"/>
                <a:tailEnd type="none" w="sm" len="sm"/>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788530" name="Line 50"/>
              <p:cNvSpPr>
                <a:spLocks noChangeShapeType="1"/>
              </p:cNvSpPr>
              <p:nvPr/>
            </p:nvSpPr>
            <p:spPr bwMode="auto">
              <a:xfrm>
                <a:off x="4316" y="1389"/>
                <a:ext cx="0" cy="317"/>
              </a:xfrm>
              <a:prstGeom prst="line">
                <a:avLst/>
              </a:prstGeom>
              <a:noFill/>
              <a:ln w="38100">
                <a:solidFill>
                  <a:srgbClr val="000080"/>
                </a:solidFill>
                <a:round/>
                <a:headEnd type="none" w="sm" len="sm"/>
                <a:tailEnd type="none" w="sm" len="sm"/>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788531" name="Line 51"/>
              <p:cNvSpPr>
                <a:spLocks noChangeShapeType="1"/>
              </p:cNvSpPr>
              <p:nvPr/>
            </p:nvSpPr>
            <p:spPr bwMode="auto">
              <a:xfrm>
                <a:off x="4649" y="1389"/>
                <a:ext cx="0" cy="317"/>
              </a:xfrm>
              <a:prstGeom prst="line">
                <a:avLst/>
              </a:prstGeom>
              <a:noFill/>
              <a:ln w="38100">
                <a:solidFill>
                  <a:srgbClr val="000080"/>
                </a:solidFill>
                <a:round/>
                <a:headEnd type="none" w="sm" len="sm"/>
                <a:tailEnd type="none" w="sm" len="sm"/>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788532" name="Line 52"/>
              <p:cNvSpPr>
                <a:spLocks noChangeShapeType="1"/>
              </p:cNvSpPr>
              <p:nvPr/>
            </p:nvSpPr>
            <p:spPr bwMode="auto">
              <a:xfrm>
                <a:off x="4982" y="1389"/>
                <a:ext cx="0" cy="317"/>
              </a:xfrm>
              <a:prstGeom prst="line">
                <a:avLst/>
              </a:prstGeom>
              <a:noFill/>
              <a:ln w="38100">
                <a:solidFill>
                  <a:srgbClr val="000080"/>
                </a:solidFill>
                <a:round/>
                <a:headEnd type="none" w="sm" len="sm"/>
                <a:tailEnd type="none" w="sm" len="sm"/>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788533" name="Line 53"/>
              <p:cNvSpPr>
                <a:spLocks noChangeShapeType="1"/>
              </p:cNvSpPr>
              <p:nvPr/>
            </p:nvSpPr>
            <p:spPr bwMode="auto">
              <a:xfrm>
                <a:off x="5313" y="1389"/>
                <a:ext cx="0" cy="317"/>
              </a:xfrm>
              <a:prstGeom prst="line">
                <a:avLst/>
              </a:prstGeom>
              <a:noFill/>
              <a:ln w="38100">
                <a:solidFill>
                  <a:srgbClr val="000080"/>
                </a:solidFill>
                <a:round/>
                <a:headEnd type="none" w="sm" len="sm"/>
                <a:tailEnd type="none" w="sm" len="sm"/>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grpSp>
        <p:sp>
          <p:nvSpPr>
            <p:cNvPr id="788534" name="Text Box 54"/>
            <p:cNvSpPr txBox="1">
              <a:spLocks noChangeArrowheads="1"/>
            </p:cNvSpPr>
            <p:nvPr/>
          </p:nvSpPr>
          <p:spPr bwMode="auto">
            <a:xfrm>
              <a:off x="859" y="1393"/>
              <a:ext cx="4244" cy="268"/>
            </a:xfrm>
            <a:prstGeom prst="rect">
              <a:avLst/>
            </a:prstGeom>
            <a:noFill/>
            <a:ln w="12700">
              <a:noFill/>
              <a:miter lim="800000"/>
              <a:headEnd type="none" w="sm" len="sm"/>
              <a:tailEnd type="none" w="sm" len="sm"/>
            </a:ln>
            <a:effectLst/>
          </p:spPr>
          <p:txBody>
            <a:bodyPr>
              <a:spAutoFit/>
            </a:bodyPr>
            <a:lstStyle/>
            <a:p>
              <a:pPr marR="0" defTabSz="914400" eaLnBrk="1" hangingPunct="1">
                <a:lnSpc>
                  <a:spcPct val="90000"/>
                </a:lnSpc>
                <a:spcBef>
                  <a:spcPct val="50000"/>
                </a:spcBef>
                <a:spcAft>
                  <a:spcPts val="590"/>
                </a:spcAft>
                <a:buClr>
                  <a:schemeClr val="tx2"/>
                </a:buClr>
                <a:buSzPct val="80000"/>
                <a:buFontTx/>
                <a:buNone/>
                <a:defRPr/>
              </a:pPr>
              <a:r>
                <a:rPr kumimoji="0" lang="en-US" altLang="zh-CN" sz="2400" kern="1200" cap="none" spc="0" normalizeH="0" baseline="0" noProof="0" dirty="0">
                  <a:effectLst>
                    <a:outerShdw blurRad="38100" dist="38100" dir="2700000" algn="tl">
                      <a:srgbClr val="C0C0C0"/>
                    </a:outerShdw>
                  </a:effectLst>
                  <a:latin typeface="Arial" panose="020B0604020202090204" pitchFamily="34" charset="0"/>
                  <a:ea typeface="宋体" pitchFamily="2" charset="-122"/>
                  <a:cs typeface="+mn-cs"/>
                </a:rPr>
                <a:t>H     e      l        </a:t>
              </a:r>
              <a:r>
                <a:rPr kumimoji="0" lang="en-US" altLang="zh-CN" sz="2400" kern="1200" cap="none" spc="0" normalizeH="0" baseline="0" noProof="0" dirty="0" err="1">
                  <a:effectLst>
                    <a:outerShdw blurRad="38100" dist="38100" dir="2700000" algn="tl">
                      <a:srgbClr val="C0C0C0"/>
                    </a:outerShdw>
                  </a:effectLst>
                  <a:latin typeface="Arial" panose="020B0604020202090204" pitchFamily="34" charset="0"/>
                  <a:ea typeface="宋体" pitchFamily="2" charset="-122"/>
                  <a:cs typeface="+mn-cs"/>
                </a:rPr>
                <a:t>l</a:t>
              </a:r>
              <a:r>
                <a:rPr kumimoji="0" lang="en-US" altLang="zh-CN" sz="2400" kern="1200" cap="none" spc="0" normalizeH="0" baseline="0" noProof="0" dirty="0">
                  <a:effectLst>
                    <a:outerShdw blurRad="38100" dist="38100" dir="2700000" algn="tl">
                      <a:srgbClr val="C0C0C0"/>
                    </a:outerShdw>
                  </a:effectLst>
                  <a:latin typeface="Arial" panose="020B0604020202090204" pitchFamily="34" charset="0"/>
                  <a:ea typeface="宋体" pitchFamily="2" charset="-122"/>
                  <a:cs typeface="+mn-cs"/>
                </a:rPr>
                <a:t>     o     </a:t>
              </a:r>
              <a:r>
                <a:rPr kumimoji="0" lang="en-US" altLang="zh-CN" sz="2400" b="1" kern="1200" cap="none" spc="0" normalizeH="0" baseline="0" noProof="0" dirty="0">
                  <a:solidFill>
                    <a:srgbClr val="C00000"/>
                  </a:solidFill>
                  <a:effectLst>
                    <a:outerShdw blurRad="38100" dist="38100" dir="2700000" algn="tl">
                      <a:srgbClr val="C0C0C0"/>
                    </a:outerShdw>
                  </a:effectLst>
                  <a:latin typeface="Arial" panose="020B0604020202090204" pitchFamily="34" charset="0"/>
                  <a:ea typeface="宋体" pitchFamily="2" charset="-122"/>
                  <a:cs typeface="+mn-cs"/>
                </a:rPr>
                <a:t>C     h     </a:t>
              </a:r>
              <a:r>
                <a:rPr kumimoji="0" lang="en-US" altLang="zh-CN" sz="2400" b="1" kern="1200" cap="none" spc="0" normalizeH="0" baseline="0" noProof="0" dirty="0" err="1">
                  <a:solidFill>
                    <a:srgbClr val="C00000"/>
                  </a:solidFill>
                  <a:effectLst>
                    <a:outerShdw blurRad="38100" dist="38100" dir="2700000" algn="tl">
                      <a:srgbClr val="C0C0C0"/>
                    </a:outerShdw>
                  </a:effectLst>
                  <a:latin typeface="Arial" panose="020B0604020202090204" pitchFamily="34" charset="0"/>
                  <a:ea typeface="宋体" pitchFamily="2" charset="-122"/>
                  <a:cs typeface="+mn-cs"/>
                </a:rPr>
                <a:t>i</a:t>
              </a:r>
              <a:r>
                <a:rPr kumimoji="0" lang="en-US" altLang="zh-CN" sz="2400" b="1" kern="1200" cap="none" spc="0" normalizeH="0" baseline="0" noProof="0" dirty="0">
                  <a:solidFill>
                    <a:srgbClr val="C00000"/>
                  </a:solidFill>
                  <a:effectLst>
                    <a:outerShdw blurRad="38100" dist="38100" dir="2700000" algn="tl">
                      <a:srgbClr val="C0C0C0"/>
                    </a:outerShdw>
                  </a:effectLst>
                  <a:latin typeface="Arial" panose="020B0604020202090204" pitchFamily="34" charset="0"/>
                  <a:ea typeface="宋体" pitchFamily="2" charset="-122"/>
                  <a:cs typeface="+mn-cs"/>
                </a:rPr>
                <a:t>     n      a    \0</a:t>
              </a:r>
              <a:r>
                <a:rPr kumimoji="0" lang="en-US" altLang="zh-CN" sz="2400" kern="1200" cap="none" spc="0" normalizeH="0" baseline="0" noProof="0" dirty="0">
                  <a:solidFill>
                    <a:srgbClr val="C00000"/>
                  </a:solidFill>
                  <a:effectLst>
                    <a:outerShdw blurRad="38100" dist="38100" dir="2700000" algn="tl">
                      <a:srgbClr val="C0C0C0"/>
                    </a:outerShdw>
                  </a:effectLst>
                  <a:latin typeface="Arial" panose="020B0604020202090204" pitchFamily="34" charset="0"/>
                  <a:ea typeface="宋体" pitchFamily="2" charset="-122"/>
                  <a:cs typeface="+mn-cs"/>
                </a:rPr>
                <a:t>    </a:t>
              </a:r>
              <a:r>
                <a:rPr kumimoji="0" lang="en-US" altLang="zh-CN" sz="2400" kern="1200" cap="none" spc="0" normalizeH="0" baseline="0" noProof="0" dirty="0">
                  <a:effectLst>
                    <a:outerShdw blurRad="38100" dist="38100" dir="2700000" algn="tl">
                      <a:srgbClr val="C0C0C0"/>
                    </a:outerShdw>
                  </a:effectLst>
                  <a:latin typeface="Arial" panose="020B0604020202090204" pitchFamily="34" charset="0"/>
                  <a:ea typeface="宋体" pitchFamily="2" charset="-122"/>
                  <a:cs typeface="+mn-cs"/>
                </a:rPr>
                <a:t>\0</a:t>
              </a:r>
              <a:endParaRPr kumimoji="0" lang="en-US" altLang="zh-CN" sz="2400" kern="1200" cap="none" spc="0" normalizeH="0" baseline="0" noProof="0" dirty="0">
                <a:effectLst>
                  <a:outerShdw blurRad="38100" dist="38100" dir="2700000" algn="tl">
                    <a:srgbClr val="C0C0C0"/>
                  </a:outerShdw>
                </a:effectLst>
                <a:latin typeface="Arial" panose="020B0604020202090204" pitchFamily="34" charset="0"/>
                <a:ea typeface="宋体" pitchFamily="2" charset="-122"/>
                <a:cs typeface="+mn-cs"/>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788486"/>
                                        </p:tgtEl>
                                        <p:attrNameLst>
                                          <p:attrName>style.visibility</p:attrName>
                                        </p:attrNameLst>
                                      </p:cBhvr>
                                      <p:to>
                                        <p:strVal val="visible"/>
                                      </p:to>
                                    </p:set>
                                    <p:anim calcmode="lin" valueType="num">
                                      <p:cBhvr>
                                        <p:cTn id="7" dur="500" fill="hold"/>
                                        <p:tgtEl>
                                          <p:spTgt spid="788486"/>
                                        </p:tgtEl>
                                        <p:attrNameLst>
                                          <p:attrName>ppt_w</p:attrName>
                                        </p:attrNameLst>
                                      </p:cBhvr>
                                      <p:tavLst>
                                        <p:tav tm="0">
                                          <p:val>
                                            <p:fltVal val="0"/>
                                          </p:val>
                                        </p:tav>
                                        <p:tav tm="100000">
                                          <p:val>
                                            <p:strVal val="#ppt_w"/>
                                          </p:val>
                                        </p:tav>
                                      </p:tavLst>
                                    </p:anim>
                                    <p:anim calcmode="lin" valueType="num">
                                      <p:cBhvr>
                                        <p:cTn id="8" dur="500" fill="hold"/>
                                        <p:tgtEl>
                                          <p:spTgt spid="788486"/>
                                        </p:tgtEl>
                                        <p:attrNameLst>
                                          <p:attrName>ppt_h</p:attrName>
                                        </p:attrNameLst>
                                      </p:cBhvr>
                                      <p:tavLst>
                                        <p:tav tm="0">
                                          <p:val>
                                            <p:fltVal val="0"/>
                                          </p:val>
                                        </p:tav>
                                        <p:tav tm="100000">
                                          <p:val>
                                            <p:strVal val="#ppt_h"/>
                                          </p:val>
                                        </p:tav>
                                      </p:tavLst>
                                    </p:anim>
                                    <p:animEffect transition="in" filter="fade">
                                      <p:cBhvr>
                                        <p:cTn id="9" dur="500"/>
                                        <p:tgtEl>
                                          <p:spTgt spid="788486"/>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2"/>
                                        </p:tgtEl>
                                        <p:attrNameLst>
                                          <p:attrName>style.visibility</p:attrName>
                                        </p:attrNameLst>
                                      </p:cBhvr>
                                      <p:to>
                                        <p:strVal val="visible"/>
                                      </p:to>
                                    </p:set>
                                    <p:anim calcmode="lin" valueType="num">
                                      <p:cBhvr>
                                        <p:cTn id="14" dur="500" fill="hold"/>
                                        <p:tgtEl>
                                          <p:spTgt spid="2"/>
                                        </p:tgtEl>
                                        <p:attrNameLst>
                                          <p:attrName>ppt_w</p:attrName>
                                        </p:attrNameLst>
                                      </p:cBhvr>
                                      <p:tavLst>
                                        <p:tav tm="0">
                                          <p:val>
                                            <p:fltVal val="0"/>
                                          </p:val>
                                        </p:tav>
                                        <p:tav tm="100000">
                                          <p:val>
                                            <p:strVal val="#ppt_w"/>
                                          </p:val>
                                        </p:tav>
                                      </p:tavLst>
                                    </p:anim>
                                    <p:anim calcmode="lin" valueType="num">
                                      <p:cBhvr>
                                        <p:cTn id="15" dur="500" fill="hold"/>
                                        <p:tgtEl>
                                          <p:spTgt spid="2"/>
                                        </p:tgtEl>
                                        <p:attrNameLst>
                                          <p:attrName>ppt_h</p:attrName>
                                        </p:attrNameLst>
                                      </p:cBhvr>
                                      <p:tavLst>
                                        <p:tav tm="0">
                                          <p:val>
                                            <p:fltVal val="0"/>
                                          </p:val>
                                        </p:tav>
                                        <p:tav tm="100000">
                                          <p:val>
                                            <p:strVal val="#ppt_h"/>
                                          </p:val>
                                        </p:tav>
                                      </p:tavLst>
                                    </p:anim>
                                    <p:animEffect transition="in" filter="fade">
                                      <p:cBhvr>
                                        <p:cTn id="16" dur="500"/>
                                        <p:tgtEl>
                                          <p:spTgt spid="2"/>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3"/>
                                        </p:tgtEl>
                                        <p:attrNameLst>
                                          <p:attrName>style.visibility</p:attrName>
                                        </p:attrNameLst>
                                      </p:cBhvr>
                                      <p:to>
                                        <p:strVal val="visible"/>
                                      </p:to>
                                    </p:set>
                                    <p:animEffect transition="in" filter="wipe(left)">
                                      <p:cBhvr>
                                        <p:cTn id="21" dur="500"/>
                                        <p:tgtEl>
                                          <p:spTgt spid="3"/>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wipe(left)">
                                      <p:cBhvr>
                                        <p:cTn id="26"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8486" grpId="0" animBg="1"/>
    </p:bldLst>
  </p:timing>
</p:sld>
</file>

<file path=ppt/slides/slide5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0114" name="Rectangle 3"/>
          <p:cNvSpPr/>
          <p:nvPr/>
        </p:nvSpPr>
        <p:spPr>
          <a:xfrm>
            <a:off x="1393825" y="1954213"/>
            <a:ext cx="7210425" cy="4465637"/>
          </a:xfrm>
          <a:prstGeom prst="rect">
            <a:avLst/>
          </a:prstGeom>
          <a:solidFill>
            <a:schemeClr val="bg2"/>
          </a:solidFill>
          <a:ln w="28575" cap="flat" cmpd="sng">
            <a:solidFill>
              <a:srgbClr val="008000"/>
            </a:solidFill>
            <a:prstDash val="solid"/>
            <a:miter/>
            <a:headEnd type="none" w="med" len="med"/>
            <a:tailEnd type="none" w="med" len="med"/>
          </a:ln>
        </p:spPr>
        <p:txBody>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342900" lvl="0" indent="-342900" eaLnBrk="1" hangingPunct="1">
              <a:lnSpc>
                <a:spcPct val="110000"/>
              </a:lnSpc>
              <a:spcBef>
                <a:spcPct val="0"/>
              </a:spcBef>
              <a:buFont typeface="Monotype Sorts"/>
              <a:buNone/>
            </a:pPr>
            <a:r>
              <a:rPr lang="fr-FR" altLang="zh-CN" sz="1800" b="1" dirty="0">
                <a:latin typeface="Courier New" panose="02070409020205090404" pitchFamily="49" charset="0"/>
                <a:ea typeface="宋体" pitchFamily="2" charset="-122"/>
              </a:rPr>
              <a:t>char *MyStrcat(char *dstStr, char *srcStr)</a:t>
            </a:r>
            <a:endParaRPr lang="fr-FR" altLang="zh-CN" sz="1800" b="1" dirty="0">
              <a:latin typeface="Courier New" panose="02070409020205090404" pitchFamily="49" charset="0"/>
              <a:ea typeface="宋体" pitchFamily="2" charset="-122"/>
            </a:endParaRPr>
          </a:p>
          <a:p>
            <a:pPr marL="342900" lvl="0" indent="-342900" eaLnBrk="1" hangingPunct="1">
              <a:lnSpc>
                <a:spcPct val="110000"/>
              </a:lnSpc>
              <a:spcBef>
                <a:spcPct val="0"/>
              </a:spcBef>
              <a:buFont typeface="Monotype Sorts"/>
              <a:buNone/>
            </a:pPr>
            <a:r>
              <a:rPr lang="fr-FR" altLang="zh-CN" sz="1800" b="1" dirty="0">
                <a:latin typeface="Courier New" panose="02070409020205090404" pitchFamily="49" charset="0"/>
                <a:ea typeface="宋体" pitchFamily="2" charset="-122"/>
              </a:rPr>
              <a:t>{</a:t>
            </a:r>
            <a:endParaRPr lang="fr-FR" altLang="zh-CN" sz="1800" b="1" dirty="0">
              <a:latin typeface="Courier New" panose="02070409020205090404" pitchFamily="49" charset="0"/>
              <a:ea typeface="宋体" pitchFamily="2" charset="-122"/>
            </a:endParaRPr>
          </a:p>
          <a:p>
            <a:pPr marL="342900" lvl="0" indent="-342900" eaLnBrk="1" hangingPunct="1">
              <a:lnSpc>
                <a:spcPct val="110000"/>
              </a:lnSpc>
              <a:spcBef>
                <a:spcPct val="0"/>
              </a:spcBef>
              <a:buFont typeface="Monotype Sorts"/>
              <a:buNone/>
            </a:pPr>
            <a:r>
              <a:rPr lang="fr-FR" altLang="zh-CN" sz="1800" b="1" dirty="0">
                <a:latin typeface="Courier New" panose="02070409020205090404" pitchFamily="49" charset="0"/>
                <a:ea typeface="宋体" pitchFamily="2" charset="-122"/>
              </a:rPr>
              <a:t>	char *pStr = dstStr;   </a:t>
            </a:r>
            <a:endParaRPr lang="fr-FR" altLang="zh-CN" sz="1800" b="1" dirty="0">
              <a:latin typeface="Courier New" panose="02070409020205090404" pitchFamily="49" charset="0"/>
              <a:ea typeface="宋体" pitchFamily="2" charset="-122"/>
            </a:endParaRPr>
          </a:p>
          <a:p>
            <a:pPr marL="342900" lvl="0" indent="-342900" eaLnBrk="1" hangingPunct="1">
              <a:lnSpc>
                <a:spcPct val="110000"/>
              </a:lnSpc>
              <a:spcBef>
                <a:spcPct val="0"/>
              </a:spcBef>
              <a:buFont typeface="Monotype Sorts"/>
              <a:buNone/>
            </a:pPr>
            <a:r>
              <a:rPr lang="fr-FR" altLang="zh-CN" sz="1800" b="1" dirty="0">
                <a:latin typeface="Courier New" panose="02070409020205090404" pitchFamily="49" charset="0"/>
                <a:ea typeface="宋体" pitchFamily="2" charset="-122"/>
              </a:rPr>
              <a:t>	while (*dstStr != '\0')</a:t>
            </a:r>
            <a:endParaRPr lang="fr-FR" altLang="zh-CN" sz="1800" b="1" dirty="0">
              <a:latin typeface="Courier New" panose="02070409020205090404" pitchFamily="49" charset="0"/>
              <a:ea typeface="宋体" pitchFamily="2" charset="-122"/>
            </a:endParaRPr>
          </a:p>
          <a:p>
            <a:pPr marL="342900" lvl="0" indent="-342900" eaLnBrk="1" hangingPunct="1">
              <a:lnSpc>
                <a:spcPct val="110000"/>
              </a:lnSpc>
              <a:spcBef>
                <a:spcPct val="0"/>
              </a:spcBef>
              <a:buFont typeface="Monotype Sorts"/>
              <a:buNone/>
            </a:pPr>
            <a:r>
              <a:rPr lang="fr-FR" altLang="zh-CN" sz="1800" b="1" dirty="0">
                <a:latin typeface="Courier New" panose="02070409020205090404" pitchFamily="49" charset="0"/>
                <a:ea typeface="宋体" pitchFamily="2" charset="-122"/>
              </a:rPr>
              <a:t>	{</a:t>
            </a:r>
            <a:endParaRPr lang="fr-FR" altLang="zh-CN" sz="1800" b="1" dirty="0">
              <a:latin typeface="Courier New" panose="02070409020205090404" pitchFamily="49" charset="0"/>
              <a:ea typeface="宋体" pitchFamily="2" charset="-122"/>
            </a:endParaRPr>
          </a:p>
          <a:p>
            <a:pPr marL="342900" lvl="0" indent="-342900" eaLnBrk="1" hangingPunct="1">
              <a:lnSpc>
                <a:spcPct val="110000"/>
              </a:lnSpc>
              <a:spcBef>
                <a:spcPct val="0"/>
              </a:spcBef>
              <a:buFont typeface="Monotype Sorts"/>
              <a:buNone/>
            </a:pPr>
            <a:r>
              <a:rPr lang="fr-FR" altLang="zh-CN" sz="1800" b="1" dirty="0">
                <a:latin typeface="Courier New" panose="02070409020205090404" pitchFamily="49" charset="0"/>
                <a:ea typeface="宋体" pitchFamily="2" charset="-122"/>
              </a:rPr>
              <a:t>		dstStr++;</a:t>
            </a:r>
            <a:endParaRPr lang="fr-FR" altLang="zh-CN" sz="1800" b="1" dirty="0">
              <a:latin typeface="Courier New" panose="02070409020205090404" pitchFamily="49" charset="0"/>
              <a:ea typeface="宋体" pitchFamily="2" charset="-122"/>
            </a:endParaRPr>
          </a:p>
          <a:p>
            <a:pPr marL="342900" lvl="0" indent="-342900" eaLnBrk="1" hangingPunct="1">
              <a:lnSpc>
                <a:spcPct val="110000"/>
              </a:lnSpc>
              <a:spcBef>
                <a:spcPct val="0"/>
              </a:spcBef>
              <a:buFont typeface="Monotype Sorts"/>
              <a:buNone/>
            </a:pPr>
            <a:r>
              <a:rPr lang="fr-FR" altLang="zh-CN" sz="1800" b="1" dirty="0">
                <a:latin typeface="Courier New" panose="02070409020205090404" pitchFamily="49" charset="0"/>
                <a:ea typeface="宋体" pitchFamily="2" charset="-122"/>
              </a:rPr>
              <a:t>	}  </a:t>
            </a:r>
            <a:endParaRPr lang="fr-FR" altLang="zh-CN" sz="1800" b="1" dirty="0">
              <a:latin typeface="Courier New" panose="02070409020205090404" pitchFamily="49" charset="0"/>
              <a:ea typeface="宋体" pitchFamily="2" charset="-122"/>
            </a:endParaRPr>
          </a:p>
          <a:p>
            <a:pPr marL="342900" lvl="0" indent="-342900" eaLnBrk="1" hangingPunct="1">
              <a:lnSpc>
                <a:spcPts val="2000"/>
              </a:lnSpc>
              <a:spcBef>
                <a:spcPct val="0"/>
              </a:spcBef>
              <a:buNone/>
            </a:pPr>
            <a:r>
              <a:rPr lang="fr-FR" altLang="zh-CN" sz="1800" b="1" dirty="0">
                <a:latin typeface="Courier New" panose="02070409020205090404" pitchFamily="49" charset="0"/>
                <a:ea typeface="宋体" pitchFamily="2" charset="-122"/>
              </a:rPr>
              <a:t>	while(*srcStr != '\0')</a:t>
            </a:r>
            <a:endParaRPr lang="fr-FR" altLang="zh-CN" sz="1800" b="1" dirty="0">
              <a:latin typeface="Courier New" panose="02070409020205090404" pitchFamily="49" charset="0"/>
              <a:ea typeface="宋体" pitchFamily="2" charset="-122"/>
            </a:endParaRPr>
          </a:p>
          <a:p>
            <a:pPr marL="342900" lvl="0" indent="-342900" eaLnBrk="1" hangingPunct="1">
              <a:lnSpc>
                <a:spcPts val="2000"/>
              </a:lnSpc>
              <a:spcBef>
                <a:spcPct val="0"/>
              </a:spcBef>
              <a:buNone/>
            </a:pPr>
            <a:r>
              <a:rPr lang="fr-FR" altLang="zh-CN" sz="1800" b="1" dirty="0">
                <a:latin typeface="Courier New" panose="02070409020205090404" pitchFamily="49" charset="0"/>
                <a:ea typeface="宋体" pitchFamily="2" charset="-122"/>
              </a:rPr>
              <a:t>  {</a:t>
            </a:r>
            <a:endParaRPr lang="fr-FR" altLang="zh-CN" sz="1800" b="1" dirty="0">
              <a:latin typeface="Courier New" panose="02070409020205090404" pitchFamily="49" charset="0"/>
              <a:ea typeface="宋体" pitchFamily="2" charset="-122"/>
            </a:endParaRPr>
          </a:p>
          <a:p>
            <a:pPr marL="342900" lvl="0" indent="-342900" eaLnBrk="1" hangingPunct="1">
              <a:lnSpc>
                <a:spcPts val="2000"/>
              </a:lnSpc>
              <a:spcBef>
                <a:spcPct val="0"/>
              </a:spcBef>
              <a:buNone/>
            </a:pPr>
            <a:r>
              <a:rPr lang="fr-FR" altLang="zh-CN" sz="1800" b="1" dirty="0">
                <a:latin typeface="Courier New" panose="02070409020205090404" pitchFamily="49" charset="0"/>
                <a:ea typeface="宋体" pitchFamily="2" charset="-122"/>
              </a:rPr>
              <a:t>	   *dstStr = *srcStr;</a:t>
            </a:r>
            <a:endParaRPr lang="fr-FR" altLang="zh-CN" sz="1800" b="1" dirty="0">
              <a:latin typeface="Courier New" panose="02070409020205090404" pitchFamily="49" charset="0"/>
              <a:ea typeface="宋体" pitchFamily="2" charset="-122"/>
            </a:endParaRPr>
          </a:p>
          <a:p>
            <a:pPr marL="342900" lvl="0" indent="-342900" eaLnBrk="1" hangingPunct="1">
              <a:lnSpc>
                <a:spcPts val="2000"/>
              </a:lnSpc>
              <a:spcBef>
                <a:spcPct val="0"/>
              </a:spcBef>
              <a:buNone/>
            </a:pPr>
            <a:r>
              <a:rPr lang="fr-FR" altLang="zh-CN" sz="1800" b="1" dirty="0">
                <a:latin typeface="Courier New" panose="02070409020205090404" pitchFamily="49" charset="0"/>
                <a:ea typeface="宋体" pitchFamily="2" charset="-122"/>
              </a:rPr>
              <a:t>      srcStr++;</a:t>
            </a:r>
            <a:endParaRPr lang="fr-FR" altLang="zh-CN" sz="1800" b="1" dirty="0">
              <a:latin typeface="Courier New" panose="02070409020205090404" pitchFamily="49" charset="0"/>
              <a:ea typeface="宋体" pitchFamily="2" charset="-122"/>
            </a:endParaRPr>
          </a:p>
          <a:p>
            <a:pPr marL="342900" lvl="0" indent="-342900" eaLnBrk="1" hangingPunct="1">
              <a:lnSpc>
                <a:spcPts val="2000"/>
              </a:lnSpc>
              <a:spcBef>
                <a:spcPct val="0"/>
              </a:spcBef>
              <a:buNone/>
            </a:pPr>
            <a:r>
              <a:rPr lang="fr-FR" altLang="zh-CN" sz="1800" b="1" dirty="0">
                <a:latin typeface="Courier New" panose="02070409020205090404" pitchFamily="49" charset="0"/>
                <a:ea typeface="宋体" pitchFamily="2" charset="-122"/>
              </a:rPr>
              <a:t>      dstStr++;</a:t>
            </a:r>
            <a:endParaRPr lang="fr-FR" altLang="zh-CN" sz="1800" b="1" dirty="0">
              <a:latin typeface="Courier New" panose="02070409020205090404" pitchFamily="49" charset="0"/>
              <a:ea typeface="宋体" pitchFamily="2" charset="-122"/>
            </a:endParaRPr>
          </a:p>
          <a:p>
            <a:pPr marL="342900" lvl="0" indent="-342900" eaLnBrk="1" hangingPunct="1">
              <a:lnSpc>
                <a:spcPts val="2000"/>
              </a:lnSpc>
              <a:spcBef>
                <a:spcPct val="0"/>
              </a:spcBef>
              <a:buNone/>
            </a:pPr>
            <a:r>
              <a:rPr lang="fr-FR" altLang="zh-CN" sz="1800" b="1" dirty="0">
                <a:latin typeface="Courier New" panose="02070409020205090404" pitchFamily="49" charset="0"/>
                <a:ea typeface="宋体" pitchFamily="2" charset="-122"/>
              </a:rPr>
              <a:t>  }</a:t>
            </a:r>
            <a:endParaRPr lang="fr-FR" altLang="zh-CN" sz="1800" b="1" dirty="0">
              <a:latin typeface="Courier New" panose="02070409020205090404" pitchFamily="49" charset="0"/>
              <a:ea typeface="宋体" pitchFamily="2" charset="-122"/>
            </a:endParaRPr>
          </a:p>
          <a:p>
            <a:pPr marL="342900" lvl="0" indent="-342900" eaLnBrk="1" hangingPunct="1">
              <a:lnSpc>
                <a:spcPts val="2000"/>
              </a:lnSpc>
              <a:spcBef>
                <a:spcPct val="0"/>
              </a:spcBef>
              <a:buNone/>
            </a:pPr>
            <a:r>
              <a:rPr lang="fr-FR" altLang="zh-CN" sz="1800" b="1" dirty="0">
                <a:latin typeface="Courier New" panose="02070409020205090404" pitchFamily="49" charset="0"/>
                <a:ea typeface="宋体" pitchFamily="2" charset="-122"/>
              </a:rPr>
              <a:t>  *dstStr = '\0'; </a:t>
            </a:r>
            <a:endParaRPr lang="fr-FR" altLang="zh-CN" sz="1800" b="1" dirty="0">
              <a:latin typeface="Courier New" panose="02070409020205090404" pitchFamily="49" charset="0"/>
              <a:ea typeface="宋体" pitchFamily="2" charset="-122"/>
            </a:endParaRPr>
          </a:p>
          <a:p>
            <a:pPr marL="342900" lvl="0" indent="-342900" eaLnBrk="1" hangingPunct="1">
              <a:lnSpc>
                <a:spcPts val="2000"/>
              </a:lnSpc>
              <a:spcBef>
                <a:spcPct val="0"/>
              </a:spcBef>
              <a:buNone/>
            </a:pPr>
            <a:r>
              <a:rPr lang="fr-FR" altLang="zh-CN" sz="1800" b="1" dirty="0">
                <a:latin typeface="Courier New" panose="02070409020205090404" pitchFamily="49" charset="0"/>
                <a:ea typeface="宋体" pitchFamily="2" charset="-122"/>
              </a:rPr>
              <a:t>	return pStr; </a:t>
            </a:r>
            <a:endParaRPr lang="fr-FR" altLang="zh-CN" sz="1800" b="1" dirty="0">
              <a:latin typeface="Courier New" panose="02070409020205090404" pitchFamily="49" charset="0"/>
              <a:ea typeface="宋体" pitchFamily="2" charset="-122"/>
            </a:endParaRPr>
          </a:p>
          <a:p>
            <a:pPr marL="342900" lvl="0" indent="-342900" eaLnBrk="1" hangingPunct="1">
              <a:lnSpc>
                <a:spcPct val="110000"/>
              </a:lnSpc>
              <a:spcBef>
                <a:spcPct val="0"/>
              </a:spcBef>
              <a:buFont typeface="Monotype Sorts"/>
              <a:buNone/>
            </a:pPr>
            <a:r>
              <a:rPr lang="fr-FR" altLang="zh-CN" sz="1800" b="1" dirty="0">
                <a:latin typeface="Courier New" panose="02070409020205090404" pitchFamily="49" charset="0"/>
                <a:ea typeface="宋体" pitchFamily="2" charset="-122"/>
              </a:rPr>
              <a:t>}</a:t>
            </a:r>
            <a:endParaRPr lang="zh-CN" altLang="en-US" sz="1800" b="1" dirty="0">
              <a:latin typeface="Courier New" panose="02070409020205090404" pitchFamily="49" charset="0"/>
              <a:ea typeface="宋体" pitchFamily="2" charset="-122"/>
            </a:endParaRPr>
          </a:p>
        </p:txBody>
      </p:sp>
      <p:sp>
        <p:nvSpPr>
          <p:cNvPr id="90115" name="Rectangle 2"/>
          <p:cNvSpPr>
            <a:spLocks noGrp="1"/>
          </p:cNvSpPr>
          <p:nvPr>
            <p:ph type="title"/>
          </p:nvPr>
        </p:nvSpPr>
        <p:spPr>
          <a:xfrm>
            <a:off x="1631950" y="255588"/>
            <a:ext cx="8915400" cy="1143000"/>
          </a:xfrm>
        </p:spPr>
        <p:txBody>
          <a:bodyPr vert="horz" wrap="square" lIns="91440" tIns="45720" rIns="91440" bIns="45720" anchor="ctr" anchorCtr="0"/>
          <a:lstStyle/>
          <a:p>
            <a:r>
              <a:rPr lang="en-US" altLang="zh-CN" kern="1200" dirty="0">
                <a:latin typeface="Arial" panose="020B0604020202090204" pitchFamily="34" charset="0"/>
                <a:ea typeface="黑体" panose="02010609060101010101" pitchFamily="49" charset="-122"/>
                <a:cs typeface="Arial" panose="020B0604020202090204" pitchFamily="34" charset="0"/>
              </a:rPr>
              <a:t>3.3.4 </a:t>
            </a:r>
            <a:r>
              <a:rPr lang="zh-CN" altLang="en-US" kern="1200" dirty="0">
                <a:latin typeface="Arial" panose="020B0604020202090204" pitchFamily="34" charset="0"/>
                <a:ea typeface="黑体" panose="02010609060101010101" pitchFamily="49" charset="-122"/>
                <a:cs typeface="Arial" panose="020B0604020202090204" pitchFamily="34" charset="0"/>
              </a:rPr>
              <a:t>字符串处理函数</a:t>
            </a:r>
            <a:endParaRPr lang="zh-CN" altLang="en-US" kern="1200" dirty="0">
              <a:latin typeface="Arial" panose="020B0604020202090204" pitchFamily="34" charset="0"/>
              <a:ea typeface="黑体" panose="02010609060101010101" pitchFamily="49" charset="-122"/>
              <a:cs typeface="Arial" panose="020B0604020202090204" pitchFamily="34" charset="0"/>
            </a:endParaRPr>
          </a:p>
        </p:txBody>
      </p:sp>
      <p:sp>
        <p:nvSpPr>
          <p:cNvPr id="11" name="Rectangle 59"/>
          <p:cNvSpPr>
            <a:spLocks noChangeArrowheads="1"/>
          </p:cNvSpPr>
          <p:nvPr/>
        </p:nvSpPr>
        <p:spPr bwMode="auto">
          <a:xfrm>
            <a:off x="1763713" y="4116388"/>
            <a:ext cx="3240088" cy="1727200"/>
          </a:xfrm>
          <a:prstGeom prst="rect">
            <a:avLst/>
          </a:prstGeom>
          <a:noFill/>
          <a:ln w="25400">
            <a:solidFill>
              <a:srgbClr val="009900"/>
            </a:solidFill>
            <a:prstDash val="sysDot"/>
            <a:miter lim="800000"/>
            <a:headEnd type="none" w="sm" len="sm"/>
            <a:tailEnd type="none" w="sm" len="sm"/>
          </a:ln>
        </p:spPr>
        <p:txBody>
          <a:bodyPr wrap="none" anchor="ct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 name="Rectangle 59"/>
          <p:cNvSpPr>
            <a:spLocks noChangeArrowheads="1"/>
          </p:cNvSpPr>
          <p:nvPr/>
        </p:nvSpPr>
        <p:spPr bwMode="auto">
          <a:xfrm>
            <a:off x="1763713" y="2928938"/>
            <a:ext cx="3240088" cy="1143000"/>
          </a:xfrm>
          <a:prstGeom prst="rect">
            <a:avLst/>
          </a:prstGeom>
          <a:noFill/>
          <a:ln w="25400">
            <a:solidFill>
              <a:srgbClr val="009900"/>
            </a:solidFill>
            <a:prstDash val="sysDot"/>
            <a:miter lim="800000"/>
            <a:headEnd type="none" w="sm" len="sm"/>
            <a:tailEnd type="none" w="sm" len="sm"/>
          </a:ln>
        </p:spPr>
        <p:txBody>
          <a:bodyPr wrap="none" anchor="ct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4" name="Rectangle 59"/>
          <p:cNvSpPr>
            <a:spLocks noChangeArrowheads="1"/>
          </p:cNvSpPr>
          <p:nvPr/>
        </p:nvSpPr>
        <p:spPr bwMode="auto">
          <a:xfrm>
            <a:off x="1763713" y="5856288"/>
            <a:ext cx="1751013" cy="312738"/>
          </a:xfrm>
          <a:prstGeom prst="rect">
            <a:avLst/>
          </a:prstGeom>
          <a:noFill/>
          <a:ln w="38100">
            <a:solidFill>
              <a:srgbClr val="FF0000"/>
            </a:solidFill>
            <a:miter lim="800000"/>
            <a:headEnd type="none" w="sm" len="sm"/>
            <a:tailEnd type="none" w="sm" len="sm"/>
          </a:ln>
        </p:spPr>
        <p:txBody>
          <a:bodyPr wrap="none" anchor="ct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5" name="Rectangle 59"/>
          <p:cNvSpPr>
            <a:spLocks noChangeArrowheads="1"/>
          </p:cNvSpPr>
          <p:nvPr/>
        </p:nvSpPr>
        <p:spPr bwMode="auto">
          <a:xfrm>
            <a:off x="1419225" y="1974850"/>
            <a:ext cx="928688" cy="314325"/>
          </a:xfrm>
          <a:prstGeom prst="rect">
            <a:avLst/>
          </a:prstGeom>
          <a:noFill/>
          <a:ln w="38100">
            <a:solidFill>
              <a:srgbClr val="FF0000"/>
            </a:solidFill>
            <a:miter lim="800000"/>
            <a:headEnd type="none" w="sm" len="sm"/>
            <a:tailEnd type="none" w="sm" len="sm"/>
          </a:ln>
        </p:spPr>
        <p:txBody>
          <a:bodyPr wrap="none" anchor="ct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grpSp>
        <p:nvGrpSpPr>
          <p:cNvPr id="2" name="Group 3"/>
          <p:cNvGrpSpPr/>
          <p:nvPr/>
        </p:nvGrpSpPr>
        <p:grpSpPr>
          <a:xfrm>
            <a:off x="3575050" y="5221288"/>
            <a:ext cx="4826000" cy="871537"/>
            <a:chOff x="946" y="1078"/>
            <a:chExt cx="4930" cy="631"/>
          </a:xfrm>
        </p:grpSpPr>
        <p:sp>
          <p:nvSpPr>
            <p:cNvPr id="9" name="Rectangle 4"/>
            <p:cNvSpPr>
              <a:spLocks noChangeArrowheads="1"/>
            </p:cNvSpPr>
            <p:nvPr/>
          </p:nvSpPr>
          <p:spPr bwMode="auto">
            <a:xfrm>
              <a:off x="2410" y="1078"/>
              <a:ext cx="3466" cy="475"/>
            </a:xfrm>
            <a:prstGeom prst="rect">
              <a:avLst/>
            </a:prstGeom>
            <a:solidFill>
              <a:srgbClr val="FFFFC2"/>
            </a:solidFill>
            <a:ln w="28575">
              <a:solidFill>
                <a:srgbClr val="008000"/>
              </a:solidFill>
              <a:miter lim="800000"/>
            </a:ln>
          </p:spPr>
          <p:txBody>
            <a:bodyPr wrap="none" anchor="ctr"/>
            <a:lstStyle/>
            <a:p>
              <a:pPr marL="0" marR="0" lvl="0" indent="0" algn="ctr" defTabSz="914400" rtl="0" eaLnBrk="1" fontAlgn="base" latinLnBrk="0" hangingPunct="1">
                <a:lnSpc>
                  <a:spcPct val="90000"/>
                </a:lnSpc>
                <a:spcBef>
                  <a:spcPts val="590"/>
                </a:spcBef>
                <a:spcAft>
                  <a:spcPts val="590"/>
                </a:spcAft>
                <a:buClr>
                  <a:schemeClr val="tx2"/>
                </a:buClr>
                <a:buSzPct val="80000"/>
                <a:buFontTx/>
                <a:buNone/>
                <a:defRPr/>
              </a:pPr>
              <a:r>
                <a:rPr kumimoji="0" lang="zh-CN" altLang="en-US" sz="2800" b="0" i="0" u="none" strike="noStrike" kern="1200" cap="none" spc="0" normalizeH="0" baseline="0" noProof="0" dirty="0">
                  <a:ln>
                    <a:noFill/>
                  </a:ln>
                  <a:solidFill>
                    <a:srgbClr val="000066"/>
                  </a:solidFill>
                  <a:effectLst/>
                  <a:uLnTx/>
                  <a:uFillTx/>
                  <a:latin typeface="+mn-ea"/>
                  <a:ea typeface="+mn-ea"/>
                  <a:cs typeface="+mn-cs"/>
                </a:rPr>
                <a:t>返回字符串首地址</a:t>
              </a:r>
              <a:endParaRPr kumimoji="0" lang="zh-CN" altLang="en-US" sz="2800" b="0" i="0" u="none" strike="noStrike" kern="1200" cap="none" spc="0" normalizeH="0" baseline="0" noProof="0" dirty="0">
                <a:ln>
                  <a:noFill/>
                </a:ln>
                <a:solidFill>
                  <a:srgbClr val="000066"/>
                </a:solidFill>
                <a:effectLst/>
                <a:uLnTx/>
                <a:uFillTx/>
                <a:latin typeface="+mn-ea"/>
                <a:ea typeface="+mn-ea"/>
                <a:cs typeface="+mn-cs"/>
              </a:endParaRPr>
            </a:p>
          </p:txBody>
        </p:sp>
        <p:sp>
          <p:nvSpPr>
            <p:cNvPr id="90156" name="Freeform 5"/>
            <p:cNvSpPr/>
            <p:nvPr/>
          </p:nvSpPr>
          <p:spPr>
            <a:xfrm>
              <a:off x="946" y="1344"/>
              <a:ext cx="1472" cy="365"/>
            </a:xfrm>
            <a:custGeom>
              <a:avLst/>
              <a:gdLst>
                <a:gd name="txL" fmla="*/ 0 w 381"/>
                <a:gd name="txT" fmla="*/ 0 h 328"/>
                <a:gd name="txR" fmla="*/ 381 w 381"/>
                <a:gd name="txB" fmla="*/ 328 h 328"/>
              </a:gdLst>
              <a:ahLst/>
              <a:cxnLst>
                <a:cxn ang="0">
                  <a:pos x="2147483646" y="0"/>
                </a:cxn>
                <a:cxn ang="0">
                  <a:pos x="0" y="8098"/>
                </a:cxn>
              </a:cxnLst>
              <a:rect l="txL" t="txT" r="txR" b="txB"/>
              <a:pathLst>
                <a:path w="381" h="328">
                  <a:moveTo>
                    <a:pt x="381" y="0"/>
                  </a:moveTo>
                  <a:lnTo>
                    <a:pt x="0" y="328"/>
                  </a:lnTo>
                </a:path>
              </a:pathLst>
            </a:custGeom>
            <a:noFill/>
            <a:ln w="38100" cap="flat" cmpd="sng">
              <a:solidFill>
                <a:srgbClr val="008000">
                  <a:alpha val="100000"/>
                </a:srgbClr>
              </a:solidFill>
              <a:prstDash val="solid"/>
              <a:round/>
              <a:headEnd type="none" w="med" len="med"/>
              <a:tailEnd type="stealth" w="med" len="lg"/>
            </a:ln>
          </p:spPr>
          <p:txBody>
            <a:bodyPr/>
            <a:lstStyle/>
            <a:p>
              <a:endParaRPr lang="zh-CN" altLang="en-US"/>
            </a:p>
          </p:txBody>
        </p:sp>
      </p:grpSp>
      <p:sp>
        <p:nvSpPr>
          <p:cNvPr id="13" name="Rectangle 59"/>
          <p:cNvSpPr>
            <a:spLocks noChangeArrowheads="1"/>
          </p:cNvSpPr>
          <p:nvPr/>
        </p:nvSpPr>
        <p:spPr bwMode="auto">
          <a:xfrm>
            <a:off x="1739900" y="2578100"/>
            <a:ext cx="2867025" cy="312738"/>
          </a:xfrm>
          <a:prstGeom prst="rect">
            <a:avLst/>
          </a:prstGeom>
          <a:noFill/>
          <a:ln w="38100">
            <a:solidFill>
              <a:srgbClr val="FF0000"/>
            </a:solidFill>
            <a:miter lim="800000"/>
            <a:headEnd type="none" w="sm" len="sm"/>
            <a:tailEnd type="none" w="sm" len="sm"/>
          </a:ln>
        </p:spPr>
        <p:txBody>
          <a:bodyPr wrap="none" anchor="ct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grpSp>
        <p:nvGrpSpPr>
          <p:cNvPr id="90122" name="组合 13"/>
          <p:cNvGrpSpPr/>
          <p:nvPr/>
        </p:nvGrpSpPr>
        <p:grpSpPr>
          <a:xfrm>
            <a:off x="5519738" y="3068638"/>
            <a:ext cx="5256212" cy="1223962"/>
            <a:chOff x="1395059" y="4581525"/>
            <a:chExt cx="7471129" cy="1223966"/>
          </a:xfrm>
        </p:grpSpPr>
        <p:grpSp>
          <p:nvGrpSpPr>
            <p:cNvPr id="90123" name="Group 19"/>
            <p:cNvGrpSpPr/>
            <p:nvPr/>
          </p:nvGrpSpPr>
          <p:grpSpPr>
            <a:xfrm>
              <a:off x="1531938" y="4581525"/>
              <a:ext cx="7334250" cy="503238"/>
              <a:chOff x="839" y="1389"/>
              <a:chExt cx="4264" cy="317"/>
            </a:xfrm>
          </p:grpSpPr>
          <p:grpSp>
            <p:nvGrpSpPr>
              <p:cNvPr id="90141" name="Group 20"/>
              <p:cNvGrpSpPr/>
              <p:nvPr/>
            </p:nvGrpSpPr>
            <p:grpSpPr>
              <a:xfrm>
                <a:off x="839" y="1389"/>
                <a:ext cx="4173" cy="317"/>
                <a:chOff x="1474" y="1389"/>
                <a:chExt cx="4173" cy="317"/>
              </a:xfrm>
            </p:grpSpPr>
            <p:sp>
              <p:nvSpPr>
                <p:cNvPr id="35" name="Rectangle 21"/>
                <p:cNvSpPr>
                  <a:spLocks noChangeArrowheads="1"/>
                </p:cNvSpPr>
                <p:nvPr/>
              </p:nvSpPr>
              <p:spPr bwMode="auto">
                <a:xfrm>
                  <a:off x="1474" y="1389"/>
                  <a:ext cx="4173" cy="317"/>
                </a:xfrm>
                <a:prstGeom prst="rect">
                  <a:avLst/>
                </a:prstGeom>
                <a:noFill/>
                <a:ln w="57150">
                  <a:solidFill>
                    <a:srgbClr val="000080"/>
                  </a:solidFill>
                  <a:miter lim="800000"/>
                </a:ln>
                <a:effectLst/>
              </p:spPr>
              <p:txBody>
                <a:bodyPr wrap="none" anchor="ct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36" name="Line 22"/>
                <p:cNvSpPr>
                  <a:spLocks noChangeShapeType="1"/>
                </p:cNvSpPr>
                <p:nvPr/>
              </p:nvSpPr>
              <p:spPr bwMode="auto">
                <a:xfrm>
                  <a:off x="1838" y="1389"/>
                  <a:ext cx="0" cy="317"/>
                </a:xfrm>
                <a:prstGeom prst="line">
                  <a:avLst/>
                </a:prstGeom>
                <a:noFill/>
                <a:ln w="38100">
                  <a:solidFill>
                    <a:srgbClr val="000080"/>
                  </a:solidFill>
                  <a:round/>
                  <a:headEnd type="none" w="sm" len="sm"/>
                  <a:tailEnd type="none" w="sm" len="sm"/>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37" name="Line 23"/>
                <p:cNvSpPr>
                  <a:spLocks noChangeShapeType="1"/>
                </p:cNvSpPr>
                <p:nvPr/>
              </p:nvSpPr>
              <p:spPr bwMode="auto">
                <a:xfrm>
                  <a:off x="2200" y="1389"/>
                  <a:ext cx="0" cy="317"/>
                </a:xfrm>
                <a:prstGeom prst="line">
                  <a:avLst/>
                </a:prstGeom>
                <a:noFill/>
                <a:ln w="38100">
                  <a:solidFill>
                    <a:srgbClr val="000080"/>
                  </a:solidFill>
                  <a:round/>
                  <a:headEnd type="none" w="sm" len="sm"/>
                  <a:tailEnd type="none" w="sm" len="sm"/>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38" name="Line 24"/>
                <p:cNvSpPr>
                  <a:spLocks noChangeShapeType="1"/>
                </p:cNvSpPr>
                <p:nvPr/>
              </p:nvSpPr>
              <p:spPr bwMode="auto">
                <a:xfrm>
                  <a:off x="2562" y="1389"/>
                  <a:ext cx="0" cy="317"/>
                </a:xfrm>
                <a:prstGeom prst="line">
                  <a:avLst/>
                </a:prstGeom>
                <a:noFill/>
                <a:ln w="38100">
                  <a:solidFill>
                    <a:srgbClr val="000080"/>
                  </a:solidFill>
                  <a:round/>
                  <a:headEnd type="none" w="sm" len="sm"/>
                  <a:tailEnd type="none" w="sm" len="sm"/>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39" name="Line 25"/>
                <p:cNvSpPr>
                  <a:spLocks noChangeShapeType="1"/>
                </p:cNvSpPr>
                <p:nvPr/>
              </p:nvSpPr>
              <p:spPr bwMode="auto">
                <a:xfrm>
                  <a:off x="2925" y="1389"/>
                  <a:ext cx="0" cy="317"/>
                </a:xfrm>
                <a:prstGeom prst="line">
                  <a:avLst/>
                </a:prstGeom>
                <a:noFill/>
                <a:ln w="38100">
                  <a:solidFill>
                    <a:srgbClr val="000080"/>
                  </a:solidFill>
                  <a:round/>
                  <a:headEnd type="none" w="sm" len="sm"/>
                  <a:tailEnd type="none" w="sm" len="sm"/>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40" name="Line 26"/>
                <p:cNvSpPr>
                  <a:spLocks noChangeShapeType="1"/>
                </p:cNvSpPr>
                <p:nvPr/>
              </p:nvSpPr>
              <p:spPr bwMode="auto">
                <a:xfrm>
                  <a:off x="3290" y="1389"/>
                  <a:ext cx="0" cy="317"/>
                </a:xfrm>
                <a:prstGeom prst="line">
                  <a:avLst/>
                </a:prstGeom>
                <a:noFill/>
                <a:ln w="38100">
                  <a:solidFill>
                    <a:srgbClr val="000080"/>
                  </a:solidFill>
                  <a:round/>
                  <a:headEnd type="none" w="sm" len="sm"/>
                  <a:tailEnd type="none" w="sm" len="sm"/>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41" name="Line 27"/>
                <p:cNvSpPr>
                  <a:spLocks noChangeShapeType="1"/>
                </p:cNvSpPr>
                <p:nvPr/>
              </p:nvSpPr>
              <p:spPr bwMode="auto">
                <a:xfrm>
                  <a:off x="3636" y="1389"/>
                  <a:ext cx="0" cy="317"/>
                </a:xfrm>
                <a:prstGeom prst="line">
                  <a:avLst/>
                </a:prstGeom>
                <a:noFill/>
                <a:ln w="38100">
                  <a:solidFill>
                    <a:srgbClr val="000080"/>
                  </a:solidFill>
                  <a:round/>
                  <a:headEnd type="none" w="sm" len="sm"/>
                  <a:tailEnd type="none" w="sm" len="sm"/>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42" name="Line 28"/>
                <p:cNvSpPr>
                  <a:spLocks noChangeShapeType="1"/>
                </p:cNvSpPr>
                <p:nvPr/>
              </p:nvSpPr>
              <p:spPr bwMode="auto">
                <a:xfrm>
                  <a:off x="3971" y="1389"/>
                  <a:ext cx="0" cy="317"/>
                </a:xfrm>
                <a:prstGeom prst="line">
                  <a:avLst/>
                </a:prstGeom>
                <a:noFill/>
                <a:ln w="38100">
                  <a:solidFill>
                    <a:srgbClr val="000080"/>
                  </a:solidFill>
                  <a:round/>
                  <a:headEnd type="none" w="sm" len="sm"/>
                  <a:tailEnd type="none" w="sm" len="sm"/>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43" name="Line 29"/>
                <p:cNvSpPr>
                  <a:spLocks noChangeShapeType="1"/>
                </p:cNvSpPr>
                <p:nvPr/>
              </p:nvSpPr>
              <p:spPr bwMode="auto">
                <a:xfrm>
                  <a:off x="4316" y="1389"/>
                  <a:ext cx="0" cy="317"/>
                </a:xfrm>
                <a:prstGeom prst="line">
                  <a:avLst/>
                </a:prstGeom>
                <a:noFill/>
                <a:ln w="38100">
                  <a:solidFill>
                    <a:srgbClr val="000080"/>
                  </a:solidFill>
                  <a:round/>
                  <a:headEnd type="none" w="sm" len="sm"/>
                  <a:tailEnd type="none" w="sm" len="sm"/>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44" name="Line 30"/>
                <p:cNvSpPr>
                  <a:spLocks noChangeShapeType="1"/>
                </p:cNvSpPr>
                <p:nvPr/>
              </p:nvSpPr>
              <p:spPr bwMode="auto">
                <a:xfrm>
                  <a:off x="4649" y="1389"/>
                  <a:ext cx="0" cy="317"/>
                </a:xfrm>
                <a:prstGeom prst="line">
                  <a:avLst/>
                </a:prstGeom>
                <a:noFill/>
                <a:ln w="38100">
                  <a:solidFill>
                    <a:srgbClr val="000080"/>
                  </a:solidFill>
                  <a:round/>
                  <a:headEnd type="none" w="sm" len="sm"/>
                  <a:tailEnd type="none" w="sm" len="sm"/>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45" name="Line 31"/>
                <p:cNvSpPr>
                  <a:spLocks noChangeShapeType="1"/>
                </p:cNvSpPr>
                <p:nvPr/>
              </p:nvSpPr>
              <p:spPr bwMode="auto">
                <a:xfrm>
                  <a:off x="4982" y="1389"/>
                  <a:ext cx="0" cy="317"/>
                </a:xfrm>
                <a:prstGeom prst="line">
                  <a:avLst/>
                </a:prstGeom>
                <a:noFill/>
                <a:ln w="38100">
                  <a:solidFill>
                    <a:srgbClr val="000080"/>
                  </a:solidFill>
                  <a:round/>
                  <a:headEnd type="none" w="sm" len="sm"/>
                  <a:tailEnd type="none" w="sm" len="sm"/>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46" name="Line 32"/>
                <p:cNvSpPr>
                  <a:spLocks noChangeShapeType="1"/>
                </p:cNvSpPr>
                <p:nvPr/>
              </p:nvSpPr>
              <p:spPr bwMode="auto">
                <a:xfrm>
                  <a:off x="5313" y="1389"/>
                  <a:ext cx="0" cy="317"/>
                </a:xfrm>
                <a:prstGeom prst="line">
                  <a:avLst/>
                </a:prstGeom>
                <a:noFill/>
                <a:ln w="38100">
                  <a:solidFill>
                    <a:srgbClr val="000080"/>
                  </a:solidFill>
                  <a:round/>
                  <a:headEnd type="none" w="sm" len="sm"/>
                  <a:tailEnd type="none" w="sm" len="sm"/>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grpSp>
          <p:sp>
            <p:nvSpPr>
              <p:cNvPr id="34" name="Text Box 33"/>
              <p:cNvSpPr txBox="1">
                <a:spLocks noChangeArrowheads="1"/>
              </p:cNvSpPr>
              <p:nvPr/>
            </p:nvSpPr>
            <p:spPr bwMode="auto">
              <a:xfrm>
                <a:off x="859" y="1393"/>
                <a:ext cx="4244" cy="233"/>
              </a:xfrm>
              <a:prstGeom prst="rect">
                <a:avLst/>
              </a:prstGeom>
              <a:noFill/>
              <a:ln w="12700">
                <a:noFill/>
                <a:miter lim="800000"/>
                <a:headEnd type="none" w="sm" len="sm"/>
                <a:tailEnd type="none" w="sm" len="sm"/>
              </a:ln>
              <a:effectLst/>
            </p:spPr>
            <p:txBody>
              <a:bodyPr>
                <a:spAutoFit/>
              </a:bodyPr>
              <a:lstStyle>
                <a:lvl1pPr>
                  <a:defRPr sz="2000">
                    <a:solidFill>
                      <a:schemeClr val="tx1"/>
                    </a:solidFill>
                    <a:latin typeface="Arial" panose="020B0604020202090204" pitchFamily="34" charset="0"/>
                    <a:ea typeface="宋体" pitchFamily="2" charset="-122"/>
                  </a:defRPr>
                </a:lvl1pPr>
                <a:lvl2pPr marL="742950" indent="-285750">
                  <a:defRPr sz="2000">
                    <a:solidFill>
                      <a:schemeClr val="tx1"/>
                    </a:solidFill>
                    <a:latin typeface="Arial" panose="020B0604020202090204" pitchFamily="34" charset="0"/>
                    <a:ea typeface="宋体" pitchFamily="2" charset="-122"/>
                  </a:defRPr>
                </a:lvl2pPr>
                <a:lvl3pPr marL="1143000" indent="-228600">
                  <a:defRPr sz="2000">
                    <a:solidFill>
                      <a:schemeClr val="tx1"/>
                    </a:solidFill>
                    <a:latin typeface="Arial" panose="020B0604020202090204" pitchFamily="34" charset="0"/>
                    <a:ea typeface="宋体" pitchFamily="2" charset="-122"/>
                  </a:defRPr>
                </a:lvl3pPr>
                <a:lvl4pPr marL="1600200" indent="-228600">
                  <a:defRPr sz="2000">
                    <a:solidFill>
                      <a:schemeClr val="tx1"/>
                    </a:solidFill>
                    <a:latin typeface="Arial" panose="020B0604020202090204" pitchFamily="34" charset="0"/>
                    <a:ea typeface="宋体" pitchFamily="2" charset="-122"/>
                  </a:defRPr>
                </a:lvl4pPr>
                <a:lvl5pPr marL="2057400" indent="-228600">
                  <a:defRPr sz="2000">
                    <a:solidFill>
                      <a:schemeClr val="tx1"/>
                    </a:solidFill>
                    <a:latin typeface="Arial" panose="020B0604020202090204" pitchFamily="34" charset="0"/>
                    <a:ea typeface="宋体" pitchFamily="2" charset="-122"/>
                  </a:defRPr>
                </a:lvl5pPr>
                <a:lvl6pPr marL="2514600" indent="-228600" eaLnBrk="0" fontAlgn="base" hangingPunct="0">
                  <a:lnSpc>
                    <a:spcPct val="90000"/>
                  </a:lnSpc>
                  <a:spcBef>
                    <a:spcPts val="590"/>
                  </a:spcBef>
                  <a:spcAft>
                    <a:spcPts val="590"/>
                  </a:spcAft>
                  <a:buClr>
                    <a:schemeClr val="tx2"/>
                  </a:buClr>
                  <a:buSzPct val="80000"/>
                  <a:buFont typeface="Wingdings" panose="05000000000000000000" pitchFamily="2" charset="2"/>
                  <a:defRPr sz="2000">
                    <a:solidFill>
                      <a:schemeClr val="tx1"/>
                    </a:solidFill>
                    <a:latin typeface="Arial" panose="020B0604020202090204" pitchFamily="34" charset="0"/>
                    <a:ea typeface="宋体" pitchFamily="2" charset="-122"/>
                  </a:defRPr>
                </a:lvl6pPr>
                <a:lvl7pPr marL="2971800" indent="-228600" eaLnBrk="0" fontAlgn="base" hangingPunct="0">
                  <a:lnSpc>
                    <a:spcPct val="90000"/>
                  </a:lnSpc>
                  <a:spcBef>
                    <a:spcPts val="590"/>
                  </a:spcBef>
                  <a:spcAft>
                    <a:spcPts val="590"/>
                  </a:spcAft>
                  <a:buClr>
                    <a:schemeClr val="tx2"/>
                  </a:buClr>
                  <a:buSzPct val="80000"/>
                  <a:buFont typeface="Wingdings" panose="05000000000000000000" pitchFamily="2" charset="2"/>
                  <a:defRPr sz="2000">
                    <a:solidFill>
                      <a:schemeClr val="tx1"/>
                    </a:solidFill>
                    <a:latin typeface="Arial" panose="020B0604020202090204" pitchFamily="34" charset="0"/>
                    <a:ea typeface="宋体" pitchFamily="2" charset="-122"/>
                  </a:defRPr>
                </a:lvl7pPr>
                <a:lvl8pPr marL="3429000" indent="-228600" eaLnBrk="0" fontAlgn="base" hangingPunct="0">
                  <a:lnSpc>
                    <a:spcPct val="90000"/>
                  </a:lnSpc>
                  <a:spcBef>
                    <a:spcPts val="590"/>
                  </a:spcBef>
                  <a:spcAft>
                    <a:spcPts val="590"/>
                  </a:spcAft>
                  <a:buClr>
                    <a:schemeClr val="tx2"/>
                  </a:buClr>
                  <a:buSzPct val="80000"/>
                  <a:buFont typeface="Wingdings" panose="05000000000000000000" pitchFamily="2" charset="2"/>
                  <a:defRPr sz="2000">
                    <a:solidFill>
                      <a:schemeClr val="tx1"/>
                    </a:solidFill>
                    <a:latin typeface="Arial" panose="020B0604020202090204" pitchFamily="34" charset="0"/>
                    <a:ea typeface="宋体" pitchFamily="2" charset="-122"/>
                  </a:defRPr>
                </a:lvl8pPr>
                <a:lvl9pPr marL="3886200" indent="-228600" eaLnBrk="0" fontAlgn="base" hangingPunct="0">
                  <a:lnSpc>
                    <a:spcPct val="90000"/>
                  </a:lnSpc>
                  <a:spcBef>
                    <a:spcPts val="590"/>
                  </a:spcBef>
                  <a:spcAft>
                    <a:spcPts val="590"/>
                  </a:spcAft>
                  <a:buClr>
                    <a:schemeClr val="tx2"/>
                  </a:buClr>
                  <a:buSzPct val="80000"/>
                  <a:buFont typeface="Wingdings" panose="05000000000000000000" pitchFamily="2" charset="2"/>
                  <a:defRPr sz="2000">
                    <a:solidFill>
                      <a:schemeClr val="tx1"/>
                    </a:solidFill>
                    <a:latin typeface="Arial" panose="020B0604020202090204" pitchFamily="34" charset="0"/>
                    <a:ea typeface="宋体" pitchFamily="2" charset="-122"/>
                  </a:defRPr>
                </a:lvl9pPr>
              </a:lstStyle>
              <a:p>
                <a:pPr marL="0" marR="0" lvl="0" indent="0" algn="l" defTabSz="914400" rtl="0" eaLnBrk="1" fontAlgn="base" latinLnBrk="0" hangingPunct="1">
                  <a:lnSpc>
                    <a:spcPct val="90000"/>
                  </a:lnSpc>
                  <a:spcBef>
                    <a:spcPct val="50000"/>
                  </a:spcBef>
                  <a:spcAft>
                    <a:spcPts val="590"/>
                  </a:spcAft>
                  <a:buClr>
                    <a:schemeClr val="tx2"/>
                  </a:buClr>
                  <a:buSzPct val="80000"/>
                  <a:buFontTx/>
                  <a:buNone/>
                  <a:defRPr/>
                </a:pPr>
                <a:r>
                  <a:rPr kumimoji="0" lang="en-US" altLang="zh-CN" sz="20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rPr>
                  <a:t> </a:t>
                </a:r>
                <a:endParaRPr kumimoji="0" lang="en-US" altLang="zh-CN" sz="20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grpSp>
        <p:sp>
          <p:nvSpPr>
            <p:cNvPr id="16" name="Text Box 36"/>
            <p:cNvSpPr txBox="1">
              <a:spLocks noChangeArrowheads="1"/>
            </p:cNvSpPr>
            <p:nvPr/>
          </p:nvSpPr>
          <p:spPr bwMode="auto">
            <a:xfrm>
              <a:off x="1532702" y="4652962"/>
              <a:ext cx="625039" cy="369889"/>
            </a:xfrm>
            <a:prstGeom prst="rect">
              <a:avLst/>
            </a:prstGeom>
            <a:noFill/>
            <a:ln w="12700">
              <a:noFill/>
              <a:miter lim="800000"/>
              <a:headEnd type="none" w="sm" len="sm"/>
              <a:tailEnd type="none" w="sm" len="sm"/>
            </a:ln>
            <a:effectLst/>
          </p:spPr>
          <p:txBody>
            <a:bodyPr>
              <a:spAutoFit/>
            </a:bodyPr>
            <a:lstStyle>
              <a:lvl1pPr>
                <a:defRPr sz="2000">
                  <a:solidFill>
                    <a:schemeClr val="tx1"/>
                  </a:solidFill>
                  <a:latin typeface="Arial" panose="020B0604020202090204" pitchFamily="34" charset="0"/>
                  <a:ea typeface="宋体" pitchFamily="2" charset="-122"/>
                </a:defRPr>
              </a:lvl1pPr>
              <a:lvl2pPr marL="742950" indent="-285750">
                <a:defRPr sz="2000">
                  <a:solidFill>
                    <a:schemeClr val="tx1"/>
                  </a:solidFill>
                  <a:latin typeface="Arial" panose="020B0604020202090204" pitchFamily="34" charset="0"/>
                  <a:ea typeface="宋体" pitchFamily="2" charset="-122"/>
                </a:defRPr>
              </a:lvl2pPr>
              <a:lvl3pPr marL="1143000" indent="-228600">
                <a:defRPr sz="2000">
                  <a:solidFill>
                    <a:schemeClr val="tx1"/>
                  </a:solidFill>
                  <a:latin typeface="Arial" panose="020B0604020202090204" pitchFamily="34" charset="0"/>
                  <a:ea typeface="宋体" pitchFamily="2" charset="-122"/>
                </a:defRPr>
              </a:lvl3pPr>
              <a:lvl4pPr marL="1600200" indent="-228600">
                <a:defRPr sz="2000">
                  <a:solidFill>
                    <a:schemeClr val="tx1"/>
                  </a:solidFill>
                  <a:latin typeface="Arial" panose="020B0604020202090204" pitchFamily="34" charset="0"/>
                  <a:ea typeface="宋体" pitchFamily="2" charset="-122"/>
                </a:defRPr>
              </a:lvl4pPr>
              <a:lvl5pPr marL="2057400" indent="-228600">
                <a:defRPr sz="2000">
                  <a:solidFill>
                    <a:schemeClr val="tx1"/>
                  </a:solidFill>
                  <a:latin typeface="Arial" panose="020B0604020202090204" pitchFamily="34" charset="0"/>
                  <a:ea typeface="宋体" pitchFamily="2" charset="-122"/>
                </a:defRPr>
              </a:lvl5pPr>
              <a:lvl6pPr marL="2514600" indent="-228600" eaLnBrk="0" fontAlgn="base" hangingPunct="0">
                <a:lnSpc>
                  <a:spcPct val="90000"/>
                </a:lnSpc>
                <a:spcBef>
                  <a:spcPts val="590"/>
                </a:spcBef>
                <a:spcAft>
                  <a:spcPts val="590"/>
                </a:spcAft>
                <a:buClr>
                  <a:schemeClr val="tx2"/>
                </a:buClr>
                <a:buSzPct val="80000"/>
                <a:buFont typeface="Wingdings" panose="05000000000000000000" pitchFamily="2" charset="2"/>
                <a:defRPr sz="2000">
                  <a:solidFill>
                    <a:schemeClr val="tx1"/>
                  </a:solidFill>
                  <a:latin typeface="Arial" panose="020B0604020202090204" pitchFamily="34" charset="0"/>
                  <a:ea typeface="宋体" pitchFamily="2" charset="-122"/>
                </a:defRPr>
              </a:lvl6pPr>
              <a:lvl7pPr marL="2971800" indent="-228600" eaLnBrk="0" fontAlgn="base" hangingPunct="0">
                <a:lnSpc>
                  <a:spcPct val="90000"/>
                </a:lnSpc>
                <a:spcBef>
                  <a:spcPts val="590"/>
                </a:spcBef>
                <a:spcAft>
                  <a:spcPts val="590"/>
                </a:spcAft>
                <a:buClr>
                  <a:schemeClr val="tx2"/>
                </a:buClr>
                <a:buSzPct val="80000"/>
                <a:buFont typeface="Wingdings" panose="05000000000000000000" pitchFamily="2" charset="2"/>
                <a:defRPr sz="2000">
                  <a:solidFill>
                    <a:schemeClr val="tx1"/>
                  </a:solidFill>
                  <a:latin typeface="Arial" panose="020B0604020202090204" pitchFamily="34" charset="0"/>
                  <a:ea typeface="宋体" pitchFamily="2" charset="-122"/>
                </a:defRPr>
              </a:lvl7pPr>
              <a:lvl8pPr marL="3429000" indent="-228600" eaLnBrk="0" fontAlgn="base" hangingPunct="0">
                <a:lnSpc>
                  <a:spcPct val="90000"/>
                </a:lnSpc>
                <a:spcBef>
                  <a:spcPts val="590"/>
                </a:spcBef>
                <a:spcAft>
                  <a:spcPts val="590"/>
                </a:spcAft>
                <a:buClr>
                  <a:schemeClr val="tx2"/>
                </a:buClr>
                <a:buSzPct val="80000"/>
                <a:buFont typeface="Wingdings" panose="05000000000000000000" pitchFamily="2" charset="2"/>
                <a:defRPr sz="2000">
                  <a:solidFill>
                    <a:schemeClr val="tx1"/>
                  </a:solidFill>
                  <a:latin typeface="Arial" panose="020B0604020202090204" pitchFamily="34" charset="0"/>
                  <a:ea typeface="宋体" pitchFamily="2" charset="-122"/>
                </a:defRPr>
              </a:lvl8pPr>
              <a:lvl9pPr marL="3886200" indent="-228600" eaLnBrk="0" fontAlgn="base" hangingPunct="0">
                <a:lnSpc>
                  <a:spcPct val="90000"/>
                </a:lnSpc>
                <a:spcBef>
                  <a:spcPts val="590"/>
                </a:spcBef>
                <a:spcAft>
                  <a:spcPts val="590"/>
                </a:spcAft>
                <a:buClr>
                  <a:schemeClr val="tx2"/>
                </a:buClr>
                <a:buSzPct val="80000"/>
                <a:buFont typeface="Wingdings" panose="05000000000000000000" pitchFamily="2" charset="2"/>
                <a:defRPr sz="2000">
                  <a:solidFill>
                    <a:schemeClr val="tx1"/>
                  </a:solidFill>
                  <a:latin typeface="Arial" panose="020B0604020202090204" pitchFamily="34" charset="0"/>
                  <a:ea typeface="宋体" pitchFamily="2" charset="-122"/>
                </a:defRPr>
              </a:lvl9pPr>
            </a:lstStyle>
            <a:p>
              <a:pPr marL="0" marR="0" lvl="0" indent="0" algn="ctr" defTabSz="914400" rtl="0" eaLnBrk="1" fontAlgn="base" latinLnBrk="0" hangingPunct="1">
                <a:lnSpc>
                  <a:spcPct val="90000"/>
                </a:lnSpc>
                <a:spcBef>
                  <a:spcPct val="50000"/>
                </a:spcBef>
                <a:spcAft>
                  <a:spcPts val="590"/>
                </a:spcAft>
                <a:buClr>
                  <a:schemeClr val="tx2"/>
                </a:buClr>
                <a:buSzPct val="80000"/>
                <a:buFontTx/>
                <a:buNone/>
                <a:defRPr/>
              </a:pPr>
              <a:r>
                <a:rPr kumimoji="0" lang="en-US" altLang="zh-CN" sz="20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rPr>
                <a:t>H</a:t>
              </a:r>
              <a:endParaRPr kumimoji="0" lang="en-US" altLang="zh-CN" sz="20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17" name="Text Box 38"/>
            <p:cNvSpPr txBox="1">
              <a:spLocks noChangeArrowheads="1"/>
            </p:cNvSpPr>
            <p:nvPr/>
          </p:nvSpPr>
          <p:spPr bwMode="auto">
            <a:xfrm>
              <a:off x="2155484" y="4652962"/>
              <a:ext cx="625039" cy="369889"/>
            </a:xfrm>
            <a:prstGeom prst="rect">
              <a:avLst/>
            </a:prstGeom>
            <a:noFill/>
            <a:ln w="12700">
              <a:noFill/>
              <a:miter lim="800000"/>
              <a:headEnd type="none" w="sm" len="sm"/>
              <a:tailEnd type="none" w="sm" len="sm"/>
            </a:ln>
            <a:effectLst/>
          </p:spPr>
          <p:txBody>
            <a:bodyPr>
              <a:spAutoFit/>
            </a:bodyPr>
            <a:lstStyle>
              <a:lvl1pPr>
                <a:defRPr sz="2000">
                  <a:solidFill>
                    <a:schemeClr val="tx1"/>
                  </a:solidFill>
                  <a:latin typeface="Arial" panose="020B0604020202090204" pitchFamily="34" charset="0"/>
                  <a:ea typeface="宋体" pitchFamily="2" charset="-122"/>
                </a:defRPr>
              </a:lvl1pPr>
              <a:lvl2pPr marL="742950" indent="-285750">
                <a:defRPr sz="2000">
                  <a:solidFill>
                    <a:schemeClr val="tx1"/>
                  </a:solidFill>
                  <a:latin typeface="Arial" panose="020B0604020202090204" pitchFamily="34" charset="0"/>
                  <a:ea typeface="宋体" pitchFamily="2" charset="-122"/>
                </a:defRPr>
              </a:lvl2pPr>
              <a:lvl3pPr marL="1143000" indent="-228600">
                <a:defRPr sz="2000">
                  <a:solidFill>
                    <a:schemeClr val="tx1"/>
                  </a:solidFill>
                  <a:latin typeface="Arial" panose="020B0604020202090204" pitchFamily="34" charset="0"/>
                  <a:ea typeface="宋体" pitchFamily="2" charset="-122"/>
                </a:defRPr>
              </a:lvl3pPr>
              <a:lvl4pPr marL="1600200" indent="-228600">
                <a:defRPr sz="2000">
                  <a:solidFill>
                    <a:schemeClr val="tx1"/>
                  </a:solidFill>
                  <a:latin typeface="Arial" panose="020B0604020202090204" pitchFamily="34" charset="0"/>
                  <a:ea typeface="宋体" pitchFamily="2" charset="-122"/>
                </a:defRPr>
              </a:lvl4pPr>
              <a:lvl5pPr marL="2057400" indent="-228600">
                <a:defRPr sz="2000">
                  <a:solidFill>
                    <a:schemeClr val="tx1"/>
                  </a:solidFill>
                  <a:latin typeface="Arial" panose="020B0604020202090204" pitchFamily="34" charset="0"/>
                  <a:ea typeface="宋体" pitchFamily="2" charset="-122"/>
                </a:defRPr>
              </a:lvl5pPr>
              <a:lvl6pPr marL="2514600" indent="-228600" eaLnBrk="0" fontAlgn="base" hangingPunct="0">
                <a:lnSpc>
                  <a:spcPct val="90000"/>
                </a:lnSpc>
                <a:spcBef>
                  <a:spcPts val="590"/>
                </a:spcBef>
                <a:spcAft>
                  <a:spcPts val="590"/>
                </a:spcAft>
                <a:buClr>
                  <a:schemeClr val="tx2"/>
                </a:buClr>
                <a:buSzPct val="80000"/>
                <a:buFont typeface="Wingdings" panose="05000000000000000000" pitchFamily="2" charset="2"/>
                <a:defRPr sz="2000">
                  <a:solidFill>
                    <a:schemeClr val="tx1"/>
                  </a:solidFill>
                  <a:latin typeface="Arial" panose="020B0604020202090204" pitchFamily="34" charset="0"/>
                  <a:ea typeface="宋体" pitchFamily="2" charset="-122"/>
                </a:defRPr>
              </a:lvl6pPr>
              <a:lvl7pPr marL="2971800" indent="-228600" eaLnBrk="0" fontAlgn="base" hangingPunct="0">
                <a:lnSpc>
                  <a:spcPct val="90000"/>
                </a:lnSpc>
                <a:spcBef>
                  <a:spcPts val="590"/>
                </a:spcBef>
                <a:spcAft>
                  <a:spcPts val="590"/>
                </a:spcAft>
                <a:buClr>
                  <a:schemeClr val="tx2"/>
                </a:buClr>
                <a:buSzPct val="80000"/>
                <a:buFont typeface="Wingdings" panose="05000000000000000000" pitchFamily="2" charset="2"/>
                <a:defRPr sz="2000">
                  <a:solidFill>
                    <a:schemeClr val="tx1"/>
                  </a:solidFill>
                  <a:latin typeface="Arial" panose="020B0604020202090204" pitchFamily="34" charset="0"/>
                  <a:ea typeface="宋体" pitchFamily="2" charset="-122"/>
                </a:defRPr>
              </a:lvl7pPr>
              <a:lvl8pPr marL="3429000" indent="-228600" eaLnBrk="0" fontAlgn="base" hangingPunct="0">
                <a:lnSpc>
                  <a:spcPct val="90000"/>
                </a:lnSpc>
                <a:spcBef>
                  <a:spcPts val="590"/>
                </a:spcBef>
                <a:spcAft>
                  <a:spcPts val="590"/>
                </a:spcAft>
                <a:buClr>
                  <a:schemeClr val="tx2"/>
                </a:buClr>
                <a:buSzPct val="80000"/>
                <a:buFont typeface="Wingdings" panose="05000000000000000000" pitchFamily="2" charset="2"/>
                <a:defRPr sz="2000">
                  <a:solidFill>
                    <a:schemeClr val="tx1"/>
                  </a:solidFill>
                  <a:latin typeface="Arial" panose="020B0604020202090204" pitchFamily="34" charset="0"/>
                  <a:ea typeface="宋体" pitchFamily="2" charset="-122"/>
                </a:defRPr>
              </a:lvl8pPr>
              <a:lvl9pPr marL="3886200" indent="-228600" eaLnBrk="0" fontAlgn="base" hangingPunct="0">
                <a:lnSpc>
                  <a:spcPct val="90000"/>
                </a:lnSpc>
                <a:spcBef>
                  <a:spcPts val="590"/>
                </a:spcBef>
                <a:spcAft>
                  <a:spcPts val="590"/>
                </a:spcAft>
                <a:buClr>
                  <a:schemeClr val="tx2"/>
                </a:buClr>
                <a:buSzPct val="80000"/>
                <a:buFont typeface="Wingdings" panose="05000000000000000000" pitchFamily="2" charset="2"/>
                <a:defRPr sz="2000">
                  <a:solidFill>
                    <a:schemeClr val="tx1"/>
                  </a:solidFill>
                  <a:latin typeface="Arial" panose="020B0604020202090204" pitchFamily="34" charset="0"/>
                  <a:ea typeface="宋体" pitchFamily="2" charset="-122"/>
                </a:defRPr>
              </a:lvl9pPr>
            </a:lstStyle>
            <a:p>
              <a:pPr marL="0" marR="0" lvl="0" indent="0" algn="ctr" defTabSz="914400" rtl="0" eaLnBrk="1" fontAlgn="base" latinLnBrk="0" hangingPunct="1">
                <a:lnSpc>
                  <a:spcPct val="90000"/>
                </a:lnSpc>
                <a:spcBef>
                  <a:spcPct val="50000"/>
                </a:spcBef>
                <a:spcAft>
                  <a:spcPts val="590"/>
                </a:spcAft>
                <a:buClr>
                  <a:schemeClr val="tx2"/>
                </a:buClr>
                <a:buSzPct val="80000"/>
                <a:buFontTx/>
                <a:buNone/>
                <a:defRPr/>
              </a:pPr>
              <a:r>
                <a:rPr kumimoji="0" lang="en-US" altLang="zh-CN" sz="20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rPr>
                <a:t>e</a:t>
              </a:r>
              <a:endParaRPr kumimoji="0" lang="en-US" altLang="zh-CN" sz="20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18" name="Text Box 39"/>
            <p:cNvSpPr txBox="1">
              <a:spLocks noChangeArrowheads="1"/>
            </p:cNvSpPr>
            <p:nvPr/>
          </p:nvSpPr>
          <p:spPr bwMode="auto">
            <a:xfrm>
              <a:off x="2780524" y="4670425"/>
              <a:ext cx="625038" cy="369888"/>
            </a:xfrm>
            <a:prstGeom prst="rect">
              <a:avLst/>
            </a:prstGeom>
            <a:noFill/>
            <a:ln w="12700">
              <a:noFill/>
              <a:miter lim="800000"/>
              <a:headEnd type="none" w="sm" len="sm"/>
              <a:tailEnd type="none" w="sm" len="sm"/>
            </a:ln>
            <a:effectLst/>
          </p:spPr>
          <p:txBody>
            <a:bodyPr>
              <a:spAutoFit/>
            </a:bodyPr>
            <a:lstStyle>
              <a:lvl1pPr>
                <a:defRPr sz="2000">
                  <a:solidFill>
                    <a:schemeClr val="tx1"/>
                  </a:solidFill>
                  <a:latin typeface="Arial" panose="020B0604020202090204" pitchFamily="34" charset="0"/>
                  <a:ea typeface="宋体" pitchFamily="2" charset="-122"/>
                </a:defRPr>
              </a:lvl1pPr>
              <a:lvl2pPr marL="742950" indent="-285750">
                <a:defRPr sz="2000">
                  <a:solidFill>
                    <a:schemeClr val="tx1"/>
                  </a:solidFill>
                  <a:latin typeface="Arial" panose="020B0604020202090204" pitchFamily="34" charset="0"/>
                  <a:ea typeface="宋体" pitchFamily="2" charset="-122"/>
                </a:defRPr>
              </a:lvl2pPr>
              <a:lvl3pPr marL="1143000" indent="-228600">
                <a:defRPr sz="2000">
                  <a:solidFill>
                    <a:schemeClr val="tx1"/>
                  </a:solidFill>
                  <a:latin typeface="Arial" panose="020B0604020202090204" pitchFamily="34" charset="0"/>
                  <a:ea typeface="宋体" pitchFamily="2" charset="-122"/>
                </a:defRPr>
              </a:lvl3pPr>
              <a:lvl4pPr marL="1600200" indent="-228600">
                <a:defRPr sz="2000">
                  <a:solidFill>
                    <a:schemeClr val="tx1"/>
                  </a:solidFill>
                  <a:latin typeface="Arial" panose="020B0604020202090204" pitchFamily="34" charset="0"/>
                  <a:ea typeface="宋体" pitchFamily="2" charset="-122"/>
                </a:defRPr>
              </a:lvl4pPr>
              <a:lvl5pPr marL="2057400" indent="-228600">
                <a:defRPr sz="2000">
                  <a:solidFill>
                    <a:schemeClr val="tx1"/>
                  </a:solidFill>
                  <a:latin typeface="Arial" panose="020B0604020202090204" pitchFamily="34" charset="0"/>
                  <a:ea typeface="宋体" pitchFamily="2" charset="-122"/>
                </a:defRPr>
              </a:lvl5pPr>
              <a:lvl6pPr marL="2514600" indent="-228600" eaLnBrk="0" fontAlgn="base" hangingPunct="0">
                <a:lnSpc>
                  <a:spcPct val="90000"/>
                </a:lnSpc>
                <a:spcBef>
                  <a:spcPts val="590"/>
                </a:spcBef>
                <a:spcAft>
                  <a:spcPts val="590"/>
                </a:spcAft>
                <a:buClr>
                  <a:schemeClr val="tx2"/>
                </a:buClr>
                <a:buSzPct val="80000"/>
                <a:buFont typeface="Wingdings" panose="05000000000000000000" pitchFamily="2" charset="2"/>
                <a:defRPr sz="2000">
                  <a:solidFill>
                    <a:schemeClr val="tx1"/>
                  </a:solidFill>
                  <a:latin typeface="Arial" panose="020B0604020202090204" pitchFamily="34" charset="0"/>
                  <a:ea typeface="宋体" pitchFamily="2" charset="-122"/>
                </a:defRPr>
              </a:lvl6pPr>
              <a:lvl7pPr marL="2971800" indent="-228600" eaLnBrk="0" fontAlgn="base" hangingPunct="0">
                <a:lnSpc>
                  <a:spcPct val="90000"/>
                </a:lnSpc>
                <a:spcBef>
                  <a:spcPts val="590"/>
                </a:spcBef>
                <a:spcAft>
                  <a:spcPts val="590"/>
                </a:spcAft>
                <a:buClr>
                  <a:schemeClr val="tx2"/>
                </a:buClr>
                <a:buSzPct val="80000"/>
                <a:buFont typeface="Wingdings" panose="05000000000000000000" pitchFamily="2" charset="2"/>
                <a:defRPr sz="2000">
                  <a:solidFill>
                    <a:schemeClr val="tx1"/>
                  </a:solidFill>
                  <a:latin typeface="Arial" panose="020B0604020202090204" pitchFamily="34" charset="0"/>
                  <a:ea typeface="宋体" pitchFamily="2" charset="-122"/>
                </a:defRPr>
              </a:lvl7pPr>
              <a:lvl8pPr marL="3429000" indent="-228600" eaLnBrk="0" fontAlgn="base" hangingPunct="0">
                <a:lnSpc>
                  <a:spcPct val="90000"/>
                </a:lnSpc>
                <a:spcBef>
                  <a:spcPts val="590"/>
                </a:spcBef>
                <a:spcAft>
                  <a:spcPts val="590"/>
                </a:spcAft>
                <a:buClr>
                  <a:schemeClr val="tx2"/>
                </a:buClr>
                <a:buSzPct val="80000"/>
                <a:buFont typeface="Wingdings" panose="05000000000000000000" pitchFamily="2" charset="2"/>
                <a:defRPr sz="2000">
                  <a:solidFill>
                    <a:schemeClr val="tx1"/>
                  </a:solidFill>
                  <a:latin typeface="Arial" panose="020B0604020202090204" pitchFamily="34" charset="0"/>
                  <a:ea typeface="宋体" pitchFamily="2" charset="-122"/>
                </a:defRPr>
              </a:lvl8pPr>
              <a:lvl9pPr marL="3886200" indent="-228600" eaLnBrk="0" fontAlgn="base" hangingPunct="0">
                <a:lnSpc>
                  <a:spcPct val="90000"/>
                </a:lnSpc>
                <a:spcBef>
                  <a:spcPts val="590"/>
                </a:spcBef>
                <a:spcAft>
                  <a:spcPts val="590"/>
                </a:spcAft>
                <a:buClr>
                  <a:schemeClr val="tx2"/>
                </a:buClr>
                <a:buSzPct val="80000"/>
                <a:buFont typeface="Wingdings" panose="05000000000000000000" pitchFamily="2" charset="2"/>
                <a:defRPr sz="2000">
                  <a:solidFill>
                    <a:schemeClr val="tx1"/>
                  </a:solidFill>
                  <a:latin typeface="Arial" panose="020B0604020202090204" pitchFamily="34" charset="0"/>
                  <a:ea typeface="宋体" pitchFamily="2" charset="-122"/>
                </a:defRPr>
              </a:lvl9pPr>
            </a:lstStyle>
            <a:p>
              <a:pPr marL="0" marR="0" lvl="0" indent="0" algn="ctr" defTabSz="914400" rtl="0" eaLnBrk="1" fontAlgn="base" latinLnBrk="0" hangingPunct="1">
                <a:lnSpc>
                  <a:spcPct val="90000"/>
                </a:lnSpc>
                <a:spcBef>
                  <a:spcPct val="50000"/>
                </a:spcBef>
                <a:spcAft>
                  <a:spcPts val="590"/>
                </a:spcAft>
                <a:buClr>
                  <a:schemeClr val="tx2"/>
                </a:buClr>
                <a:buSzPct val="80000"/>
                <a:buFontTx/>
                <a:buNone/>
                <a:defRPr/>
              </a:pPr>
              <a:r>
                <a:rPr kumimoji="0" lang="en-US" altLang="zh-CN" sz="20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rPr>
                <a:t>l</a:t>
              </a:r>
              <a:endParaRPr kumimoji="0" lang="en-US" altLang="zh-CN" sz="20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19" name="Text Box 40"/>
            <p:cNvSpPr txBox="1">
              <a:spLocks noChangeArrowheads="1"/>
            </p:cNvSpPr>
            <p:nvPr/>
          </p:nvSpPr>
          <p:spPr bwMode="auto">
            <a:xfrm>
              <a:off x="3389767" y="4652962"/>
              <a:ext cx="625038" cy="369889"/>
            </a:xfrm>
            <a:prstGeom prst="rect">
              <a:avLst/>
            </a:prstGeom>
            <a:noFill/>
            <a:ln w="12700">
              <a:noFill/>
              <a:miter lim="800000"/>
              <a:headEnd type="none" w="sm" len="sm"/>
              <a:tailEnd type="none" w="sm" len="sm"/>
            </a:ln>
            <a:effectLst/>
          </p:spPr>
          <p:txBody>
            <a:bodyPr>
              <a:spAutoFit/>
            </a:bodyPr>
            <a:lstStyle>
              <a:lvl1pPr>
                <a:defRPr sz="2000">
                  <a:solidFill>
                    <a:schemeClr val="tx1"/>
                  </a:solidFill>
                  <a:latin typeface="Arial" panose="020B0604020202090204" pitchFamily="34" charset="0"/>
                  <a:ea typeface="宋体" pitchFamily="2" charset="-122"/>
                </a:defRPr>
              </a:lvl1pPr>
              <a:lvl2pPr marL="742950" indent="-285750">
                <a:defRPr sz="2000">
                  <a:solidFill>
                    <a:schemeClr val="tx1"/>
                  </a:solidFill>
                  <a:latin typeface="Arial" panose="020B0604020202090204" pitchFamily="34" charset="0"/>
                  <a:ea typeface="宋体" pitchFamily="2" charset="-122"/>
                </a:defRPr>
              </a:lvl2pPr>
              <a:lvl3pPr marL="1143000" indent="-228600">
                <a:defRPr sz="2000">
                  <a:solidFill>
                    <a:schemeClr val="tx1"/>
                  </a:solidFill>
                  <a:latin typeface="Arial" panose="020B0604020202090204" pitchFamily="34" charset="0"/>
                  <a:ea typeface="宋体" pitchFamily="2" charset="-122"/>
                </a:defRPr>
              </a:lvl3pPr>
              <a:lvl4pPr marL="1600200" indent="-228600">
                <a:defRPr sz="2000">
                  <a:solidFill>
                    <a:schemeClr val="tx1"/>
                  </a:solidFill>
                  <a:latin typeface="Arial" panose="020B0604020202090204" pitchFamily="34" charset="0"/>
                  <a:ea typeface="宋体" pitchFamily="2" charset="-122"/>
                </a:defRPr>
              </a:lvl4pPr>
              <a:lvl5pPr marL="2057400" indent="-228600">
                <a:defRPr sz="2000">
                  <a:solidFill>
                    <a:schemeClr val="tx1"/>
                  </a:solidFill>
                  <a:latin typeface="Arial" panose="020B0604020202090204" pitchFamily="34" charset="0"/>
                  <a:ea typeface="宋体" pitchFamily="2" charset="-122"/>
                </a:defRPr>
              </a:lvl5pPr>
              <a:lvl6pPr marL="2514600" indent="-228600" eaLnBrk="0" fontAlgn="base" hangingPunct="0">
                <a:lnSpc>
                  <a:spcPct val="90000"/>
                </a:lnSpc>
                <a:spcBef>
                  <a:spcPts val="590"/>
                </a:spcBef>
                <a:spcAft>
                  <a:spcPts val="590"/>
                </a:spcAft>
                <a:buClr>
                  <a:schemeClr val="tx2"/>
                </a:buClr>
                <a:buSzPct val="80000"/>
                <a:buFont typeface="Wingdings" panose="05000000000000000000" pitchFamily="2" charset="2"/>
                <a:defRPr sz="2000">
                  <a:solidFill>
                    <a:schemeClr val="tx1"/>
                  </a:solidFill>
                  <a:latin typeface="Arial" panose="020B0604020202090204" pitchFamily="34" charset="0"/>
                  <a:ea typeface="宋体" pitchFamily="2" charset="-122"/>
                </a:defRPr>
              </a:lvl6pPr>
              <a:lvl7pPr marL="2971800" indent="-228600" eaLnBrk="0" fontAlgn="base" hangingPunct="0">
                <a:lnSpc>
                  <a:spcPct val="90000"/>
                </a:lnSpc>
                <a:spcBef>
                  <a:spcPts val="590"/>
                </a:spcBef>
                <a:spcAft>
                  <a:spcPts val="590"/>
                </a:spcAft>
                <a:buClr>
                  <a:schemeClr val="tx2"/>
                </a:buClr>
                <a:buSzPct val="80000"/>
                <a:buFont typeface="Wingdings" panose="05000000000000000000" pitchFamily="2" charset="2"/>
                <a:defRPr sz="2000">
                  <a:solidFill>
                    <a:schemeClr val="tx1"/>
                  </a:solidFill>
                  <a:latin typeface="Arial" panose="020B0604020202090204" pitchFamily="34" charset="0"/>
                  <a:ea typeface="宋体" pitchFamily="2" charset="-122"/>
                </a:defRPr>
              </a:lvl7pPr>
              <a:lvl8pPr marL="3429000" indent="-228600" eaLnBrk="0" fontAlgn="base" hangingPunct="0">
                <a:lnSpc>
                  <a:spcPct val="90000"/>
                </a:lnSpc>
                <a:spcBef>
                  <a:spcPts val="590"/>
                </a:spcBef>
                <a:spcAft>
                  <a:spcPts val="590"/>
                </a:spcAft>
                <a:buClr>
                  <a:schemeClr val="tx2"/>
                </a:buClr>
                <a:buSzPct val="80000"/>
                <a:buFont typeface="Wingdings" panose="05000000000000000000" pitchFamily="2" charset="2"/>
                <a:defRPr sz="2000">
                  <a:solidFill>
                    <a:schemeClr val="tx1"/>
                  </a:solidFill>
                  <a:latin typeface="Arial" panose="020B0604020202090204" pitchFamily="34" charset="0"/>
                  <a:ea typeface="宋体" pitchFamily="2" charset="-122"/>
                </a:defRPr>
              </a:lvl8pPr>
              <a:lvl9pPr marL="3886200" indent="-228600" eaLnBrk="0" fontAlgn="base" hangingPunct="0">
                <a:lnSpc>
                  <a:spcPct val="90000"/>
                </a:lnSpc>
                <a:spcBef>
                  <a:spcPts val="590"/>
                </a:spcBef>
                <a:spcAft>
                  <a:spcPts val="590"/>
                </a:spcAft>
                <a:buClr>
                  <a:schemeClr val="tx2"/>
                </a:buClr>
                <a:buSzPct val="80000"/>
                <a:buFont typeface="Wingdings" panose="05000000000000000000" pitchFamily="2" charset="2"/>
                <a:defRPr sz="2000">
                  <a:solidFill>
                    <a:schemeClr val="tx1"/>
                  </a:solidFill>
                  <a:latin typeface="Arial" panose="020B0604020202090204" pitchFamily="34" charset="0"/>
                  <a:ea typeface="宋体" pitchFamily="2" charset="-122"/>
                </a:defRPr>
              </a:lvl9pPr>
            </a:lstStyle>
            <a:p>
              <a:pPr marL="0" marR="0" lvl="0" indent="0" algn="ctr" defTabSz="914400" rtl="0" eaLnBrk="1" fontAlgn="base" latinLnBrk="0" hangingPunct="1">
                <a:lnSpc>
                  <a:spcPct val="90000"/>
                </a:lnSpc>
                <a:spcBef>
                  <a:spcPct val="50000"/>
                </a:spcBef>
                <a:spcAft>
                  <a:spcPts val="590"/>
                </a:spcAft>
                <a:buClr>
                  <a:schemeClr val="tx2"/>
                </a:buClr>
                <a:buSzPct val="80000"/>
                <a:buFontTx/>
                <a:buNone/>
                <a:defRPr/>
              </a:pPr>
              <a:r>
                <a:rPr kumimoji="0" lang="en-US" altLang="zh-CN" sz="20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rPr>
                <a:t>l</a:t>
              </a:r>
              <a:endParaRPr kumimoji="0" lang="en-US" altLang="zh-CN" sz="20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20" name="Text Box 41"/>
            <p:cNvSpPr txBox="1">
              <a:spLocks noChangeArrowheads="1"/>
            </p:cNvSpPr>
            <p:nvPr/>
          </p:nvSpPr>
          <p:spPr bwMode="auto">
            <a:xfrm>
              <a:off x="4028344" y="4652962"/>
              <a:ext cx="627295" cy="369889"/>
            </a:xfrm>
            <a:prstGeom prst="rect">
              <a:avLst/>
            </a:prstGeom>
            <a:noFill/>
            <a:ln w="12700">
              <a:noFill/>
              <a:miter lim="800000"/>
              <a:headEnd type="none" w="sm" len="sm"/>
              <a:tailEnd type="none" w="sm" len="sm"/>
            </a:ln>
            <a:effectLst/>
          </p:spPr>
          <p:txBody>
            <a:bodyPr>
              <a:spAutoFit/>
            </a:bodyPr>
            <a:lstStyle>
              <a:lvl1pPr>
                <a:defRPr sz="2000">
                  <a:solidFill>
                    <a:schemeClr val="tx1"/>
                  </a:solidFill>
                  <a:latin typeface="Arial" panose="020B0604020202090204" pitchFamily="34" charset="0"/>
                  <a:ea typeface="宋体" pitchFamily="2" charset="-122"/>
                </a:defRPr>
              </a:lvl1pPr>
              <a:lvl2pPr marL="742950" indent="-285750">
                <a:defRPr sz="2000">
                  <a:solidFill>
                    <a:schemeClr val="tx1"/>
                  </a:solidFill>
                  <a:latin typeface="Arial" panose="020B0604020202090204" pitchFamily="34" charset="0"/>
                  <a:ea typeface="宋体" pitchFamily="2" charset="-122"/>
                </a:defRPr>
              </a:lvl2pPr>
              <a:lvl3pPr marL="1143000" indent="-228600">
                <a:defRPr sz="2000">
                  <a:solidFill>
                    <a:schemeClr val="tx1"/>
                  </a:solidFill>
                  <a:latin typeface="Arial" panose="020B0604020202090204" pitchFamily="34" charset="0"/>
                  <a:ea typeface="宋体" pitchFamily="2" charset="-122"/>
                </a:defRPr>
              </a:lvl3pPr>
              <a:lvl4pPr marL="1600200" indent="-228600">
                <a:defRPr sz="2000">
                  <a:solidFill>
                    <a:schemeClr val="tx1"/>
                  </a:solidFill>
                  <a:latin typeface="Arial" panose="020B0604020202090204" pitchFamily="34" charset="0"/>
                  <a:ea typeface="宋体" pitchFamily="2" charset="-122"/>
                </a:defRPr>
              </a:lvl4pPr>
              <a:lvl5pPr marL="2057400" indent="-228600">
                <a:defRPr sz="2000">
                  <a:solidFill>
                    <a:schemeClr val="tx1"/>
                  </a:solidFill>
                  <a:latin typeface="Arial" panose="020B0604020202090204" pitchFamily="34" charset="0"/>
                  <a:ea typeface="宋体" pitchFamily="2" charset="-122"/>
                </a:defRPr>
              </a:lvl5pPr>
              <a:lvl6pPr marL="2514600" indent="-228600" eaLnBrk="0" fontAlgn="base" hangingPunct="0">
                <a:lnSpc>
                  <a:spcPct val="90000"/>
                </a:lnSpc>
                <a:spcBef>
                  <a:spcPts val="590"/>
                </a:spcBef>
                <a:spcAft>
                  <a:spcPts val="590"/>
                </a:spcAft>
                <a:buClr>
                  <a:schemeClr val="tx2"/>
                </a:buClr>
                <a:buSzPct val="80000"/>
                <a:buFont typeface="Wingdings" panose="05000000000000000000" pitchFamily="2" charset="2"/>
                <a:defRPr sz="2000">
                  <a:solidFill>
                    <a:schemeClr val="tx1"/>
                  </a:solidFill>
                  <a:latin typeface="Arial" panose="020B0604020202090204" pitchFamily="34" charset="0"/>
                  <a:ea typeface="宋体" pitchFamily="2" charset="-122"/>
                </a:defRPr>
              </a:lvl6pPr>
              <a:lvl7pPr marL="2971800" indent="-228600" eaLnBrk="0" fontAlgn="base" hangingPunct="0">
                <a:lnSpc>
                  <a:spcPct val="90000"/>
                </a:lnSpc>
                <a:spcBef>
                  <a:spcPts val="590"/>
                </a:spcBef>
                <a:spcAft>
                  <a:spcPts val="590"/>
                </a:spcAft>
                <a:buClr>
                  <a:schemeClr val="tx2"/>
                </a:buClr>
                <a:buSzPct val="80000"/>
                <a:buFont typeface="Wingdings" panose="05000000000000000000" pitchFamily="2" charset="2"/>
                <a:defRPr sz="2000">
                  <a:solidFill>
                    <a:schemeClr val="tx1"/>
                  </a:solidFill>
                  <a:latin typeface="Arial" panose="020B0604020202090204" pitchFamily="34" charset="0"/>
                  <a:ea typeface="宋体" pitchFamily="2" charset="-122"/>
                </a:defRPr>
              </a:lvl7pPr>
              <a:lvl8pPr marL="3429000" indent="-228600" eaLnBrk="0" fontAlgn="base" hangingPunct="0">
                <a:lnSpc>
                  <a:spcPct val="90000"/>
                </a:lnSpc>
                <a:spcBef>
                  <a:spcPts val="590"/>
                </a:spcBef>
                <a:spcAft>
                  <a:spcPts val="590"/>
                </a:spcAft>
                <a:buClr>
                  <a:schemeClr val="tx2"/>
                </a:buClr>
                <a:buSzPct val="80000"/>
                <a:buFont typeface="Wingdings" panose="05000000000000000000" pitchFamily="2" charset="2"/>
                <a:defRPr sz="2000">
                  <a:solidFill>
                    <a:schemeClr val="tx1"/>
                  </a:solidFill>
                  <a:latin typeface="Arial" panose="020B0604020202090204" pitchFamily="34" charset="0"/>
                  <a:ea typeface="宋体" pitchFamily="2" charset="-122"/>
                </a:defRPr>
              </a:lvl8pPr>
              <a:lvl9pPr marL="3886200" indent="-228600" eaLnBrk="0" fontAlgn="base" hangingPunct="0">
                <a:lnSpc>
                  <a:spcPct val="90000"/>
                </a:lnSpc>
                <a:spcBef>
                  <a:spcPts val="590"/>
                </a:spcBef>
                <a:spcAft>
                  <a:spcPts val="590"/>
                </a:spcAft>
                <a:buClr>
                  <a:schemeClr val="tx2"/>
                </a:buClr>
                <a:buSzPct val="80000"/>
                <a:buFont typeface="Wingdings" panose="05000000000000000000" pitchFamily="2" charset="2"/>
                <a:defRPr sz="2000">
                  <a:solidFill>
                    <a:schemeClr val="tx1"/>
                  </a:solidFill>
                  <a:latin typeface="Arial" panose="020B0604020202090204" pitchFamily="34" charset="0"/>
                  <a:ea typeface="宋体" pitchFamily="2" charset="-122"/>
                </a:defRPr>
              </a:lvl9pPr>
            </a:lstStyle>
            <a:p>
              <a:pPr marL="0" marR="0" lvl="0" indent="0" algn="ctr" defTabSz="914400" rtl="0" eaLnBrk="1" fontAlgn="base" latinLnBrk="0" hangingPunct="1">
                <a:lnSpc>
                  <a:spcPct val="90000"/>
                </a:lnSpc>
                <a:spcBef>
                  <a:spcPct val="50000"/>
                </a:spcBef>
                <a:spcAft>
                  <a:spcPts val="590"/>
                </a:spcAft>
                <a:buClr>
                  <a:schemeClr val="tx2"/>
                </a:buClr>
                <a:buSzPct val="80000"/>
                <a:buFontTx/>
                <a:buNone/>
                <a:defRPr/>
              </a:pPr>
              <a:r>
                <a:rPr kumimoji="0" lang="en-US" altLang="zh-CN" sz="20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rPr>
                <a:t>o</a:t>
              </a:r>
              <a:endParaRPr kumimoji="0" lang="en-US" altLang="zh-CN" sz="20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21" name="Text Box 42"/>
            <p:cNvSpPr txBox="1">
              <a:spLocks noChangeArrowheads="1"/>
            </p:cNvSpPr>
            <p:nvPr/>
          </p:nvSpPr>
          <p:spPr bwMode="auto">
            <a:xfrm>
              <a:off x="4648870" y="4627562"/>
              <a:ext cx="625038" cy="369889"/>
            </a:xfrm>
            <a:prstGeom prst="rect">
              <a:avLst/>
            </a:prstGeom>
            <a:noFill/>
            <a:ln w="12700">
              <a:noFill/>
              <a:miter lim="800000"/>
              <a:headEnd type="none" w="sm" len="sm"/>
              <a:tailEnd type="none" w="sm" len="sm"/>
            </a:ln>
            <a:effectLst/>
          </p:spPr>
          <p:txBody>
            <a:bodyPr>
              <a:spAutoFit/>
            </a:bodyPr>
            <a:lstStyle>
              <a:lvl1pPr>
                <a:defRPr sz="2000">
                  <a:solidFill>
                    <a:schemeClr val="tx1"/>
                  </a:solidFill>
                  <a:latin typeface="Arial" panose="020B0604020202090204" pitchFamily="34" charset="0"/>
                  <a:ea typeface="宋体" pitchFamily="2" charset="-122"/>
                </a:defRPr>
              </a:lvl1pPr>
              <a:lvl2pPr marL="742950" indent="-285750">
                <a:defRPr sz="2000">
                  <a:solidFill>
                    <a:schemeClr val="tx1"/>
                  </a:solidFill>
                  <a:latin typeface="Arial" panose="020B0604020202090204" pitchFamily="34" charset="0"/>
                  <a:ea typeface="宋体" pitchFamily="2" charset="-122"/>
                </a:defRPr>
              </a:lvl2pPr>
              <a:lvl3pPr marL="1143000" indent="-228600">
                <a:defRPr sz="2000">
                  <a:solidFill>
                    <a:schemeClr val="tx1"/>
                  </a:solidFill>
                  <a:latin typeface="Arial" panose="020B0604020202090204" pitchFamily="34" charset="0"/>
                  <a:ea typeface="宋体" pitchFamily="2" charset="-122"/>
                </a:defRPr>
              </a:lvl3pPr>
              <a:lvl4pPr marL="1600200" indent="-228600">
                <a:defRPr sz="2000">
                  <a:solidFill>
                    <a:schemeClr val="tx1"/>
                  </a:solidFill>
                  <a:latin typeface="Arial" panose="020B0604020202090204" pitchFamily="34" charset="0"/>
                  <a:ea typeface="宋体" pitchFamily="2" charset="-122"/>
                </a:defRPr>
              </a:lvl4pPr>
              <a:lvl5pPr marL="2057400" indent="-228600">
                <a:defRPr sz="2000">
                  <a:solidFill>
                    <a:schemeClr val="tx1"/>
                  </a:solidFill>
                  <a:latin typeface="Arial" panose="020B0604020202090204" pitchFamily="34" charset="0"/>
                  <a:ea typeface="宋体" pitchFamily="2" charset="-122"/>
                </a:defRPr>
              </a:lvl5pPr>
              <a:lvl6pPr marL="2514600" indent="-228600" eaLnBrk="0" fontAlgn="base" hangingPunct="0">
                <a:lnSpc>
                  <a:spcPct val="90000"/>
                </a:lnSpc>
                <a:spcBef>
                  <a:spcPts val="590"/>
                </a:spcBef>
                <a:spcAft>
                  <a:spcPts val="590"/>
                </a:spcAft>
                <a:buClr>
                  <a:schemeClr val="tx2"/>
                </a:buClr>
                <a:buSzPct val="80000"/>
                <a:buFont typeface="Wingdings" panose="05000000000000000000" pitchFamily="2" charset="2"/>
                <a:defRPr sz="2000">
                  <a:solidFill>
                    <a:schemeClr val="tx1"/>
                  </a:solidFill>
                  <a:latin typeface="Arial" panose="020B0604020202090204" pitchFamily="34" charset="0"/>
                  <a:ea typeface="宋体" pitchFamily="2" charset="-122"/>
                </a:defRPr>
              </a:lvl6pPr>
              <a:lvl7pPr marL="2971800" indent="-228600" eaLnBrk="0" fontAlgn="base" hangingPunct="0">
                <a:lnSpc>
                  <a:spcPct val="90000"/>
                </a:lnSpc>
                <a:spcBef>
                  <a:spcPts val="590"/>
                </a:spcBef>
                <a:spcAft>
                  <a:spcPts val="590"/>
                </a:spcAft>
                <a:buClr>
                  <a:schemeClr val="tx2"/>
                </a:buClr>
                <a:buSzPct val="80000"/>
                <a:buFont typeface="Wingdings" panose="05000000000000000000" pitchFamily="2" charset="2"/>
                <a:defRPr sz="2000">
                  <a:solidFill>
                    <a:schemeClr val="tx1"/>
                  </a:solidFill>
                  <a:latin typeface="Arial" panose="020B0604020202090204" pitchFamily="34" charset="0"/>
                  <a:ea typeface="宋体" pitchFamily="2" charset="-122"/>
                </a:defRPr>
              </a:lvl7pPr>
              <a:lvl8pPr marL="3429000" indent="-228600" eaLnBrk="0" fontAlgn="base" hangingPunct="0">
                <a:lnSpc>
                  <a:spcPct val="90000"/>
                </a:lnSpc>
                <a:spcBef>
                  <a:spcPts val="590"/>
                </a:spcBef>
                <a:spcAft>
                  <a:spcPts val="590"/>
                </a:spcAft>
                <a:buClr>
                  <a:schemeClr val="tx2"/>
                </a:buClr>
                <a:buSzPct val="80000"/>
                <a:buFont typeface="Wingdings" panose="05000000000000000000" pitchFamily="2" charset="2"/>
                <a:defRPr sz="2000">
                  <a:solidFill>
                    <a:schemeClr val="tx1"/>
                  </a:solidFill>
                  <a:latin typeface="Arial" panose="020B0604020202090204" pitchFamily="34" charset="0"/>
                  <a:ea typeface="宋体" pitchFamily="2" charset="-122"/>
                </a:defRPr>
              </a:lvl8pPr>
              <a:lvl9pPr marL="3886200" indent="-228600" eaLnBrk="0" fontAlgn="base" hangingPunct="0">
                <a:lnSpc>
                  <a:spcPct val="90000"/>
                </a:lnSpc>
                <a:spcBef>
                  <a:spcPts val="590"/>
                </a:spcBef>
                <a:spcAft>
                  <a:spcPts val="590"/>
                </a:spcAft>
                <a:buClr>
                  <a:schemeClr val="tx2"/>
                </a:buClr>
                <a:buSzPct val="80000"/>
                <a:buFont typeface="Wingdings" panose="05000000000000000000" pitchFamily="2" charset="2"/>
                <a:defRPr sz="2000">
                  <a:solidFill>
                    <a:schemeClr val="tx1"/>
                  </a:solidFill>
                  <a:latin typeface="Arial" panose="020B0604020202090204" pitchFamily="34" charset="0"/>
                  <a:ea typeface="宋体" pitchFamily="2" charset="-122"/>
                </a:defRPr>
              </a:lvl9pPr>
            </a:lstStyle>
            <a:p>
              <a:pPr marL="0" marR="0" lvl="0" indent="0" algn="ctr" defTabSz="914400" rtl="0" eaLnBrk="1" fontAlgn="base" latinLnBrk="0" hangingPunct="1">
                <a:lnSpc>
                  <a:spcPct val="90000"/>
                </a:lnSpc>
                <a:spcBef>
                  <a:spcPct val="50000"/>
                </a:spcBef>
                <a:spcAft>
                  <a:spcPts val="590"/>
                </a:spcAft>
                <a:buClr>
                  <a:schemeClr val="tx2"/>
                </a:buClr>
                <a:buSzPct val="80000"/>
                <a:buFontTx/>
                <a:buNone/>
                <a:defRPr/>
              </a:pPr>
              <a:r>
                <a:rPr kumimoji="0" lang="en-US" altLang="zh-CN" sz="20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rPr>
                <a:t>C</a:t>
              </a:r>
              <a:endParaRPr kumimoji="0" lang="en-US" altLang="zh-CN" sz="20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22" name="Text Box 43"/>
            <p:cNvSpPr txBox="1">
              <a:spLocks noChangeArrowheads="1"/>
            </p:cNvSpPr>
            <p:nvPr/>
          </p:nvSpPr>
          <p:spPr bwMode="auto">
            <a:xfrm>
              <a:off x="5240062" y="4627562"/>
              <a:ext cx="625038" cy="369889"/>
            </a:xfrm>
            <a:prstGeom prst="rect">
              <a:avLst/>
            </a:prstGeom>
            <a:noFill/>
            <a:ln w="12700">
              <a:noFill/>
              <a:miter lim="800000"/>
              <a:headEnd type="none" w="sm" len="sm"/>
              <a:tailEnd type="none" w="sm" len="sm"/>
            </a:ln>
            <a:effectLst/>
          </p:spPr>
          <p:txBody>
            <a:bodyPr>
              <a:spAutoFit/>
            </a:bodyPr>
            <a:lstStyle>
              <a:lvl1pPr>
                <a:defRPr sz="2000">
                  <a:solidFill>
                    <a:schemeClr val="tx1"/>
                  </a:solidFill>
                  <a:latin typeface="Arial" panose="020B0604020202090204" pitchFamily="34" charset="0"/>
                  <a:ea typeface="宋体" pitchFamily="2" charset="-122"/>
                </a:defRPr>
              </a:lvl1pPr>
              <a:lvl2pPr marL="742950" indent="-285750">
                <a:defRPr sz="2000">
                  <a:solidFill>
                    <a:schemeClr val="tx1"/>
                  </a:solidFill>
                  <a:latin typeface="Arial" panose="020B0604020202090204" pitchFamily="34" charset="0"/>
                  <a:ea typeface="宋体" pitchFamily="2" charset="-122"/>
                </a:defRPr>
              </a:lvl2pPr>
              <a:lvl3pPr marL="1143000" indent="-228600">
                <a:defRPr sz="2000">
                  <a:solidFill>
                    <a:schemeClr val="tx1"/>
                  </a:solidFill>
                  <a:latin typeface="Arial" panose="020B0604020202090204" pitchFamily="34" charset="0"/>
                  <a:ea typeface="宋体" pitchFamily="2" charset="-122"/>
                </a:defRPr>
              </a:lvl3pPr>
              <a:lvl4pPr marL="1600200" indent="-228600">
                <a:defRPr sz="2000">
                  <a:solidFill>
                    <a:schemeClr val="tx1"/>
                  </a:solidFill>
                  <a:latin typeface="Arial" panose="020B0604020202090204" pitchFamily="34" charset="0"/>
                  <a:ea typeface="宋体" pitchFamily="2" charset="-122"/>
                </a:defRPr>
              </a:lvl4pPr>
              <a:lvl5pPr marL="2057400" indent="-228600">
                <a:defRPr sz="2000">
                  <a:solidFill>
                    <a:schemeClr val="tx1"/>
                  </a:solidFill>
                  <a:latin typeface="Arial" panose="020B0604020202090204" pitchFamily="34" charset="0"/>
                  <a:ea typeface="宋体" pitchFamily="2" charset="-122"/>
                </a:defRPr>
              </a:lvl5pPr>
              <a:lvl6pPr marL="2514600" indent="-228600" eaLnBrk="0" fontAlgn="base" hangingPunct="0">
                <a:lnSpc>
                  <a:spcPct val="90000"/>
                </a:lnSpc>
                <a:spcBef>
                  <a:spcPts val="590"/>
                </a:spcBef>
                <a:spcAft>
                  <a:spcPts val="590"/>
                </a:spcAft>
                <a:buClr>
                  <a:schemeClr val="tx2"/>
                </a:buClr>
                <a:buSzPct val="80000"/>
                <a:buFont typeface="Wingdings" panose="05000000000000000000" pitchFamily="2" charset="2"/>
                <a:defRPr sz="2000">
                  <a:solidFill>
                    <a:schemeClr val="tx1"/>
                  </a:solidFill>
                  <a:latin typeface="Arial" panose="020B0604020202090204" pitchFamily="34" charset="0"/>
                  <a:ea typeface="宋体" pitchFamily="2" charset="-122"/>
                </a:defRPr>
              </a:lvl6pPr>
              <a:lvl7pPr marL="2971800" indent="-228600" eaLnBrk="0" fontAlgn="base" hangingPunct="0">
                <a:lnSpc>
                  <a:spcPct val="90000"/>
                </a:lnSpc>
                <a:spcBef>
                  <a:spcPts val="590"/>
                </a:spcBef>
                <a:spcAft>
                  <a:spcPts val="590"/>
                </a:spcAft>
                <a:buClr>
                  <a:schemeClr val="tx2"/>
                </a:buClr>
                <a:buSzPct val="80000"/>
                <a:buFont typeface="Wingdings" panose="05000000000000000000" pitchFamily="2" charset="2"/>
                <a:defRPr sz="2000">
                  <a:solidFill>
                    <a:schemeClr val="tx1"/>
                  </a:solidFill>
                  <a:latin typeface="Arial" panose="020B0604020202090204" pitchFamily="34" charset="0"/>
                  <a:ea typeface="宋体" pitchFamily="2" charset="-122"/>
                </a:defRPr>
              </a:lvl7pPr>
              <a:lvl8pPr marL="3429000" indent="-228600" eaLnBrk="0" fontAlgn="base" hangingPunct="0">
                <a:lnSpc>
                  <a:spcPct val="90000"/>
                </a:lnSpc>
                <a:spcBef>
                  <a:spcPts val="590"/>
                </a:spcBef>
                <a:spcAft>
                  <a:spcPts val="590"/>
                </a:spcAft>
                <a:buClr>
                  <a:schemeClr val="tx2"/>
                </a:buClr>
                <a:buSzPct val="80000"/>
                <a:buFont typeface="Wingdings" panose="05000000000000000000" pitchFamily="2" charset="2"/>
                <a:defRPr sz="2000">
                  <a:solidFill>
                    <a:schemeClr val="tx1"/>
                  </a:solidFill>
                  <a:latin typeface="Arial" panose="020B0604020202090204" pitchFamily="34" charset="0"/>
                  <a:ea typeface="宋体" pitchFamily="2" charset="-122"/>
                </a:defRPr>
              </a:lvl8pPr>
              <a:lvl9pPr marL="3886200" indent="-228600" eaLnBrk="0" fontAlgn="base" hangingPunct="0">
                <a:lnSpc>
                  <a:spcPct val="90000"/>
                </a:lnSpc>
                <a:spcBef>
                  <a:spcPts val="590"/>
                </a:spcBef>
                <a:spcAft>
                  <a:spcPts val="590"/>
                </a:spcAft>
                <a:buClr>
                  <a:schemeClr val="tx2"/>
                </a:buClr>
                <a:buSzPct val="80000"/>
                <a:buFont typeface="Wingdings" panose="05000000000000000000" pitchFamily="2" charset="2"/>
                <a:defRPr sz="2000">
                  <a:solidFill>
                    <a:schemeClr val="tx1"/>
                  </a:solidFill>
                  <a:latin typeface="Arial" panose="020B0604020202090204" pitchFamily="34" charset="0"/>
                  <a:ea typeface="宋体" pitchFamily="2" charset="-122"/>
                </a:defRPr>
              </a:lvl9pPr>
            </a:lstStyle>
            <a:p>
              <a:pPr marL="0" marR="0" lvl="0" indent="0" algn="ctr" defTabSz="914400" rtl="0" eaLnBrk="1" fontAlgn="base" latinLnBrk="0" hangingPunct="1">
                <a:lnSpc>
                  <a:spcPct val="90000"/>
                </a:lnSpc>
                <a:spcBef>
                  <a:spcPct val="50000"/>
                </a:spcBef>
                <a:spcAft>
                  <a:spcPts val="590"/>
                </a:spcAft>
                <a:buClr>
                  <a:schemeClr val="tx2"/>
                </a:buClr>
                <a:buSzPct val="80000"/>
                <a:buFontTx/>
                <a:buNone/>
                <a:defRPr/>
              </a:pPr>
              <a:r>
                <a:rPr kumimoji="0" lang="en-US" altLang="zh-CN" sz="20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rPr>
                <a:t>h</a:t>
              </a:r>
              <a:endParaRPr kumimoji="0" lang="en-US" altLang="zh-CN" sz="20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23" name="Text Box 44"/>
            <p:cNvSpPr txBox="1">
              <a:spLocks noChangeArrowheads="1"/>
            </p:cNvSpPr>
            <p:nvPr/>
          </p:nvSpPr>
          <p:spPr bwMode="auto">
            <a:xfrm>
              <a:off x="5817715" y="4652962"/>
              <a:ext cx="622782" cy="369889"/>
            </a:xfrm>
            <a:prstGeom prst="rect">
              <a:avLst/>
            </a:prstGeom>
            <a:noFill/>
            <a:ln w="12700">
              <a:noFill/>
              <a:miter lim="800000"/>
              <a:headEnd type="none" w="sm" len="sm"/>
              <a:tailEnd type="none" w="sm" len="sm"/>
            </a:ln>
            <a:effectLst/>
          </p:spPr>
          <p:txBody>
            <a:bodyPr>
              <a:spAutoFit/>
            </a:bodyPr>
            <a:lstStyle>
              <a:lvl1pPr>
                <a:defRPr sz="2000">
                  <a:solidFill>
                    <a:schemeClr val="tx1"/>
                  </a:solidFill>
                  <a:latin typeface="Arial" panose="020B0604020202090204" pitchFamily="34" charset="0"/>
                  <a:ea typeface="宋体" pitchFamily="2" charset="-122"/>
                </a:defRPr>
              </a:lvl1pPr>
              <a:lvl2pPr marL="742950" indent="-285750">
                <a:defRPr sz="2000">
                  <a:solidFill>
                    <a:schemeClr val="tx1"/>
                  </a:solidFill>
                  <a:latin typeface="Arial" panose="020B0604020202090204" pitchFamily="34" charset="0"/>
                  <a:ea typeface="宋体" pitchFamily="2" charset="-122"/>
                </a:defRPr>
              </a:lvl2pPr>
              <a:lvl3pPr marL="1143000" indent="-228600">
                <a:defRPr sz="2000">
                  <a:solidFill>
                    <a:schemeClr val="tx1"/>
                  </a:solidFill>
                  <a:latin typeface="Arial" panose="020B0604020202090204" pitchFamily="34" charset="0"/>
                  <a:ea typeface="宋体" pitchFamily="2" charset="-122"/>
                </a:defRPr>
              </a:lvl3pPr>
              <a:lvl4pPr marL="1600200" indent="-228600">
                <a:defRPr sz="2000">
                  <a:solidFill>
                    <a:schemeClr val="tx1"/>
                  </a:solidFill>
                  <a:latin typeface="Arial" panose="020B0604020202090204" pitchFamily="34" charset="0"/>
                  <a:ea typeface="宋体" pitchFamily="2" charset="-122"/>
                </a:defRPr>
              </a:lvl4pPr>
              <a:lvl5pPr marL="2057400" indent="-228600">
                <a:defRPr sz="2000">
                  <a:solidFill>
                    <a:schemeClr val="tx1"/>
                  </a:solidFill>
                  <a:latin typeface="Arial" panose="020B0604020202090204" pitchFamily="34" charset="0"/>
                  <a:ea typeface="宋体" pitchFamily="2" charset="-122"/>
                </a:defRPr>
              </a:lvl5pPr>
              <a:lvl6pPr marL="2514600" indent="-228600" eaLnBrk="0" fontAlgn="base" hangingPunct="0">
                <a:lnSpc>
                  <a:spcPct val="90000"/>
                </a:lnSpc>
                <a:spcBef>
                  <a:spcPts val="590"/>
                </a:spcBef>
                <a:spcAft>
                  <a:spcPts val="590"/>
                </a:spcAft>
                <a:buClr>
                  <a:schemeClr val="tx2"/>
                </a:buClr>
                <a:buSzPct val="80000"/>
                <a:buFont typeface="Wingdings" panose="05000000000000000000" pitchFamily="2" charset="2"/>
                <a:defRPr sz="2000">
                  <a:solidFill>
                    <a:schemeClr val="tx1"/>
                  </a:solidFill>
                  <a:latin typeface="Arial" panose="020B0604020202090204" pitchFamily="34" charset="0"/>
                  <a:ea typeface="宋体" pitchFamily="2" charset="-122"/>
                </a:defRPr>
              </a:lvl6pPr>
              <a:lvl7pPr marL="2971800" indent="-228600" eaLnBrk="0" fontAlgn="base" hangingPunct="0">
                <a:lnSpc>
                  <a:spcPct val="90000"/>
                </a:lnSpc>
                <a:spcBef>
                  <a:spcPts val="590"/>
                </a:spcBef>
                <a:spcAft>
                  <a:spcPts val="590"/>
                </a:spcAft>
                <a:buClr>
                  <a:schemeClr val="tx2"/>
                </a:buClr>
                <a:buSzPct val="80000"/>
                <a:buFont typeface="Wingdings" panose="05000000000000000000" pitchFamily="2" charset="2"/>
                <a:defRPr sz="2000">
                  <a:solidFill>
                    <a:schemeClr val="tx1"/>
                  </a:solidFill>
                  <a:latin typeface="Arial" panose="020B0604020202090204" pitchFamily="34" charset="0"/>
                  <a:ea typeface="宋体" pitchFamily="2" charset="-122"/>
                </a:defRPr>
              </a:lvl7pPr>
              <a:lvl8pPr marL="3429000" indent="-228600" eaLnBrk="0" fontAlgn="base" hangingPunct="0">
                <a:lnSpc>
                  <a:spcPct val="90000"/>
                </a:lnSpc>
                <a:spcBef>
                  <a:spcPts val="590"/>
                </a:spcBef>
                <a:spcAft>
                  <a:spcPts val="590"/>
                </a:spcAft>
                <a:buClr>
                  <a:schemeClr val="tx2"/>
                </a:buClr>
                <a:buSzPct val="80000"/>
                <a:buFont typeface="Wingdings" panose="05000000000000000000" pitchFamily="2" charset="2"/>
                <a:defRPr sz="2000">
                  <a:solidFill>
                    <a:schemeClr val="tx1"/>
                  </a:solidFill>
                  <a:latin typeface="Arial" panose="020B0604020202090204" pitchFamily="34" charset="0"/>
                  <a:ea typeface="宋体" pitchFamily="2" charset="-122"/>
                </a:defRPr>
              </a:lvl8pPr>
              <a:lvl9pPr marL="3886200" indent="-228600" eaLnBrk="0" fontAlgn="base" hangingPunct="0">
                <a:lnSpc>
                  <a:spcPct val="90000"/>
                </a:lnSpc>
                <a:spcBef>
                  <a:spcPts val="590"/>
                </a:spcBef>
                <a:spcAft>
                  <a:spcPts val="590"/>
                </a:spcAft>
                <a:buClr>
                  <a:schemeClr val="tx2"/>
                </a:buClr>
                <a:buSzPct val="80000"/>
                <a:buFont typeface="Wingdings" panose="05000000000000000000" pitchFamily="2" charset="2"/>
                <a:defRPr sz="2000">
                  <a:solidFill>
                    <a:schemeClr val="tx1"/>
                  </a:solidFill>
                  <a:latin typeface="Arial" panose="020B0604020202090204" pitchFamily="34" charset="0"/>
                  <a:ea typeface="宋体" pitchFamily="2" charset="-122"/>
                </a:defRPr>
              </a:lvl9pPr>
            </a:lstStyle>
            <a:p>
              <a:pPr marL="0" marR="0" lvl="0" indent="0" algn="ctr" defTabSz="914400" rtl="0" eaLnBrk="1" fontAlgn="base" latinLnBrk="0" hangingPunct="1">
                <a:lnSpc>
                  <a:spcPct val="90000"/>
                </a:lnSpc>
                <a:spcBef>
                  <a:spcPct val="50000"/>
                </a:spcBef>
                <a:spcAft>
                  <a:spcPts val="590"/>
                </a:spcAft>
                <a:buClr>
                  <a:schemeClr val="tx2"/>
                </a:buClr>
                <a:buSzPct val="80000"/>
                <a:buFontTx/>
                <a:buNone/>
                <a:defRPr/>
              </a:pPr>
              <a:r>
                <a:rPr kumimoji="0" lang="en-US" altLang="zh-CN" sz="20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rPr>
                <a:t>i</a:t>
              </a:r>
              <a:endParaRPr kumimoji="0" lang="en-US" altLang="zh-CN" sz="20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24" name="Text Box 45"/>
            <p:cNvSpPr txBox="1">
              <a:spLocks noChangeArrowheads="1"/>
            </p:cNvSpPr>
            <p:nvPr/>
          </p:nvSpPr>
          <p:spPr bwMode="auto">
            <a:xfrm>
              <a:off x="6408907" y="4652962"/>
              <a:ext cx="622782" cy="369889"/>
            </a:xfrm>
            <a:prstGeom prst="rect">
              <a:avLst/>
            </a:prstGeom>
            <a:noFill/>
            <a:ln w="12700">
              <a:noFill/>
              <a:miter lim="800000"/>
              <a:headEnd type="none" w="sm" len="sm"/>
              <a:tailEnd type="none" w="sm" len="sm"/>
            </a:ln>
            <a:effectLst/>
          </p:spPr>
          <p:txBody>
            <a:bodyPr>
              <a:spAutoFit/>
            </a:bodyPr>
            <a:lstStyle>
              <a:lvl1pPr>
                <a:defRPr sz="2000">
                  <a:solidFill>
                    <a:schemeClr val="tx1"/>
                  </a:solidFill>
                  <a:latin typeface="Arial" panose="020B0604020202090204" pitchFamily="34" charset="0"/>
                  <a:ea typeface="宋体" pitchFamily="2" charset="-122"/>
                </a:defRPr>
              </a:lvl1pPr>
              <a:lvl2pPr marL="742950" indent="-285750">
                <a:defRPr sz="2000">
                  <a:solidFill>
                    <a:schemeClr val="tx1"/>
                  </a:solidFill>
                  <a:latin typeface="Arial" panose="020B0604020202090204" pitchFamily="34" charset="0"/>
                  <a:ea typeface="宋体" pitchFamily="2" charset="-122"/>
                </a:defRPr>
              </a:lvl2pPr>
              <a:lvl3pPr marL="1143000" indent="-228600">
                <a:defRPr sz="2000">
                  <a:solidFill>
                    <a:schemeClr val="tx1"/>
                  </a:solidFill>
                  <a:latin typeface="Arial" panose="020B0604020202090204" pitchFamily="34" charset="0"/>
                  <a:ea typeface="宋体" pitchFamily="2" charset="-122"/>
                </a:defRPr>
              </a:lvl3pPr>
              <a:lvl4pPr marL="1600200" indent="-228600">
                <a:defRPr sz="2000">
                  <a:solidFill>
                    <a:schemeClr val="tx1"/>
                  </a:solidFill>
                  <a:latin typeface="Arial" panose="020B0604020202090204" pitchFamily="34" charset="0"/>
                  <a:ea typeface="宋体" pitchFamily="2" charset="-122"/>
                </a:defRPr>
              </a:lvl4pPr>
              <a:lvl5pPr marL="2057400" indent="-228600">
                <a:defRPr sz="2000">
                  <a:solidFill>
                    <a:schemeClr val="tx1"/>
                  </a:solidFill>
                  <a:latin typeface="Arial" panose="020B0604020202090204" pitchFamily="34" charset="0"/>
                  <a:ea typeface="宋体" pitchFamily="2" charset="-122"/>
                </a:defRPr>
              </a:lvl5pPr>
              <a:lvl6pPr marL="2514600" indent="-228600" eaLnBrk="0" fontAlgn="base" hangingPunct="0">
                <a:lnSpc>
                  <a:spcPct val="90000"/>
                </a:lnSpc>
                <a:spcBef>
                  <a:spcPts val="590"/>
                </a:spcBef>
                <a:spcAft>
                  <a:spcPts val="590"/>
                </a:spcAft>
                <a:buClr>
                  <a:schemeClr val="tx2"/>
                </a:buClr>
                <a:buSzPct val="80000"/>
                <a:buFont typeface="Wingdings" panose="05000000000000000000" pitchFamily="2" charset="2"/>
                <a:defRPr sz="2000">
                  <a:solidFill>
                    <a:schemeClr val="tx1"/>
                  </a:solidFill>
                  <a:latin typeface="Arial" panose="020B0604020202090204" pitchFamily="34" charset="0"/>
                  <a:ea typeface="宋体" pitchFamily="2" charset="-122"/>
                </a:defRPr>
              </a:lvl6pPr>
              <a:lvl7pPr marL="2971800" indent="-228600" eaLnBrk="0" fontAlgn="base" hangingPunct="0">
                <a:lnSpc>
                  <a:spcPct val="90000"/>
                </a:lnSpc>
                <a:spcBef>
                  <a:spcPts val="590"/>
                </a:spcBef>
                <a:spcAft>
                  <a:spcPts val="590"/>
                </a:spcAft>
                <a:buClr>
                  <a:schemeClr val="tx2"/>
                </a:buClr>
                <a:buSzPct val="80000"/>
                <a:buFont typeface="Wingdings" panose="05000000000000000000" pitchFamily="2" charset="2"/>
                <a:defRPr sz="2000">
                  <a:solidFill>
                    <a:schemeClr val="tx1"/>
                  </a:solidFill>
                  <a:latin typeface="Arial" panose="020B0604020202090204" pitchFamily="34" charset="0"/>
                  <a:ea typeface="宋体" pitchFamily="2" charset="-122"/>
                </a:defRPr>
              </a:lvl7pPr>
              <a:lvl8pPr marL="3429000" indent="-228600" eaLnBrk="0" fontAlgn="base" hangingPunct="0">
                <a:lnSpc>
                  <a:spcPct val="90000"/>
                </a:lnSpc>
                <a:spcBef>
                  <a:spcPts val="590"/>
                </a:spcBef>
                <a:spcAft>
                  <a:spcPts val="590"/>
                </a:spcAft>
                <a:buClr>
                  <a:schemeClr val="tx2"/>
                </a:buClr>
                <a:buSzPct val="80000"/>
                <a:buFont typeface="Wingdings" panose="05000000000000000000" pitchFamily="2" charset="2"/>
                <a:defRPr sz="2000">
                  <a:solidFill>
                    <a:schemeClr val="tx1"/>
                  </a:solidFill>
                  <a:latin typeface="Arial" panose="020B0604020202090204" pitchFamily="34" charset="0"/>
                  <a:ea typeface="宋体" pitchFamily="2" charset="-122"/>
                </a:defRPr>
              </a:lvl8pPr>
              <a:lvl9pPr marL="3886200" indent="-228600" eaLnBrk="0" fontAlgn="base" hangingPunct="0">
                <a:lnSpc>
                  <a:spcPct val="90000"/>
                </a:lnSpc>
                <a:spcBef>
                  <a:spcPts val="590"/>
                </a:spcBef>
                <a:spcAft>
                  <a:spcPts val="590"/>
                </a:spcAft>
                <a:buClr>
                  <a:schemeClr val="tx2"/>
                </a:buClr>
                <a:buSzPct val="80000"/>
                <a:buFont typeface="Wingdings" panose="05000000000000000000" pitchFamily="2" charset="2"/>
                <a:defRPr sz="2000">
                  <a:solidFill>
                    <a:schemeClr val="tx1"/>
                  </a:solidFill>
                  <a:latin typeface="Arial" panose="020B0604020202090204" pitchFamily="34" charset="0"/>
                  <a:ea typeface="宋体" pitchFamily="2" charset="-122"/>
                </a:defRPr>
              </a:lvl9pPr>
            </a:lstStyle>
            <a:p>
              <a:pPr marL="0" marR="0" lvl="0" indent="0" algn="ctr" defTabSz="914400" rtl="0" eaLnBrk="1" fontAlgn="base" latinLnBrk="0" hangingPunct="1">
                <a:lnSpc>
                  <a:spcPct val="90000"/>
                </a:lnSpc>
                <a:spcBef>
                  <a:spcPct val="50000"/>
                </a:spcBef>
                <a:spcAft>
                  <a:spcPts val="590"/>
                </a:spcAft>
                <a:buClr>
                  <a:schemeClr val="tx2"/>
                </a:buClr>
                <a:buSzPct val="80000"/>
                <a:buFontTx/>
                <a:buNone/>
                <a:defRPr/>
              </a:pPr>
              <a:r>
                <a:rPr kumimoji="0" lang="en-US" altLang="zh-CN" sz="20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rPr>
                <a:t>n</a:t>
              </a:r>
              <a:endParaRPr kumimoji="0" lang="en-US" altLang="zh-CN" sz="20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25" name="Text Box 46"/>
            <p:cNvSpPr txBox="1">
              <a:spLocks noChangeArrowheads="1"/>
            </p:cNvSpPr>
            <p:nvPr/>
          </p:nvSpPr>
          <p:spPr bwMode="auto">
            <a:xfrm>
              <a:off x="6995586" y="4652962"/>
              <a:ext cx="625038" cy="369889"/>
            </a:xfrm>
            <a:prstGeom prst="rect">
              <a:avLst/>
            </a:prstGeom>
            <a:noFill/>
            <a:ln w="12700">
              <a:noFill/>
              <a:miter lim="800000"/>
              <a:headEnd type="none" w="sm" len="sm"/>
              <a:tailEnd type="none" w="sm" len="sm"/>
            </a:ln>
            <a:effectLst/>
          </p:spPr>
          <p:txBody>
            <a:bodyPr>
              <a:spAutoFit/>
            </a:bodyPr>
            <a:lstStyle>
              <a:lvl1pPr>
                <a:defRPr sz="2000">
                  <a:solidFill>
                    <a:schemeClr val="tx1"/>
                  </a:solidFill>
                  <a:latin typeface="Arial" panose="020B0604020202090204" pitchFamily="34" charset="0"/>
                  <a:ea typeface="宋体" pitchFamily="2" charset="-122"/>
                </a:defRPr>
              </a:lvl1pPr>
              <a:lvl2pPr marL="742950" indent="-285750">
                <a:defRPr sz="2000">
                  <a:solidFill>
                    <a:schemeClr val="tx1"/>
                  </a:solidFill>
                  <a:latin typeface="Arial" panose="020B0604020202090204" pitchFamily="34" charset="0"/>
                  <a:ea typeface="宋体" pitchFamily="2" charset="-122"/>
                </a:defRPr>
              </a:lvl2pPr>
              <a:lvl3pPr marL="1143000" indent="-228600">
                <a:defRPr sz="2000">
                  <a:solidFill>
                    <a:schemeClr val="tx1"/>
                  </a:solidFill>
                  <a:latin typeface="Arial" panose="020B0604020202090204" pitchFamily="34" charset="0"/>
                  <a:ea typeface="宋体" pitchFamily="2" charset="-122"/>
                </a:defRPr>
              </a:lvl3pPr>
              <a:lvl4pPr marL="1600200" indent="-228600">
                <a:defRPr sz="2000">
                  <a:solidFill>
                    <a:schemeClr val="tx1"/>
                  </a:solidFill>
                  <a:latin typeface="Arial" panose="020B0604020202090204" pitchFamily="34" charset="0"/>
                  <a:ea typeface="宋体" pitchFamily="2" charset="-122"/>
                </a:defRPr>
              </a:lvl4pPr>
              <a:lvl5pPr marL="2057400" indent="-228600">
                <a:defRPr sz="2000">
                  <a:solidFill>
                    <a:schemeClr val="tx1"/>
                  </a:solidFill>
                  <a:latin typeface="Arial" panose="020B0604020202090204" pitchFamily="34" charset="0"/>
                  <a:ea typeface="宋体" pitchFamily="2" charset="-122"/>
                </a:defRPr>
              </a:lvl5pPr>
              <a:lvl6pPr marL="2514600" indent="-228600" eaLnBrk="0" fontAlgn="base" hangingPunct="0">
                <a:lnSpc>
                  <a:spcPct val="90000"/>
                </a:lnSpc>
                <a:spcBef>
                  <a:spcPts val="590"/>
                </a:spcBef>
                <a:spcAft>
                  <a:spcPts val="590"/>
                </a:spcAft>
                <a:buClr>
                  <a:schemeClr val="tx2"/>
                </a:buClr>
                <a:buSzPct val="80000"/>
                <a:buFont typeface="Wingdings" panose="05000000000000000000" pitchFamily="2" charset="2"/>
                <a:defRPr sz="2000">
                  <a:solidFill>
                    <a:schemeClr val="tx1"/>
                  </a:solidFill>
                  <a:latin typeface="Arial" panose="020B0604020202090204" pitchFamily="34" charset="0"/>
                  <a:ea typeface="宋体" pitchFamily="2" charset="-122"/>
                </a:defRPr>
              </a:lvl6pPr>
              <a:lvl7pPr marL="2971800" indent="-228600" eaLnBrk="0" fontAlgn="base" hangingPunct="0">
                <a:lnSpc>
                  <a:spcPct val="90000"/>
                </a:lnSpc>
                <a:spcBef>
                  <a:spcPts val="590"/>
                </a:spcBef>
                <a:spcAft>
                  <a:spcPts val="590"/>
                </a:spcAft>
                <a:buClr>
                  <a:schemeClr val="tx2"/>
                </a:buClr>
                <a:buSzPct val="80000"/>
                <a:buFont typeface="Wingdings" panose="05000000000000000000" pitchFamily="2" charset="2"/>
                <a:defRPr sz="2000">
                  <a:solidFill>
                    <a:schemeClr val="tx1"/>
                  </a:solidFill>
                  <a:latin typeface="Arial" panose="020B0604020202090204" pitchFamily="34" charset="0"/>
                  <a:ea typeface="宋体" pitchFamily="2" charset="-122"/>
                </a:defRPr>
              </a:lvl7pPr>
              <a:lvl8pPr marL="3429000" indent="-228600" eaLnBrk="0" fontAlgn="base" hangingPunct="0">
                <a:lnSpc>
                  <a:spcPct val="90000"/>
                </a:lnSpc>
                <a:spcBef>
                  <a:spcPts val="590"/>
                </a:spcBef>
                <a:spcAft>
                  <a:spcPts val="590"/>
                </a:spcAft>
                <a:buClr>
                  <a:schemeClr val="tx2"/>
                </a:buClr>
                <a:buSzPct val="80000"/>
                <a:buFont typeface="Wingdings" panose="05000000000000000000" pitchFamily="2" charset="2"/>
                <a:defRPr sz="2000">
                  <a:solidFill>
                    <a:schemeClr val="tx1"/>
                  </a:solidFill>
                  <a:latin typeface="Arial" panose="020B0604020202090204" pitchFamily="34" charset="0"/>
                  <a:ea typeface="宋体" pitchFamily="2" charset="-122"/>
                </a:defRPr>
              </a:lvl8pPr>
              <a:lvl9pPr marL="3886200" indent="-228600" eaLnBrk="0" fontAlgn="base" hangingPunct="0">
                <a:lnSpc>
                  <a:spcPct val="90000"/>
                </a:lnSpc>
                <a:spcBef>
                  <a:spcPts val="590"/>
                </a:spcBef>
                <a:spcAft>
                  <a:spcPts val="590"/>
                </a:spcAft>
                <a:buClr>
                  <a:schemeClr val="tx2"/>
                </a:buClr>
                <a:buSzPct val="80000"/>
                <a:buFont typeface="Wingdings" panose="05000000000000000000" pitchFamily="2" charset="2"/>
                <a:defRPr sz="2000">
                  <a:solidFill>
                    <a:schemeClr val="tx1"/>
                  </a:solidFill>
                  <a:latin typeface="Arial" panose="020B0604020202090204" pitchFamily="34" charset="0"/>
                  <a:ea typeface="宋体" pitchFamily="2" charset="-122"/>
                </a:defRPr>
              </a:lvl9pPr>
            </a:lstStyle>
            <a:p>
              <a:pPr marL="0" marR="0" lvl="0" indent="0" algn="ctr" defTabSz="914400" rtl="0" eaLnBrk="1" fontAlgn="base" latinLnBrk="0" hangingPunct="1">
                <a:lnSpc>
                  <a:spcPct val="90000"/>
                </a:lnSpc>
                <a:spcBef>
                  <a:spcPct val="50000"/>
                </a:spcBef>
                <a:spcAft>
                  <a:spcPts val="590"/>
                </a:spcAft>
                <a:buClr>
                  <a:schemeClr val="tx2"/>
                </a:buClr>
                <a:buSzPct val="80000"/>
                <a:buFontTx/>
                <a:buNone/>
                <a:defRPr/>
              </a:pPr>
              <a:r>
                <a:rPr kumimoji="0" lang="en-US" altLang="zh-CN" sz="20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rPr>
                <a:t>a</a:t>
              </a:r>
              <a:endParaRPr kumimoji="0" lang="en-US" altLang="zh-CN" sz="20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26" name="Text Box 47"/>
            <p:cNvSpPr txBox="1">
              <a:spLocks noChangeArrowheads="1"/>
            </p:cNvSpPr>
            <p:nvPr/>
          </p:nvSpPr>
          <p:spPr bwMode="auto">
            <a:xfrm>
              <a:off x="7575494" y="4624387"/>
              <a:ext cx="625039" cy="425451"/>
            </a:xfrm>
            <a:prstGeom prst="rect">
              <a:avLst/>
            </a:prstGeom>
            <a:noFill/>
            <a:ln w="12700">
              <a:noFill/>
              <a:miter lim="800000"/>
              <a:headEnd type="none" w="sm" len="sm"/>
              <a:tailEnd type="none" w="sm" len="sm"/>
            </a:ln>
            <a:effectLst/>
          </p:spPr>
          <p:txBody>
            <a:bodyPr>
              <a:spAutoFit/>
            </a:bodyPr>
            <a:lstStyle/>
            <a:p>
              <a:pPr marR="0" algn="ctr" defTabSz="914400" eaLnBrk="1" hangingPunct="1">
                <a:lnSpc>
                  <a:spcPct val="90000"/>
                </a:lnSpc>
                <a:spcBef>
                  <a:spcPct val="50000"/>
                </a:spcBef>
                <a:spcAft>
                  <a:spcPts val="590"/>
                </a:spcAft>
                <a:buClr>
                  <a:schemeClr val="tx2"/>
                </a:buClr>
                <a:buSzPct val="80000"/>
                <a:buFontTx/>
                <a:buNone/>
                <a:defRPr/>
              </a:pPr>
              <a:r>
                <a:rPr kumimoji="0" lang="en-US" altLang="zh-CN" sz="2400" b="1" kern="1200" cap="none" spc="0" normalizeH="0" baseline="0" noProof="0" dirty="0">
                  <a:solidFill>
                    <a:srgbClr val="FF3300"/>
                  </a:solidFill>
                  <a:effectLst>
                    <a:outerShdw blurRad="38100" dist="38100" dir="2700000" algn="tl">
                      <a:srgbClr val="C0C0C0"/>
                    </a:outerShdw>
                  </a:effectLst>
                  <a:latin typeface="Arial" panose="020B0604020202090204" pitchFamily="34" charset="0"/>
                  <a:ea typeface="宋体" pitchFamily="2" charset="-122"/>
                  <a:cs typeface="+mn-cs"/>
                </a:rPr>
                <a:t>\0</a:t>
              </a:r>
              <a:endParaRPr kumimoji="0" lang="en-US" altLang="zh-CN" sz="2400" b="1" kern="1200" cap="none" spc="0" normalizeH="0" baseline="0" noProof="0" dirty="0">
                <a:solidFill>
                  <a:srgbClr val="FF3300"/>
                </a:solidFill>
                <a:effectLst>
                  <a:outerShdw blurRad="38100" dist="38100" dir="2700000" algn="tl">
                    <a:srgbClr val="C0C0C0"/>
                  </a:outerShdw>
                </a:effectLst>
                <a:latin typeface="Arial" panose="020B0604020202090204" pitchFamily="34" charset="0"/>
                <a:ea typeface="宋体" pitchFamily="2" charset="-122"/>
                <a:cs typeface="+mn-cs"/>
              </a:endParaRPr>
            </a:p>
          </p:txBody>
        </p:sp>
        <p:grpSp>
          <p:nvGrpSpPr>
            <p:cNvPr id="90135" name="Group 127"/>
            <p:cNvGrpSpPr/>
            <p:nvPr/>
          </p:nvGrpSpPr>
          <p:grpSpPr>
            <a:xfrm>
              <a:off x="7024807" y="5026028"/>
              <a:ext cx="1738506" cy="779463"/>
              <a:chOff x="866" y="3060"/>
              <a:chExt cx="1010" cy="491"/>
            </a:xfrm>
          </p:grpSpPr>
          <p:sp>
            <p:nvSpPr>
              <p:cNvPr id="31" name="Line 128"/>
              <p:cNvSpPr>
                <a:spLocks noChangeShapeType="1"/>
              </p:cNvSpPr>
              <p:nvPr/>
            </p:nvSpPr>
            <p:spPr bwMode="auto">
              <a:xfrm flipV="1">
                <a:off x="1355" y="3060"/>
                <a:ext cx="0" cy="265"/>
              </a:xfrm>
              <a:prstGeom prst="line">
                <a:avLst/>
              </a:prstGeom>
              <a:noFill/>
              <a:ln w="57150">
                <a:solidFill>
                  <a:srgbClr val="FF0000"/>
                </a:solidFill>
                <a:round/>
                <a:tailEnd type="triangle" w="sm" len="med"/>
              </a:ln>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32" name="Text Box 129"/>
              <p:cNvSpPr txBox="1">
                <a:spLocks noChangeArrowheads="1"/>
              </p:cNvSpPr>
              <p:nvPr/>
            </p:nvSpPr>
            <p:spPr bwMode="auto">
              <a:xfrm>
                <a:off x="866" y="3286"/>
                <a:ext cx="1007" cy="265"/>
              </a:xfrm>
              <a:prstGeom prst="rect">
                <a:avLst/>
              </a:prstGeom>
              <a:noFill/>
              <a:ln w="9525">
                <a:noFill/>
                <a:miter lim="800000"/>
              </a:ln>
            </p:spPr>
            <p:txBody>
              <a:bodyPr/>
              <a:lstStyle/>
              <a:p>
                <a:pPr marR="0" algn="just" defTabSz="914400" eaLnBrk="1" hangingPunct="1">
                  <a:lnSpc>
                    <a:spcPct val="90000"/>
                  </a:lnSpc>
                  <a:spcBef>
                    <a:spcPts val="590"/>
                  </a:spcBef>
                  <a:spcAft>
                    <a:spcPts val="590"/>
                  </a:spcAft>
                  <a:buClr>
                    <a:schemeClr val="tx2"/>
                  </a:buClr>
                  <a:buSzPct val="80000"/>
                  <a:buFontTx/>
                  <a:buNone/>
                  <a:defRPr/>
                </a:pPr>
                <a:r>
                  <a:rPr kumimoji="0" lang="en-US" altLang="zh-CN" b="1" kern="1200" cap="none" spc="0" normalizeH="0" baseline="0" noProof="0" dirty="0" err="1">
                    <a:solidFill>
                      <a:srgbClr val="FF0000"/>
                    </a:solidFill>
                    <a:latin typeface="Courier New" panose="02070409020205090404" pitchFamily="49" charset="0"/>
                    <a:ea typeface="宋体" pitchFamily="2" charset="-122"/>
                    <a:cs typeface="Courier New" panose="02070409020205090404" pitchFamily="49" charset="0"/>
                  </a:rPr>
                  <a:t>dstStr</a:t>
                </a:r>
                <a:endParaRPr kumimoji="0" lang="en-US" altLang="zh-CN" b="1" kern="1200" cap="none" spc="0" normalizeH="0" baseline="0" noProof="0" dirty="0">
                  <a:solidFill>
                    <a:srgbClr val="FF0000"/>
                  </a:solidFill>
                  <a:effectLst>
                    <a:outerShdw blurRad="38100" dist="38100" dir="2700000" algn="tl">
                      <a:srgbClr val="C0C0C0"/>
                    </a:outerShdw>
                  </a:effectLst>
                  <a:latin typeface="Courier New" panose="02070409020205090404" pitchFamily="49" charset="0"/>
                  <a:ea typeface="宋体" pitchFamily="2" charset="-122"/>
                  <a:cs typeface="Courier New" panose="02070409020205090404" pitchFamily="49" charset="0"/>
                </a:endParaRPr>
              </a:p>
            </p:txBody>
          </p:sp>
        </p:grpSp>
        <p:grpSp>
          <p:nvGrpSpPr>
            <p:cNvPr id="90136" name="Group 127"/>
            <p:cNvGrpSpPr/>
            <p:nvPr/>
          </p:nvGrpSpPr>
          <p:grpSpPr>
            <a:xfrm>
              <a:off x="1395059" y="5013179"/>
              <a:ext cx="1330559" cy="792163"/>
              <a:chOff x="1079" y="3060"/>
              <a:chExt cx="773" cy="499"/>
            </a:xfrm>
          </p:grpSpPr>
          <p:sp>
            <p:nvSpPr>
              <p:cNvPr id="29" name="Line 128"/>
              <p:cNvSpPr>
                <a:spLocks noChangeShapeType="1"/>
              </p:cNvSpPr>
              <p:nvPr/>
            </p:nvSpPr>
            <p:spPr bwMode="auto">
              <a:xfrm flipV="1">
                <a:off x="1356" y="3060"/>
                <a:ext cx="0" cy="265"/>
              </a:xfrm>
              <a:prstGeom prst="line">
                <a:avLst/>
              </a:prstGeom>
              <a:noFill/>
              <a:ln w="57150">
                <a:solidFill>
                  <a:srgbClr val="FF0000"/>
                </a:solidFill>
                <a:round/>
                <a:tailEnd type="triangle" w="sm" len="med"/>
              </a:ln>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30" name="Text Box 129"/>
              <p:cNvSpPr txBox="1">
                <a:spLocks noChangeArrowheads="1"/>
              </p:cNvSpPr>
              <p:nvPr/>
            </p:nvSpPr>
            <p:spPr bwMode="auto">
              <a:xfrm>
                <a:off x="1079" y="3294"/>
                <a:ext cx="773" cy="265"/>
              </a:xfrm>
              <a:prstGeom prst="rect">
                <a:avLst/>
              </a:prstGeom>
              <a:noFill/>
              <a:ln w="9525">
                <a:noFill/>
                <a:miter lim="800000"/>
              </a:ln>
            </p:spPr>
            <p:txBody>
              <a:bodyPr/>
              <a:lstStyle/>
              <a:p>
                <a:pPr marR="0" algn="just" defTabSz="914400" eaLnBrk="1" hangingPunct="1">
                  <a:lnSpc>
                    <a:spcPct val="90000"/>
                  </a:lnSpc>
                  <a:spcBef>
                    <a:spcPts val="590"/>
                  </a:spcBef>
                  <a:spcAft>
                    <a:spcPts val="590"/>
                  </a:spcAft>
                  <a:buClr>
                    <a:schemeClr val="tx2"/>
                  </a:buClr>
                  <a:buSzPct val="80000"/>
                  <a:buFontTx/>
                  <a:buNone/>
                  <a:defRPr/>
                </a:pPr>
                <a:r>
                  <a:rPr kumimoji="0" lang="en-US" altLang="zh-CN" b="1" kern="1200" cap="none" spc="0" normalizeH="0" baseline="0" noProof="0" dirty="0" err="1">
                    <a:solidFill>
                      <a:srgbClr val="FF0000"/>
                    </a:solidFill>
                    <a:latin typeface="Courier New" panose="02070409020205090404" pitchFamily="49" charset="0"/>
                    <a:ea typeface="宋体" pitchFamily="2" charset="-122"/>
                    <a:cs typeface="Courier New" panose="02070409020205090404" pitchFamily="49" charset="0"/>
                  </a:rPr>
                  <a:t>pStr</a:t>
                </a:r>
                <a:endParaRPr kumimoji="0" lang="en-US" altLang="zh-CN" b="1" kern="1200" cap="none" spc="0" normalizeH="0" baseline="0" noProof="0" dirty="0">
                  <a:solidFill>
                    <a:srgbClr val="FF0000"/>
                  </a:solidFill>
                  <a:effectLst>
                    <a:outerShdw blurRad="38100" dist="38100" dir="2700000" algn="tl">
                      <a:srgbClr val="C0C0C0"/>
                    </a:outerShdw>
                  </a:effectLst>
                  <a:latin typeface="Courier New" panose="02070409020205090404" pitchFamily="49" charset="0"/>
                  <a:ea typeface="宋体" pitchFamily="2" charset="-122"/>
                  <a:cs typeface="Courier New" panose="02070409020205090404" pitchFamily="49" charset="0"/>
                </a:endParaRP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p:cTn id="12" dur="500" fill="hold"/>
                                        <p:tgtEl>
                                          <p:spTgt spid="5"/>
                                        </p:tgtEl>
                                        <p:attrNameLst>
                                          <p:attrName>ppt_w</p:attrName>
                                        </p:attrNameLst>
                                      </p:cBhvr>
                                      <p:tavLst>
                                        <p:tav tm="0">
                                          <p:val>
                                            <p:fltVal val="0"/>
                                          </p:val>
                                        </p:tav>
                                        <p:tav tm="100000">
                                          <p:val>
                                            <p:strVal val="#ppt_w"/>
                                          </p:val>
                                        </p:tav>
                                      </p:tavLst>
                                    </p:anim>
                                    <p:anim calcmode="lin" valueType="num">
                                      <p:cBhvr>
                                        <p:cTn id="13" dur="500" fill="hold"/>
                                        <p:tgtEl>
                                          <p:spTgt spid="5"/>
                                        </p:tgtEl>
                                        <p:attrNameLst>
                                          <p:attrName>ppt_h</p:attrName>
                                        </p:attrNameLst>
                                      </p:cBhvr>
                                      <p:tavLst>
                                        <p:tav tm="0">
                                          <p:val>
                                            <p:fltVal val="0"/>
                                          </p:val>
                                        </p:tav>
                                        <p:tav tm="100000">
                                          <p:val>
                                            <p:strVal val="#ppt_h"/>
                                          </p:val>
                                        </p:tav>
                                      </p:tavLst>
                                    </p:anim>
                                    <p:animEffect transition="in" filter="fade">
                                      <p:cBhvr>
                                        <p:cTn id="14" dur="500"/>
                                        <p:tgtEl>
                                          <p:spTgt spid="5"/>
                                        </p:tgtEl>
                                      </p:cBhvr>
                                    </p:animEffect>
                                  </p:childTnLst>
                                </p:cTn>
                              </p:par>
                              <p:par>
                                <p:cTn id="15" presetID="53" presetClass="entr" presetSubtype="16" fill="hold" nodeType="withEffect">
                                  <p:stCondLst>
                                    <p:cond delay="0"/>
                                  </p:stCondLst>
                                  <p:childTnLst>
                                    <p:set>
                                      <p:cBhvr>
                                        <p:cTn id="16" dur="1" fill="hold">
                                          <p:stCondLst>
                                            <p:cond delay="0"/>
                                          </p:stCondLst>
                                        </p:cTn>
                                        <p:tgtEl>
                                          <p:spTgt spid="2"/>
                                        </p:tgtEl>
                                        <p:attrNameLst>
                                          <p:attrName>style.visibility</p:attrName>
                                        </p:attrNameLst>
                                      </p:cBhvr>
                                      <p:to>
                                        <p:strVal val="visible"/>
                                      </p:to>
                                    </p:set>
                                    <p:anim calcmode="lin" valueType="num">
                                      <p:cBhvr>
                                        <p:cTn id="17" dur="500" fill="hold"/>
                                        <p:tgtEl>
                                          <p:spTgt spid="2"/>
                                        </p:tgtEl>
                                        <p:attrNameLst>
                                          <p:attrName>ppt_w</p:attrName>
                                        </p:attrNameLst>
                                      </p:cBhvr>
                                      <p:tavLst>
                                        <p:tav tm="0">
                                          <p:val>
                                            <p:fltVal val="0"/>
                                          </p:val>
                                        </p:tav>
                                        <p:tav tm="100000">
                                          <p:val>
                                            <p:strVal val="#ppt_w"/>
                                          </p:val>
                                        </p:tav>
                                      </p:tavLst>
                                    </p:anim>
                                    <p:anim calcmode="lin" valueType="num">
                                      <p:cBhvr>
                                        <p:cTn id="18" dur="500" fill="hold"/>
                                        <p:tgtEl>
                                          <p:spTgt spid="2"/>
                                        </p:tgtEl>
                                        <p:attrNameLst>
                                          <p:attrName>ppt_h</p:attrName>
                                        </p:attrNameLst>
                                      </p:cBhvr>
                                      <p:tavLst>
                                        <p:tav tm="0">
                                          <p:val>
                                            <p:fltVal val="0"/>
                                          </p:val>
                                        </p:tav>
                                        <p:tav tm="100000">
                                          <p:val>
                                            <p:strVal val="#ppt_h"/>
                                          </p:val>
                                        </p:tav>
                                      </p:tavLst>
                                    </p:anim>
                                    <p:animEffect transition="in" filter="fade">
                                      <p:cBhvr>
                                        <p:cTn id="19" dur="500"/>
                                        <p:tgtEl>
                                          <p:spTgt spid="2"/>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13"/>
                                        </p:tgtEl>
                                        <p:attrNameLst>
                                          <p:attrName>style.visibility</p:attrName>
                                        </p:attrNameLst>
                                      </p:cBhvr>
                                      <p:to>
                                        <p:strVal val="visible"/>
                                      </p:to>
                                    </p:set>
                                    <p:anim calcmode="lin" valueType="num">
                                      <p:cBhvr>
                                        <p:cTn id="22" dur="500" fill="hold"/>
                                        <p:tgtEl>
                                          <p:spTgt spid="13"/>
                                        </p:tgtEl>
                                        <p:attrNameLst>
                                          <p:attrName>ppt_w</p:attrName>
                                        </p:attrNameLst>
                                      </p:cBhvr>
                                      <p:tavLst>
                                        <p:tav tm="0">
                                          <p:val>
                                            <p:fltVal val="0"/>
                                          </p:val>
                                        </p:tav>
                                        <p:tav tm="100000">
                                          <p:val>
                                            <p:strVal val="#ppt_w"/>
                                          </p:val>
                                        </p:tav>
                                      </p:tavLst>
                                    </p:anim>
                                    <p:anim calcmode="lin" valueType="num">
                                      <p:cBhvr>
                                        <p:cTn id="23" dur="500" fill="hold"/>
                                        <p:tgtEl>
                                          <p:spTgt spid="13"/>
                                        </p:tgtEl>
                                        <p:attrNameLst>
                                          <p:attrName>ppt_h</p:attrName>
                                        </p:attrNameLst>
                                      </p:cBhvr>
                                      <p:tavLst>
                                        <p:tav tm="0">
                                          <p:val>
                                            <p:fltVal val="0"/>
                                          </p:val>
                                        </p:tav>
                                        <p:tav tm="100000">
                                          <p:val>
                                            <p:strVal val="#ppt_h"/>
                                          </p:val>
                                        </p:tav>
                                      </p:tavLst>
                                    </p:anim>
                                    <p:animEffect transition="in" filter="fade">
                                      <p:cBhvr>
                                        <p:cTn id="24"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13" grpId="0" animBg="1"/>
    </p:bldLst>
  </p:timing>
</p:sld>
</file>

<file path=ppt/slides/slide6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1138" name="Rectangle 2"/>
          <p:cNvSpPr>
            <a:spLocks noGrp="1"/>
          </p:cNvSpPr>
          <p:nvPr>
            <p:ph type="title"/>
          </p:nvPr>
        </p:nvSpPr>
        <p:spPr>
          <a:xfrm>
            <a:off x="1631950" y="255588"/>
            <a:ext cx="8915400" cy="1143000"/>
          </a:xfrm>
        </p:spPr>
        <p:txBody>
          <a:bodyPr vert="horz" wrap="square" lIns="91440" tIns="45720" rIns="91440" bIns="45720" anchor="ctr" anchorCtr="0"/>
          <a:lstStyle/>
          <a:p>
            <a:r>
              <a:rPr lang="en-US" altLang="zh-CN" kern="1200" dirty="0">
                <a:latin typeface="Arial" panose="020B0604020202090204" pitchFamily="34" charset="0"/>
                <a:ea typeface="黑体" panose="02010609060101010101" pitchFamily="49" charset="-122"/>
                <a:cs typeface="Arial" panose="020B0604020202090204" pitchFamily="34" charset="0"/>
              </a:rPr>
              <a:t>3.3.4 </a:t>
            </a:r>
            <a:r>
              <a:rPr lang="zh-CN" altLang="en-US" kern="1200" dirty="0">
                <a:latin typeface="Arial" panose="020B0604020202090204" pitchFamily="34" charset="0"/>
                <a:ea typeface="黑体" panose="02010609060101010101" pitchFamily="49" charset="-122"/>
                <a:cs typeface="Arial" panose="020B0604020202090204" pitchFamily="34" charset="0"/>
              </a:rPr>
              <a:t>字符串处理函数</a:t>
            </a:r>
            <a:endParaRPr lang="en-US" altLang="zh-CN" kern="1200" dirty="0">
              <a:latin typeface="Arial" panose="020B0604020202090204" pitchFamily="34" charset="0"/>
              <a:ea typeface="黑体" panose="02010609060101010101" pitchFamily="49" charset="-122"/>
              <a:cs typeface="Arial" panose="020B0604020202090204" pitchFamily="34" charset="0"/>
            </a:endParaRPr>
          </a:p>
        </p:txBody>
      </p:sp>
      <p:sp>
        <p:nvSpPr>
          <p:cNvPr id="91139" name="Rectangle 3"/>
          <p:cNvSpPr>
            <a:spLocks noGrp="1"/>
          </p:cNvSpPr>
          <p:nvPr>
            <p:ph idx="1"/>
          </p:nvPr>
        </p:nvSpPr>
        <p:spPr>
          <a:xfrm>
            <a:off x="1611313" y="1557338"/>
            <a:ext cx="9166225" cy="576262"/>
          </a:xfrm>
        </p:spPr>
        <p:txBody>
          <a:bodyPr vert="horz" wrap="square" lIns="91440" tIns="45720" rIns="91440" bIns="45720" anchor="t" anchorCtr="0"/>
          <a:lstStyle/>
          <a:p>
            <a:pPr eaLnBrk="1">
              <a:lnSpc>
                <a:spcPct val="105000"/>
              </a:lnSpc>
              <a:spcAft>
                <a:spcPct val="0"/>
              </a:spcAft>
              <a:buSzPct val="50000"/>
              <a:buFont typeface="Monotype Sorts"/>
              <a:buChar char=""/>
            </a:pPr>
            <a:r>
              <a:rPr lang="en-US" altLang="zh-CN" sz="2400" kern="1200" dirty="0">
                <a:solidFill>
                  <a:srgbClr val="000000"/>
                </a:solidFill>
                <a:latin typeface="Courier New" panose="02070409020205090404" pitchFamily="49" charset="0"/>
                <a:ea typeface="宋体" pitchFamily="2" charset="-122"/>
                <a:cs typeface="+mn-cs"/>
              </a:rPr>
              <a:t>#include &lt;string.h&gt;</a:t>
            </a:r>
            <a:endParaRPr lang="en-US" altLang="zh-CN" sz="2400" kern="1200" dirty="0">
              <a:solidFill>
                <a:srgbClr val="000000"/>
              </a:solidFill>
              <a:latin typeface="Courier New" panose="02070409020205090404" pitchFamily="49" charset="0"/>
              <a:ea typeface="宋体" pitchFamily="2" charset="-122"/>
              <a:cs typeface="+mn-cs"/>
            </a:endParaRPr>
          </a:p>
        </p:txBody>
      </p:sp>
      <p:sp>
        <p:nvSpPr>
          <p:cNvPr id="91140" name="Rectangle 4"/>
          <p:cNvSpPr/>
          <p:nvPr/>
        </p:nvSpPr>
        <p:spPr>
          <a:xfrm>
            <a:off x="1703388" y="2205038"/>
            <a:ext cx="6321425" cy="647700"/>
          </a:xfrm>
          <a:prstGeom prst="rect">
            <a:avLst/>
          </a:prstGeom>
          <a:solidFill>
            <a:schemeClr val="bg2"/>
          </a:solidFill>
          <a:ln w="28575" cap="flat" cmpd="sng">
            <a:solidFill>
              <a:srgbClr val="008000"/>
            </a:solidFill>
            <a:prstDash val="solid"/>
            <a:miter/>
            <a:headEnd type="none" w="med" len="med"/>
            <a:tailEnd type="none" w="med" len="med"/>
          </a:ln>
        </p:spPr>
        <p:txBody>
          <a:bodyPr lIns="92075" tIns="46037" rIns="92075" bIns="46037"/>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850900" lvl="1" indent="-285750" eaLnBrk="1" hangingPunct="1">
              <a:lnSpc>
                <a:spcPct val="125000"/>
              </a:lnSpc>
              <a:spcBef>
                <a:spcPct val="20000"/>
              </a:spcBef>
              <a:spcAft>
                <a:spcPts val="590"/>
              </a:spcAft>
              <a:buClr>
                <a:srgbClr val="FFCC66"/>
              </a:buClr>
              <a:buSzPct val="115000"/>
              <a:buNone/>
            </a:pPr>
            <a:r>
              <a:rPr lang="en-US" altLang="zh-CN" b="1" dirty="0">
                <a:solidFill>
                  <a:srgbClr val="000000"/>
                </a:solidFill>
                <a:latin typeface="Courier New" panose="02070409020205090404" pitchFamily="49" charset="0"/>
                <a:ea typeface="宋体" pitchFamily="2" charset="-122"/>
              </a:rPr>
              <a:t>strcmp(</a:t>
            </a:r>
            <a:r>
              <a:rPr lang="zh-CN" altLang="en-US" dirty="0">
                <a:solidFill>
                  <a:srgbClr val="000000"/>
                </a:solidFill>
                <a:cs typeface="Arial" panose="020B0604020202090204" pitchFamily="34" charset="0"/>
              </a:rPr>
              <a:t>字符串</a:t>
            </a:r>
            <a:r>
              <a:rPr lang="en-US" altLang="zh-CN" dirty="0">
                <a:solidFill>
                  <a:srgbClr val="000000"/>
                </a:solidFill>
                <a:cs typeface="Arial" panose="020B0604020202090204" pitchFamily="34" charset="0"/>
              </a:rPr>
              <a:t>1,  </a:t>
            </a:r>
            <a:r>
              <a:rPr lang="zh-CN" altLang="en-US" dirty="0">
                <a:solidFill>
                  <a:srgbClr val="000000"/>
                </a:solidFill>
                <a:cs typeface="Arial" panose="020B0604020202090204" pitchFamily="34" charset="0"/>
              </a:rPr>
              <a:t>字符串</a:t>
            </a:r>
            <a:r>
              <a:rPr lang="en-US" altLang="zh-CN" dirty="0">
                <a:solidFill>
                  <a:srgbClr val="000000"/>
                </a:solidFill>
                <a:cs typeface="Arial" panose="020B0604020202090204" pitchFamily="34" charset="0"/>
              </a:rPr>
              <a:t>2</a:t>
            </a:r>
            <a:r>
              <a:rPr lang="en-US" altLang="zh-CN" b="1" dirty="0">
                <a:solidFill>
                  <a:srgbClr val="000000"/>
                </a:solidFill>
                <a:latin typeface="Courier New" panose="02070409020205090404" pitchFamily="49" charset="0"/>
                <a:ea typeface="宋体" pitchFamily="2" charset="-122"/>
              </a:rPr>
              <a:t>);</a:t>
            </a:r>
            <a:endParaRPr lang="zh-CN" altLang="en-US" b="1" dirty="0">
              <a:solidFill>
                <a:srgbClr val="000000"/>
              </a:solidFill>
              <a:latin typeface="Courier New" panose="02070409020205090404" pitchFamily="49" charset="0"/>
              <a:ea typeface="宋体" pitchFamily="2" charset="-122"/>
            </a:endParaRPr>
          </a:p>
        </p:txBody>
      </p:sp>
      <p:sp>
        <p:nvSpPr>
          <p:cNvPr id="91141" name="Text Box 5"/>
          <p:cNvSpPr txBox="1"/>
          <p:nvPr/>
        </p:nvSpPr>
        <p:spPr>
          <a:xfrm>
            <a:off x="8256588" y="2205038"/>
            <a:ext cx="2339975" cy="669925"/>
          </a:xfrm>
          <a:prstGeom prst="rect">
            <a:avLst/>
          </a:prstGeom>
          <a:solidFill>
            <a:schemeClr val="bg2"/>
          </a:solidFill>
          <a:ln w="28575" cap="flat" cmpd="sng">
            <a:solidFill>
              <a:srgbClr val="008000"/>
            </a:solidFill>
            <a:prstDash val="solid"/>
            <a:miter/>
            <a:headEnd type="none" w="med" len="med"/>
            <a:tailEnd type="none" w="med" len="med"/>
          </a:ln>
        </p:spPr>
        <p:txBody>
          <a:bodyPr>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algn="ctr" eaLnBrk="1" hangingPunct="1">
              <a:lnSpc>
                <a:spcPct val="90000"/>
              </a:lnSpc>
              <a:spcBef>
                <a:spcPct val="50000"/>
              </a:spcBef>
              <a:spcAft>
                <a:spcPts val="590"/>
              </a:spcAft>
              <a:buSzPct val="80000"/>
              <a:buNone/>
            </a:pPr>
            <a:r>
              <a:rPr lang="en-US" altLang="zh-CN" sz="2000" b="1" dirty="0">
                <a:solidFill>
                  <a:srgbClr val="000066"/>
                </a:solidFill>
                <a:ea typeface="宋体" pitchFamily="2" charset="-122"/>
              </a:rPr>
              <a:t>string comparison</a:t>
            </a:r>
            <a:endParaRPr lang="en-US" altLang="zh-CN" sz="2000" b="1" dirty="0">
              <a:solidFill>
                <a:srgbClr val="000066"/>
              </a:solidFill>
              <a:ea typeface="宋体" pitchFamily="2" charset="-122"/>
            </a:endParaRPr>
          </a:p>
        </p:txBody>
      </p:sp>
      <p:sp>
        <p:nvSpPr>
          <p:cNvPr id="789510" name="Rectangle 6"/>
          <p:cNvSpPr/>
          <p:nvPr/>
        </p:nvSpPr>
        <p:spPr>
          <a:xfrm>
            <a:off x="1703388" y="3429000"/>
            <a:ext cx="6396037" cy="1008063"/>
          </a:xfrm>
          <a:prstGeom prst="rect">
            <a:avLst/>
          </a:prstGeom>
          <a:solidFill>
            <a:srgbClr val="FFFFCC"/>
          </a:solidFill>
          <a:ln w="28575" cap="flat" cmpd="sng">
            <a:solidFill>
              <a:srgbClr val="008000"/>
            </a:solidFill>
            <a:prstDash val="solid"/>
            <a:miter/>
            <a:headEnd type="none" w="med" len="med"/>
            <a:tailEnd type="none" w="med" len="med"/>
          </a:ln>
        </p:spPr>
        <p:txBody>
          <a:bodyPr lIns="92075" tIns="46037" rIns="92075" bIns="46037"/>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374650" lvl="0" indent="-374650" eaLnBrk="1" hangingPunct="1">
              <a:lnSpc>
                <a:spcPct val="90000"/>
              </a:lnSpc>
              <a:spcBef>
                <a:spcPct val="20000"/>
              </a:spcBef>
              <a:spcAft>
                <a:spcPts val="590"/>
              </a:spcAft>
              <a:buClr>
                <a:srgbClr val="FFCC66"/>
              </a:buClr>
              <a:buSzPct val="80000"/>
              <a:buNone/>
            </a:pPr>
            <a:r>
              <a:rPr lang="zh-CN" altLang="en-US" sz="2800" dirty="0">
                <a:latin typeface="Courier New" panose="02070409020205090404" pitchFamily="49" charset="0"/>
                <a:cs typeface="Courier New" panose="02070409020205090404" pitchFamily="49" charset="0"/>
              </a:rPr>
              <a:t>字符串能否用</a:t>
            </a:r>
            <a:r>
              <a:rPr lang="en-US" altLang="zh-CN" sz="2800" b="1" dirty="0">
                <a:latin typeface="Courier New" panose="02070409020205090404" pitchFamily="49" charset="0"/>
                <a:cs typeface="Courier New" panose="02070409020205090404" pitchFamily="49" charset="0"/>
              </a:rPr>
              <a:t>&gt;,&lt;,==</a:t>
            </a:r>
            <a:r>
              <a:rPr lang="zh-CN" altLang="en-US" sz="2800" dirty="0">
                <a:latin typeface="Courier New" panose="02070409020205090404" pitchFamily="49" charset="0"/>
                <a:cs typeface="Courier New" panose="02070409020205090404" pitchFamily="49" charset="0"/>
              </a:rPr>
              <a:t>比较大小？</a:t>
            </a:r>
            <a:endParaRPr lang="zh-CN" altLang="en-US" sz="2800" dirty="0">
              <a:latin typeface="Courier New" panose="02070409020205090404" pitchFamily="49" charset="0"/>
              <a:cs typeface="Courier New" panose="02070409020205090404" pitchFamily="49" charset="0"/>
            </a:endParaRPr>
          </a:p>
          <a:p>
            <a:pPr marL="374650" lvl="0" indent="-374650" algn="ctr" eaLnBrk="1" hangingPunct="1">
              <a:lnSpc>
                <a:spcPct val="90000"/>
              </a:lnSpc>
              <a:spcBef>
                <a:spcPct val="20000"/>
              </a:spcBef>
              <a:spcAft>
                <a:spcPts val="590"/>
              </a:spcAft>
              <a:buClr>
                <a:srgbClr val="FFCC66"/>
              </a:buClr>
              <a:buSzPct val="80000"/>
              <a:buNone/>
            </a:pPr>
            <a:r>
              <a:rPr lang="en-US" altLang="zh-CN" sz="2800" b="1" dirty="0">
                <a:latin typeface="Courier New" panose="02070409020205090404" pitchFamily="49" charset="0"/>
                <a:ea typeface="宋体" pitchFamily="2" charset="-122"/>
              </a:rPr>
              <a:t>if (str2 == str1)</a:t>
            </a:r>
            <a:endParaRPr lang="en-US" altLang="zh-CN" sz="2800" b="1" dirty="0">
              <a:latin typeface="Courier New" panose="02070409020205090404" pitchFamily="49" charset="0"/>
              <a:ea typeface="宋体" pitchFamily="2" charset="-122"/>
            </a:endParaRPr>
          </a:p>
        </p:txBody>
      </p:sp>
      <p:sp>
        <p:nvSpPr>
          <p:cNvPr id="789512" name="Rectangle 8"/>
          <p:cNvSpPr/>
          <p:nvPr/>
        </p:nvSpPr>
        <p:spPr>
          <a:xfrm>
            <a:off x="1703388" y="4868863"/>
            <a:ext cx="6396037" cy="504825"/>
          </a:xfrm>
          <a:prstGeom prst="rect">
            <a:avLst/>
          </a:prstGeom>
          <a:solidFill>
            <a:schemeClr val="bg2"/>
          </a:solidFill>
          <a:ln w="28575" cap="flat" cmpd="sng">
            <a:solidFill>
              <a:srgbClr val="008000"/>
            </a:solidFill>
            <a:prstDash val="solid"/>
            <a:miter/>
            <a:headEnd type="none" w="med" len="med"/>
            <a:tailEnd type="none" w="med" len="med"/>
          </a:ln>
        </p:spPr>
        <p:txBody>
          <a:bodyPr lIns="92075" tIns="46037" rIns="92075" bIns="46037"/>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374650" lvl="0" indent="-374650" algn="ctr" eaLnBrk="1" hangingPunct="1">
              <a:lnSpc>
                <a:spcPct val="90000"/>
              </a:lnSpc>
              <a:spcBef>
                <a:spcPct val="20000"/>
              </a:spcBef>
              <a:spcAft>
                <a:spcPts val="590"/>
              </a:spcAft>
              <a:buClr>
                <a:srgbClr val="FFCC66"/>
              </a:buClr>
              <a:buSzPct val="80000"/>
              <a:buNone/>
            </a:pPr>
            <a:r>
              <a:rPr lang="en-US" altLang="zh-CN" sz="2800" b="1" dirty="0">
                <a:latin typeface="Courier New" panose="02070409020205090404" pitchFamily="49" charset="0"/>
                <a:ea typeface="宋体" pitchFamily="2" charset="-122"/>
              </a:rPr>
              <a:t>if (strcmp(str2, str1) == 0)</a:t>
            </a:r>
            <a:endParaRPr lang="en-US" altLang="zh-CN" sz="2800" b="1" dirty="0">
              <a:latin typeface="Courier New" panose="02070409020205090404" pitchFamily="49" charset="0"/>
              <a:ea typeface="宋体" pitchFamily="2" charset="-122"/>
            </a:endParaRPr>
          </a:p>
        </p:txBody>
      </p:sp>
      <p:sp>
        <p:nvSpPr>
          <p:cNvPr id="9" name="AutoShape 8"/>
          <p:cNvSpPr/>
          <p:nvPr/>
        </p:nvSpPr>
        <p:spPr>
          <a:xfrm>
            <a:off x="7161213" y="3573463"/>
            <a:ext cx="946150" cy="792162"/>
          </a:xfrm>
          <a:custGeom>
            <a:avLst/>
            <a:gdLst>
              <a:gd name="txL" fmla="*/ 3163 w 21600"/>
              <a:gd name="txT" fmla="*/ 3163 h 21600"/>
              <a:gd name="txR" fmla="*/ 18437 w 21600"/>
              <a:gd name="txB" fmla="*/ 18437 h 21600"/>
            </a:gdLst>
            <a:ahLst/>
            <a:cxnLst>
              <a:cxn ang="0">
                <a:pos x="2147483646" y="0"/>
              </a:cxn>
              <a:cxn ang="0">
                <a:pos x="2147483646" y="2147483646"/>
              </a:cxn>
              <a:cxn ang="0">
                <a:pos x="0" y="2147483646"/>
              </a:cxn>
              <a:cxn ang="0">
                <a:pos x="2147483646" y="2147483646"/>
              </a:cxn>
              <a:cxn ang="0">
                <a:pos x="2147483646" y="2147483646"/>
              </a:cxn>
              <a:cxn ang="0">
                <a:pos x="2147483646" y="2147483646"/>
              </a:cxn>
              <a:cxn ang="0">
                <a:pos x="2147483646" y="2147483646"/>
              </a:cxn>
              <a:cxn ang="0">
                <a:pos x="2147483646" y="2147483646"/>
              </a:cxn>
            </a:cxnLst>
            <a:rect l="txL" t="txT" r="txR" b="txB"/>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7401" y="15493"/>
                </a:moveTo>
                <a:cubicBezTo>
                  <a:pt x="18376" y="14122"/>
                  <a:pt x="18900" y="12482"/>
                  <a:pt x="18900" y="10800"/>
                </a:cubicBezTo>
                <a:cubicBezTo>
                  <a:pt x="18900" y="6326"/>
                  <a:pt x="15273" y="2700"/>
                  <a:pt x="10800" y="2700"/>
                </a:cubicBezTo>
                <a:cubicBezTo>
                  <a:pt x="9117" y="2699"/>
                  <a:pt x="7477" y="3223"/>
                  <a:pt x="6106" y="4198"/>
                </a:cubicBezTo>
                <a:lnTo>
                  <a:pt x="17401" y="15493"/>
                </a:lnTo>
                <a:close/>
                <a:moveTo>
                  <a:pt x="4198" y="6106"/>
                </a:moveTo>
                <a:cubicBezTo>
                  <a:pt x="3223" y="7477"/>
                  <a:pt x="2700" y="9117"/>
                  <a:pt x="2700" y="10799"/>
                </a:cubicBezTo>
                <a:cubicBezTo>
                  <a:pt x="2700" y="15273"/>
                  <a:pt x="6326" y="18900"/>
                  <a:pt x="10800" y="18900"/>
                </a:cubicBezTo>
                <a:cubicBezTo>
                  <a:pt x="12482" y="18900"/>
                  <a:pt x="14122" y="18376"/>
                  <a:pt x="15493" y="17401"/>
                </a:cubicBezTo>
                <a:lnTo>
                  <a:pt x="4198" y="6106"/>
                </a:lnTo>
                <a:close/>
              </a:path>
            </a:pathLst>
          </a:custGeom>
          <a:solidFill>
            <a:srgbClr val="FF0000">
              <a:alpha val="100000"/>
            </a:srgbClr>
          </a:solidFill>
          <a:ln w="12700" cap="flat" cmpd="sng">
            <a:solidFill>
              <a:schemeClr val="tx1">
                <a:alpha val="100000"/>
              </a:schemeClr>
            </a:solidFill>
            <a:prstDash val="solid"/>
            <a:miter lim="800000"/>
            <a:headEnd type="none" w="sm" len="sm"/>
            <a:tailEnd type="none" w="sm" len="sm"/>
          </a:ln>
        </p:spPr>
        <p:txBody>
          <a:bodyPr/>
          <a:lstStyle/>
          <a:p>
            <a:endParaRPr lang="zh-CN" altLang="en-US"/>
          </a:p>
        </p:txBody>
      </p:sp>
      <p:pic>
        <p:nvPicPr>
          <p:cNvPr id="91145" name="图片 9" descr="Image3.jpg"/>
          <p:cNvPicPr>
            <a:picLocks noChangeAspect="1"/>
          </p:cNvPicPr>
          <p:nvPr/>
        </p:nvPicPr>
        <p:blipFill>
          <a:blip r:embed="rId1">
            <a:clrChange>
              <a:clrFrom>
                <a:srgbClr val="FFFFFB"/>
              </a:clrFrom>
              <a:clrTo>
                <a:srgbClr val="FFFFFB">
                  <a:alpha val="0"/>
                </a:srgbClr>
              </a:clrTo>
            </a:clrChange>
          </a:blip>
          <a:stretch>
            <a:fillRect/>
          </a:stretch>
        </p:blipFill>
        <p:spPr>
          <a:xfrm>
            <a:off x="10056813" y="4868863"/>
            <a:ext cx="762000" cy="148907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789510"/>
                                        </p:tgtEl>
                                        <p:attrNameLst>
                                          <p:attrName>style.visibility</p:attrName>
                                        </p:attrNameLst>
                                      </p:cBhvr>
                                      <p:to>
                                        <p:strVal val="visible"/>
                                      </p:to>
                                    </p:set>
                                    <p:anim calcmode="lin" valueType="num">
                                      <p:cBhvr>
                                        <p:cTn id="7" dur="500" fill="hold"/>
                                        <p:tgtEl>
                                          <p:spTgt spid="789510"/>
                                        </p:tgtEl>
                                        <p:attrNameLst>
                                          <p:attrName>ppt_w</p:attrName>
                                        </p:attrNameLst>
                                      </p:cBhvr>
                                      <p:tavLst>
                                        <p:tav tm="0">
                                          <p:val>
                                            <p:fltVal val="0"/>
                                          </p:val>
                                        </p:tav>
                                        <p:tav tm="100000">
                                          <p:val>
                                            <p:strVal val="#ppt_w"/>
                                          </p:val>
                                        </p:tav>
                                      </p:tavLst>
                                    </p:anim>
                                    <p:anim calcmode="lin" valueType="num">
                                      <p:cBhvr>
                                        <p:cTn id="8" dur="500" fill="hold"/>
                                        <p:tgtEl>
                                          <p:spTgt spid="789510"/>
                                        </p:tgtEl>
                                        <p:attrNameLst>
                                          <p:attrName>ppt_h</p:attrName>
                                        </p:attrNameLst>
                                      </p:cBhvr>
                                      <p:tavLst>
                                        <p:tav tm="0">
                                          <p:val>
                                            <p:fltVal val="0"/>
                                          </p:val>
                                        </p:tav>
                                        <p:tav tm="100000">
                                          <p:val>
                                            <p:strVal val="#ppt_h"/>
                                          </p:val>
                                        </p:tav>
                                      </p:tavLst>
                                    </p:anim>
                                    <p:animEffect transition="in" filter="fade">
                                      <p:cBhvr>
                                        <p:cTn id="9" dur="500"/>
                                        <p:tgtEl>
                                          <p:spTgt spid="789510"/>
                                        </p:tgtEl>
                                      </p:cBhvr>
                                    </p:animEffect>
                                  </p:childTnLst>
                                </p:cTn>
                              </p:par>
                            </p:childTnLst>
                          </p:cTn>
                        </p:par>
                      </p:childTnLst>
                    </p:cTn>
                  </p:par>
                  <p:par>
                    <p:cTn id="10" fill="hold">
                      <p:stCondLst>
                        <p:cond delay="indefinite"/>
                      </p:stCondLst>
                      <p:childTnLst>
                        <p:par>
                          <p:cTn id="11" fill="hold">
                            <p:stCondLst>
                              <p:cond delay="0"/>
                            </p:stCondLst>
                            <p:childTnLst>
                              <p:par>
                                <p:cTn id="12" presetID="23" presetClass="entr" presetSubtype="32" fill="hold" nodeType="clickEffect">
                                  <p:stCondLst>
                                    <p:cond delay="0"/>
                                  </p:stCondLst>
                                  <p:childTnLst>
                                    <p:set>
                                      <p:cBhvr>
                                        <p:cTn id="13" dur="1" fill="hold">
                                          <p:stCondLst>
                                            <p:cond delay="0"/>
                                          </p:stCondLst>
                                        </p:cTn>
                                        <p:tgtEl>
                                          <p:spTgt spid="9"/>
                                        </p:tgtEl>
                                        <p:attrNameLst>
                                          <p:attrName>style.visibility</p:attrName>
                                        </p:attrNameLst>
                                      </p:cBhvr>
                                      <p:to>
                                        <p:strVal val="visible"/>
                                      </p:to>
                                    </p:set>
                                    <p:anim calcmode="lin" valueType="num">
                                      <p:cBhvr>
                                        <p:cTn id="14" dur="500" fill="hold"/>
                                        <p:tgtEl>
                                          <p:spTgt spid="9"/>
                                        </p:tgtEl>
                                        <p:attrNameLst>
                                          <p:attrName>ppt_w</p:attrName>
                                        </p:attrNameLst>
                                      </p:cBhvr>
                                      <p:tavLst>
                                        <p:tav tm="0">
                                          <p:val>
                                            <p:strVal val="4*#ppt_w"/>
                                          </p:val>
                                        </p:tav>
                                        <p:tav tm="100000">
                                          <p:val>
                                            <p:strVal val="#ppt_w"/>
                                          </p:val>
                                        </p:tav>
                                      </p:tavLst>
                                    </p:anim>
                                    <p:anim calcmode="lin" valueType="num">
                                      <p:cBhvr>
                                        <p:cTn id="15" dur="500" fill="hold"/>
                                        <p:tgtEl>
                                          <p:spTgt spid="9"/>
                                        </p:tgtEl>
                                        <p:attrNameLst>
                                          <p:attrName>ppt_h</p:attrName>
                                        </p:attrNameLst>
                                      </p:cBhvr>
                                      <p:tavLst>
                                        <p:tav tm="0">
                                          <p:val>
                                            <p:strVal val="4*#ppt_h"/>
                                          </p:val>
                                        </p:tav>
                                        <p:tav tm="100000">
                                          <p:val>
                                            <p:strVal val="#ppt_h"/>
                                          </p:val>
                                        </p:tav>
                                      </p:tavLst>
                                    </p:anim>
                                  </p:childTnLst>
                                </p:cTn>
                              </p:par>
                            </p:childTnLst>
                          </p:cTn>
                        </p:par>
                      </p:childTnLst>
                    </p:cTn>
                  </p:par>
                  <p:par>
                    <p:cTn id="16" fill="hold">
                      <p:stCondLst>
                        <p:cond delay="indefinite"/>
                      </p:stCondLst>
                      <p:childTnLst>
                        <p:par>
                          <p:cTn id="17" fill="hold">
                            <p:stCondLst>
                              <p:cond delay="0"/>
                            </p:stCondLst>
                            <p:childTnLst>
                              <p:par>
                                <p:cTn id="18" presetID="53" presetClass="entr" presetSubtype="16" fill="hold" grpId="0" nodeType="clickEffect">
                                  <p:stCondLst>
                                    <p:cond delay="0"/>
                                  </p:stCondLst>
                                  <p:childTnLst>
                                    <p:set>
                                      <p:cBhvr>
                                        <p:cTn id="19" dur="1" fill="hold">
                                          <p:stCondLst>
                                            <p:cond delay="0"/>
                                          </p:stCondLst>
                                        </p:cTn>
                                        <p:tgtEl>
                                          <p:spTgt spid="789512"/>
                                        </p:tgtEl>
                                        <p:attrNameLst>
                                          <p:attrName>style.visibility</p:attrName>
                                        </p:attrNameLst>
                                      </p:cBhvr>
                                      <p:to>
                                        <p:strVal val="visible"/>
                                      </p:to>
                                    </p:set>
                                    <p:anim calcmode="lin" valueType="num">
                                      <p:cBhvr>
                                        <p:cTn id="20" dur="500" fill="hold"/>
                                        <p:tgtEl>
                                          <p:spTgt spid="789512"/>
                                        </p:tgtEl>
                                        <p:attrNameLst>
                                          <p:attrName>ppt_w</p:attrName>
                                        </p:attrNameLst>
                                      </p:cBhvr>
                                      <p:tavLst>
                                        <p:tav tm="0">
                                          <p:val>
                                            <p:fltVal val="0"/>
                                          </p:val>
                                        </p:tav>
                                        <p:tav tm="100000">
                                          <p:val>
                                            <p:strVal val="#ppt_w"/>
                                          </p:val>
                                        </p:tav>
                                      </p:tavLst>
                                    </p:anim>
                                    <p:anim calcmode="lin" valueType="num">
                                      <p:cBhvr>
                                        <p:cTn id="21" dur="500" fill="hold"/>
                                        <p:tgtEl>
                                          <p:spTgt spid="789512"/>
                                        </p:tgtEl>
                                        <p:attrNameLst>
                                          <p:attrName>ppt_h</p:attrName>
                                        </p:attrNameLst>
                                      </p:cBhvr>
                                      <p:tavLst>
                                        <p:tav tm="0">
                                          <p:val>
                                            <p:fltVal val="0"/>
                                          </p:val>
                                        </p:tav>
                                        <p:tav tm="100000">
                                          <p:val>
                                            <p:strVal val="#ppt_h"/>
                                          </p:val>
                                        </p:tav>
                                      </p:tavLst>
                                    </p:anim>
                                    <p:animEffect transition="in" filter="fade">
                                      <p:cBhvr>
                                        <p:cTn id="22" dur="500"/>
                                        <p:tgtEl>
                                          <p:spTgt spid="7895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9510" grpId="0" animBg="1"/>
      <p:bldP spid="789512" grpId="0" animBg="1"/>
    </p:bldLst>
  </p:timing>
</p:sld>
</file>

<file path=ppt/slides/slide6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2162" name="Rectangle 2"/>
          <p:cNvSpPr>
            <a:spLocks noGrp="1"/>
          </p:cNvSpPr>
          <p:nvPr>
            <p:ph type="title"/>
          </p:nvPr>
        </p:nvSpPr>
        <p:spPr>
          <a:xfrm>
            <a:off x="1631950" y="255588"/>
            <a:ext cx="8915400" cy="1143000"/>
          </a:xfrm>
        </p:spPr>
        <p:txBody>
          <a:bodyPr vert="horz" wrap="square" lIns="91440" tIns="45720" rIns="91440" bIns="45720" anchor="ctr" anchorCtr="0"/>
          <a:lstStyle/>
          <a:p>
            <a:r>
              <a:rPr lang="en-US" altLang="zh-CN" kern="1200" dirty="0">
                <a:latin typeface="Arial" panose="020B0604020202090204" pitchFamily="34" charset="0"/>
                <a:ea typeface="黑体" panose="02010609060101010101" pitchFamily="49" charset="-122"/>
                <a:cs typeface="Arial" panose="020B0604020202090204" pitchFamily="34" charset="0"/>
              </a:rPr>
              <a:t>3.3.4 </a:t>
            </a:r>
            <a:r>
              <a:rPr lang="zh-CN" altLang="en-US" kern="1200" dirty="0">
                <a:latin typeface="Arial" panose="020B0604020202090204" pitchFamily="34" charset="0"/>
                <a:ea typeface="黑体" panose="02010609060101010101" pitchFamily="49" charset="-122"/>
                <a:cs typeface="Arial" panose="020B0604020202090204" pitchFamily="34" charset="0"/>
              </a:rPr>
              <a:t>字符串处理函数</a:t>
            </a:r>
            <a:endParaRPr lang="en-US" altLang="zh-CN" kern="1200" dirty="0">
              <a:latin typeface="Arial" panose="020B0604020202090204" pitchFamily="34" charset="0"/>
              <a:ea typeface="黑体" panose="02010609060101010101" pitchFamily="49" charset="-122"/>
              <a:cs typeface="Arial" panose="020B0604020202090204" pitchFamily="34" charset="0"/>
            </a:endParaRPr>
          </a:p>
        </p:txBody>
      </p:sp>
      <p:sp>
        <p:nvSpPr>
          <p:cNvPr id="92163" name="Rectangle 3"/>
          <p:cNvSpPr>
            <a:spLocks noGrp="1"/>
          </p:cNvSpPr>
          <p:nvPr>
            <p:ph idx="1"/>
          </p:nvPr>
        </p:nvSpPr>
        <p:spPr>
          <a:xfrm>
            <a:off x="1611313" y="1557338"/>
            <a:ext cx="9166225" cy="576262"/>
          </a:xfrm>
        </p:spPr>
        <p:txBody>
          <a:bodyPr vert="horz" wrap="square" lIns="91440" tIns="45720" rIns="91440" bIns="45720" anchor="t" anchorCtr="0"/>
          <a:lstStyle/>
          <a:p>
            <a:pPr eaLnBrk="1">
              <a:lnSpc>
                <a:spcPct val="105000"/>
              </a:lnSpc>
              <a:spcAft>
                <a:spcPct val="0"/>
              </a:spcAft>
              <a:buSzPct val="50000"/>
              <a:buFont typeface="Monotype Sorts"/>
              <a:buChar char=""/>
            </a:pPr>
            <a:r>
              <a:rPr lang="en-US" altLang="zh-CN" sz="2400" kern="1200" dirty="0">
                <a:solidFill>
                  <a:srgbClr val="000000"/>
                </a:solidFill>
                <a:latin typeface="Courier New" panose="02070409020205090404" pitchFamily="49" charset="0"/>
                <a:ea typeface="宋体" pitchFamily="2" charset="-122"/>
                <a:cs typeface="+mn-cs"/>
              </a:rPr>
              <a:t>#include &lt;string.h&gt;</a:t>
            </a:r>
            <a:endParaRPr lang="en-US" altLang="zh-CN" sz="2400" kern="1200" dirty="0">
              <a:solidFill>
                <a:srgbClr val="000000"/>
              </a:solidFill>
              <a:latin typeface="Courier New" panose="02070409020205090404" pitchFamily="49" charset="0"/>
              <a:ea typeface="宋体" pitchFamily="2" charset="-122"/>
              <a:cs typeface="+mn-cs"/>
            </a:endParaRPr>
          </a:p>
        </p:txBody>
      </p:sp>
      <p:sp>
        <p:nvSpPr>
          <p:cNvPr id="92164" name="Rectangle 4"/>
          <p:cNvSpPr/>
          <p:nvPr/>
        </p:nvSpPr>
        <p:spPr>
          <a:xfrm>
            <a:off x="1703388" y="2205038"/>
            <a:ext cx="6321425" cy="647700"/>
          </a:xfrm>
          <a:prstGeom prst="rect">
            <a:avLst/>
          </a:prstGeom>
          <a:solidFill>
            <a:schemeClr val="bg2"/>
          </a:solidFill>
          <a:ln w="28575" cap="flat" cmpd="sng">
            <a:solidFill>
              <a:srgbClr val="008000"/>
            </a:solidFill>
            <a:prstDash val="solid"/>
            <a:miter/>
            <a:headEnd type="none" w="med" len="med"/>
            <a:tailEnd type="none" w="med" len="med"/>
          </a:ln>
        </p:spPr>
        <p:txBody>
          <a:bodyPr lIns="92075" tIns="46037" rIns="92075" bIns="46037"/>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850900" lvl="1" indent="-285750" eaLnBrk="1" hangingPunct="1">
              <a:lnSpc>
                <a:spcPct val="125000"/>
              </a:lnSpc>
              <a:spcBef>
                <a:spcPct val="20000"/>
              </a:spcBef>
              <a:spcAft>
                <a:spcPts val="590"/>
              </a:spcAft>
              <a:buClr>
                <a:srgbClr val="FFCC66"/>
              </a:buClr>
              <a:buSzPct val="115000"/>
              <a:buNone/>
            </a:pPr>
            <a:r>
              <a:rPr lang="en-US" altLang="zh-CN" b="1" dirty="0">
                <a:solidFill>
                  <a:srgbClr val="000000"/>
                </a:solidFill>
                <a:latin typeface="Courier New" panose="02070409020205090404" pitchFamily="49" charset="0"/>
                <a:ea typeface="宋体" pitchFamily="2" charset="-122"/>
              </a:rPr>
              <a:t>strcmp(</a:t>
            </a:r>
            <a:r>
              <a:rPr lang="zh-CN" altLang="en-US" b="1" dirty="0">
                <a:solidFill>
                  <a:srgbClr val="000000"/>
                </a:solidFill>
                <a:latin typeface="Courier New" panose="02070409020205090404" pitchFamily="49" charset="0"/>
                <a:ea typeface="宋体" pitchFamily="2" charset="-122"/>
              </a:rPr>
              <a:t>字符串</a:t>
            </a:r>
            <a:r>
              <a:rPr lang="en-US" altLang="zh-CN" b="1" dirty="0">
                <a:solidFill>
                  <a:srgbClr val="000000"/>
                </a:solidFill>
                <a:latin typeface="Courier New" panose="02070409020205090404" pitchFamily="49" charset="0"/>
                <a:ea typeface="宋体" pitchFamily="2" charset="-122"/>
              </a:rPr>
              <a:t>1,</a:t>
            </a:r>
            <a:r>
              <a:rPr lang="zh-CN" altLang="en-US" b="1" dirty="0">
                <a:solidFill>
                  <a:srgbClr val="000000"/>
                </a:solidFill>
                <a:latin typeface="Courier New" panose="02070409020205090404" pitchFamily="49" charset="0"/>
                <a:ea typeface="宋体" pitchFamily="2" charset="-122"/>
              </a:rPr>
              <a:t>字符串</a:t>
            </a:r>
            <a:r>
              <a:rPr lang="en-US" altLang="zh-CN" b="1" dirty="0">
                <a:solidFill>
                  <a:srgbClr val="000000"/>
                </a:solidFill>
                <a:latin typeface="Courier New" panose="02070409020205090404" pitchFamily="49" charset="0"/>
                <a:ea typeface="宋体" pitchFamily="2" charset="-122"/>
              </a:rPr>
              <a:t>2);</a:t>
            </a:r>
            <a:endParaRPr lang="zh-CN" altLang="en-US" b="1" dirty="0">
              <a:solidFill>
                <a:srgbClr val="000000"/>
              </a:solidFill>
              <a:latin typeface="Courier New" panose="02070409020205090404" pitchFamily="49" charset="0"/>
              <a:ea typeface="宋体" pitchFamily="2" charset="-122"/>
            </a:endParaRPr>
          </a:p>
        </p:txBody>
      </p:sp>
      <p:sp>
        <p:nvSpPr>
          <p:cNvPr id="92165" name="Text Box 5"/>
          <p:cNvSpPr txBox="1"/>
          <p:nvPr/>
        </p:nvSpPr>
        <p:spPr>
          <a:xfrm>
            <a:off x="8280400" y="2205038"/>
            <a:ext cx="2339975" cy="646112"/>
          </a:xfrm>
          <a:prstGeom prst="rect">
            <a:avLst/>
          </a:prstGeom>
          <a:solidFill>
            <a:schemeClr val="bg2"/>
          </a:solidFill>
          <a:ln w="28575" cap="flat" cmpd="sng">
            <a:solidFill>
              <a:srgbClr val="009900"/>
            </a:solidFill>
            <a:prstDash val="solid"/>
            <a:miter/>
            <a:headEnd type="none" w="med" len="med"/>
            <a:tailEnd type="none" w="med" len="med"/>
          </a:ln>
        </p:spPr>
        <p:txBody>
          <a:bodyPr>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algn="ctr" eaLnBrk="1" hangingPunct="1">
              <a:lnSpc>
                <a:spcPct val="90000"/>
              </a:lnSpc>
              <a:spcBef>
                <a:spcPct val="50000"/>
              </a:spcBef>
              <a:spcAft>
                <a:spcPts val="590"/>
              </a:spcAft>
              <a:buSzPct val="80000"/>
              <a:buNone/>
            </a:pPr>
            <a:r>
              <a:rPr lang="en-US" altLang="zh-CN" sz="2000" b="1" dirty="0">
                <a:solidFill>
                  <a:srgbClr val="000066"/>
                </a:solidFill>
                <a:ea typeface="宋体" pitchFamily="2" charset="-122"/>
              </a:rPr>
              <a:t>string comparison</a:t>
            </a:r>
            <a:endParaRPr lang="en-US" altLang="zh-CN" sz="2000" b="1" dirty="0">
              <a:solidFill>
                <a:srgbClr val="000066"/>
              </a:solidFill>
              <a:ea typeface="宋体" pitchFamily="2" charset="-122"/>
            </a:endParaRPr>
          </a:p>
        </p:txBody>
      </p:sp>
      <p:sp>
        <p:nvSpPr>
          <p:cNvPr id="790534" name="Rectangle 6"/>
          <p:cNvSpPr/>
          <p:nvPr/>
        </p:nvSpPr>
        <p:spPr>
          <a:xfrm>
            <a:off x="1703388" y="3068638"/>
            <a:ext cx="6303962" cy="576262"/>
          </a:xfrm>
          <a:prstGeom prst="rect">
            <a:avLst/>
          </a:prstGeom>
          <a:solidFill>
            <a:schemeClr val="bg2"/>
          </a:solidFill>
          <a:ln w="28575" cap="flat" cmpd="sng">
            <a:solidFill>
              <a:srgbClr val="008000"/>
            </a:solidFill>
            <a:prstDash val="solid"/>
            <a:miter/>
            <a:headEnd type="none" w="med" len="med"/>
            <a:tailEnd type="none" w="med" len="med"/>
          </a:ln>
        </p:spPr>
        <p:txBody>
          <a:bodyPr lIns="92075" tIns="46037" rIns="92075" bIns="46037"/>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374650" lvl="0" indent="-374650" algn="ctr" eaLnBrk="1" hangingPunct="1">
              <a:lnSpc>
                <a:spcPct val="90000"/>
              </a:lnSpc>
              <a:spcBef>
                <a:spcPct val="20000"/>
              </a:spcBef>
              <a:spcAft>
                <a:spcPts val="590"/>
              </a:spcAft>
              <a:buClr>
                <a:srgbClr val="FFCC66"/>
              </a:buClr>
              <a:buSzPct val="80000"/>
              <a:buNone/>
            </a:pPr>
            <a:r>
              <a:rPr lang="zh-CN" altLang="en-US" sz="2800" dirty="0">
                <a:latin typeface="黑体" panose="02010609060101010101" pitchFamily="49" charset="-122"/>
              </a:rPr>
              <a:t>字符串是如何比较大小的？</a:t>
            </a:r>
            <a:endParaRPr lang="en-US" altLang="zh-CN" sz="2800" dirty="0">
              <a:latin typeface="黑体" panose="02010609060101010101" pitchFamily="49" charset="-122"/>
            </a:endParaRPr>
          </a:p>
        </p:txBody>
      </p:sp>
      <p:grpSp>
        <p:nvGrpSpPr>
          <p:cNvPr id="2" name="Group 7"/>
          <p:cNvGrpSpPr/>
          <p:nvPr/>
        </p:nvGrpSpPr>
        <p:grpSpPr>
          <a:xfrm>
            <a:off x="2927350" y="5013325"/>
            <a:ext cx="6435725" cy="1349375"/>
            <a:chOff x="1186" y="3712"/>
            <a:chExt cx="2609" cy="727"/>
          </a:xfrm>
        </p:grpSpPr>
        <p:sp>
          <p:nvSpPr>
            <p:cNvPr id="92172" name="Line 8"/>
            <p:cNvSpPr/>
            <p:nvPr/>
          </p:nvSpPr>
          <p:spPr>
            <a:xfrm flipH="1" flipV="1">
              <a:off x="1186" y="3712"/>
              <a:ext cx="386" cy="339"/>
            </a:xfrm>
            <a:prstGeom prst="line">
              <a:avLst/>
            </a:prstGeom>
            <a:ln w="38100" cap="flat" cmpd="sng">
              <a:solidFill>
                <a:srgbClr val="008000"/>
              </a:solidFill>
              <a:prstDash val="solid"/>
              <a:miter/>
              <a:headEnd type="none" w="med" len="med"/>
              <a:tailEnd type="triangle" w="med" len="med"/>
            </a:ln>
          </p:spPr>
        </p:sp>
        <p:sp>
          <p:nvSpPr>
            <p:cNvPr id="92173" name="Text Box 9"/>
            <p:cNvSpPr txBox="1"/>
            <p:nvPr/>
          </p:nvSpPr>
          <p:spPr>
            <a:xfrm>
              <a:off x="1572" y="3838"/>
              <a:ext cx="2223" cy="601"/>
            </a:xfrm>
            <a:prstGeom prst="rect">
              <a:avLst/>
            </a:prstGeom>
            <a:solidFill>
              <a:srgbClr val="FFFFCC"/>
            </a:solidFill>
            <a:ln w="38100" cap="flat" cmpd="sng">
              <a:solidFill>
                <a:srgbClr val="008000"/>
              </a:solidFill>
              <a:prstDash val="solid"/>
              <a:miter/>
              <a:headEnd type="none" w="med" len="med"/>
              <a:tailEnd type="none" w="med" len="med"/>
            </a:ln>
          </p:spPr>
          <p:txBody>
            <a:bodyPr>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ts val="590"/>
                </a:spcBef>
                <a:spcAft>
                  <a:spcPts val="590"/>
                </a:spcAft>
                <a:buSzPct val="80000"/>
                <a:buNone/>
              </a:pPr>
              <a:r>
                <a:rPr lang="zh-CN" altLang="en-US" sz="2400" dirty="0">
                  <a:solidFill>
                    <a:srgbClr val="000066"/>
                  </a:solidFill>
                  <a:latin typeface="Times New Roman" panose="02020503050405090304" pitchFamily="18" charset="0"/>
                  <a:cs typeface="Times New Roman" panose="02020503050405090304" pitchFamily="18" charset="0"/>
                </a:rPr>
                <a:t>当出现第一对不相等的字符时，就由这两个字符决定所在字符串的大小，返回其</a:t>
              </a:r>
              <a:r>
                <a:rPr lang="en-US" altLang="zh-CN" sz="2400" dirty="0">
                  <a:solidFill>
                    <a:srgbClr val="000066"/>
                  </a:solidFill>
                  <a:latin typeface="Times New Roman" panose="02020503050405090304" pitchFamily="18" charset="0"/>
                  <a:cs typeface="Times New Roman" panose="02020503050405090304" pitchFamily="18" charset="0"/>
                </a:rPr>
                <a:t>ASCII</a:t>
              </a:r>
              <a:r>
                <a:rPr lang="zh-CN" altLang="en-US" sz="2400" dirty="0">
                  <a:solidFill>
                    <a:srgbClr val="000066"/>
                  </a:solidFill>
                  <a:latin typeface="Times New Roman" panose="02020503050405090304" pitchFamily="18" charset="0"/>
                  <a:cs typeface="Times New Roman" panose="02020503050405090304" pitchFamily="18" charset="0"/>
                </a:rPr>
                <a:t>码比较的结果值</a:t>
              </a:r>
              <a:endParaRPr lang="zh-CN" altLang="en-US" sz="2400" dirty="0">
                <a:solidFill>
                  <a:srgbClr val="000066"/>
                </a:solidFill>
                <a:latin typeface="Times New Roman" panose="02020503050405090304" pitchFamily="18" charset="0"/>
                <a:ea typeface="Times New Roman" panose="02020503050405090304" pitchFamily="18" charset="0"/>
              </a:endParaRPr>
            </a:p>
          </p:txBody>
        </p:sp>
      </p:grpSp>
      <p:sp>
        <p:nvSpPr>
          <p:cNvPr id="790538" name="Rectangle 10"/>
          <p:cNvSpPr/>
          <p:nvPr/>
        </p:nvSpPr>
        <p:spPr>
          <a:xfrm>
            <a:off x="1703388" y="3860800"/>
            <a:ext cx="2730500" cy="1152525"/>
          </a:xfrm>
          <a:prstGeom prst="rect">
            <a:avLst/>
          </a:prstGeom>
          <a:solidFill>
            <a:schemeClr val="bg2"/>
          </a:solidFill>
          <a:ln w="28575" cap="flat" cmpd="sng">
            <a:solidFill>
              <a:srgbClr val="008000"/>
            </a:solidFill>
            <a:prstDash val="solid"/>
            <a:miter/>
            <a:headEnd type="none" w="med" len="med"/>
            <a:tailEnd type="none" w="med" len="med"/>
          </a:ln>
        </p:spPr>
        <p:txBody>
          <a:bodyPr lIns="92075" tIns="46037" rIns="92075" bIns="46037"/>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374650" lvl="0" indent="-374650" eaLnBrk="1" hangingPunct="1">
              <a:lnSpc>
                <a:spcPct val="90000"/>
              </a:lnSpc>
              <a:spcBef>
                <a:spcPct val="20000"/>
              </a:spcBef>
              <a:spcAft>
                <a:spcPts val="590"/>
              </a:spcAft>
              <a:buClr>
                <a:srgbClr val="FFCC66"/>
              </a:buClr>
              <a:buSzPct val="80000"/>
              <a:buNone/>
            </a:pPr>
            <a:r>
              <a:rPr lang="en-US" altLang="zh-CN" b="1" dirty="0">
                <a:latin typeface="Courier New" panose="02070409020205090404" pitchFamily="49" charset="0"/>
                <a:ea typeface="宋体" pitchFamily="2" charset="-122"/>
              </a:rPr>
              <a:t>compare</a:t>
            </a:r>
            <a:endParaRPr lang="en-US" altLang="zh-CN" b="1" dirty="0">
              <a:latin typeface="Courier New" panose="02070409020205090404" pitchFamily="49" charset="0"/>
              <a:ea typeface="宋体" pitchFamily="2" charset="-122"/>
            </a:endParaRPr>
          </a:p>
          <a:p>
            <a:pPr marL="374650" lvl="0" indent="-374650" eaLnBrk="1" hangingPunct="1">
              <a:lnSpc>
                <a:spcPct val="90000"/>
              </a:lnSpc>
              <a:spcBef>
                <a:spcPct val="20000"/>
              </a:spcBef>
              <a:spcAft>
                <a:spcPts val="590"/>
              </a:spcAft>
              <a:buClr>
                <a:srgbClr val="FFCC66"/>
              </a:buClr>
              <a:buSzPct val="80000"/>
              <a:buNone/>
            </a:pPr>
            <a:r>
              <a:rPr lang="en-US" altLang="zh-CN" b="1" dirty="0">
                <a:latin typeface="Courier New" panose="02070409020205090404" pitchFamily="49" charset="0"/>
                <a:ea typeface="宋体" pitchFamily="2" charset="-122"/>
              </a:rPr>
              <a:t>computer</a:t>
            </a:r>
            <a:endParaRPr lang="en-US" altLang="zh-CN" b="1" dirty="0">
              <a:latin typeface="Courier New" panose="02070409020205090404" pitchFamily="49" charset="0"/>
              <a:ea typeface="宋体" pitchFamily="2" charset="-122"/>
            </a:endParaRPr>
          </a:p>
        </p:txBody>
      </p:sp>
      <p:sp>
        <p:nvSpPr>
          <p:cNvPr id="790539" name="Rectangle 11"/>
          <p:cNvSpPr>
            <a:spLocks noChangeArrowheads="1"/>
          </p:cNvSpPr>
          <p:nvPr/>
        </p:nvSpPr>
        <p:spPr bwMode="auto">
          <a:xfrm>
            <a:off x="2771775" y="3857625"/>
            <a:ext cx="311150" cy="1152525"/>
          </a:xfrm>
          <a:prstGeom prst="rect">
            <a:avLst/>
          </a:prstGeom>
          <a:noFill/>
          <a:ln w="57150">
            <a:solidFill>
              <a:srgbClr val="FF0000"/>
            </a:solidFill>
            <a:miter lim="800000"/>
            <a:headEnd type="none" w="sm" len="sm"/>
            <a:tailEnd type="none" w="sm" len="sm"/>
          </a:ln>
          <a:effectLst/>
        </p:spPr>
        <p:txBody>
          <a:bodyPr wrap="none" anchor="ct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790540" name="Rectangle 12"/>
          <p:cNvSpPr/>
          <p:nvPr/>
        </p:nvSpPr>
        <p:spPr>
          <a:xfrm>
            <a:off x="4727575" y="3860800"/>
            <a:ext cx="6084888" cy="1152525"/>
          </a:xfrm>
          <a:prstGeom prst="rect">
            <a:avLst/>
          </a:prstGeom>
          <a:solidFill>
            <a:schemeClr val="bg2"/>
          </a:solidFill>
          <a:ln w="28575" cap="flat" cmpd="sng">
            <a:solidFill>
              <a:srgbClr val="008000"/>
            </a:solidFill>
            <a:prstDash val="solid"/>
            <a:miter/>
            <a:headEnd type="none" w="med" len="med"/>
            <a:tailEnd type="none" w="med" len="med"/>
          </a:ln>
        </p:spPr>
        <p:txBody>
          <a:bodyPr lIns="92075" tIns="46037" rIns="92075" bIns="46037"/>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374650" lvl="0" indent="-374650" eaLnBrk="1" hangingPunct="1">
              <a:lnSpc>
                <a:spcPct val="90000"/>
              </a:lnSpc>
              <a:spcBef>
                <a:spcPct val="20000"/>
              </a:spcBef>
              <a:spcAft>
                <a:spcPts val="590"/>
              </a:spcAft>
              <a:buClr>
                <a:srgbClr val="FFCC66"/>
              </a:buClr>
              <a:buSzPct val="80000"/>
              <a:buNone/>
            </a:pPr>
            <a:r>
              <a:rPr lang="zh-CN" altLang="en-US" sz="2800" dirty="0">
                <a:latin typeface="黑体" panose="02010609060101010101" pitchFamily="49" charset="-122"/>
              </a:rPr>
              <a:t>判断</a:t>
            </a:r>
            <a:r>
              <a:rPr lang="en-US" altLang="zh-CN" sz="2800" b="1" dirty="0">
                <a:latin typeface="Courier New" panose="02070409020205090404" pitchFamily="49" charset="0"/>
                <a:ea typeface="宋体" pitchFamily="2" charset="-122"/>
              </a:rPr>
              <a:t>compare </a:t>
            </a:r>
            <a:r>
              <a:rPr lang="zh-CN" altLang="en-US" sz="2800" dirty="0">
                <a:latin typeface="黑体" panose="02010609060101010101" pitchFamily="49" charset="-122"/>
              </a:rPr>
              <a:t>小于</a:t>
            </a:r>
            <a:r>
              <a:rPr lang="en-US" altLang="zh-CN" sz="2800" b="1" dirty="0">
                <a:latin typeface="Courier New" panose="02070409020205090404" pitchFamily="49" charset="0"/>
                <a:ea typeface="宋体" pitchFamily="2" charset="-122"/>
              </a:rPr>
              <a:t> computer</a:t>
            </a:r>
            <a:r>
              <a:rPr lang="zh-CN" altLang="en-US" sz="2800" b="1" dirty="0">
                <a:latin typeface="Courier New" panose="02070409020205090404" pitchFamily="49" charset="0"/>
                <a:ea typeface="宋体" pitchFamily="2" charset="-122"/>
              </a:rPr>
              <a:t>？</a:t>
            </a:r>
            <a:r>
              <a:rPr lang="en-US" altLang="zh-CN" sz="2800" b="1" dirty="0">
                <a:latin typeface="Courier New" panose="02070409020205090404" pitchFamily="49" charset="0"/>
                <a:ea typeface="宋体" pitchFamily="2" charset="-122"/>
              </a:rPr>
              <a:t> </a:t>
            </a:r>
            <a:endParaRPr lang="zh-CN" altLang="en-US" sz="2800" b="1" dirty="0">
              <a:latin typeface="Courier New" panose="02070409020205090404" pitchFamily="49" charset="0"/>
              <a:ea typeface="楷体_GB2312" pitchFamily="49" charset="-122"/>
            </a:endParaRPr>
          </a:p>
          <a:p>
            <a:pPr marL="374650" lvl="0" indent="-374650" eaLnBrk="1" hangingPunct="1">
              <a:lnSpc>
                <a:spcPct val="90000"/>
              </a:lnSpc>
              <a:spcBef>
                <a:spcPct val="20000"/>
              </a:spcBef>
              <a:spcAft>
                <a:spcPts val="590"/>
              </a:spcAft>
              <a:buClr>
                <a:srgbClr val="FFCC66"/>
              </a:buClr>
              <a:buSzPct val="80000"/>
              <a:buNone/>
            </a:pPr>
            <a:r>
              <a:rPr lang="en-US" altLang="zh-CN" sz="2800" b="1" dirty="0">
                <a:latin typeface="Courier New" panose="02070409020205090404" pitchFamily="49" charset="0"/>
                <a:ea typeface="宋体" pitchFamily="2" charset="-122"/>
              </a:rPr>
              <a:t>strcmp(str1, str2) &lt; 0</a:t>
            </a:r>
            <a:r>
              <a:rPr lang="zh-CN" altLang="en-US" sz="2800" dirty="0">
                <a:latin typeface="黑体" panose="02010609060101010101" pitchFamily="49" charset="-122"/>
              </a:rPr>
              <a:t>为真</a:t>
            </a:r>
            <a:endParaRPr lang="zh-CN" altLang="en-US" sz="2800" dirty="0">
              <a:latin typeface="黑体" panose="02010609060101010101" pitchFamily="49" charset="-122"/>
            </a:endParaRPr>
          </a:p>
        </p:txBody>
      </p:sp>
      <p:pic>
        <p:nvPicPr>
          <p:cNvPr id="92171" name="图片 13" descr="Image3.jpg"/>
          <p:cNvPicPr>
            <a:picLocks noChangeAspect="1"/>
          </p:cNvPicPr>
          <p:nvPr/>
        </p:nvPicPr>
        <p:blipFill>
          <a:blip r:embed="rId1">
            <a:clrChange>
              <a:clrFrom>
                <a:srgbClr val="FFFFFB"/>
              </a:clrFrom>
              <a:clrTo>
                <a:srgbClr val="FFFFFB">
                  <a:alpha val="0"/>
                </a:srgbClr>
              </a:clrTo>
            </a:clrChange>
          </a:blip>
          <a:stretch>
            <a:fillRect/>
          </a:stretch>
        </p:blipFill>
        <p:spPr>
          <a:xfrm>
            <a:off x="9879013" y="4868863"/>
            <a:ext cx="798512" cy="1562100"/>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790534"/>
                                        </p:tgtEl>
                                        <p:attrNameLst>
                                          <p:attrName>style.visibility</p:attrName>
                                        </p:attrNameLst>
                                      </p:cBhvr>
                                      <p:to>
                                        <p:strVal val="visible"/>
                                      </p:to>
                                    </p:set>
                                    <p:anim calcmode="lin" valueType="num">
                                      <p:cBhvr>
                                        <p:cTn id="7" dur="500" fill="hold"/>
                                        <p:tgtEl>
                                          <p:spTgt spid="790534"/>
                                        </p:tgtEl>
                                        <p:attrNameLst>
                                          <p:attrName>ppt_w</p:attrName>
                                        </p:attrNameLst>
                                      </p:cBhvr>
                                      <p:tavLst>
                                        <p:tav tm="0">
                                          <p:val>
                                            <p:fltVal val="0"/>
                                          </p:val>
                                        </p:tav>
                                        <p:tav tm="100000">
                                          <p:val>
                                            <p:strVal val="#ppt_w"/>
                                          </p:val>
                                        </p:tav>
                                      </p:tavLst>
                                    </p:anim>
                                    <p:anim calcmode="lin" valueType="num">
                                      <p:cBhvr>
                                        <p:cTn id="8" dur="500" fill="hold"/>
                                        <p:tgtEl>
                                          <p:spTgt spid="790534"/>
                                        </p:tgtEl>
                                        <p:attrNameLst>
                                          <p:attrName>ppt_h</p:attrName>
                                        </p:attrNameLst>
                                      </p:cBhvr>
                                      <p:tavLst>
                                        <p:tav tm="0">
                                          <p:val>
                                            <p:fltVal val="0"/>
                                          </p:val>
                                        </p:tav>
                                        <p:tav tm="100000">
                                          <p:val>
                                            <p:strVal val="#ppt_h"/>
                                          </p:val>
                                        </p:tav>
                                      </p:tavLst>
                                    </p:anim>
                                    <p:animEffect transition="in" filter="fade">
                                      <p:cBhvr>
                                        <p:cTn id="9" dur="500"/>
                                        <p:tgtEl>
                                          <p:spTgt spid="790534"/>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790538"/>
                                        </p:tgtEl>
                                        <p:attrNameLst>
                                          <p:attrName>style.visibility</p:attrName>
                                        </p:attrNameLst>
                                      </p:cBhvr>
                                      <p:to>
                                        <p:strVal val="visible"/>
                                      </p:to>
                                    </p:set>
                                    <p:anim calcmode="lin" valueType="num">
                                      <p:cBhvr>
                                        <p:cTn id="14" dur="500" fill="hold"/>
                                        <p:tgtEl>
                                          <p:spTgt spid="790538"/>
                                        </p:tgtEl>
                                        <p:attrNameLst>
                                          <p:attrName>ppt_w</p:attrName>
                                        </p:attrNameLst>
                                      </p:cBhvr>
                                      <p:tavLst>
                                        <p:tav tm="0">
                                          <p:val>
                                            <p:fltVal val="0"/>
                                          </p:val>
                                        </p:tav>
                                        <p:tav tm="100000">
                                          <p:val>
                                            <p:strVal val="#ppt_w"/>
                                          </p:val>
                                        </p:tav>
                                      </p:tavLst>
                                    </p:anim>
                                    <p:anim calcmode="lin" valueType="num">
                                      <p:cBhvr>
                                        <p:cTn id="15" dur="500" fill="hold"/>
                                        <p:tgtEl>
                                          <p:spTgt spid="790538"/>
                                        </p:tgtEl>
                                        <p:attrNameLst>
                                          <p:attrName>ppt_h</p:attrName>
                                        </p:attrNameLst>
                                      </p:cBhvr>
                                      <p:tavLst>
                                        <p:tav tm="0">
                                          <p:val>
                                            <p:fltVal val="0"/>
                                          </p:val>
                                        </p:tav>
                                        <p:tav tm="100000">
                                          <p:val>
                                            <p:strVal val="#ppt_h"/>
                                          </p:val>
                                        </p:tav>
                                      </p:tavLst>
                                    </p:anim>
                                    <p:animEffect transition="in" filter="fade">
                                      <p:cBhvr>
                                        <p:cTn id="16" dur="500"/>
                                        <p:tgtEl>
                                          <p:spTgt spid="790538"/>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grpId="0" nodeType="clickEffect">
                                  <p:stCondLst>
                                    <p:cond delay="0"/>
                                  </p:stCondLst>
                                  <p:childTnLst>
                                    <p:set>
                                      <p:cBhvr>
                                        <p:cTn id="20" dur="1" fill="hold">
                                          <p:stCondLst>
                                            <p:cond delay="0"/>
                                          </p:stCondLst>
                                        </p:cTn>
                                        <p:tgtEl>
                                          <p:spTgt spid="790539"/>
                                        </p:tgtEl>
                                        <p:attrNameLst>
                                          <p:attrName>style.visibility</p:attrName>
                                        </p:attrNameLst>
                                      </p:cBhvr>
                                      <p:to>
                                        <p:strVal val="visible"/>
                                      </p:to>
                                    </p:set>
                                    <p:anim calcmode="lin" valueType="num">
                                      <p:cBhvr>
                                        <p:cTn id="21" dur="500" fill="hold"/>
                                        <p:tgtEl>
                                          <p:spTgt spid="790539"/>
                                        </p:tgtEl>
                                        <p:attrNameLst>
                                          <p:attrName>ppt_w</p:attrName>
                                        </p:attrNameLst>
                                      </p:cBhvr>
                                      <p:tavLst>
                                        <p:tav tm="0">
                                          <p:val>
                                            <p:fltVal val="0"/>
                                          </p:val>
                                        </p:tav>
                                        <p:tav tm="100000">
                                          <p:val>
                                            <p:strVal val="#ppt_w"/>
                                          </p:val>
                                        </p:tav>
                                      </p:tavLst>
                                    </p:anim>
                                    <p:anim calcmode="lin" valueType="num">
                                      <p:cBhvr>
                                        <p:cTn id="22" dur="500" fill="hold"/>
                                        <p:tgtEl>
                                          <p:spTgt spid="790539"/>
                                        </p:tgtEl>
                                        <p:attrNameLst>
                                          <p:attrName>ppt_h</p:attrName>
                                        </p:attrNameLst>
                                      </p:cBhvr>
                                      <p:tavLst>
                                        <p:tav tm="0">
                                          <p:val>
                                            <p:fltVal val="0"/>
                                          </p:val>
                                        </p:tav>
                                        <p:tav tm="100000">
                                          <p:val>
                                            <p:strVal val="#ppt_h"/>
                                          </p:val>
                                        </p:tav>
                                      </p:tavLst>
                                    </p:anim>
                                    <p:animEffect transition="in" filter="fade">
                                      <p:cBhvr>
                                        <p:cTn id="23" dur="500"/>
                                        <p:tgtEl>
                                          <p:spTgt spid="790539"/>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nodeType="clickEffect">
                                  <p:stCondLst>
                                    <p:cond delay="0"/>
                                  </p:stCondLst>
                                  <p:childTnLst>
                                    <p:set>
                                      <p:cBhvr>
                                        <p:cTn id="27" dur="1" fill="hold">
                                          <p:stCondLst>
                                            <p:cond delay="0"/>
                                          </p:stCondLst>
                                        </p:cTn>
                                        <p:tgtEl>
                                          <p:spTgt spid="2"/>
                                        </p:tgtEl>
                                        <p:attrNameLst>
                                          <p:attrName>style.visibility</p:attrName>
                                        </p:attrNameLst>
                                      </p:cBhvr>
                                      <p:to>
                                        <p:strVal val="visible"/>
                                      </p:to>
                                    </p:set>
                                    <p:anim calcmode="lin" valueType="num">
                                      <p:cBhvr>
                                        <p:cTn id="28" dur="500" fill="hold"/>
                                        <p:tgtEl>
                                          <p:spTgt spid="2"/>
                                        </p:tgtEl>
                                        <p:attrNameLst>
                                          <p:attrName>ppt_w</p:attrName>
                                        </p:attrNameLst>
                                      </p:cBhvr>
                                      <p:tavLst>
                                        <p:tav tm="0">
                                          <p:val>
                                            <p:fltVal val="0"/>
                                          </p:val>
                                        </p:tav>
                                        <p:tav tm="100000">
                                          <p:val>
                                            <p:strVal val="#ppt_w"/>
                                          </p:val>
                                        </p:tav>
                                      </p:tavLst>
                                    </p:anim>
                                    <p:anim calcmode="lin" valueType="num">
                                      <p:cBhvr>
                                        <p:cTn id="29" dur="500" fill="hold"/>
                                        <p:tgtEl>
                                          <p:spTgt spid="2"/>
                                        </p:tgtEl>
                                        <p:attrNameLst>
                                          <p:attrName>ppt_h</p:attrName>
                                        </p:attrNameLst>
                                      </p:cBhvr>
                                      <p:tavLst>
                                        <p:tav tm="0">
                                          <p:val>
                                            <p:fltVal val="0"/>
                                          </p:val>
                                        </p:tav>
                                        <p:tav tm="100000">
                                          <p:val>
                                            <p:strVal val="#ppt_h"/>
                                          </p:val>
                                        </p:tav>
                                      </p:tavLst>
                                    </p:anim>
                                    <p:animEffect transition="in" filter="fade">
                                      <p:cBhvr>
                                        <p:cTn id="30" dur="500"/>
                                        <p:tgtEl>
                                          <p:spTgt spid="2"/>
                                        </p:tgtEl>
                                      </p:cBhvr>
                                    </p:animEffect>
                                  </p:childTnLst>
                                </p:cTn>
                              </p:par>
                            </p:childTnLst>
                          </p:cTn>
                        </p:par>
                      </p:childTnLst>
                    </p:cTn>
                  </p:par>
                  <p:par>
                    <p:cTn id="31" fill="hold">
                      <p:stCondLst>
                        <p:cond delay="indefinite"/>
                      </p:stCondLst>
                      <p:childTnLst>
                        <p:par>
                          <p:cTn id="32" fill="hold">
                            <p:stCondLst>
                              <p:cond delay="0"/>
                            </p:stCondLst>
                            <p:childTnLst>
                              <p:par>
                                <p:cTn id="33" presetID="53" presetClass="entr" presetSubtype="16" fill="hold" grpId="0" nodeType="clickEffect">
                                  <p:stCondLst>
                                    <p:cond delay="0"/>
                                  </p:stCondLst>
                                  <p:childTnLst>
                                    <p:set>
                                      <p:cBhvr>
                                        <p:cTn id="34" dur="1" fill="hold">
                                          <p:stCondLst>
                                            <p:cond delay="0"/>
                                          </p:stCondLst>
                                        </p:cTn>
                                        <p:tgtEl>
                                          <p:spTgt spid="790540"/>
                                        </p:tgtEl>
                                        <p:attrNameLst>
                                          <p:attrName>style.visibility</p:attrName>
                                        </p:attrNameLst>
                                      </p:cBhvr>
                                      <p:to>
                                        <p:strVal val="visible"/>
                                      </p:to>
                                    </p:set>
                                    <p:anim calcmode="lin" valueType="num">
                                      <p:cBhvr>
                                        <p:cTn id="35" dur="500" fill="hold"/>
                                        <p:tgtEl>
                                          <p:spTgt spid="790540"/>
                                        </p:tgtEl>
                                        <p:attrNameLst>
                                          <p:attrName>ppt_w</p:attrName>
                                        </p:attrNameLst>
                                      </p:cBhvr>
                                      <p:tavLst>
                                        <p:tav tm="0">
                                          <p:val>
                                            <p:fltVal val="0"/>
                                          </p:val>
                                        </p:tav>
                                        <p:tav tm="100000">
                                          <p:val>
                                            <p:strVal val="#ppt_w"/>
                                          </p:val>
                                        </p:tav>
                                      </p:tavLst>
                                    </p:anim>
                                    <p:anim calcmode="lin" valueType="num">
                                      <p:cBhvr>
                                        <p:cTn id="36" dur="500" fill="hold"/>
                                        <p:tgtEl>
                                          <p:spTgt spid="790540"/>
                                        </p:tgtEl>
                                        <p:attrNameLst>
                                          <p:attrName>ppt_h</p:attrName>
                                        </p:attrNameLst>
                                      </p:cBhvr>
                                      <p:tavLst>
                                        <p:tav tm="0">
                                          <p:val>
                                            <p:fltVal val="0"/>
                                          </p:val>
                                        </p:tav>
                                        <p:tav tm="100000">
                                          <p:val>
                                            <p:strVal val="#ppt_h"/>
                                          </p:val>
                                        </p:tav>
                                      </p:tavLst>
                                    </p:anim>
                                    <p:animEffect transition="in" filter="fade">
                                      <p:cBhvr>
                                        <p:cTn id="37" dur="500"/>
                                        <p:tgtEl>
                                          <p:spTgt spid="7905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0534" grpId="0" animBg="1"/>
      <p:bldP spid="790538" grpId="0" animBg="1"/>
      <p:bldP spid="790539" grpId="0" animBg="1"/>
      <p:bldP spid="790540" grpId="0" animBg="1"/>
    </p:bldLst>
  </p:timing>
</p:sld>
</file>

<file path=ppt/slides/slide6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3186" name="Rectangle 3"/>
          <p:cNvSpPr/>
          <p:nvPr/>
        </p:nvSpPr>
        <p:spPr>
          <a:xfrm>
            <a:off x="1200150" y="188913"/>
            <a:ext cx="6264275" cy="6192837"/>
          </a:xfrm>
          <a:prstGeom prst="rect">
            <a:avLst/>
          </a:prstGeom>
          <a:solidFill>
            <a:schemeClr val="bg2"/>
          </a:solidFill>
          <a:ln w="28575" cap="flat" cmpd="sng">
            <a:solidFill>
              <a:srgbClr val="008000"/>
            </a:solidFill>
            <a:prstDash val="solid"/>
            <a:miter/>
            <a:headEnd type="none" w="med" len="med"/>
            <a:tailEnd type="none" w="med" len="med"/>
          </a:ln>
        </p:spPr>
        <p:txBody>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342900" lvl="0" indent="-342900" eaLnBrk="1" hangingPunct="1">
              <a:lnSpc>
                <a:spcPct val="100000"/>
              </a:lnSpc>
              <a:spcBef>
                <a:spcPct val="0"/>
              </a:spcBef>
              <a:buFont typeface="Monotype Sorts"/>
              <a:buNone/>
            </a:pPr>
            <a:r>
              <a:rPr lang="fr-FR" altLang="zh-CN" sz="1600" b="1" dirty="0">
                <a:latin typeface="Courier New" panose="02070409020205090404" pitchFamily="49" charset="0"/>
                <a:ea typeface="宋体" pitchFamily="2" charset="-122"/>
              </a:rPr>
              <a:t>#include  &lt;stdio.h&gt;</a:t>
            </a:r>
            <a:endParaRPr lang="fr-FR" altLang="zh-CN" sz="1600" b="1" dirty="0">
              <a:latin typeface="Courier New" panose="02070409020205090404" pitchFamily="49" charset="0"/>
              <a:ea typeface="宋体" pitchFamily="2" charset="-122"/>
            </a:endParaRPr>
          </a:p>
          <a:p>
            <a:pPr marL="342900" lvl="0" indent="-342900" eaLnBrk="1" hangingPunct="1">
              <a:lnSpc>
                <a:spcPct val="100000"/>
              </a:lnSpc>
              <a:spcBef>
                <a:spcPct val="0"/>
              </a:spcBef>
              <a:buFont typeface="Monotype Sorts"/>
              <a:buNone/>
            </a:pPr>
            <a:r>
              <a:rPr lang="fr-FR" altLang="zh-CN" sz="1600" b="1" dirty="0">
                <a:latin typeface="Courier New" panose="02070409020205090404" pitchFamily="49" charset="0"/>
                <a:ea typeface="宋体" pitchFamily="2" charset="-122"/>
              </a:rPr>
              <a:t>#include  &lt;string.h&gt;</a:t>
            </a:r>
            <a:endParaRPr lang="fr-FR" altLang="zh-CN" sz="1600" b="1" dirty="0">
              <a:latin typeface="Courier New" panose="02070409020205090404" pitchFamily="49" charset="0"/>
              <a:ea typeface="宋体" pitchFamily="2" charset="-122"/>
            </a:endParaRPr>
          </a:p>
          <a:p>
            <a:pPr marL="342900" lvl="0" indent="-342900" eaLnBrk="1" hangingPunct="1">
              <a:lnSpc>
                <a:spcPct val="100000"/>
              </a:lnSpc>
              <a:spcBef>
                <a:spcPct val="0"/>
              </a:spcBef>
              <a:buFont typeface="Monotype Sorts"/>
              <a:buNone/>
            </a:pPr>
            <a:r>
              <a:rPr lang="fr-FR" altLang="zh-CN" sz="1600" b="1" dirty="0">
                <a:latin typeface="Courier New" panose="02070409020205090404" pitchFamily="49" charset="0"/>
                <a:ea typeface="宋体" pitchFamily="2" charset="-122"/>
              </a:rPr>
              <a:t>#define   MAX_LEN  10  /* </a:t>
            </a:r>
            <a:r>
              <a:rPr lang="zh-CN" altLang="fr-FR" sz="1600" b="1" dirty="0">
                <a:latin typeface="Courier New" panose="02070409020205090404" pitchFamily="49" charset="0"/>
                <a:ea typeface="宋体" pitchFamily="2" charset="-122"/>
              </a:rPr>
              <a:t>字符串最大长度 *</a:t>
            </a:r>
            <a:r>
              <a:rPr lang="fr-FR" altLang="zh-CN" sz="1600" b="1" dirty="0">
                <a:latin typeface="Courier New" panose="02070409020205090404" pitchFamily="49" charset="0"/>
                <a:ea typeface="宋体" pitchFamily="2" charset="-122"/>
              </a:rPr>
              <a:t>/</a:t>
            </a:r>
            <a:endParaRPr lang="fr-FR" altLang="zh-CN" sz="1600" b="1" dirty="0">
              <a:latin typeface="Courier New" panose="02070409020205090404" pitchFamily="49" charset="0"/>
              <a:ea typeface="宋体" pitchFamily="2" charset="-122"/>
            </a:endParaRPr>
          </a:p>
          <a:p>
            <a:pPr marL="342900" lvl="0" indent="-342900" eaLnBrk="1" hangingPunct="1">
              <a:lnSpc>
                <a:spcPct val="100000"/>
              </a:lnSpc>
              <a:spcBef>
                <a:spcPct val="0"/>
              </a:spcBef>
              <a:buFont typeface="Monotype Sorts"/>
              <a:buNone/>
            </a:pPr>
            <a:r>
              <a:rPr lang="fr-FR" altLang="zh-CN" sz="1600" b="1" dirty="0">
                <a:latin typeface="Courier New" panose="02070409020205090404" pitchFamily="49" charset="0"/>
                <a:ea typeface="宋体" pitchFamily="2" charset="-122"/>
              </a:rPr>
              <a:t>#define   N        150 /* </a:t>
            </a:r>
            <a:r>
              <a:rPr lang="zh-CN" altLang="fr-FR" sz="1600" b="1" dirty="0">
                <a:latin typeface="Courier New" panose="02070409020205090404" pitchFamily="49" charset="0"/>
                <a:ea typeface="宋体" pitchFamily="2" charset="-122"/>
              </a:rPr>
              <a:t>字符串个数 *</a:t>
            </a:r>
            <a:r>
              <a:rPr lang="fr-FR" altLang="zh-CN" sz="1600" b="1" dirty="0">
                <a:latin typeface="Courier New" panose="02070409020205090404" pitchFamily="49" charset="0"/>
                <a:ea typeface="宋体" pitchFamily="2" charset="-122"/>
              </a:rPr>
              <a:t>/</a:t>
            </a:r>
            <a:endParaRPr lang="fr-FR" altLang="zh-CN" sz="1600" b="1" dirty="0">
              <a:latin typeface="Courier New" panose="02070409020205090404" pitchFamily="49" charset="0"/>
              <a:ea typeface="宋体" pitchFamily="2" charset="-122"/>
            </a:endParaRPr>
          </a:p>
          <a:p>
            <a:pPr marL="342900" lvl="0" indent="-342900" eaLnBrk="1" hangingPunct="1">
              <a:lnSpc>
                <a:spcPct val="100000"/>
              </a:lnSpc>
              <a:spcBef>
                <a:spcPct val="0"/>
              </a:spcBef>
              <a:buFont typeface="Monotype Sorts"/>
              <a:buNone/>
            </a:pPr>
            <a:r>
              <a:rPr lang="fr-FR" altLang="zh-CN" sz="1600" b="1" dirty="0">
                <a:solidFill>
                  <a:srgbClr val="CC0000"/>
                </a:solidFill>
                <a:latin typeface="Courier New" panose="02070409020205090404" pitchFamily="49" charset="0"/>
                <a:ea typeface="宋体" pitchFamily="2" charset="-122"/>
              </a:rPr>
              <a:t>void SortString(char str[][MAX_LEN], int n);</a:t>
            </a:r>
            <a:endParaRPr lang="fr-FR" altLang="zh-CN" sz="1600" b="1" dirty="0">
              <a:solidFill>
                <a:srgbClr val="CC0000"/>
              </a:solidFill>
              <a:latin typeface="Courier New" panose="02070409020205090404" pitchFamily="49" charset="0"/>
              <a:ea typeface="宋体" pitchFamily="2" charset="-122"/>
            </a:endParaRPr>
          </a:p>
          <a:p>
            <a:pPr marL="342900" lvl="0" indent="-342900" eaLnBrk="1" hangingPunct="1">
              <a:lnSpc>
                <a:spcPct val="100000"/>
              </a:lnSpc>
              <a:spcBef>
                <a:spcPct val="0"/>
              </a:spcBef>
              <a:buFont typeface="Monotype Sorts"/>
              <a:buNone/>
            </a:pPr>
            <a:r>
              <a:rPr lang="fr-FR" altLang="zh-CN" sz="1600" b="1" dirty="0">
                <a:latin typeface="Courier New" panose="02070409020205090404" pitchFamily="49" charset="0"/>
                <a:ea typeface="宋体" pitchFamily="2" charset="-122"/>
              </a:rPr>
              <a:t>int main()</a:t>
            </a:r>
            <a:endParaRPr lang="fr-FR" altLang="zh-CN" sz="1600" b="1" dirty="0">
              <a:latin typeface="Courier New" panose="02070409020205090404" pitchFamily="49" charset="0"/>
              <a:ea typeface="宋体" pitchFamily="2" charset="-122"/>
            </a:endParaRPr>
          </a:p>
          <a:p>
            <a:pPr marL="342900" lvl="0" indent="-342900" eaLnBrk="1" hangingPunct="1">
              <a:lnSpc>
                <a:spcPct val="100000"/>
              </a:lnSpc>
              <a:spcBef>
                <a:spcPct val="0"/>
              </a:spcBef>
              <a:buFont typeface="Monotype Sorts"/>
              <a:buNone/>
            </a:pPr>
            <a:r>
              <a:rPr lang="fr-FR" altLang="zh-CN" sz="1600" b="1" dirty="0">
                <a:latin typeface="Courier New" panose="02070409020205090404" pitchFamily="49" charset="0"/>
                <a:ea typeface="宋体" pitchFamily="2" charset="-122"/>
              </a:rPr>
              <a:t>{ </a:t>
            </a:r>
            <a:endParaRPr lang="fr-FR" altLang="zh-CN" sz="1600" b="1" dirty="0">
              <a:latin typeface="Courier New" panose="02070409020205090404" pitchFamily="49" charset="0"/>
              <a:ea typeface="宋体" pitchFamily="2" charset="-122"/>
            </a:endParaRPr>
          </a:p>
          <a:p>
            <a:pPr marL="342900" lvl="0" indent="-342900" eaLnBrk="1" hangingPunct="1">
              <a:lnSpc>
                <a:spcPct val="100000"/>
              </a:lnSpc>
              <a:spcBef>
                <a:spcPct val="0"/>
              </a:spcBef>
              <a:buFont typeface="Monotype Sorts"/>
              <a:buNone/>
            </a:pPr>
            <a:r>
              <a:rPr lang="fr-FR" altLang="zh-CN" sz="1600" b="1" dirty="0">
                <a:latin typeface="Courier New" panose="02070409020205090404" pitchFamily="49" charset="0"/>
                <a:ea typeface="宋体" pitchFamily="2" charset="-122"/>
              </a:rPr>
              <a:t>	int    i, n;</a:t>
            </a:r>
            <a:endParaRPr lang="fr-FR" altLang="zh-CN" sz="1600" b="1" dirty="0">
              <a:latin typeface="Courier New" panose="02070409020205090404" pitchFamily="49" charset="0"/>
              <a:ea typeface="宋体" pitchFamily="2" charset="-122"/>
            </a:endParaRPr>
          </a:p>
          <a:p>
            <a:pPr marL="342900" lvl="0" indent="-342900" eaLnBrk="1" hangingPunct="1">
              <a:lnSpc>
                <a:spcPct val="100000"/>
              </a:lnSpc>
              <a:spcBef>
                <a:spcPct val="0"/>
              </a:spcBef>
              <a:buFont typeface="Monotype Sorts"/>
              <a:buNone/>
            </a:pPr>
            <a:r>
              <a:rPr lang="fr-FR" altLang="zh-CN" sz="1600" b="1" dirty="0">
                <a:latin typeface="Courier New" panose="02070409020205090404" pitchFamily="49" charset="0"/>
                <a:ea typeface="宋体" pitchFamily="2" charset="-122"/>
              </a:rPr>
              <a:t>	</a:t>
            </a:r>
            <a:r>
              <a:rPr lang="fr-FR" altLang="zh-CN" sz="1600" b="1" dirty="0">
                <a:solidFill>
                  <a:srgbClr val="CC0000"/>
                </a:solidFill>
                <a:latin typeface="Courier New" panose="02070409020205090404" pitchFamily="49" charset="0"/>
                <a:ea typeface="宋体" pitchFamily="2" charset="-122"/>
              </a:rPr>
              <a:t>char   name[N][MAX_LEN];</a:t>
            </a:r>
            <a:r>
              <a:rPr lang="fr-FR" altLang="zh-CN" sz="1600" b="1" dirty="0">
                <a:latin typeface="Courier New" panose="02070409020205090404" pitchFamily="49" charset="0"/>
                <a:ea typeface="宋体" pitchFamily="2" charset="-122"/>
              </a:rPr>
              <a:t> /* </a:t>
            </a:r>
            <a:r>
              <a:rPr lang="zh-CN" altLang="fr-FR" sz="1600" b="1" dirty="0">
                <a:latin typeface="Courier New" panose="02070409020205090404" pitchFamily="49" charset="0"/>
                <a:ea typeface="宋体" pitchFamily="2" charset="-122"/>
              </a:rPr>
              <a:t>定义二维字符数组 *</a:t>
            </a:r>
            <a:r>
              <a:rPr lang="fr-FR" altLang="zh-CN" sz="1600" b="1" dirty="0">
                <a:latin typeface="Courier New" panose="02070409020205090404" pitchFamily="49" charset="0"/>
                <a:ea typeface="宋体" pitchFamily="2" charset="-122"/>
              </a:rPr>
              <a:t>/</a:t>
            </a:r>
            <a:endParaRPr lang="fr-FR" altLang="zh-CN" sz="1600" b="1" dirty="0">
              <a:latin typeface="Courier New" panose="02070409020205090404" pitchFamily="49" charset="0"/>
              <a:ea typeface="宋体" pitchFamily="2" charset="-122"/>
            </a:endParaRPr>
          </a:p>
          <a:p>
            <a:pPr marL="342900" lvl="0" indent="-342900" eaLnBrk="1" hangingPunct="1">
              <a:lnSpc>
                <a:spcPct val="100000"/>
              </a:lnSpc>
              <a:spcBef>
                <a:spcPct val="0"/>
              </a:spcBef>
              <a:buFont typeface="Monotype Sorts"/>
              <a:buNone/>
            </a:pPr>
            <a:r>
              <a:rPr lang="fr-FR" altLang="zh-CN" sz="1600" b="1" dirty="0">
                <a:latin typeface="Courier New" panose="02070409020205090404" pitchFamily="49" charset="0"/>
                <a:ea typeface="宋体" pitchFamily="2" charset="-122"/>
              </a:rPr>
              <a:t>	printf("How many countries?");</a:t>
            </a:r>
            <a:endParaRPr lang="fr-FR" altLang="zh-CN" sz="1600" b="1" dirty="0">
              <a:latin typeface="Courier New" panose="02070409020205090404" pitchFamily="49" charset="0"/>
              <a:ea typeface="宋体" pitchFamily="2" charset="-122"/>
            </a:endParaRPr>
          </a:p>
          <a:p>
            <a:pPr marL="342900" lvl="0" indent="-342900" eaLnBrk="1" hangingPunct="1">
              <a:lnSpc>
                <a:spcPct val="100000"/>
              </a:lnSpc>
              <a:spcBef>
                <a:spcPct val="0"/>
              </a:spcBef>
              <a:buFont typeface="Monotype Sorts"/>
              <a:buNone/>
            </a:pPr>
            <a:r>
              <a:rPr lang="fr-FR" altLang="zh-CN" sz="1600" b="1" dirty="0">
                <a:latin typeface="Courier New" panose="02070409020205090404" pitchFamily="49" charset="0"/>
                <a:ea typeface="宋体" pitchFamily="2" charset="-122"/>
              </a:rPr>
              <a:t>	scanf("%d",&amp;n);</a:t>
            </a:r>
            <a:endParaRPr lang="fr-FR" altLang="zh-CN" sz="1600" b="1" dirty="0">
              <a:latin typeface="Courier New" panose="02070409020205090404" pitchFamily="49" charset="0"/>
              <a:ea typeface="宋体" pitchFamily="2" charset="-122"/>
            </a:endParaRPr>
          </a:p>
          <a:p>
            <a:pPr marL="342900" lvl="0" indent="-342900" eaLnBrk="1" hangingPunct="1">
              <a:lnSpc>
                <a:spcPct val="100000"/>
              </a:lnSpc>
              <a:spcBef>
                <a:spcPct val="0"/>
              </a:spcBef>
              <a:buFont typeface="Monotype Sorts"/>
              <a:buNone/>
            </a:pPr>
            <a:r>
              <a:rPr lang="fr-FR" altLang="zh-CN" sz="1600" b="1" dirty="0">
                <a:latin typeface="Courier New" panose="02070409020205090404" pitchFamily="49" charset="0"/>
                <a:ea typeface="宋体" pitchFamily="2" charset="-122"/>
              </a:rPr>
              <a:t>	</a:t>
            </a:r>
            <a:r>
              <a:rPr lang="fr-FR" altLang="zh-CN" sz="1600" b="1" dirty="0">
                <a:solidFill>
                  <a:srgbClr val="CC0000"/>
                </a:solidFill>
                <a:latin typeface="Courier New" panose="02070409020205090404" pitchFamily="49" charset="0"/>
                <a:ea typeface="宋体" pitchFamily="2" charset="-122"/>
              </a:rPr>
              <a:t>getchar();</a:t>
            </a:r>
            <a:r>
              <a:rPr lang="fr-FR" altLang="zh-CN" sz="1600" b="1" dirty="0">
                <a:latin typeface="Courier New" panose="02070409020205090404" pitchFamily="49" charset="0"/>
                <a:ea typeface="宋体" pitchFamily="2" charset="-122"/>
              </a:rPr>
              <a:t>        /* </a:t>
            </a:r>
            <a:r>
              <a:rPr lang="zh-CN" altLang="fr-FR" sz="1600" b="1" dirty="0">
                <a:latin typeface="Courier New" panose="02070409020205090404" pitchFamily="49" charset="0"/>
                <a:ea typeface="宋体" pitchFamily="2" charset="-122"/>
              </a:rPr>
              <a:t>读走输入缓冲区中的回车符 *</a:t>
            </a:r>
            <a:r>
              <a:rPr lang="fr-FR" altLang="zh-CN" sz="1600" b="1" dirty="0">
                <a:latin typeface="Courier New" panose="02070409020205090404" pitchFamily="49" charset="0"/>
                <a:ea typeface="宋体" pitchFamily="2" charset="-122"/>
              </a:rPr>
              <a:t>/</a:t>
            </a:r>
            <a:endParaRPr lang="fr-FR" altLang="zh-CN" sz="1600" b="1" dirty="0">
              <a:latin typeface="Courier New" panose="02070409020205090404" pitchFamily="49" charset="0"/>
              <a:ea typeface="宋体" pitchFamily="2" charset="-122"/>
            </a:endParaRPr>
          </a:p>
          <a:p>
            <a:pPr marL="342900" lvl="0" indent="-342900" eaLnBrk="1" hangingPunct="1">
              <a:lnSpc>
                <a:spcPct val="100000"/>
              </a:lnSpc>
              <a:spcBef>
                <a:spcPct val="0"/>
              </a:spcBef>
              <a:buFont typeface="Monotype Sorts"/>
              <a:buNone/>
            </a:pPr>
            <a:r>
              <a:rPr lang="fr-FR" altLang="zh-CN" sz="1600" b="1" dirty="0">
                <a:latin typeface="Courier New" panose="02070409020205090404" pitchFamily="49" charset="0"/>
                <a:ea typeface="宋体" pitchFamily="2" charset="-122"/>
              </a:rPr>
              <a:t>	printf("Input their names:\n");</a:t>
            </a:r>
            <a:endParaRPr lang="fr-FR" altLang="zh-CN" sz="1600" b="1" dirty="0">
              <a:latin typeface="Courier New" panose="02070409020205090404" pitchFamily="49" charset="0"/>
              <a:ea typeface="宋体" pitchFamily="2" charset="-122"/>
            </a:endParaRPr>
          </a:p>
          <a:p>
            <a:pPr marL="342900" lvl="0" indent="-342900" eaLnBrk="1" hangingPunct="1">
              <a:lnSpc>
                <a:spcPct val="100000"/>
              </a:lnSpc>
              <a:spcBef>
                <a:spcPct val="0"/>
              </a:spcBef>
              <a:buFont typeface="Monotype Sorts"/>
              <a:buNone/>
            </a:pPr>
            <a:r>
              <a:rPr lang="fr-FR" altLang="zh-CN" sz="1600" b="1" dirty="0">
                <a:latin typeface="Courier New" panose="02070409020205090404" pitchFamily="49" charset="0"/>
                <a:ea typeface="宋体" pitchFamily="2" charset="-122"/>
              </a:rPr>
              <a:t>	for (i=0; i&lt;n; i++)   </a:t>
            </a:r>
            <a:endParaRPr lang="fr-FR" altLang="zh-CN" sz="1600" b="1" dirty="0">
              <a:latin typeface="Courier New" panose="02070409020205090404" pitchFamily="49" charset="0"/>
              <a:ea typeface="宋体" pitchFamily="2" charset="-122"/>
            </a:endParaRPr>
          </a:p>
          <a:p>
            <a:pPr marL="342900" lvl="0" indent="-342900" eaLnBrk="1" hangingPunct="1">
              <a:lnSpc>
                <a:spcPct val="100000"/>
              </a:lnSpc>
              <a:spcBef>
                <a:spcPct val="0"/>
              </a:spcBef>
              <a:buFont typeface="Monotype Sorts"/>
              <a:buNone/>
            </a:pPr>
            <a:r>
              <a:rPr lang="fr-FR" altLang="zh-CN" sz="1600" b="1" dirty="0">
                <a:latin typeface="Courier New" panose="02070409020205090404" pitchFamily="49" charset="0"/>
                <a:ea typeface="宋体" pitchFamily="2" charset="-122"/>
              </a:rPr>
              <a:t>	{</a:t>
            </a:r>
            <a:endParaRPr lang="fr-FR" altLang="zh-CN" sz="1600" b="1" dirty="0">
              <a:latin typeface="Courier New" panose="02070409020205090404" pitchFamily="49" charset="0"/>
              <a:ea typeface="宋体" pitchFamily="2" charset="-122"/>
            </a:endParaRPr>
          </a:p>
          <a:p>
            <a:pPr marL="342900" lvl="0" indent="-342900" eaLnBrk="1" hangingPunct="1">
              <a:lnSpc>
                <a:spcPct val="100000"/>
              </a:lnSpc>
              <a:spcBef>
                <a:spcPct val="0"/>
              </a:spcBef>
              <a:buFont typeface="Monotype Sorts"/>
              <a:buNone/>
            </a:pPr>
            <a:r>
              <a:rPr lang="fr-FR" altLang="zh-CN" sz="1600" b="1" dirty="0">
                <a:latin typeface="Courier New" panose="02070409020205090404" pitchFamily="49" charset="0"/>
                <a:ea typeface="宋体" pitchFamily="2" charset="-122"/>
              </a:rPr>
              <a:t>		</a:t>
            </a:r>
            <a:r>
              <a:rPr lang="fr-FR" altLang="zh-CN" sz="1600" b="1" dirty="0">
                <a:solidFill>
                  <a:srgbClr val="CC0000"/>
                </a:solidFill>
                <a:latin typeface="Courier New" panose="02070409020205090404" pitchFamily="49" charset="0"/>
                <a:ea typeface="宋体" pitchFamily="2" charset="-122"/>
              </a:rPr>
              <a:t>gets(name[i]);</a:t>
            </a:r>
            <a:r>
              <a:rPr lang="fr-FR" altLang="zh-CN" sz="1600" b="1" dirty="0">
                <a:latin typeface="Courier New" panose="02070409020205090404" pitchFamily="49" charset="0"/>
                <a:ea typeface="宋体" pitchFamily="2" charset="-122"/>
              </a:rPr>
              <a:t>  /* </a:t>
            </a:r>
            <a:r>
              <a:rPr lang="zh-CN" altLang="fr-FR" sz="1600" b="1" dirty="0">
                <a:latin typeface="Courier New" panose="02070409020205090404" pitchFamily="49" charset="0"/>
                <a:ea typeface="宋体" pitchFamily="2" charset="-122"/>
              </a:rPr>
              <a:t>输入</a:t>
            </a:r>
            <a:r>
              <a:rPr lang="fr-FR" altLang="zh-CN" sz="1600" b="1" dirty="0">
                <a:latin typeface="Courier New" panose="02070409020205090404" pitchFamily="49" charset="0"/>
                <a:ea typeface="宋体" pitchFamily="2" charset="-122"/>
              </a:rPr>
              <a:t>n</a:t>
            </a:r>
            <a:r>
              <a:rPr lang="zh-CN" altLang="fr-FR" sz="1600" b="1" dirty="0">
                <a:latin typeface="Courier New" panose="02070409020205090404" pitchFamily="49" charset="0"/>
                <a:ea typeface="宋体" pitchFamily="2" charset="-122"/>
              </a:rPr>
              <a:t>个字符串 *</a:t>
            </a:r>
            <a:r>
              <a:rPr lang="fr-FR" altLang="zh-CN" sz="1600" b="1" dirty="0">
                <a:latin typeface="Courier New" panose="02070409020205090404" pitchFamily="49" charset="0"/>
                <a:ea typeface="宋体" pitchFamily="2" charset="-122"/>
              </a:rPr>
              <a:t>/ </a:t>
            </a:r>
            <a:endParaRPr lang="fr-FR" altLang="zh-CN" sz="1600" b="1" dirty="0">
              <a:latin typeface="Courier New" panose="02070409020205090404" pitchFamily="49" charset="0"/>
              <a:ea typeface="宋体" pitchFamily="2" charset="-122"/>
            </a:endParaRPr>
          </a:p>
          <a:p>
            <a:pPr marL="342900" lvl="0" indent="-342900" eaLnBrk="1" hangingPunct="1">
              <a:lnSpc>
                <a:spcPct val="100000"/>
              </a:lnSpc>
              <a:spcBef>
                <a:spcPct val="0"/>
              </a:spcBef>
              <a:buFont typeface="Monotype Sorts"/>
              <a:buNone/>
            </a:pPr>
            <a:r>
              <a:rPr lang="fr-FR" altLang="zh-CN" sz="1600" b="1" dirty="0">
                <a:latin typeface="Courier New" panose="02070409020205090404" pitchFamily="49" charset="0"/>
                <a:ea typeface="宋体" pitchFamily="2" charset="-122"/>
              </a:rPr>
              <a:t>	}</a:t>
            </a:r>
            <a:endParaRPr lang="fr-FR" altLang="zh-CN" sz="1600" b="1" dirty="0">
              <a:latin typeface="Courier New" panose="02070409020205090404" pitchFamily="49" charset="0"/>
              <a:ea typeface="宋体" pitchFamily="2" charset="-122"/>
            </a:endParaRPr>
          </a:p>
          <a:p>
            <a:pPr marL="342900" lvl="0" indent="-342900" eaLnBrk="1" hangingPunct="1">
              <a:lnSpc>
                <a:spcPct val="100000"/>
              </a:lnSpc>
              <a:spcBef>
                <a:spcPct val="0"/>
              </a:spcBef>
              <a:buFont typeface="Monotype Sorts"/>
              <a:buNone/>
            </a:pPr>
            <a:r>
              <a:rPr lang="fr-FR" altLang="zh-CN" sz="1600" b="1" dirty="0">
                <a:latin typeface="Courier New" panose="02070409020205090404" pitchFamily="49" charset="0"/>
                <a:ea typeface="宋体" pitchFamily="2" charset="-122"/>
              </a:rPr>
              <a:t>	</a:t>
            </a:r>
            <a:r>
              <a:rPr lang="fr-FR" altLang="zh-CN" sz="1600" b="1" dirty="0">
                <a:solidFill>
                  <a:srgbClr val="CC0000"/>
                </a:solidFill>
                <a:latin typeface="Courier New" panose="02070409020205090404" pitchFamily="49" charset="0"/>
                <a:ea typeface="宋体" pitchFamily="2" charset="-122"/>
              </a:rPr>
              <a:t>SortString(name, n);</a:t>
            </a:r>
            <a:r>
              <a:rPr lang="fr-FR" altLang="zh-CN" sz="1600" b="1" dirty="0">
                <a:latin typeface="Courier New" panose="02070409020205090404" pitchFamily="49" charset="0"/>
                <a:ea typeface="宋体" pitchFamily="2" charset="-122"/>
              </a:rPr>
              <a:t> /* </a:t>
            </a:r>
            <a:r>
              <a:rPr lang="zh-CN" altLang="fr-FR" sz="1600" b="1" dirty="0">
                <a:latin typeface="Courier New" panose="02070409020205090404" pitchFamily="49" charset="0"/>
                <a:ea typeface="宋体" pitchFamily="2" charset="-122"/>
              </a:rPr>
              <a:t>字符串按字典顺序排序 *</a:t>
            </a:r>
            <a:r>
              <a:rPr lang="fr-FR" altLang="zh-CN" sz="1600" b="1" dirty="0">
                <a:latin typeface="Courier New" panose="02070409020205090404" pitchFamily="49" charset="0"/>
                <a:ea typeface="宋体" pitchFamily="2" charset="-122"/>
              </a:rPr>
              <a:t>/</a:t>
            </a:r>
            <a:endParaRPr lang="fr-FR" altLang="zh-CN" sz="1600" b="1" dirty="0">
              <a:latin typeface="Courier New" panose="02070409020205090404" pitchFamily="49" charset="0"/>
              <a:ea typeface="宋体" pitchFamily="2" charset="-122"/>
            </a:endParaRPr>
          </a:p>
          <a:p>
            <a:pPr marL="342900" lvl="0" indent="-342900" eaLnBrk="1" hangingPunct="1">
              <a:lnSpc>
                <a:spcPct val="100000"/>
              </a:lnSpc>
              <a:spcBef>
                <a:spcPct val="0"/>
              </a:spcBef>
              <a:buFont typeface="Monotype Sorts"/>
              <a:buNone/>
            </a:pPr>
            <a:r>
              <a:rPr lang="fr-FR" altLang="zh-CN" sz="1600" b="1" dirty="0">
                <a:latin typeface="Courier New" panose="02070409020205090404" pitchFamily="49" charset="0"/>
                <a:ea typeface="宋体" pitchFamily="2" charset="-122"/>
              </a:rPr>
              <a:t>	printf("Sorted results:\n");</a:t>
            </a:r>
            <a:endParaRPr lang="fr-FR" altLang="zh-CN" sz="1600" b="1" dirty="0">
              <a:latin typeface="Courier New" panose="02070409020205090404" pitchFamily="49" charset="0"/>
              <a:ea typeface="宋体" pitchFamily="2" charset="-122"/>
            </a:endParaRPr>
          </a:p>
          <a:p>
            <a:pPr marL="342900" lvl="0" indent="-342900" eaLnBrk="1" hangingPunct="1">
              <a:lnSpc>
                <a:spcPct val="100000"/>
              </a:lnSpc>
              <a:spcBef>
                <a:spcPct val="0"/>
              </a:spcBef>
              <a:buFont typeface="Monotype Sorts"/>
              <a:buNone/>
            </a:pPr>
            <a:r>
              <a:rPr lang="fr-FR" altLang="zh-CN" sz="1600" b="1" dirty="0">
                <a:latin typeface="Courier New" panose="02070409020205090404" pitchFamily="49" charset="0"/>
                <a:ea typeface="宋体" pitchFamily="2" charset="-122"/>
              </a:rPr>
              <a:t>	for (i=0; i&lt;n; i++)                     </a:t>
            </a:r>
            <a:endParaRPr lang="fr-FR" altLang="zh-CN" sz="1600" b="1" dirty="0">
              <a:latin typeface="Courier New" panose="02070409020205090404" pitchFamily="49" charset="0"/>
              <a:ea typeface="宋体" pitchFamily="2" charset="-122"/>
            </a:endParaRPr>
          </a:p>
          <a:p>
            <a:pPr marL="342900" lvl="0" indent="-342900" eaLnBrk="1" hangingPunct="1">
              <a:lnSpc>
                <a:spcPct val="100000"/>
              </a:lnSpc>
              <a:spcBef>
                <a:spcPct val="0"/>
              </a:spcBef>
              <a:buFont typeface="Monotype Sorts"/>
              <a:buNone/>
            </a:pPr>
            <a:r>
              <a:rPr lang="fr-FR" altLang="zh-CN" sz="1600" b="1" dirty="0">
                <a:latin typeface="Courier New" panose="02070409020205090404" pitchFamily="49" charset="0"/>
                <a:ea typeface="宋体" pitchFamily="2" charset="-122"/>
              </a:rPr>
              <a:t>	{</a:t>
            </a:r>
            <a:endParaRPr lang="fr-FR" altLang="zh-CN" sz="1600" b="1" dirty="0">
              <a:latin typeface="Courier New" panose="02070409020205090404" pitchFamily="49" charset="0"/>
              <a:ea typeface="宋体" pitchFamily="2" charset="-122"/>
            </a:endParaRPr>
          </a:p>
          <a:p>
            <a:pPr marL="342900" lvl="0" indent="-342900" eaLnBrk="1" hangingPunct="1">
              <a:lnSpc>
                <a:spcPct val="100000"/>
              </a:lnSpc>
              <a:spcBef>
                <a:spcPct val="0"/>
              </a:spcBef>
              <a:buFont typeface="Monotype Sorts"/>
              <a:buNone/>
            </a:pPr>
            <a:r>
              <a:rPr lang="fr-FR" altLang="zh-CN" sz="1600" b="1" dirty="0">
                <a:latin typeface="Courier New" panose="02070409020205090404" pitchFamily="49" charset="0"/>
                <a:ea typeface="宋体" pitchFamily="2" charset="-122"/>
              </a:rPr>
              <a:t>		</a:t>
            </a:r>
            <a:r>
              <a:rPr lang="fr-FR" altLang="zh-CN" sz="1600" b="1" dirty="0">
                <a:solidFill>
                  <a:srgbClr val="CC0000"/>
                </a:solidFill>
                <a:latin typeface="Courier New" panose="02070409020205090404" pitchFamily="49" charset="0"/>
                <a:ea typeface="宋体" pitchFamily="2" charset="-122"/>
              </a:rPr>
              <a:t>puts(name[i]);</a:t>
            </a:r>
            <a:r>
              <a:rPr lang="fr-FR" altLang="zh-CN" sz="1600" b="1" dirty="0">
                <a:latin typeface="Courier New" panose="02070409020205090404" pitchFamily="49" charset="0"/>
                <a:ea typeface="宋体" pitchFamily="2" charset="-122"/>
              </a:rPr>
              <a:t>  /* </a:t>
            </a:r>
            <a:r>
              <a:rPr lang="zh-CN" altLang="fr-FR" sz="1600" b="1" dirty="0">
                <a:latin typeface="Courier New" panose="02070409020205090404" pitchFamily="49" charset="0"/>
                <a:ea typeface="宋体" pitchFamily="2" charset="-122"/>
              </a:rPr>
              <a:t>输出排序后的</a:t>
            </a:r>
            <a:r>
              <a:rPr lang="fr-FR" altLang="zh-CN" sz="1600" b="1" dirty="0">
                <a:latin typeface="Courier New" panose="02070409020205090404" pitchFamily="49" charset="0"/>
                <a:ea typeface="宋体" pitchFamily="2" charset="-122"/>
              </a:rPr>
              <a:t>n</a:t>
            </a:r>
            <a:r>
              <a:rPr lang="zh-CN" altLang="fr-FR" sz="1600" b="1" dirty="0">
                <a:latin typeface="Courier New" panose="02070409020205090404" pitchFamily="49" charset="0"/>
                <a:ea typeface="宋体" pitchFamily="2" charset="-122"/>
              </a:rPr>
              <a:t>个字符串 *</a:t>
            </a:r>
            <a:r>
              <a:rPr lang="fr-FR" altLang="zh-CN" sz="1600" b="1" dirty="0">
                <a:latin typeface="Courier New" panose="02070409020205090404" pitchFamily="49" charset="0"/>
                <a:ea typeface="宋体" pitchFamily="2" charset="-122"/>
              </a:rPr>
              <a:t>/</a:t>
            </a:r>
            <a:endParaRPr lang="fr-FR" altLang="zh-CN" sz="1600" b="1" dirty="0">
              <a:latin typeface="Courier New" panose="02070409020205090404" pitchFamily="49" charset="0"/>
              <a:ea typeface="宋体" pitchFamily="2" charset="-122"/>
            </a:endParaRPr>
          </a:p>
          <a:p>
            <a:pPr marL="342900" lvl="0" indent="-342900" eaLnBrk="1" hangingPunct="1">
              <a:lnSpc>
                <a:spcPct val="100000"/>
              </a:lnSpc>
              <a:spcBef>
                <a:spcPct val="0"/>
              </a:spcBef>
              <a:buFont typeface="Monotype Sorts"/>
              <a:buNone/>
            </a:pPr>
            <a:r>
              <a:rPr lang="fr-FR" altLang="zh-CN" sz="1600" b="1" dirty="0">
                <a:latin typeface="Courier New" panose="02070409020205090404" pitchFamily="49" charset="0"/>
                <a:ea typeface="宋体" pitchFamily="2" charset="-122"/>
              </a:rPr>
              <a:t>	}</a:t>
            </a:r>
            <a:endParaRPr lang="fr-FR" altLang="zh-CN" sz="1600" b="1" dirty="0">
              <a:latin typeface="Courier New" panose="02070409020205090404" pitchFamily="49" charset="0"/>
              <a:ea typeface="宋体" pitchFamily="2" charset="-122"/>
            </a:endParaRPr>
          </a:p>
          <a:p>
            <a:pPr marL="342900" lvl="0" indent="-342900" eaLnBrk="1" hangingPunct="1">
              <a:lnSpc>
                <a:spcPct val="100000"/>
              </a:lnSpc>
              <a:spcBef>
                <a:spcPct val="0"/>
              </a:spcBef>
              <a:buFont typeface="Monotype Sorts"/>
              <a:buNone/>
            </a:pPr>
            <a:r>
              <a:rPr lang="fr-FR" altLang="zh-CN" sz="1600" b="1" dirty="0">
                <a:latin typeface="Courier New" panose="02070409020205090404" pitchFamily="49" charset="0"/>
                <a:ea typeface="宋体" pitchFamily="2" charset="-122"/>
              </a:rPr>
              <a:t>	return 0;</a:t>
            </a:r>
            <a:endParaRPr lang="fr-FR" altLang="zh-CN" sz="1600" b="1" dirty="0">
              <a:latin typeface="Courier New" panose="02070409020205090404" pitchFamily="49" charset="0"/>
              <a:ea typeface="宋体" pitchFamily="2" charset="-122"/>
            </a:endParaRPr>
          </a:p>
          <a:p>
            <a:pPr marL="342900" lvl="0" indent="-342900" eaLnBrk="1" hangingPunct="1">
              <a:lnSpc>
                <a:spcPct val="100000"/>
              </a:lnSpc>
              <a:spcBef>
                <a:spcPct val="0"/>
              </a:spcBef>
              <a:buFont typeface="Monotype Sorts"/>
              <a:buNone/>
            </a:pPr>
            <a:r>
              <a:rPr lang="fr-FR" altLang="zh-CN" sz="1600" b="1" dirty="0">
                <a:latin typeface="Courier New" panose="02070409020205090404" pitchFamily="49" charset="0"/>
                <a:ea typeface="宋体" pitchFamily="2" charset="-122"/>
              </a:rPr>
              <a:t>}</a:t>
            </a:r>
            <a:endParaRPr lang="zh-CN" altLang="en-US" sz="1600" b="1" dirty="0">
              <a:latin typeface="Courier New" panose="02070409020205090404" pitchFamily="49" charset="0"/>
              <a:ea typeface="宋体" pitchFamily="2" charset="-122"/>
            </a:endParaRPr>
          </a:p>
        </p:txBody>
      </p:sp>
      <p:pic>
        <p:nvPicPr>
          <p:cNvPr id="93187" name="Picture 5"/>
          <p:cNvPicPr>
            <a:picLocks noChangeAspect="1"/>
          </p:cNvPicPr>
          <p:nvPr/>
        </p:nvPicPr>
        <p:blipFill>
          <a:blip r:embed="rId1"/>
          <a:stretch>
            <a:fillRect/>
          </a:stretch>
        </p:blipFill>
        <p:spPr>
          <a:xfrm>
            <a:off x="7815263" y="2727325"/>
            <a:ext cx="2889250" cy="3644900"/>
          </a:xfrm>
          <a:prstGeom prst="rect">
            <a:avLst/>
          </a:prstGeom>
          <a:noFill/>
          <a:ln w="28575" cap="flat" cmpd="sng">
            <a:solidFill>
              <a:srgbClr val="008000"/>
            </a:solidFill>
            <a:prstDash val="solid"/>
            <a:miter/>
            <a:headEnd type="none" w="sm" len="sm"/>
            <a:tailEnd type="none" w="sm" len="sm"/>
          </a:ln>
        </p:spPr>
      </p:pic>
      <p:sp>
        <p:nvSpPr>
          <p:cNvPr id="11" name="Rectangle 59"/>
          <p:cNvSpPr>
            <a:spLocks noChangeArrowheads="1"/>
          </p:cNvSpPr>
          <p:nvPr/>
        </p:nvSpPr>
        <p:spPr bwMode="auto">
          <a:xfrm>
            <a:off x="1587500" y="4379913"/>
            <a:ext cx="2520950" cy="325438"/>
          </a:xfrm>
          <a:prstGeom prst="rect">
            <a:avLst/>
          </a:prstGeom>
          <a:noFill/>
          <a:ln w="28575">
            <a:solidFill>
              <a:srgbClr val="000080"/>
            </a:solidFill>
            <a:miter lim="800000"/>
            <a:headEnd type="none" w="sm" len="sm"/>
            <a:tailEnd type="none" w="sm" len="sm"/>
          </a:ln>
        </p:spPr>
        <p:txBody>
          <a:bodyPr wrap="none" anchor="ct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9" name="Rectangle 3"/>
          <p:cNvSpPr txBox="1">
            <a:spLocks noChangeArrowheads="1"/>
          </p:cNvSpPr>
          <p:nvPr/>
        </p:nvSpPr>
        <p:spPr bwMode="auto">
          <a:xfrm>
            <a:off x="7256463" y="785813"/>
            <a:ext cx="3638550" cy="2857500"/>
          </a:xfrm>
          <a:prstGeom prst="rect">
            <a:avLst/>
          </a:prstGeom>
          <a:noFill/>
          <a:ln w="9525">
            <a:noFill/>
            <a:miter lim="800000"/>
          </a:ln>
          <a:effectLst/>
        </p:spPr>
        <p:txBody>
          <a:bodyPr lIns="92075" tIns="46037" rIns="92075" bIns="46037"/>
          <a:lstStyle>
            <a:lvl1pPr marL="374650" indent="-374650">
              <a:lnSpc>
                <a:spcPct val="120000"/>
              </a:lnSpc>
              <a:buClr>
                <a:schemeClr val="tx2"/>
              </a:buClr>
              <a:buSzPct val="50000"/>
              <a:buFont typeface="Wingdings" panose="05000000000000000000" pitchFamily="2" charset="2"/>
              <a:buChar char="n"/>
              <a:defRPr sz="3200" b="1">
                <a:solidFill>
                  <a:schemeClr val="tx1"/>
                </a:solidFill>
                <a:latin typeface="Franklin Gothic Book" pitchFamily="34" charset="0"/>
              </a:defRPr>
            </a:lvl1pPr>
            <a:lvl2pPr marL="742950" indent="-285750">
              <a:lnSpc>
                <a:spcPct val="120000"/>
              </a:lnSpc>
              <a:buClr>
                <a:schemeClr val="tx2"/>
              </a:buClr>
              <a:buSzPct val="50000"/>
              <a:buFont typeface="Wingdings 2" panose="05020102010507070707" pitchFamily="18" charset="2"/>
              <a:buChar char="Þ"/>
              <a:defRPr sz="2800" b="1">
                <a:solidFill>
                  <a:srgbClr val="333399"/>
                </a:solidFill>
                <a:latin typeface="Times New Roman" panose="02020503050405090304" pitchFamily="18" charset="0"/>
                <a:cs typeface="Times New Roman" panose="02020503050405090304" pitchFamily="18" charset="0"/>
              </a:defRPr>
            </a:lvl2pPr>
            <a:lvl3pPr marL="1143000" indent="-228600">
              <a:lnSpc>
                <a:spcPct val="120000"/>
              </a:lnSpc>
              <a:buClr>
                <a:schemeClr val="tx2"/>
              </a:buClr>
              <a:buSzPct val="50000"/>
              <a:buFont typeface="Wingdings 2" panose="05020102010507070707" pitchFamily="18" charset="2"/>
              <a:buChar char=""/>
              <a:defRPr sz="2400" b="1">
                <a:solidFill>
                  <a:srgbClr val="3333CC"/>
                </a:solidFill>
                <a:latin typeface="Times New Roman" panose="02020503050405090304" pitchFamily="18" charset="0"/>
                <a:cs typeface="Times New Roman" panose="02020503050405090304" pitchFamily="18" charset="0"/>
              </a:defRPr>
            </a:lvl3pPr>
            <a:lvl4pPr marL="1600200" indent="-228600">
              <a:lnSpc>
                <a:spcPct val="120000"/>
              </a:lnSpc>
              <a:buClr>
                <a:schemeClr val="tx2"/>
              </a:buClr>
              <a:buSzPct val="50000"/>
              <a:buFont typeface="Wingdings 2" panose="05020102010507070707" pitchFamily="18" charset="2"/>
              <a:buChar char=""/>
              <a:defRPr sz="2000" b="1">
                <a:solidFill>
                  <a:schemeClr val="tx1"/>
                </a:solidFill>
                <a:latin typeface="Times New Roman" panose="02020503050405090304" pitchFamily="18" charset="0"/>
                <a:cs typeface="Times New Roman" panose="02020503050405090304" pitchFamily="18" charset="0"/>
              </a:defRPr>
            </a:lvl4pPr>
            <a:lvl5pPr marL="2057400" indent="-228600">
              <a:lnSpc>
                <a:spcPct val="120000"/>
              </a:lnSpc>
              <a:buClr>
                <a:schemeClr val="tx2"/>
              </a:buClr>
              <a:buSzPct val="50000"/>
              <a:buFont typeface="Wingdings 2" panose="05020102010507070707" pitchFamily="18" charset="2"/>
              <a:buChar char=""/>
              <a:defRPr sz="2000" b="1">
                <a:solidFill>
                  <a:schemeClr val="tx1"/>
                </a:solidFill>
                <a:latin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ct val="0"/>
              </a:spcBef>
              <a:spcAft>
                <a:spcPct val="0"/>
              </a:spcAft>
              <a:buClr>
                <a:schemeClr val="tx2"/>
              </a:buClr>
              <a:buSzPct val="50000"/>
              <a:buFont typeface="Wingdings 2" panose="05020102010507070707" pitchFamily="18" charset="2"/>
              <a:buChar char=""/>
              <a:defRPr sz="2000" b="1">
                <a:solidFill>
                  <a:schemeClr val="tx1"/>
                </a:solidFill>
                <a:latin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ct val="0"/>
              </a:spcBef>
              <a:spcAft>
                <a:spcPct val="0"/>
              </a:spcAft>
              <a:buClr>
                <a:schemeClr val="tx2"/>
              </a:buClr>
              <a:buSzPct val="50000"/>
              <a:buFont typeface="Wingdings 2" panose="05020102010507070707" pitchFamily="18" charset="2"/>
              <a:buChar char=""/>
              <a:defRPr sz="2000" b="1">
                <a:solidFill>
                  <a:schemeClr val="tx1"/>
                </a:solidFill>
                <a:latin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ct val="0"/>
              </a:spcBef>
              <a:spcAft>
                <a:spcPct val="0"/>
              </a:spcAft>
              <a:buClr>
                <a:schemeClr val="tx2"/>
              </a:buClr>
              <a:buSzPct val="50000"/>
              <a:buFont typeface="Wingdings 2" panose="05020102010507070707" pitchFamily="18" charset="2"/>
              <a:buChar char=""/>
              <a:defRPr sz="2000" b="1">
                <a:solidFill>
                  <a:schemeClr val="tx1"/>
                </a:solidFill>
                <a:latin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ct val="0"/>
              </a:spcBef>
              <a:spcAft>
                <a:spcPct val="0"/>
              </a:spcAft>
              <a:buClr>
                <a:schemeClr val="tx2"/>
              </a:buClr>
              <a:buSzPct val="50000"/>
              <a:buFont typeface="Wingdings 2" panose="05020102010507070707" pitchFamily="18" charset="2"/>
              <a:buChar char=""/>
              <a:defRPr sz="2000" b="1">
                <a:solidFill>
                  <a:schemeClr val="tx1"/>
                </a:solidFill>
                <a:latin typeface="Times New Roman" panose="02020503050405090304" pitchFamily="18" charset="0"/>
                <a:cs typeface="Times New Roman" panose="02020503050405090304" pitchFamily="18" charset="0"/>
              </a:defRPr>
            </a:lvl9pPr>
          </a:lstStyle>
          <a:p>
            <a:pPr marL="374650" marR="0" lvl="0" indent="-374650" algn="l" defTabSz="914400" rtl="0" eaLnBrk="1" fontAlgn="base" latinLnBrk="0" hangingPunct="1">
              <a:lnSpc>
                <a:spcPct val="95000"/>
              </a:lnSpc>
              <a:spcBef>
                <a:spcPct val="20000"/>
              </a:spcBef>
              <a:spcAft>
                <a:spcPts val="590"/>
              </a:spcAft>
              <a:buClr>
                <a:srgbClr val="FFCC66"/>
              </a:buClr>
              <a:buSzPct val="80000"/>
              <a:buFont typeface="Wingdings" panose="05000000000000000000" pitchFamily="2" charset="2"/>
              <a:buNone/>
              <a:defRPr/>
            </a:pPr>
            <a:r>
              <a:rPr kumimoji="0" lang="en-US" altLang="zh-CN" sz="28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Franklin Gothic Book" pitchFamily="34" charset="0"/>
                <a:ea typeface="黑体" panose="02010609060101010101" pitchFamily="49" charset="-122"/>
                <a:cs typeface="+mn-cs"/>
              </a:rPr>
              <a:t>  </a:t>
            </a:r>
            <a:r>
              <a:rPr kumimoji="0" lang="en-US" altLang="zh-CN" sz="2800" b="0" i="0" u="none" strike="noStrike" kern="1200" cap="none" spc="0" normalizeH="0" baseline="0" noProof="0" dirty="0">
                <a:ln>
                  <a:noFill/>
                </a:ln>
                <a:solidFill>
                  <a:schemeClr val="tx1"/>
                </a:solidFill>
                <a:effectLst/>
                <a:uLnTx/>
                <a:uFillTx/>
                <a:latin typeface="Franklin Gothic Book" pitchFamily="34" charset="0"/>
                <a:ea typeface="黑体" panose="02010609060101010101" pitchFamily="49" charset="-122"/>
                <a:cs typeface="+mn-cs"/>
              </a:rPr>
              <a:t>【</a:t>
            </a:r>
            <a:r>
              <a:rPr kumimoji="0" lang="zh-CN" altLang="en-US" sz="2800" b="0" i="0" u="none" strike="noStrike" kern="1200" cap="none" spc="0" normalizeH="0" baseline="0" noProof="0" dirty="0">
                <a:ln>
                  <a:noFill/>
                </a:ln>
                <a:solidFill>
                  <a:schemeClr val="tx1"/>
                </a:solidFill>
                <a:effectLst/>
                <a:uLnTx/>
                <a:uFillTx/>
                <a:latin typeface="Franklin Gothic Book" pitchFamily="34" charset="0"/>
                <a:ea typeface="黑体" panose="02010609060101010101" pitchFamily="49" charset="-122"/>
                <a:cs typeface="+mn-cs"/>
              </a:rPr>
              <a:t>例</a:t>
            </a:r>
            <a:r>
              <a:rPr kumimoji="0" lang="en-US" altLang="zh-CN" sz="2800" b="0" i="0" u="none" strike="noStrike" kern="1200" cap="none" spc="0" normalizeH="0" baseline="0" noProof="0" dirty="0">
                <a:ln>
                  <a:noFill/>
                </a:ln>
                <a:solidFill>
                  <a:schemeClr val="tx1"/>
                </a:solidFill>
                <a:effectLst/>
                <a:uLnTx/>
                <a:uFillTx/>
                <a:latin typeface="Franklin Gothic Book" pitchFamily="34" charset="0"/>
                <a:ea typeface="黑体" panose="02010609060101010101" pitchFamily="49" charset="-122"/>
                <a:cs typeface="+mn-cs"/>
              </a:rPr>
              <a:t>】</a:t>
            </a:r>
            <a:r>
              <a:rPr kumimoji="0" lang="zh-CN" altLang="en-US" sz="2800" b="0" i="0" u="none" strike="noStrike" kern="1200" cap="none" spc="0" normalizeH="0" baseline="0" noProof="0" dirty="0">
                <a:ln>
                  <a:noFill/>
                </a:ln>
                <a:solidFill>
                  <a:schemeClr val="tx1"/>
                </a:solidFill>
                <a:effectLst/>
                <a:uLnTx/>
                <a:uFillTx/>
                <a:latin typeface="Franklin Gothic Book" pitchFamily="34" charset="0"/>
                <a:ea typeface="黑体" panose="02010609060101010101" pitchFamily="49" charset="-122"/>
                <a:cs typeface="+mn-cs"/>
              </a:rPr>
              <a:t>按奥运会参赛国国名在字典中的顺序对其入场次序进行排序</a:t>
            </a:r>
            <a:endParaRPr kumimoji="0" lang="zh-CN" altLang="en-US" sz="2800" b="0" i="0" u="none" strike="noStrike" kern="1200" cap="none" spc="0" normalizeH="0" baseline="0" noProof="0" dirty="0">
              <a:ln>
                <a:noFill/>
              </a:ln>
              <a:solidFill>
                <a:schemeClr val="tx1"/>
              </a:solidFill>
              <a:effectLst/>
              <a:uLnTx/>
              <a:uFillTx/>
              <a:latin typeface="Franklin Gothic Book" pitchFamily="34" charset="0"/>
              <a:ea typeface="黑体" panose="02010609060101010101" pitchFamily="49" charset="-122"/>
              <a:cs typeface="+mn-cs"/>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4210" name="Rectangle 3"/>
          <p:cNvSpPr/>
          <p:nvPr/>
        </p:nvSpPr>
        <p:spPr>
          <a:xfrm>
            <a:off x="2782888" y="1484313"/>
            <a:ext cx="6840537" cy="4940300"/>
          </a:xfrm>
          <a:prstGeom prst="rect">
            <a:avLst/>
          </a:prstGeom>
          <a:solidFill>
            <a:schemeClr val="bg2"/>
          </a:solidFill>
          <a:ln w="28575" cap="flat" cmpd="sng">
            <a:solidFill>
              <a:srgbClr val="008000"/>
            </a:solidFill>
            <a:prstDash val="solid"/>
            <a:miter/>
            <a:headEnd type="none" w="med" len="med"/>
            <a:tailEnd type="none" w="med" len="med"/>
          </a:ln>
        </p:spPr>
        <p:txBody>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342900" lvl="0" indent="-342900" eaLnBrk="1" hangingPunct="1">
              <a:lnSpc>
                <a:spcPct val="100000"/>
              </a:lnSpc>
              <a:spcBef>
                <a:spcPct val="0"/>
              </a:spcBef>
              <a:buFont typeface="Monotype Sorts"/>
              <a:buNone/>
            </a:pPr>
            <a:r>
              <a:rPr lang="fr-FR" altLang="zh-CN" sz="1800" b="1" dirty="0">
                <a:latin typeface="Courier New" panose="02070409020205090404" pitchFamily="49" charset="0"/>
                <a:ea typeface="宋体" pitchFamily="2" charset="-122"/>
              </a:rPr>
              <a:t>void SortString(char str[][MAX_LEN], int n)</a:t>
            </a:r>
            <a:endParaRPr lang="fr-FR" altLang="zh-CN" sz="1800" b="1" dirty="0">
              <a:latin typeface="Courier New" panose="02070409020205090404" pitchFamily="49" charset="0"/>
              <a:ea typeface="宋体" pitchFamily="2" charset="-122"/>
            </a:endParaRPr>
          </a:p>
          <a:p>
            <a:pPr marL="342900" lvl="0" indent="-342900" eaLnBrk="1" hangingPunct="1">
              <a:lnSpc>
                <a:spcPct val="100000"/>
              </a:lnSpc>
              <a:spcBef>
                <a:spcPct val="0"/>
              </a:spcBef>
              <a:buFont typeface="Monotype Sorts"/>
              <a:buNone/>
            </a:pPr>
            <a:r>
              <a:rPr lang="fr-FR" altLang="zh-CN" sz="1800" b="1" dirty="0">
                <a:latin typeface="Courier New" panose="02070409020205090404" pitchFamily="49" charset="0"/>
                <a:ea typeface="宋体" pitchFamily="2" charset="-122"/>
              </a:rPr>
              <a:t>{</a:t>
            </a:r>
            <a:endParaRPr lang="fr-FR" altLang="zh-CN" sz="1800" b="1" dirty="0">
              <a:latin typeface="Courier New" panose="02070409020205090404" pitchFamily="49" charset="0"/>
              <a:ea typeface="宋体" pitchFamily="2" charset="-122"/>
            </a:endParaRPr>
          </a:p>
          <a:p>
            <a:pPr marL="342900" lvl="0" indent="-342900" eaLnBrk="1" hangingPunct="1">
              <a:lnSpc>
                <a:spcPct val="100000"/>
              </a:lnSpc>
              <a:spcBef>
                <a:spcPct val="0"/>
              </a:spcBef>
              <a:buFont typeface="Monotype Sorts"/>
              <a:buNone/>
            </a:pPr>
            <a:r>
              <a:rPr lang="fr-FR" altLang="zh-CN" sz="1800" b="1" dirty="0">
                <a:latin typeface="Courier New" panose="02070409020205090404" pitchFamily="49" charset="0"/>
                <a:ea typeface="宋体" pitchFamily="2" charset="-122"/>
              </a:rPr>
              <a:t>	int   i, j;</a:t>
            </a:r>
            <a:endParaRPr lang="fr-FR" altLang="zh-CN" sz="1800" b="1" dirty="0">
              <a:latin typeface="Courier New" panose="02070409020205090404" pitchFamily="49" charset="0"/>
              <a:ea typeface="宋体" pitchFamily="2" charset="-122"/>
            </a:endParaRPr>
          </a:p>
          <a:p>
            <a:pPr marL="342900" lvl="0" indent="-342900" eaLnBrk="1" hangingPunct="1">
              <a:lnSpc>
                <a:spcPct val="100000"/>
              </a:lnSpc>
              <a:spcBef>
                <a:spcPct val="0"/>
              </a:spcBef>
              <a:buFont typeface="Monotype Sorts"/>
              <a:buNone/>
            </a:pPr>
            <a:r>
              <a:rPr lang="fr-FR" altLang="zh-CN" sz="1800" b="1" dirty="0">
                <a:latin typeface="Courier New" panose="02070409020205090404" pitchFamily="49" charset="0"/>
                <a:ea typeface="宋体" pitchFamily="2" charset="-122"/>
              </a:rPr>
              <a:t>	char  temp[MAX_LEN];</a:t>
            </a:r>
            <a:endParaRPr lang="fr-FR" altLang="zh-CN" sz="1800" b="1" dirty="0">
              <a:latin typeface="Courier New" panose="02070409020205090404" pitchFamily="49" charset="0"/>
              <a:ea typeface="宋体" pitchFamily="2" charset="-122"/>
            </a:endParaRPr>
          </a:p>
          <a:p>
            <a:pPr marL="342900" lvl="0" indent="-342900" eaLnBrk="1" hangingPunct="1">
              <a:lnSpc>
                <a:spcPct val="100000"/>
              </a:lnSpc>
              <a:spcBef>
                <a:spcPct val="0"/>
              </a:spcBef>
              <a:buFont typeface="Monotype Sorts"/>
              <a:buNone/>
            </a:pPr>
            <a:r>
              <a:rPr lang="fr-FR" altLang="zh-CN" sz="1800" b="1" dirty="0">
                <a:latin typeface="Courier New" panose="02070409020205090404" pitchFamily="49" charset="0"/>
                <a:ea typeface="宋体" pitchFamily="2" charset="-122"/>
              </a:rPr>
              <a:t>	for (i=0; i&lt;n-1; i++)         			</a:t>
            </a:r>
            <a:endParaRPr lang="fr-FR" altLang="zh-CN" sz="1800" b="1" dirty="0">
              <a:latin typeface="Courier New" panose="02070409020205090404" pitchFamily="49" charset="0"/>
              <a:ea typeface="宋体" pitchFamily="2" charset="-122"/>
            </a:endParaRPr>
          </a:p>
          <a:p>
            <a:pPr marL="342900" lvl="0" indent="-342900" eaLnBrk="1" hangingPunct="1">
              <a:lnSpc>
                <a:spcPct val="100000"/>
              </a:lnSpc>
              <a:spcBef>
                <a:spcPct val="0"/>
              </a:spcBef>
              <a:buFont typeface="Monotype Sorts"/>
              <a:buNone/>
            </a:pPr>
            <a:r>
              <a:rPr lang="fr-FR" altLang="zh-CN" sz="1800" b="1" dirty="0">
                <a:latin typeface="Courier New" panose="02070409020205090404" pitchFamily="49" charset="0"/>
                <a:ea typeface="宋体" pitchFamily="2" charset="-122"/>
              </a:rPr>
              <a:t>	{</a:t>
            </a:r>
            <a:endParaRPr lang="fr-FR" altLang="zh-CN" sz="1800" b="1" dirty="0">
              <a:latin typeface="Courier New" panose="02070409020205090404" pitchFamily="49" charset="0"/>
              <a:ea typeface="宋体" pitchFamily="2" charset="-122"/>
            </a:endParaRPr>
          </a:p>
          <a:p>
            <a:pPr marL="342900" lvl="0" indent="-342900" eaLnBrk="1" hangingPunct="1">
              <a:lnSpc>
                <a:spcPct val="100000"/>
              </a:lnSpc>
              <a:spcBef>
                <a:spcPct val="0"/>
              </a:spcBef>
              <a:buFont typeface="Monotype Sorts"/>
              <a:buNone/>
            </a:pPr>
            <a:r>
              <a:rPr lang="fr-FR" altLang="zh-CN" sz="1800" b="1" dirty="0">
                <a:latin typeface="Courier New" panose="02070409020205090404" pitchFamily="49" charset="0"/>
                <a:ea typeface="宋体" pitchFamily="2" charset="-122"/>
              </a:rPr>
              <a:t>		for (j=i+1; j&lt;n; j++)</a:t>
            </a:r>
            <a:endParaRPr lang="fr-FR" altLang="zh-CN" sz="1800" b="1" dirty="0">
              <a:latin typeface="Courier New" panose="02070409020205090404" pitchFamily="49" charset="0"/>
              <a:ea typeface="宋体" pitchFamily="2" charset="-122"/>
            </a:endParaRPr>
          </a:p>
          <a:p>
            <a:pPr marL="342900" lvl="0" indent="-342900" eaLnBrk="1" hangingPunct="1">
              <a:lnSpc>
                <a:spcPct val="100000"/>
              </a:lnSpc>
              <a:spcBef>
                <a:spcPct val="0"/>
              </a:spcBef>
              <a:buFont typeface="Monotype Sorts"/>
              <a:buNone/>
            </a:pPr>
            <a:r>
              <a:rPr lang="fr-FR" altLang="zh-CN" sz="1800" b="1" dirty="0">
                <a:latin typeface="Courier New" panose="02070409020205090404" pitchFamily="49" charset="0"/>
                <a:ea typeface="宋体" pitchFamily="2" charset="-122"/>
              </a:rPr>
              <a:t>		{</a:t>
            </a:r>
            <a:endParaRPr lang="fr-FR" altLang="zh-CN" sz="1800" b="1" dirty="0">
              <a:latin typeface="Courier New" panose="02070409020205090404" pitchFamily="49" charset="0"/>
              <a:ea typeface="宋体" pitchFamily="2" charset="-122"/>
            </a:endParaRPr>
          </a:p>
          <a:p>
            <a:pPr marL="342900" lvl="0" indent="-342900" eaLnBrk="1" hangingPunct="1">
              <a:lnSpc>
                <a:spcPct val="100000"/>
              </a:lnSpc>
              <a:spcBef>
                <a:spcPct val="0"/>
              </a:spcBef>
              <a:buFont typeface="Monotype Sorts"/>
              <a:buNone/>
            </a:pPr>
            <a:r>
              <a:rPr lang="fr-FR" altLang="zh-CN" sz="1800" b="1" dirty="0">
                <a:latin typeface="Courier New" panose="02070409020205090404" pitchFamily="49" charset="0"/>
                <a:ea typeface="宋体" pitchFamily="2" charset="-122"/>
              </a:rPr>
              <a:t>			if (</a:t>
            </a:r>
            <a:r>
              <a:rPr lang="fr-FR" altLang="zh-CN" sz="1800" b="1" dirty="0">
                <a:solidFill>
                  <a:srgbClr val="CC0000"/>
                </a:solidFill>
                <a:latin typeface="Courier New" panose="02070409020205090404" pitchFamily="49" charset="0"/>
                <a:ea typeface="宋体" pitchFamily="2" charset="-122"/>
              </a:rPr>
              <a:t>strcmp</a:t>
            </a:r>
            <a:r>
              <a:rPr lang="fr-FR" altLang="zh-CN" sz="1800" b="1" dirty="0">
                <a:latin typeface="Courier New" panose="02070409020205090404" pitchFamily="49" charset="0"/>
                <a:ea typeface="宋体" pitchFamily="2" charset="-122"/>
              </a:rPr>
              <a:t>(str[j], str[i]) &lt; 0)     </a:t>
            </a:r>
            <a:endParaRPr lang="fr-FR" altLang="zh-CN" sz="1800" b="1" dirty="0">
              <a:latin typeface="Courier New" panose="02070409020205090404" pitchFamily="49" charset="0"/>
              <a:ea typeface="宋体" pitchFamily="2" charset="-122"/>
            </a:endParaRPr>
          </a:p>
          <a:p>
            <a:pPr marL="342900" lvl="0" indent="-342900" eaLnBrk="1" hangingPunct="1">
              <a:lnSpc>
                <a:spcPct val="100000"/>
              </a:lnSpc>
              <a:spcBef>
                <a:spcPct val="0"/>
              </a:spcBef>
              <a:buFont typeface="Monotype Sorts"/>
              <a:buNone/>
            </a:pPr>
            <a:r>
              <a:rPr lang="fr-FR" altLang="zh-CN" sz="1800" b="1" dirty="0">
                <a:latin typeface="Courier New" panose="02070409020205090404" pitchFamily="49" charset="0"/>
                <a:ea typeface="宋体" pitchFamily="2" charset="-122"/>
              </a:rPr>
              <a:t>			{ </a:t>
            </a:r>
            <a:endParaRPr lang="fr-FR" altLang="zh-CN" sz="1800" b="1" dirty="0">
              <a:latin typeface="Courier New" panose="02070409020205090404" pitchFamily="49" charset="0"/>
              <a:ea typeface="宋体" pitchFamily="2" charset="-122"/>
            </a:endParaRPr>
          </a:p>
          <a:p>
            <a:pPr marL="342900" lvl="0" indent="-342900" eaLnBrk="1" hangingPunct="1">
              <a:lnSpc>
                <a:spcPct val="100000"/>
              </a:lnSpc>
              <a:spcBef>
                <a:spcPct val="0"/>
              </a:spcBef>
              <a:buFont typeface="Monotype Sorts"/>
              <a:buNone/>
            </a:pPr>
            <a:r>
              <a:rPr lang="fr-FR" altLang="zh-CN" sz="1800" b="1" dirty="0">
                <a:latin typeface="Courier New" panose="02070409020205090404" pitchFamily="49" charset="0"/>
                <a:ea typeface="宋体" pitchFamily="2" charset="-122"/>
              </a:rPr>
              <a:t>				</a:t>
            </a:r>
            <a:r>
              <a:rPr lang="fr-FR" altLang="zh-CN" sz="1800" b="1" dirty="0">
                <a:solidFill>
                  <a:srgbClr val="CC0000"/>
                </a:solidFill>
                <a:latin typeface="Courier New" panose="02070409020205090404" pitchFamily="49" charset="0"/>
                <a:ea typeface="宋体" pitchFamily="2" charset="-122"/>
              </a:rPr>
              <a:t>strcpy</a:t>
            </a:r>
            <a:r>
              <a:rPr lang="fr-FR" altLang="zh-CN" sz="1800" b="1" dirty="0">
                <a:latin typeface="Courier New" panose="02070409020205090404" pitchFamily="49" charset="0"/>
                <a:ea typeface="宋体" pitchFamily="2" charset="-122"/>
              </a:rPr>
              <a:t>(temp,str[i]);        </a:t>
            </a:r>
            <a:endParaRPr lang="fr-FR" altLang="zh-CN" sz="1800" b="1" dirty="0">
              <a:latin typeface="Courier New" panose="02070409020205090404" pitchFamily="49" charset="0"/>
              <a:ea typeface="宋体" pitchFamily="2" charset="-122"/>
            </a:endParaRPr>
          </a:p>
          <a:p>
            <a:pPr marL="342900" lvl="0" indent="-342900" eaLnBrk="1" hangingPunct="1">
              <a:lnSpc>
                <a:spcPct val="100000"/>
              </a:lnSpc>
              <a:spcBef>
                <a:spcPct val="0"/>
              </a:spcBef>
              <a:buFont typeface="Monotype Sorts"/>
              <a:buNone/>
            </a:pPr>
            <a:r>
              <a:rPr lang="fr-FR" altLang="zh-CN" sz="1800" b="1" dirty="0">
                <a:latin typeface="Courier New" panose="02070409020205090404" pitchFamily="49" charset="0"/>
                <a:ea typeface="宋体" pitchFamily="2" charset="-122"/>
              </a:rPr>
              <a:t>				</a:t>
            </a:r>
            <a:r>
              <a:rPr lang="fr-FR" altLang="zh-CN" sz="1800" b="1" dirty="0">
                <a:solidFill>
                  <a:srgbClr val="CC0000"/>
                </a:solidFill>
                <a:latin typeface="Courier New" panose="02070409020205090404" pitchFamily="49" charset="0"/>
                <a:ea typeface="宋体" pitchFamily="2" charset="-122"/>
              </a:rPr>
              <a:t>strcpy</a:t>
            </a:r>
            <a:r>
              <a:rPr lang="fr-FR" altLang="zh-CN" sz="1800" b="1" dirty="0">
                <a:latin typeface="Courier New" panose="02070409020205090404" pitchFamily="49" charset="0"/>
                <a:ea typeface="宋体" pitchFamily="2" charset="-122"/>
              </a:rPr>
              <a:t>(str[i],str[j]);</a:t>
            </a:r>
            <a:endParaRPr lang="fr-FR" altLang="zh-CN" sz="1800" b="1" dirty="0">
              <a:latin typeface="Courier New" panose="02070409020205090404" pitchFamily="49" charset="0"/>
              <a:ea typeface="宋体" pitchFamily="2" charset="-122"/>
            </a:endParaRPr>
          </a:p>
          <a:p>
            <a:pPr marL="342900" lvl="0" indent="-342900" eaLnBrk="1" hangingPunct="1">
              <a:lnSpc>
                <a:spcPct val="100000"/>
              </a:lnSpc>
              <a:spcBef>
                <a:spcPct val="0"/>
              </a:spcBef>
              <a:buFont typeface="Monotype Sorts"/>
              <a:buNone/>
            </a:pPr>
            <a:r>
              <a:rPr lang="fr-FR" altLang="zh-CN" sz="1800" b="1" dirty="0">
                <a:latin typeface="Courier New" panose="02070409020205090404" pitchFamily="49" charset="0"/>
                <a:ea typeface="宋体" pitchFamily="2" charset="-122"/>
              </a:rPr>
              <a:t>				</a:t>
            </a:r>
            <a:r>
              <a:rPr lang="fr-FR" altLang="zh-CN" sz="1800" b="1" dirty="0">
                <a:solidFill>
                  <a:srgbClr val="CC0000"/>
                </a:solidFill>
                <a:latin typeface="Courier New" panose="02070409020205090404" pitchFamily="49" charset="0"/>
                <a:ea typeface="宋体" pitchFamily="2" charset="-122"/>
              </a:rPr>
              <a:t>strcpy</a:t>
            </a:r>
            <a:r>
              <a:rPr lang="fr-FR" altLang="zh-CN" sz="1800" b="1" dirty="0">
                <a:latin typeface="Courier New" panose="02070409020205090404" pitchFamily="49" charset="0"/>
                <a:ea typeface="宋体" pitchFamily="2" charset="-122"/>
              </a:rPr>
              <a:t>(str[j],temp);</a:t>
            </a:r>
            <a:endParaRPr lang="fr-FR" altLang="zh-CN" sz="1800" b="1" dirty="0">
              <a:latin typeface="Courier New" panose="02070409020205090404" pitchFamily="49" charset="0"/>
              <a:ea typeface="宋体" pitchFamily="2" charset="-122"/>
            </a:endParaRPr>
          </a:p>
          <a:p>
            <a:pPr marL="342900" lvl="0" indent="-342900" eaLnBrk="1" hangingPunct="1">
              <a:lnSpc>
                <a:spcPct val="100000"/>
              </a:lnSpc>
              <a:spcBef>
                <a:spcPct val="0"/>
              </a:spcBef>
              <a:buFont typeface="Monotype Sorts"/>
              <a:buNone/>
            </a:pPr>
            <a:r>
              <a:rPr lang="fr-FR" altLang="zh-CN" sz="1800" b="1" dirty="0">
                <a:latin typeface="Courier New" panose="02070409020205090404" pitchFamily="49" charset="0"/>
                <a:ea typeface="宋体" pitchFamily="2" charset="-122"/>
              </a:rPr>
              <a:t>			}  </a:t>
            </a:r>
            <a:endParaRPr lang="fr-FR" altLang="zh-CN" sz="1800" b="1" dirty="0">
              <a:latin typeface="Courier New" panose="02070409020205090404" pitchFamily="49" charset="0"/>
              <a:ea typeface="宋体" pitchFamily="2" charset="-122"/>
            </a:endParaRPr>
          </a:p>
          <a:p>
            <a:pPr marL="342900" lvl="0" indent="-342900" eaLnBrk="1" hangingPunct="1">
              <a:lnSpc>
                <a:spcPct val="100000"/>
              </a:lnSpc>
              <a:spcBef>
                <a:spcPct val="0"/>
              </a:spcBef>
              <a:buFont typeface="Monotype Sorts"/>
              <a:buNone/>
            </a:pPr>
            <a:r>
              <a:rPr lang="fr-FR" altLang="zh-CN" sz="1800" b="1" dirty="0">
                <a:latin typeface="Courier New" panose="02070409020205090404" pitchFamily="49" charset="0"/>
                <a:ea typeface="宋体" pitchFamily="2" charset="-122"/>
              </a:rPr>
              <a:t>		}    </a:t>
            </a:r>
            <a:endParaRPr lang="fr-FR" altLang="zh-CN" sz="1800" b="1" dirty="0">
              <a:latin typeface="Courier New" panose="02070409020205090404" pitchFamily="49" charset="0"/>
              <a:ea typeface="宋体" pitchFamily="2" charset="-122"/>
            </a:endParaRPr>
          </a:p>
          <a:p>
            <a:pPr marL="342900" lvl="0" indent="-342900" eaLnBrk="1" hangingPunct="1">
              <a:lnSpc>
                <a:spcPct val="100000"/>
              </a:lnSpc>
              <a:spcBef>
                <a:spcPct val="0"/>
              </a:spcBef>
              <a:buFont typeface="Monotype Sorts"/>
              <a:buNone/>
            </a:pPr>
            <a:r>
              <a:rPr lang="fr-FR" altLang="zh-CN" sz="1800" b="1" dirty="0">
                <a:latin typeface="Courier New" panose="02070409020205090404" pitchFamily="49" charset="0"/>
                <a:ea typeface="宋体" pitchFamily="2" charset="-122"/>
              </a:rPr>
              <a:t>	}  </a:t>
            </a:r>
            <a:endParaRPr lang="fr-FR" altLang="zh-CN" sz="1800" b="1" dirty="0">
              <a:latin typeface="Courier New" panose="02070409020205090404" pitchFamily="49" charset="0"/>
              <a:ea typeface="宋体" pitchFamily="2" charset="-122"/>
            </a:endParaRPr>
          </a:p>
          <a:p>
            <a:pPr marL="342900" lvl="0" indent="-342900" eaLnBrk="1" hangingPunct="1">
              <a:lnSpc>
                <a:spcPct val="100000"/>
              </a:lnSpc>
              <a:spcBef>
                <a:spcPct val="0"/>
              </a:spcBef>
              <a:buFont typeface="Monotype Sorts"/>
              <a:buNone/>
            </a:pPr>
            <a:r>
              <a:rPr lang="fr-FR" altLang="zh-CN" sz="1800" b="1" dirty="0">
                <a:latin typeface="Courier New" panose="02070409020205090404" pitchFamily="49" charset="0"/>
                <a:ea typeface="宋体" pitchFamily="2" charset="-122"/>
              </a:rPr>
              <a:t>}</a:t>
            </a:r>
            <a:endParaRPr lang="zh-CN" altLang="en-US" sz="1800" b="1" dirty="0">
              <a:latin typeface="Courier New" panose="02070409020205090404" pitchFamily="49" charset="0"/>
              <a:ea typeface="宋体" pitchFamily="2" charset="-122"/>
            </a:endParaRPr>
          </a:p>
        </p:txBody>
      </p:sp>
      <p:sp>
        <p:nvSpPr>
          <p:cNvPr id="11" name="Rectangle 59"/>
          <p:cNvSpPr>
            <a:spLocks noChangeArrowheads="1"/>
          </p:cNvSpPr>
          <p:nvPr/>
        </p:nvSpPr>
        <p:spPr bwMode="auto">
          <a:xfrm>
            <a:off x="5375275" y="4243388"/>
            <a:ext cx="3481388" cy="928688"/>
          </a:xfrm>
          <a:prstGeom prst="rect">
            <a:avLst/>
          </a:prstGeom>
          <a:noFill/>
          <a:ln w="28575">
            <a:solidFill>
              <a:srgbClr val="FF0000"/>
            </a:solidFill>
            <a:miter lim="800000"/>
            <a:headEnd type="none" w="sm" len="sm"/>
            <a:tailEnd type="none" w="sm" len="sm"/>
          </a:ln>
        </p:spPr>
        <p:txBody>
          <a:bodyPr wrap="none" anchor="ct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2" name="Rectangle 59"/>
          <p:cNvSpPr>
            <a:spLocks noChangeArrowheads="1"/>
          </p:cNvSpPr>
          <p:nvPr/>
        </p:nvSpPr>
        <p:spPr bwMode="auto">
          <a:xfrm>
            <a:off x="4654550" y="3644900"/>
            <a:ext cx="4465638" cy="431800"/>
          </a:xfrm>
          <a:prstGeom prst="rect">
            <a:avLst/>
          </a:prstGeom>
          <a:noFill/>
          <a:ln w="28575">
            <a:solidFill>
              <a:srgbClr val="FF0000"/>
            </a:solidFill>
            <a:miter lim="800000"/>
            <a:headEnd type="none" w="sm" len="sm"/>
            <a:tailEnd type="none" w="sm" len="sm"/>
          </a:ln>
        </p:spPr>
        <p:txBody>
          <a:bodyPr wrap="none" anchor="ct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8" name="Rectangle 3"/>
          <p:cNvSpPr txBox="1">
            <a:spLocks noChangeArrowheads="1"/>
          </p:cNvSpPr>
          <p:nvPr/>
        </p:nvSpPr>
        <p:spPr bwMode="auto">
          <a:xfrm>
            <a:off x="1416050" y="476250"/>
            <a:ext cx="9342438" cy="1143000"/>
          </a:xfrm>
          <a:prstGeom prst="rect">
            <a:avLst/>
          </a:prstGeom>
          <a:noFill/>
          <a:ln w="9525">
            <a:noFill/>
            <a:miter lim="800000"/>
          </a:ln>
          <a:effectLst/>
        </p:spPr>
        <p:txBody>
          <a:bodyPr lIns="92075" tIns="46037" rIns="92075" bIns="46037"/>
          <a:lstStyle>
            <a:lvl1pPr marL="374650" indent="-374650">
              <a:lnSpc>
                <a:spcPct val="120000"/>
              </a:lnSpc>
              <a:buClr>
                <a:schemeClr val="tx2"/>
              </a:buClr>
              <a:buSzPct val="50000"/>
              <a:buFont typeface="Wingdings" panose="05000000000000000000" pitchFamily="2" charset="2"/>
              <a:buChar char="n"/>
              <a:defRPr sz="3200" b="1">
                <a:solidFill>
                  <a:schemeClr val="tx1"/>
                </a:solidFill>
                <a:latin typeface="Franklin Gothic Book" pitchFamily="34" charset="0"/>
              </a:defRPr>
            </a:lvl1pPr>
            <a:lvl2pPr marL="742950" indent="-285750">
              <a:lnSpc>
                <a:spcPct val="120000"/>
              </a:lnSpc>
              <a:buClr>
                <a:schemeClr val="tx2"/>
              </a:buClr>
              <a:buSzPct val="50000"/>
              <a:buFont typeface="Wingdings 2" panose="05020102010507070707" pitchFamily="18" charset="2"/>
              <a:buChar char="Þ"/>
              <a:defRPr sz="2800" b="1">
                <a:solidFill>
                  <a:srgbClr val="333399"/>
                </a:solidFill>
                <a:latin typeface="Times New Roman" panose="02020503050405090304" pitchFamily="18" charset="0"/>
                <a:cs typeface="Times New Roman" panose="02020503050405090304" pitchFamily="18" charset="0"/>
              </a:defRPr>
            </a:lvl2pPr>
            <a:lvl3pPr marL="1143000" indent="-228600">
              <a:lnSpc>
                <a:spcPct val="120000"/>
              </a:lnSpc>
              <a:buClr>
                <a:schemeClr val="tx2"/>
              </a:buClr>
              <a:buSzPct val="50000"/>
              <a:buFont typeface="Wingdings 2" panose="05020102010507070707" pitchFamily="18" charset="2"/>
              <a:buChar char=""/>
              <a:defRPr sz="2400" b="1">
                <a:solidFill>
                  <a:srgbClr val="3333CC"/>
                </a:solidFill>
                <a:latin typeface="Times New Roman" panose="02020503050405090304" pitchFamily="18" charset="0"/>
                <a:cs typeface="Times New Roman" panose="02020503050405090304" pitchFamily="18" charset="0"/>
              </a:defRPr>
            </a:lvl3pPr>
            <a:lvl4pPr marL="1600200" indent="-228600">
              <a:lnSpc>
                <a:spcPct val="120000"/>
              </a:lnSpc>
              <a:buClr>
                <a:schemeClr val="tx2"/>
              </a:buClr>
              <a:buSzPct val="50000"/>
              <a:buFont typeface="Wingdings 2" panose="05020102010507070707" pitchFamily="18" charset="2"/>
              <a:buChar char=""/>
              <a:defRPr sz="2000" b="1">
                <a:solidFill>
                  <a:schemeClr val="tx1"/>
                </a:solidFill>
                <a:latin typeface="Times New Roman" panose="02020503050405090304" pitchFamily="18" charset="0"/>
                <a:cs typeface="Times New Roman" panose="02020503050405090304" pitchFamily="18" charset="0"/>
              </a:defRPr>
            </a:lvl4pPr>
            <a:lvl5pPr marL="2057400" indent="-228600">
              <a:lnSpc>
                <a:spcPct val="120000"/>
              </a:lnSpc>
              <a:buClr>
                <a:schemeClr val="tx2"/>
              </a:buClr>
              <a:buSzPct val="50000"/>
              <a:buFont typeface="Wingdings 2" panose="05020102010507070707" pitchFamily="18" charset="2"/>
              <a:buChar char=""/>
              <a:defRPr sz="2000" b="1">
                <a:solidFill>
                  <a:schemeClr val="tx1"/>
                </a:solidFill>
                <a:latin typeface="Times New Roman" panose="02020503050405090304" pitchFamily="18" charset="0"/>
                <a:cs typeface="Times New Roman" panose="02020503050405090304" pitchFamily="18" charset="0"/>
              </a:defRPr>
            </a:lvl5pPr>
            <a:lvl6pPr marL="2514600" indent="-228600" eaLnBrk="0" fontAlgn="base" hangingPunct="0">
              <a:lnSpc>
                <a:spcPct val="120000"/>
              </a:lnSpc>
              <a:spcBef>
                <a:spcPct val="0"/>
              </a:spcBef>
              <a:spcAft>
                <a:spcPct val="0"/>
              </a:spcAft>
              <a:buClr>
                <a:schemeClr val="tx2"/>
              </a:buClr>
              <a:buSzPct val="50000"/>
              <a:buFont typeface="Wingdings 2" panose="05020102010507070707" pitchFamily="18" charset="2"/>
              <a:buChar char=""/>
              <a:defRPr sz="2000" b="1">
                <a:solidFill>
                  <a:schemeClr val="tx1"/>
                </a:solidFill>
                <a:latin typeface="Times New Roman" panose="02020503050405090304" pitchFamily="18" charset="0"/>
                <a:cs typeface="Times New Roman" panose="02020503050405090304" pitchFamily="18" charset="0"/>
              </a:defRPr>
            </a:lvl6pPr>
            <a:lvl7pPr marL="2971800" indent="-228600" eaLnBrk="0" fontAlgn="base" hangingPunct="0">
              <a:lnSpc>
                <a:spcPct val="120000"/>
              </a:lnSpc>
              <a:spcBef>
                <a:spcPct val="0"/>
              </a:spcBef>
              <a:spcAft>
                <a:spcPct val="0"/>
              </a:spcAft>
              <a:buClr>
                <a:schemeClr val="tx2"/>
              </a:buClr>
              <a:buSzPct val="50000"/>
              <a:buFont typeface="Wingdings 2" panose="05020102010507070707" pitchFamily="18" charset="2"/>
              <a:buChar char=""/>
              <a:defRPr sz="2000" b="1">
                <a:solidFill>
                  <a:schemeClr val="tx1"/>
                </a:solidFill>
                <a:latin typeface="Times New Roman" panose="02020503050405090304" pitchFamily="18" charset="0"/>
                <a:cs typeface="Times New Roman" panose="02020503050405090304" pitchFamily="18" charset="0"/>
              </a:defRPr>
            </a:lvl7pPr>
            <a:lvl8pPr marL="3429000" indent="-228600" eaLnBrk="0" fontAlgn="base" hangingPunct="0">
              <a:lnSpc>
                <a:spcPct val="120000"/>
              </a:lnSpc>
              <a:spcBef>
                <a:spcPct val="0"/>
              </a:spcBef>
              <a:spcAft>
                <a:spcPct val="0"/>
              </a:spcAft>
              <a:buClr>
                <a:schemeClr val="tx2"/>
              </a:buClr>
              <a:buSzPct val="50000"/>
              <a:buFont typeface="Wingdings 2" panose="05020102010507070707" pitchFamily="18" charset="2"/>
              <a:buChar char=""/>
              <a:defRPr sz="2000" b="1">
                <a:solidFill>
                  <a:schemeClr val="tx1"/>
                </a:solidFill>
                <a:latin typeface="Times New Roman" panose="02020503050405090304" pitchFamily="18" charset="0"/>
                <a:cs typeface="Times New Roman" panose="02020503050405090304" pitchFamily="18" charset="0"/>
              </a:defRPr>
            </a:lvl8pPr>
            <a:lvl9pPr marL="3886200" indent="-228600" eaLnBrk="0" fontAlgn="base" hangingPunct="0">
              <a:lnSpc>
                <a:spcPct val="120000"/>
              </a:lnSpc>
              <a:spcBef>
                <a:spcPct val="0"/>
              </a:spcBef>
              <a:spcAft>
                <a:spcPct val="0"/>
              </a:spcAft>
              <a:buClr>
                <a:schemeClr val="tx2"/>
              </a:buClr>
              <a:buSzPct val="50000"/>
              <a:buFont typeface="Wingdings 2" panose="05020102010507070707" pitchFamily="18" charset="2"/>
              <a:buChar char=""/>
              <a:defRPr sz="2000" b="1">
                <a:solidFill>
                  <a:schemeClr val="tx1"/>
                </a:solidFill>
                <a:latin typeface="Times New Roman" panose="02020503050405090304" pitchFamily="18" charset="0"/>
                <a:cs typeface="Times New Roman" panose="02020503050405090304" pitchFamily="18" charset="0"/>
              </a:defRPr>
            </a:lvl9pPr>
          </a:lstStyle>
          <a:p>
            <a:pPr marL="374650" marR="0" lvl="0" indent="-374650" algn="l" defTabSz="914400" rtl="0" eaLnBrk="1" fontAlgn="base" latinLnBrk="0" hangingPunct="1">
              <a:lnSpc>
                <a:spcPct val="95000"/>
              </a:lnSpc>
              <a:spcBef>
                <a:spcPct val="20000"/>
              </a:spcBef>
              <a:spcAft>
                <a:spcPts val="590"/>
              </a:spcAft>
              <a:buClr>
                <a:srgbClr val="FFCC66"/>
              </a:buClr>
              <a:buSzPct val="80000"/>
              <a:buFont typeface="Wingdings" panose="05000000000000000000" pitchFamily="2" charset="2"/>
              <a:buNone/>
              <a:defRPr/>
            </a:pPr>
            <a:r>
              <a:rPr kumimoji="0" lang="en-US" altLang="zh-CN" sz="28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Franklin Gothic Book" pitchFamily="34" charset="0"/>
                <a:ea typeface="黑体" panose="02010609060101010101" pitchFamily="49" charset="-122"/>
                <a:cs typeface="+mn-cs"/>
              </a:rPr>
              <a:t>  </a:t>
            </a:r>
            <a:r>
              <a:rPr kumimoji="0" lang="en-US" altLang="zh-CN" sz="2800" b="0" i="0" u="none" strike="noStrike" kern="1200" cap="none" spc="0" normalizeH="0" baseline="0" noProof="0" dirty="0">
                <a:ln>
                  <a:noFill/>
                </a:ln>
                <a:solidFill>
                  <a:schemeClr val="tx1"/>
                </a:solidFill>
                <a:effectLst/>
                <a:uLnTx/>
                <a:uFillTx/>
                <a:latin typeface="Franklin Gothic Book" pitchFamily="34" charset="0"/>
                <a:ea typeface="黑体" panose="02010609060101010101" pitchFamily="49" charset="-122"/>
                <a:cs typeface="+mn-cs"/>
              </a:rPr>
              <a:t>【</a:t>
            </a:r>
            <a:r>
              <a:rPr kumimoji="0" lang="zh-CN" altLang="en-US" sz="2800" b="0" i="0" u="none" strike="noStrike" kern="1200" cap="none" spc="0" normalizeH="0" baseline="0" noProof="0" dirty="0">
                <a:ln>
                  <a:noFill/>
                </a:ln>
                <a:solidFill>
                  <a:schemeClr val="tx1"/>
                </a:solidFill>
                <a:effectLst/>
                <a:uLnTx/>
                <a:uFillTx/>
                <a:latin typeface="Franklin Gothic Book" pitchFamily="34" charset="0"/>
                <a:ea typeface="黑体" panose="02010609060101010101" pitchFamily="49" charset="-122"/>
                <a:cs typeface="+mn-cs"/>
              </a:rPr>
              <a:t>例</a:t>
            </a:r>
            <a:r>
              <a:rPr kumimoji="0" lang="en-US" altLang="zh-CN" sz="2800" b="0" i="0" u="none" strike="noStrike" kern="1200" cap="none" spc="0" normalizeH="0" baseline="0" noProof="0" dirty="0">
                <a:ln>
                  <a:noFill/>
                </a:ln>
                <a:solidFill>
                  <a:schemeClr val="tx1"/>
                </a:solidFill>
                <a:effectLst/>
                <a:uLnTx/>
                <a:uFillTx/>
                <a:latin typeface="Franklin Gothic Book" pitchFamily="34" charset="0"/>
                <a:ea typeface="黑体" panose="02010609060101010101" pitchFamily="49" charset="-122"/>
                <a:cs typeface="+mn-cs"/>
              </a:rPr>
              <a:t>】</a:t>
            </a:r>
            <a:r>
              <a:rPr kumimoji="0" lang="zh-CN" altLang="en-US" sz="2800" b="0" i="0" u="none" strike="noStrike" kern="1200" cap="none" spc="0" normalizeH="0" baseline="0" noProof="0" dirty="0">
                <a:ln>
                  <a:noFill/>
                </a:ln>
                <a:solidFill>
                  <a:schemeClr val="tx1"/>
                </a:solidFill>
                <a:effectLst/>
                <a:uLnTx/>
                <a:uFillTx/>
                <a:latin typeface="Franklin Gothic Book" pitchFamily="34" charset="0"/>
                <a:ea typeface="黑体" panose="02010609060101010101" pitchFamily="49" charset="-122"/>
                <a:cs typeface="+mn-cs"/>
              </a:rPr>
              <a:t>按奥运会参赛国国名在字典中的顺序对其入场次序进行排序</a:t>
            </a:r>
            <a:endParaRPr kumimoji="0" lang="zh-CN" altLang="en-US" sz="2800" b="0" i="0" u="none" strike="noStrike" kern="1200" cap="none" spc="0" normalizeH="0" baseline="0" noProof="0" dirty="0">
              <a:ln>
                <a:noFill/>
              </a:ln>
              <a:solidFill>
                <a:schemeClr val="tx1"/>
              </a:solidFill>
              <a:effectLst/>
              <a:uLnTx/>
              <a:uFillTx/>
              <a:latin typeface="Franklin Gothic Book" pitchFamily="34" charset="0"/>
              <a:ea typeface="黑体" panose="02010609060101010101" pitchFamily="49" charset="-122"/>
              <a:cs typeface="+mn-cs"/>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95234" name="Picture 6"/>
          <p:cNvPicPr>
            <a:picLocks noChangeAspect="1"/>
          </p:cNvPicPr>
          <p:nvPr/>
        </p:nvPicPr>
        <p:blipFill>
          <a:blip r:embed="rId1"/>
          <a:stretch>
            <a:fillRect/>
          </a:stretch>
        </p:blipFill>
        <p:spPr>
          <a:xfrm>
            <a:off x="1844675" y="1428750"/>
            <a:ext cx="8926513" cy="4924425"/>
          </a:xfrm>
          <a:prstGeom prst="rect">
            <a:avLst/>
          </a:prstGeom>
          <a:noFill/>
          <a:ln w="12700">
            <a:noFill/>
          </a:ln>
        </p:spPr>
      </p:pic>
      <p:sp>
        <p:nvSpPr>
          <p:cNvPr id="95235" name="Rectangle 2"/>
          <p:cNvSpPr>
            <a:spLocks noGrp="1"/>
          </p:cNvSpPr>
          <p:nvPr>
            <p:ph type="title"/>
          </p:nvPr>
        </p:nvSpPr>
        <p:spPr>
          <a:xfrm>
            <a:off x="1631950" y="255588"/>
            <a:ext cx="8915400" cy="1143000"/>
          </a:xfrm>
        </p:spPr>
        <p:txBody>
          <a:bodyPr vert="horz" wrap="square" lIns="91440" tIns="45720" rIns="91440" bIns="45720" anchor="ctr" anchorCtr="0"/>
          <a:lstStyle/>
          <a:p>
            <a:r>
              <a:rPr lang="en-US" altLang="zh-CN" kern="1200" dirty="0">
                <a:latin typeface="Arial" panose="020B0604020202090204" pitchFamily="34" charset="0"/>
                <a:ea typeface="黑体" panose="02010609060101010101" pitchFamily="49" charset="-122"/>
                <a:cs typeface="Arial" panose="020B0604020202090204" pitchFamily="34" charset="0"/>
              </a:rPr>
              <a:t>3.3.4 </a:t>
            </a:r>
            <a:r>
              <a:rPr lang="zh-CN" altLang="en-US" kern="1200" dirty="0">
                <a:latin typeface="Arial" panose="020B0604020202090204" pitchFamily="34" charset="0"/>
                <a:ea typeface="黑体" panose="02010609060101010101" pitchFamily="49" charset="-122"/>
                <a:cs typeface="Arial" panose="020B0604020202090204" pitchFamily="34" charset="0"/>
              </a:rPr>
              <a:t>字符串处理函数</a:t>
            </a:r>
            <a:endParaRPr lang="zh-CN" altLang="en-US" kern="1200" dirty="0">
              <a:latin typeface="Arial" panose="020B0604020202090204" pitchFamily="34" charset="0"/>
              <a:ea typeface="黑体" panose="02010609060101010101" pitchFamily="49" charset="-122"/>
              <a:cs typeface="Arial" panose="020B0604020202090204" pitchFamily="34" charset="0"/>
            </a:endParaRPr>
          </a:p>
        </p:txBody>
      </p:sp>
      <p:sp>
        <p:nvSpPr>
          <p:cNvPr id="11" name="Rectangle 59"/>
          <p:cNvSpPr>
            <a:spLocks noChangeArrowheads="1"/>
          </p:cNvSpPr>
          <p:nvPr/>
        </p:nvSpPr>
        <p:spPr bwMode="auto">
          <a:xfrm>
            <a:off x="1919288" y="4797425"/>
            <a:ext cx="3406775" cy="1500188"/>
          </a:xfrm>
          <a:prstGeom prst="rect">
            <a:avLst/>
          </a:prstGeom>
          <a:noFill/>
          <a:ln w="38100">
            <a:solidFill>
              <a:srgbClr val="CC0000"/>
            </a:solidFill>
            <a:miter lim="800000"/>
            <a:headEnd type="none" w="sm" len="sm"/>
            <a:tailEnd type="none" w="sm" len="sm"/>
          </a:ln>
        </p:spPr>
        <p:txBody>
          <a:bodyPr wrap="none" anchor="ct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p:cNvSpPr>
            <a:spLocks noGrp="1"/>
          </p:cNvSpPr>
          <p:nvPr>
            <p:ph type="title"/>
          </p:nvPr>
        </p:nvSpPr>
        <p:spPr>
          <a:xfrm>
            <a:off x="1638300" y="269875"/>
            <a:ext cx="8915400" cy="1143000"/>
          </a:xfrm>
        </p:spPr>
        <p:txBody>
          <a:bodyPr vert="horz" wrap="square" lIns="91440" tIns="45720" rIns="91440" bIns="45720" anchor="ctr" anchorCtr="0"/>
          <a:lstStyle/>
          <a:p>
            <a:pPr eaLnBrk="1" hangingPunct="1"/>
            <a:r>
              <a:rPr lang="zh-CN" altLang="en-US" kern="1200" dirty="0">
                <a:latin typeface="黑体" panose="02010609060101010101" pitchFamily="49" charset="-122"/>
                <a:ea typeface="黑体" panose="02010609060101010101" pitchFamily="49" charset="-122"/>
                <a:cs typeface="Arial" panose="020B0604020202090204" pitchFamily="34" charset="0"/>
              </a:rPr>
              <a:t> 学习内容</a:t>
            </a:r>
            <a:endParaRPr lang="zh-CN" altLang="en-US" kern="1200" dirty="0">
              <a:latin typeface="黑体" panose="02010609060101010101" pitchFamily="49" charset="-122"/>
              <a:ea typeface="黑体" panose="02010609060101010101" pitchFamily="49" charset="-122"/>
              <a:cs typeface="Arial" panose="020B0604020202090204" pitchFamily="34" charset="0"/>
            </a:endParaRPr>
          </a:p>
        </p:txBody>
      </p:sp>
      <p:sp>
        <p:nvSpPr>
          <p:cNvPr id="12290" name="Rectangle 3"/>
          <p:cNvSpPr>
            <a:spLocks noGrp="1" noChangeArrowheads="1"/>
          </p:cNvSpPr>
          <p:nvPr>
            <p:ph idx="1"/>
          </p:nvPr>
        </p:nvSpPr>
        <p:spPr>
          <a:xfrm>
            <a:off x="2495550" y="1844675"/>
            <a:ext cx="6840538" cy="4556125"/>
          </a:xfrm>
        </p:spPr>
        <p:txBody>
          <a:bodyPr vert="horz" wrap="square" lIns="91440" tIns="45720" rIns="91440" bIns="45720" numCol="1" anchor="t" anchorCtr="0" compatLnSpc="1"/>
          <a:lstStyle/>
          <a:p>
            <a:pPr marL="533400" marR="0" lvl="0" indent="-533400" algn="l" defTabSz="914400" rtl="0" eaLnBrk="1" fontAlgn="base" latinLnBrk="0" hangingPunct="1">
              <a:lnSpc>
                <a:spcPct val="120000"/>
              </a:lnSpc>
              <a:spcBef>
                <a:spcPts val="600"/>
              </a:spcBef>
              <a:spcAft>
                <a:spcPts val="600"/>
              </a:spcAft>
              <a:buClr>
                <a:schemeClr val="tx2"/>
              </a:buClr>
              <a:buSzPct val="50000"/>
              <a:buFont typeface="Wingdings" panose="05000000000000000000" pitchFamily="2" charset="2"/>
              <a:buChar char="n"/>
              <a:defRPr/>
            </a:pPr>
            <a:r>
              <a:rPr kumimoji="0" lang="en-US" altLang="zh-CN" sz="3200" b="0" i="0" u="none" strike="noStrike" kern="1200" cap="none" spc="0" normalizeH="0" baseline="0" noProof="0" dirty="0">
                <a:ln>
                  <a:noFill/>
                </a:ln>
                <a:solidFill>
                  <a:schemeClr val="tx1"/>
                </a:solidFill>
                <a:effectLst/>
                <a:uLnTx/>
                <a:uFillTx/>
                <a:latin typeface="+mn-ea"/>
                <a:ea typeface="+mn-ea"/>
                <a:cs typeface="Times New Roman" panose="02020503050405090304" pitchFamily="18" charset="0"/>
              </a:rPr>
              <a:t>3.1 </a:t>
            </a:r>
            <a:r>
              <a:rPr kumimoji="0" lang="zh-CN" altLang="en-US" sz="3200" b="0" i="0" u="none" strike="noStrike" kern="1200" cap="none" spc="0" normalizeH="0" baseline="0" noProof="0" dirty="0">
                <a:ln>
                  <a:noFill/>
                </a:ln>
                <a:solidFill>
                  <a:schemeClr val="tx1"/>
                </a:solidFill>
                <a:effectLst/>
                <a:uLnTx/>
                <a:uFillTx/>
                <a:latin typeface="+mn-ea"/>
                <a:ea typeface="+mn-ea"/>
                <a:cs typeface="Times New Roman" panose="02020503050405090304" pitchFamily="18" charset="0"/>
              </a:rPr>
              <a:t>数组</a:t>
            </a:r>
            <a:endParaRPr kumimoji="0" lang="en-US" altLang="zh-CN" sz="3200" b="0" i="0" u="none" strike="noStrike" kern="1200" cap="none" spc="0" normalizeH="0" baseline="0" noProof="0" dirty="0">
              <a:ln>
                <a:noFill/>
              </a:ln>
              <a:solidFill>
                <a:schemeClr val="tx1"/>
              </a:solidFill>
              <a:effectLst/>
              <a:uLnTx/>
              <a:uFillTx/>
              <a:latin typeface="+mn-ea"/>
              <a:ea typeface="+mn-ea"/>
              <a:cs typeface="Times New Roman" panose="02020503050405090304" pitchFamily="18" charset="0"/>
            </a:endParaRPr>
          </a:p>
          <a:p>
            <a:pPr marL="533400" marR="0" lvl="0" indent="-533400" algn="l" defTabSz="914400" rtl="0" eaLnBrk="1" fontAlgn="base" latinLnBrk="0" hangingPunct="1">
              <a:lnSpc>
                <a:spcPct val="120000"/>
              </a:lnSpc>
              <a:spcBef>
                <a:spcPts val="600"/>
              </a:spcBef>
              <a:spcAft>
                <a:spcPts val="600"/>
              </a:spcAft>
              <a:buClr>
                <a:schemeClr val="tx2"/>
              </a:buClr>
              <a:buSzPct val="50000"/>
              <a:buFont typeface="Wingdings" panose="05000000000000000000" pitchFamily="2" charset="2"/>
              <a:buChar char="n"/>
              <a:defRPr/>
            </a:pPr>
            <a:r>
              <a:rPr kumimoji="0" lang="en-US" altLang="zh-CN" sz="3200" b="0" i="0" u="none" strike="noStrike" kern="1200" cap="none" spc="0" normalizeH="0" baseline="0" noProof="0" dirty="0">
                <a:ln>
                  <a:noFill/>
                </a:ln>
                <a:solidFill>
                  <a:schemeClr val="tx1"/>
                </a:solidFill>
                <a:effectLst/>
                <a:uLnTx/>
                <a:uFillTx/>
                <a:latin typeface="+mn-ea"/>
                <a:ea typeface="+mn-ea"/>
                <a:cs typeface="Times New Roman" panose="02020503050405090304" pitchFamily="18" charset="0"/>
              </a:rPr>
              <a:t>3.2 </a:t>
            </a:r>
            <a:r>
              <a:rPr kumimoji="0" lang="zh-CN" altLang="en-US" sz="3200" b="0" i="0" u="none" strike="noStrike" kern="1200" cap="none" spc="0" normalizeH="0" baseline="0" noProof="0" dirty="0">
                <a:ln>
                  <a:noFill/>
                </a:ln>
                <a:solidFill>
                  <a:schemeClr val="tx1"/>
                </a:solidFill>
                <a:effectLst/>
                <a:uLnTx/>
                <a:uFillTx/>
                <a:latin typeface="+mn-ea"/>
                <a:ea typeface="+mn-ea"/>
                <a:cs typeface="Times New Roman" panose="02020503050405090304" pitchFamily="18" charset="0"/>
              </a:rPr>
              <a:t>指针</a:t>
            </a:r>
            <a:endParaRPr kumimoji="0" lang="zh-CN" altLang="en-US" sz="3200" b="0" i="0" u="none" strike="noStrike" kern="1200" cap="none" spc="0" normalizeH="0" baseline="0" noProof="0" dirty="0">
              <a:ln>
                <a:noFill/>
              </a:ln>
              <a:solidFill>
                <a:schemeClr val="tx1"/>
              </a:solidFill>
              <a:effectLst/>
              <a:uLnTx/>
              <a:uFillTx/>
              <a:latin typeface="+mn-ea"/>
              <a:ea typeface="+mn-ea"/>
              <a:cs typeface="Times New Roman" panose="02020503050405090304" pitchFamily="18" charset="0"/>
            </a:endParaRPr>
          </a:p>
          <a:p>
            <a:pPr marL="533400" marR="0" lvl="0" indent="-533400" algn="l" defTabSz="914400" rtl="0" eaLnBrk="1" fontAlgn="base" latinLnBrk="0" hangingPunct="1">
              <a:lnSpc>
                <a:spcPct val="120000"/>
              </a:lnSpc>
              <a:spcBef>
                <a:spcPts val="600"/>
              </a:spcBef>
              <a:spcAft>
                <a:spcPts val="600"/>
              </a:spcAft>
              <a:buClr>
                <a:schemeClr val="tx2"/>
              </a:buClr>
              <a:buSzPct val="50000"/>
              <a:buFont typeface="Wingdings" panose="05000000000000000000" pitchFamily="2" charset="2"/>
              <a:buChar char="n"/>
              <a:defRPr/>
            </a:pPr>
            <a:r>
              <a:rPr kumimoji="0" lang="en-US" altLang="zh-CN" sz="3200" b="0" i="0" u="none" strike="noStrike" kern="1200" cap="none" spc="0" normalizeH="0" baseline="0" noProof="0" dirty="0">
                <a:ln>
                  <a:noFill/>
                </a:ln>
                <a:solidFill>
                  <a:schemeClr val="tx1"/>
                </a:solidFill>
                <a:effectLst/>
                <a:uLnTx/>
                <a:uFillTx/>
                <a:latin typeface="+mn-ea"/>
                <a:ea typeface="+mn-ea"/>
                <a:cs typeface="Times New Roman" panose="02020503050405090304" pitchFamily="18" charset="0"/>
              </a:rPr>
              <a:t>3.3 </a:t>
            </a:r>
            <a:r>
              <a:rPr kumimoji="0" lang="zh-CN" altLang="en-US" sz="3200" b="0" i="0" u="none" strike="noStrike" kern="1200" cap="none" spc="0" normalizeH="0" baseline="0" noProof="0" dirty="0">
                <a:ln>
                  <a:noFill/>
                </a:ln>
                <a:solidFill>
                  <a:schemeClr val="tx1"/>
                </a:solidFill>
                <a:effectLst/>
                <a:uLnTx/>
                <a:uFillTx/>
                <a:latin typeface="+mn-ea"/>
                <a:ea typeface="+mn-ea"/>
                <a:cs typeface="Times New Roman" panose="02020503050405090304" pitchFamily="18" charset="0"/>
              </a:rPr>
              <a:t>字符串</a:t>
            </a:r>
            <a:endParaRPr kumimoji="0" lang="zh-CN" altLang="en-US" sz="3200" b="0" i="0" u="none" strike="noStrike" kern="1200" cap="none" spc="0" normalizeH="0" baseline="0" noProof="0" dirty="0">
              <a:ln>
                <a:noFill/>
              </a:ln>
              <a:solidFill>
                <a:schemeClr val="tx1"/>
              </a:solidFill>
              <a:effectLst/>
              <a:uLnTx/>
              <a:uFillTx/>
              <a:latin typeface="+mn-ea"/>
              <a:ea typeface="+mn-ea"/>
              <a:cs typeface="Times New Roman" panose="02020503050405090304" pitchFamily="18" charset="0"/>
            </a:endParaRPr>
          </a:p>
          <a:p>
            <a:pPr marL="533400" marR="0" lvl="0" indent="-533400" algn="l" defTabSz="914400" rtl="0" eaLnBrk="1" fontAlgn="base" latinLnBrk="0" hangingPunct="1">
              <a:lnSpc>
                <a:spcPct val="120000"/>
              </a:lnSpc>
              <a:spcBef>
                <a:spcPts val="600"/>
              </a:spcBef>
              <a:spcAft>
                <a:spcPts val="600"/>
              </a:spcAft>
              <a:buClr>
                <a:schemeClr val="tx2"/>
              </a:buClr>
              <a:buSzPct val="50000"/>
              <a:buFont typeface="Wingdings" panose="05000000000000000000" pitchFamily="2" charset="2"/>
              <a:buChar char="n"/>
              <a:defRPr/>
            </a:pPr>
            <a:r>
              <a:rPr kumimoji="0" lang="en-US" altLang="zh-CN" sz="3200" b="1" i="0" u="none" strike="noStrike" kern="1200" cap="none" spc="0" normalizeH="0" baseline="0" noProof="0" dirty="0">
                <a:ln>
                  <a:noFill/>
                </a:ln>
                <a:solidFill>
                  <a:srgbClr val="FF0000"/>
                </a:solidFill>
                <a:effectLst/>
                <a:uLnTx/>
                <a:uFillTx/>
                <a:latin typeface="+mn-ea"/>
                <a:ea typeface="+mn-ea"/>
                <a:cs typeface="Times New Roman" panose="02020503050405090304" pitchFamily="18" charset="0"/>
              </a:rPr>
              <a:t>3.4 </a:t>
            </a:r>
            <a:r>
              <a:rPr kumimoji="0" lang="zh-CN" altLang="en-US" sz="3200" b="1" i="0" u="none" strike="noStrike" kern="1200" cap="none" spc="0" normalizeH="0" baseline="0" noProof="0" dirty="0">
                <a:ln>
                  <a:noFill/>
                </a:ln>
                <a:solidFill>
                  <a:srgbClr val="FF0000"/>
                </a:solidFill>
                <a:effectLst/>
                <a:uLnTx/>
                <a:uFillTx/>
                <a:latin typeface="+mn-ea"/>
                <a:ea typeface="+mn-ea"/>
                <a:cs typeface="Times New Roman" panose="02020503050405090304" pitchFamily="18" charset="0"/>
              </a:rPr>
              <a:t>结构体</a:t>
            </a:r>
            <a:endParaRPr kumimoji="0" lang="en-US" altLang="zh-CN" sz="3200" b="1" i="0" u="none" strike="noStrike" kern="1200" cap="none" spc="0" normalizeH="0" baseline="0" noProof="0" dirty="0">
              <a:ln>
                <a:noFill/>
              </a:ln>
              <a:solidFill>
                <a:srgbClr val="FF0000"/>
              </a:solidFill>
              <a:effectLst/>
              <a:uLnTx/>
              <a:uFillTx/>
              <a:latin typeface="+mn-ea"/>
              <a:ea typeface="+mn-ea"/>
              <a:cs typeface="Times New Roman" panose="02020503050405090304" pitchFamily="18" charset="0"/>
            </a:endParaRPr>
          </a:p>
          <a:p>
            <a:pPr marL="533400" marR="0" lvl="0" indent="-533400" algn="l" defTabSz="914400" rtl="0" eaLnBrk="1" fontAlgn="base" latinLnBrk="0" hangingPunct="1">
              <a:lnSpc>
                <a:spcPct val="120000"/>
              </a:lnSpc>
              <a:spcBef>
                <a:spcPts val="600"/>
              </a:spcBef>
              <a:spcAft>
                <a:spcPts val="600"/>
              </a:spcAft>
              <a:buClr>
                <a:schemeClr val="tx2"/>
              </a:buClr>
              <a:buSzPct val="50000"/>
              <a:buFont typeface="Wingdings" panose="05000000000000000000" pitchFamily="2" charset="2"/>
              <a:buChar char="n"/>
              <a:defRPr/>
            </a:pPr>
            <a:r>
              <a:rPr kumimoji="0" lang="en-US" altLang="zh-CN" sz="3200" b="0" i="0" u="none" strike="noStrike" kern="1200" cap="none" spc="0" normalizeH="0" baseline="0" noProof="0" dirty="0">
                <a:ln>
                  <a:noFill/>
                </a:ln>
                <a:solidFill>
                  <a:schemeClr val="tx1"/>
                </a:solidFill>
                <a:effectLst/>
                <a:uLnTx/>
                <a:uFillTx/>
                <a:latin typeface="+mn-ea"/>
                <a:ea typeface="+mn-ea"/>
                <a:cs typeface="Times New Roman" panose="02020503050405090304" pitchFamily="18" charset="0"/>
              </a:rPr>
              <a:t>3.5 </a:t>
            </a:r>
            <a:r>
              <a:rPr kumimoji="0" lang="zh-CN" altLang="en-US" sz="3200" b="0" i="0" u="none" strike="noStrike" kern="1200" cap="none" spc="0" normalizeH="0" baseline="0" noProof="0" dirty="0">
                <a:ln>
                  <a:noFill/>
                </a:ln>
                <a:solidFill>
                  <a:schemeClr val="tx1"/>
                </a:solidFill>
                <a:effectLst/>
                <a:uLnTx/>
                <a:uFillTx/>
                <a:latin typeface="+mn-ea"/>
                <a:ea typeface="+mn-ea"/>
                <a:cs typeface="Times New Roman" panose="02020503050405090304" pitchFamily="18" charset="0"/>
              </a:rPr>
              <a:t>动态内存分配</a:t>
            </a:r>
            <a:endParaRPr kumimoji="0" lang="en-US" altLang="zh-CN" sz="3200" b="0" i="0" u="none" strike="noStrike" kern="1200" cap="none" spc="0" normalizeH="0" baseline="0" noProof="0" dirty="0">
              <a:ln>
                <a:noFill/>
              </a:ln>
              <a:solidFill>
                <a:schemeClr val="tx1"/>
              </a:solidFill>
              <a:effectLst/>
              <a:uLnTx/>
              <a:uFillTx/>
              <a:latin typeface="+mn-ea"/>
              <a:ea typeface="+mn-ea"/>
              <a:cs typeface="Times New Roman" panose="02020503050405090304" pitchFamily="18" charset="0"/>
            </a:endParaRPr>
          </a:p>
        </p:txBody>
      </p:sp>
      <p:pic>
        <p:nvPicPr>
          <p:cNvPr id="96260" name="Picture 7"/>
          <p:cNvPicPr>
            <a:picLocks noChangeAspect="1"/>
          </p:cNvPicPr>
          <p:nvPr/>
        </p:nvPicPr>
        <p:blipFill>
          <a:blip r:embed="rId1">
            <a:clrChange>
              <a:clrFrom>
                <a:srgbClr val="FFFFFF"/>
              </a:clrFrom>
              <a:clrTo>
                <a:srgbClr val="FFFFFF">
                  <a:alpha val="0"/>
                </a:srgbClr>
              </a:clrTo>
            </a:clrChange>
          </a:blip>
          <a:stretch>
            <a:fillRect/>
          </a:stretch>
        </p:blipFill>
        <p:spPr>
          <a:xfrm>
            <a:off x="7842250" y="3141663"/>
            <a:ext cx="2774950" cy="2616200"/>
          </a:xfrm>
          <a:prstGeom prst="rect">
            <a:avLst/>
          </a:prstGeom>
          <a:noFill/>
          <a:ln w="9525">
            <a:noFill/>
          </a:ln>
        </p:spPr>
      </p:pic>
    </p:spTree>
  </p:cSld>
  <p:clrMapOvr>
    <a:masterClrMapping/>
  </p:clrMapOvr>
  <p:transition>
    <p:newsflash/>
  </p:transition>
</p:sld>
</file>

<file path=ppt/slides/slide6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 name="Rectangle 3"/>
          <p:cNvSpPr/>
          <p:nvPr/>
        </p:nvSpPr>
        <p:spPr>
          <a:xfrm>
            <a:off x="1558925" y="1557338"/>
            <a:ext cx="9045575" cy="4608512"/>
          </a:xfrm>
          <a:prstGeom prst="rect">
            <a:avLst/>
          </a:prstGeom>
          <a:noFill/>
          <a:ln w="9525">
            <a:noFill/>
          </a:ln>
        </p:spPr>
        <p:txBody>
          <a:bodyPr lIns="92075" tIns="46037" rIns="92075" bIns="46037"/>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374650" lvl="0" indent="-374650" eaLnBrk="1" hangingPunct="1">
              <a:lnSpc>
                <a:spcPct val="120000"/>
              </a:lnSpc>
              <a:spcBef>
                <a:spcPct val="20000"/>
              </a:spcBef>
              <a:spcAft>
                <a:spcPts val="590"/>
              </a:spcAft>
              <a:buClr>
                <a:schemeClr val="tx1"/>
              </a:buClr>
            </a:pPr>
            <a:r>
              <a:rPr lang="zh-CN" altLang="en-US" dirty="0"/>
              <a:t>有没有一种类型能很好地定义学生（包括姓名、学号、性别、年龄等信息）呢？</a:t>
            </a:r>
            <a:endParaRPr lang="en-US" altLang="zh-CN" dirty="0"/>
          </a:p>
          <a:p>
            <a:pPr marL="374650" lvl="0" indent="-374650" eaLnBrk="1" hangingPunct="1">
              <a:lnSpc>
                <a:spcPct val="120000"/>
              </a:lnSpc>
              <a:spcBef>
                <a:spcPct val="20000"/>
              </a:spcBef>
              <a:spcAft>
                <a:spcPts val="590"/>
              </a:spcAft>
              <a:buClr>
                <a:schemeClr val="tx1"/>
              </a:buClr>
            </a:pPr>
            <a:r>
              <a:rPr lang="zh-CN" altLang="en-US" dirty="0"/>
              <a:t>有没有一种类型能很好地定义纸牌（包括花色和牌面）呢？</a:t>
            </a:r>
            <a:endParaRPr lang="en-US" altLang="zh-CN" dirty="0"/>
          </a:p>
          <a:p>
            <a:pPr marL="374650" lvl="0" indent="-374650" eaLnBrk="1" hangingPunct="1">
              <a:lnSpc>
                <a:spcPct val="120000"/>
              </a:lnSpc>
              <a:spcBef>
                <a:spcPct val="20000"/>
              </a:spcBef>
              <a:spcAft>
                <a:spcPts val="590"/>
              </a:spcAft>
              <a:buClr>
                <a:schemeClr val="tx1"/>
              </a:buClr>
            </a:pPr>
            <a:r>
              <a:rPr lang="en-US" altLang="zh-CN" dirty="0"/>
              <a:t>C</a:t>
            </a:r>
            <a:r>
              <a:rPr lang="zh-CN" altLang="en-US" dirty="0"/>
              <a:t>语言允许用户自定义数据类型</a:t>
            </a:r>
            <a:endParaRPr lang="zh-CN" altLang="en-US" dirty="0"/>
          </a:p>
          <a:p>
            <a:pPr marL="850900" lvl="1" indent="-285750" eaLnBrk="1" hangingPunct="1">
              <a:lnSpc>
                <a:spcPct val="120000"/>
              </a:lnSpc>
              <a:spcBef>
                <a:spcPct val="20000"/>
              </a:spcBef>
              <a:spcAft>
                <a:spcPts val="590"/>
              </a:spcAft>
              <a:buClr>
                <a:schemeClr val="tx1"/>
              </a:buClr>
              <a:buSzPct val="115000"/>
              <a:buFont typeface="Monotype Sorts"/>
              <a:buChar char="–"/>
            </a:pPr>
            <a:r>
              <a:rPr lang="zh-CN" altLang="en-US" dirty="0"/>
              <a:t>典型的代表就是“结构体”</a:t>
            </a:r>
            <a:endParaRPr lang="en-US" altLang="zh-CN" dirty="0"/>
          </a:p>
          <a:p>
            <a:pPr marL="850900" lvl="1" indent="-285750" eaLnBrk="1" hangingPunct="1">
              <a:lnSpc>
                <a:spcPct val="120000"/>
              </a:lnSpc>
              <a:spcBef>
                <a:spcPct val="20000"/>
              </a:spcBef>
              <a:spcAft>
                <a:spcPts val="590"/>
              </a:spcAft>
              <a:buClr>
                <a:schemeClr val="tx1"/>
              </a:buClr>
              <a:buSzPct val="115000"/>
              <a:buFont typeface="Monotype Sorts"/>
              <a:buChar char="–"/>
            </a:pPr>
            <a:r>
              <a:rPr lang="zh-CN" altLang="en-US" dirty="0"/>
              <a:t>一种构造数据类型</a:t>
            </a:r>
            <a:endParaRPr lang="zh-CN" altLang="en-US" dirty="0"/>
          </a:p>
        </p:txBody>
      </p:sp>
      <p:sp>
        <p:nvSpPr>
          <p:cNvPr id="97283" name="Rectangle 2"/>
          <p:cNvSpPr/>
          <p:nvPr/>
        </p:nvSpPr>
        <p:spPr>
          <a:xfrm>
            <a:off x="1638300" y="188913"/>
            <a:ext cx="8915400" cy="1143000"/>
          </a:xfrm>
          <a:prstGeom prst="rect">
            <a:avLst/>
          </a:prstGeom>
          <a:noFill/>
          <a:ln w="9525">
            <a:noFill/>
          </a:ln>
        </p:spPr>
        <p:txBody>
          <a:bodyPr anchor="ctr" anchorCtr="0"/>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algn="ctr" eaLnBrk="1" hangingPunct="1">
              <a:lnSpc>
                <a:spcPct val="100000"/>
              </a:lnSpc>
              <a:spcBef>
                <a:spcPct val="0"/>
              </a:spcBef>
              <a:buClrTx/>
              <a:buSzTx/>
              <a:buFontTx/>
              <a:buNone/>
            </a:pPr>
            <a:r>
              <a:rPr lang="en-US" altLang="zh-CN" sz="4000" dirty="0"/>
              <a:t>3.4.1 </a:t>
            </a:r>
            <a:r>
              <a:rPr lang="zh-CN" altLang="en-US" sz="4000" dirty="0"/>
              <a:t>结构体类型的声明</a:t>
            </a:r>
            <a:endParaRPr lang="zh-CN" altLang="en-US" sz="4000" dirty="0">
              <a:latin typeface="黑体" panose="02010609060101010101" pitchFamily="49" charset="-122"/>
            </a:endParaRPr>
          </a:p>
        </p:txBody>
      </p:sp>
      <p:pic>
        <p:nvPicPr>
          <p:cNvPr id="97284" name="图片 3" descr="Image3.jpg"/>
          <p:cNvPicPr>
            <a:picLocks noChangeAspect="1"/>
          </p:cNvPicPr>
          <p:nvPr/>
        </p:nvPicPr>
        <p:blipFill>
          <a:blip r:embed="rId1">
            <a:clrChange>
              <a:clrFrom>
                <a:srgbClr val="FFFFFD"/>
              </a:clrFrom>
              <a:clrTo>
                <a:srgbClr val="FFFFFD">
                  <a:alpha val="0"/>
                </a:srgbClr>
              </a:clrTo>
            </a:clrChange>
          </a:blip>
          <a:stretch>
            <a:fillRect/>
          </a:stretch>
        </p:blipFill>
        <p:spPr>
          <a:xfrm>
            <a:off x="9990138" y="4611688"/>
            <a:ext cx="904875" cy="1770062"/>
          </a:xfrm>
          <a:prstGeom prst="rect">
            <a:avLst/>
          </a:prstGeom>
          <a:noFill/>
          <a:ln w="9525">
            <a:no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 calcmode="lin" valueType="num">
                                      <p:cBhvr>
                                        <p:cTn id="7" dur="500" fill="hold"/>
                                        <p:tgtEl>
                                          <p:spTgt spid="9">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9">
                                            <p:txEl>
                                              <p:pRg st="0" end="0"/>
                                            </p:txEl>
                                          </p:spTgt>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nodeType="clickEffect">
                                  <p:stCondLst>
                                    <p:cond delay="0"/>
                                  </p:stCondLst>
                                  <p:childTnLst>
                                    <p:set>
                                      <p:cBhvr>
                                        <p:cTn id="12" dur="1" fill="hold">
                                          <p:stCondLst>
                                            <p:cond delay="0"/>
                                          </p:stCondLst>
                                        </p:cTn>
                                        <p:tgtEl>
                                          <p:spTgt spid="9">
                                            <p:txEl>
                                              <p:pRg st="1" end="1"/>
                                            </p:txEl>
                                          </p:spTgt>
                                        </p:tgtEl>
                                        <p:attrNameLst>
                                          <p:attrName>style.visibility</p:attrName>
                                        </p:attrNameLst>
                                      </p:cBhvr>
                                      <p:to>
                                        <p:strVal val="visible"/>
                                      </p:to>
                                    </p:set>
                                    <p:anim calcmode="lin" valueType="num">
                                      <p:cBhvr>
                                        <p:cTn id="13" dur="500" fill="hold"/>
                                        <p:tgtEl>
                                          <p:spTgt spid="9">
                                            <p:txEl>
                                              <p:pRg st="1" end="1"/>
                                            </p:txEl>
                                          </p:spTgt>
                                        </p:tgtEl>
                                        <p:attrNameLst>
                                          <p:attrName>ppt_w</p:attrName>
                                        </p:attrNameLst>
                                      </p:cBhvr>
                                      <p:tavLst>
                                        <p:tav tm="0">
                                          <p:val>
                                            <p:fltVal val="0"/>
                                          </p:val>
                                        </p:tav>
                                        <p:tav tm="100000">
                                          <p:val>
                                            <p:strVal val="#ppt_w"/>
                                          </p:val>
                                        </p:tav>
                                      </p:tavLst>
                                    </p:anim>
                                    <p:anim calcmode="lin" valueType="num">
                                      <p:cBhvr>
                                        <p:cTn id="14" dur="500" fill="hold"/>
                                        <p:tgtEl>
                                          <p:spTgt spid="9">
                                            <p:txEl>
                                              <p:pRg st="1" end="1"/>
                                            </p:txEl>
                                          </p:spTgt>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nodeType="clickEffect">
                                  <p:stCondLst>
                                    <p:cond delay="0"/>
                                  </p:stCondLst>
                                  <p:childTnLst>
                                    <p:set>
                                      <p:cBhvr>
                                        <p:cTn id="18" dur="1" fill="hold">
                                          <p:stCondLst>
                                            <p:cond delay="0"/>
                                          </p:stCondLst>
                                        </p:cTn>
                                        <p:tgtEl>
                                          <p:spTgt spid="9">
                                            <p:txEl>
                                              <p:pRg st="2" end="2"/>
                                            </p:txEl>
                                          </p:spTgt>
                                        </p:tgtEl>
                                        <p:attrNameLst>
                                          <p:attrName>style.visibility</p:attrName>
                                        </p:attrNameLst>
                                      </p:cBhvr>
                                      <p:to>
                                        <p:strVal val="visible"/>
                                      </p:to>
                                    </p:set>
                                    <p:anim calcmode="lin" valueType="num">
                                      <p:cBhvr>
                                        <p:cTn id="19" dur="500" fill="hold"/>
                                        <p:tgtEl>
                                          <p:spTgt spid="9">
                                            <p:txEl>
                                              <p:pRg st="2" end="2"/>
                                            </p:txEl>
                                          </p:spTgt>
                                        </p:tgtEl>
                                        <p:attrNameLst>
                                          <p:attrName>ppt_w</p:attrName>
                                        </p:attrNameLst>
                                      </p:cBhvr>
                                      <p:tavLst>
                                        <p:tav tm="0">
                                          <p:val>
                                            <p:fltVal val="0"/>
                                          </p:val>
                                        </p:tav>
                                        <p:tav tm="100000">
                                          <p:val>
                                            <p:strVal val="#ppt_w"/>
                                          </p:val>
                                        </p:tav>
                                      </p:tavLst>
                                    </p:anim>
                                    <p:anim calcmode="lin" valueType="num">
                                      <p:cBhvr>
                                        <p:cTn id="20" dur="500" fill="hold"/>
                                        <p:tgtEl>
                                          <p:spTgt spid="9">
                                            <p:txEl>
                                              <p:pRg st="2" end="2"/>
                                            </p:txEl>
                                          </p:spTgt>
                                        </p:tgtEl>
                                        <p:attrNameLst>
                                          <p:attrName>ppt_h</p:attrName>
                                        </p:attrNameLst>
                                      </p:cBhvr>
                                      <p:tavLst>
                                        <p:tav tm="0">
                                          <p:val>
                                            <p:fltVal val="0"/>
                                          </p:val>
                                        </p:tav>
                                        <p:tav tm="100000">
                                          <p:val>
                                            <p:strVal val="#ppt_h"/>
                                          </p:val>
                                        </p:tav>
                                      </p:tavLst>
                                    </p:anim>
                                  </p:childTnLst>
                                </p:cTn>
                              </p:par>
                            </p:childTnLst>
                          </p:cTn>
                        </p:par>
                      </p:childTnLst>
                    </p:cTn>
                  </p:par>
                  <p:par>
                    <p:cTn id="21" fill="hold">
                      <p:stCondLst>
                        <p:cond delay="indefinite"/>
                      </p:stCondLst>
                      <p:childTnLst>
                        <p:par>
                          <p:cTn id="22" fill="hold">
                            <p:stCondLst>
                              <p:cond delay="0"/>
                            </p:stCondLst>
                            <p:childTnLst>
                              <p:par>
                                <p:cTn id="23" presetID="23" presetClass="entr" presetSubtype="16" fill="hold" nodeType="clickEffect">
                                  <p:stCondLst>
                                    <p:cond delay="0"/>
                                  </p:stCondLst>
                                  <p:childTnLst>
                                    <p:set>
                                      <p:cBhvr>
                                        <p:cTn id="24" dur="1" fill="hold">
                                          <p:stCondLst>
                                            <p:cond delay="0"/>
                                          </p:stCondLst>
                                        </p:cTn>
                                        <p:tgtEl>
                                          <p:spTgt spid="9">
                                            <p:txEl>
                                              <p:pRg st="3" end="3"/>
                                            </p:txEl>
                                          </p:spTgt>
                                        </p:tgtEl>
                                        <p:attrNameLst>
                                          <p:attrName>style.visibility</p:attrName>
                                        </p:attrNameLst>
                                      </p:cBhvr>
                                      <p:to>
                                        <p:strVal val="visible"/>
                                      </p:to>
                                    </p:set>
                                    <p:anim calcmode="lin" valueType="num">
                                      <p:cBhvr>
                                        <p:cTn id="25" dur="500" fill="hold"/>
                                        <p:tgtEl>
                                          <p:spTgt spid="9">
                                            <p:txEl>
                                              <p:pRg st="3" end="3"/>
                                            </p:txEl>
                                          </p:spTgt>
                                        </p:tgtEl>
                                        <p:attrNameLst>
                                          <p:attrName>ppt_w</p:attrName>
                                        </p:attrNameLst>
                                      </p:cBhvr>
                                      <p:tavLst>
                                        <p:tav tm="0">
                                          <p:val>
                                            <p:fltVal val="0"/>
                                          </p:val>
                                        </p:tav>
                                        <p:tav tm="100000">
                                          <p:val>
                                            <p:strVal val="#ppt_w"/>
                                          </p:val>
                                        </p:tav>
                                      </p:tavLst>
                                    </p:anim>
                                    <p:anim calcmode="lin" valueType="num">
                                      <p:cBhvr>
                                        <p:cTn id="26" dur="500" fill="hold"/>
                                        <p:tgtEl>
                                          <p:spTgt spid="9">
                                            <p:txEl>
                                              <p:pRg st="3" end="3"/>
                                            </p:txEl>
                                          </p:spTgt>
                                        </p:tgtEl>
                                        <p:attrNameLst>
                                          <p:attrName>ppt_h</p:attrName>
                                        </p:attrNameLst>
                                      </p:cBhvr>
                                      <p:tavLst>
                                        <p:tav tm="0">
                                          <p:val>
                                            <p:fltVal val="0"/>
                                          </p:val>
                                        </p:tav>
                                        <p:tav tm="100000">
                                          <p:val>
                                            <p:strVal val="#ppt_h"/>
                                          </p:val>
                                        </p:tav>
                                      </p:tavLst>
                                    </p:anim>
                                  </p:childTnLst>
                                </p:cTn>
                              </p:par>
                            </p:childTnLst>
                          </p:cTn>
                        </p:par>
                      </p:childTnLst>
                    </p:cTn>
                  </p:par>
                  <p:par>
                    <p:cTn id="27" fill="hold">
                      <p:stCondLst>
                        <p:cond delay="indefinite"/>
                      </p:stCondLst>
                      <p:childTnLst>
                        <p:par>
                          <p:cTn id="28" fill="hold">
                            <p:stCondLst>
                              <p:cond delay="0"/>
                            </p:stCondLst>
                            <p:childTnLst>
                              <p:par>
                                <p:cTn id="29" presetID="23" presetClass="entr" presetSubtype="16" fill="hold" nodeType="clickEffect">
                                  <p:stCondLst>
                                    <p:cond delay="0"/>
                                  </p:stCondLst>
                                  <p:childTnLst>
                                    <p:set>
                                      <p:cBhvr>
                                        <p:cTn id="30" dur="1" fill="hold">
                                          <p:stCondLst>
                                            <p:cond delay="0"/>
                                          </p:stCondLst>
                                        </p:cTn>
                                        <p:tgtEl>
                                          <p:spTgt spid="9">
                                            <p:txEl>
                                              <p:pRg st="4" end="4"/>
                                            </p:txEl>
                                          </p:spTgt>
                                        </p:tgtEl>
                                        <p:attrNameLst>
                                          <p:attrName>style.visibility</p:attrName>
                                        </p:attrNameLst>
                                      </p:cBhvr>
                                      <p:to>
                                        <p:strVal val="visible"/>
                                      </p:to>
                                    </p:set>
                                    <p:anim calcmode="lin" valueType="num">
                                      <p:cBhvr>
                                        <p:cTn id="31" dur="500" fill="hold"/>
                                        <p:tgtEl>
                                          <p:spTgt spid="9">
                                            <p:txEl>
                                              <p:pRg st="4" end="4"/>
                                            </p:txEl>
                                          </p:spTgt>
                                        </p:tgtEl>
                                        <p:attrNameLst>
                                          <p:attrName>ppt_w</p:attrName>
                                        </p:attrNameLst>
                                      </p:cBhvr>
                                      <p:tavLst>
                                        <p:tav tm="0">
                                          <p:val>
                                            <p:fltVal val="0"/>
                                          </p:val>
                                        </p:tav>
                                        <p:tav tm="100000">
                                          <p:val>
                                            <p:strVal val="#ppt_w"/>
                                          </p:val>
                                        </p:tav>
                                      </p:tavLst>
                                    </p:anim>
                                    <p:anim calcmode="lin" valueType="num">
                                      <p:cBhvr>
                                        <p:cTn id="32" dur="500" fill="hold"/>
                                        <p:tgtEl>
                                          <p:spTgt spid="9">
                                            <p:txEl>
                                              <p:pRg st="4" end="4"/>
                                            </p:txEl>
                                          </p:spTgt>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98306" name="Picture 18"/>
          <p:cNvPicPr>
            <a:picLocks noChangeAspect="1"/>
          </p:cNvPicPr>
          <p:nvPr/>
        </p:nvPicPr>
        <p:blipFill>
          <a:blip r:embed="rId1"/>
          <a:stretch>
            <a:fillRect/>
          </a:stretch>
        </p:blipFill>
        <p:spPr>
          <a:xfrm>
            <a:off x="1727200" y="4519613"/>
            <a:ext cx="7723188" cy="1862137"/>
          </a:xfrm>
          <a:prstGeom prst="rect">
            <a:avLst/>
          </a:prstGeom>
          <a:noFill/>
          <a:ln w="12700">
            <a:noFill/>
          </a:ln>
        </p:spPr>
      </p:pic>
      <p:sp>
        <p:nvSpPr>
          <p:cNvPr id="98307" name="Rectangle 2"/>
          <p:cNvSpPr>
            <a:spLocks noGrp="1"/>
          </p:cNvSpPr>
          <p:nvPr>
            <p:ph type="title"/>
          </p:nvPr>
        </p:nvSpPr>
        <p:spPr>
          <a:xfrm>
            <a:off x="1881188" y="260350"/>
            <a:ext cx="8447087" cy="839788"/>
          </a:xfrm>
        </p:spPr>
        <p:txBody>
          <a:bodyPr vert="horz" wrap="square" lIns="91440" tIns="45720" rIns="91440" bIns="45720" anchor="ctr" anchorCtr="0"/>
          <a:lstStyle/>
          <a:p>
            <a:pPr eaLnBrk="1" hangingPunct="1"/>
            <a:r>
              <a:rPr lang="en-US" altLang="zh-CN" sz="4000" kern="1200" dirty="0">
                <a:latin typeface="Arial" panose="020B0604020202090204" pitchFamily="34" charset="0"/>
                <a:ea typeface="黑体" panose="02010609060101010101" pitchFamily="49" charset="-122"/>
                <a:cs typeface="Arial" panose="020B0604020202090204" pitchFamily="34" charset="0"/>
              </a:rPr>
              <a:t>3.4.1 </a:t>
            </a:r>
            <a:r>
              <a:rPr lang="zh-CN" altLang="en-US" sz="4000" kern="1200" dirty="0">
                <a:latin typeface="Arial" panose="020B0604020202090204" pitchFamily="34" charset="0"/>
                <a:ea typeface="黑体" panose="02010609060101010101" pitchFamily="49" charset="-122"/>
                <a:cs typeface="Arial" panose="020B0604020202090204" pitchFamily="34" charset="0"/>
              </a:rPr>
              <a:t>结构体类型的声明</a:t>
            </a:r>
            <a:endParaRPr lang="zh-CN" altLang="en-US" sz="4000" kern="1200" dirty="0">
              <a:latin typeface="黑体" panose="02010609060101010101" pitchFamily="49" charset="-122"/>
              <a:ea typeface="黑体" panose="02010609060101010101" pitchFamily="49" charset="-122"/>
              <a:cs typeface="Arial" panose="020B0604020202090204" pitchFamily="34" charset="0"/>
            </a:endParaRPr>
          </a:p>
        </p:txBody>
      </p:sp>
      <p:pic>
        <p:nvPicPr>
          <p:cNvPr id="277509" name="Picture 5"/>
          <p:cNvPicPr>
            <a:picLocks noChangeAspect="1" noChangeArrowheads="1"/>
          </p:cNvPicPr>
          <p:nvPr/>
        </p:nvPicPr>
        <p:blipFill>
          <a:blip r:embed="rId2"/>
          <a:srcRect/>
          <a:stretch>
            <a:fillRect/>
          </a:stretch>
        </p:blipFill>
        <p:spPr bwMode="auto">
          <a:xfrm>
            <a:off x="1727200" y="1412875"/>
            <a:ext cx="6242050" cy="2833688"/>
          </a:xfrm>
          <a:prstGeom prst="rect">
            <a:avLst/>
          </a:prstGeom>
          <a:noFill/>
          <a:ln w="38100" cmpd="thickThin">
            <a:solidFill>
              <a:srgbClr val="000080"/>
            </a:solidFill>
            <a:miter lim="800000"/>
            <a:headEnd type="none" w="sm" len="sm"/>
            <a:tailEnd type="none" w="sm" len="sm"/>
          </a:ln>
          <a:effectLst>
            <a:outerShdw blurRad="63500" dist="38100" dir="2700000" algn="tl" rotWithShape="0">
              <a:srgbClr val="000000">
                <a:alpha val="39999"/>
              </a:srgbClr>
            </a:outerShdw>
          </a:effectLst>
        </p:spPr>
      </p:pic>
      <p:sp>
        <p:nvSpPr>
          <p:cNvPr id="718852" name="Rectangle 4"/>
          <p:cNvSpPr/>
          <p:nvPr/>
        </p:nvSpPr>
        <p:spPr>
          <a:xfrm>
            <a:off x="7265988" y="1811338"/>
            <a:ext cx="2862262" cy="373062"/>
          </a:xfrm>
          <a:prstGeom prst="rect">
            <a:avLst/>
          </a:prstGeom>
          <a:solidFill>
            <a:srgbClr val="FFFFCC"/>
          </a:solidFill>
          <a:ln w="38100" cap="flat" cmpd="sng">
            <a:solidFill>
              <a:srgbClr val="33CC33"/>
            </a:solidFill>
            <a:prstDash val="solid"/>
            <a:miter/>
            <a:headEnd type="none" w="sm" len="sm"/>
            <a:tailEnd type="none" w="sm" len="sm"/>
          </a:ln>
        </p:spPr>
        <p:txBody>
          <a:bodyPr>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ts val="590"/>
              </a:spcBef>
              <a:spcAft>
                <a:spcPts val="590"/>
              </a:spcAft>
              <a:buSzPct val="80000"/>
              <a:buNone/>
            </a:pPr>
            <a:r>
              <a:rPr lang="zh-CN" altLang="en-US" sz="2000" b="1" dirty="0">
                <a:solidFill>
                  <a:srgbClr val="000066"/>
                </a:solidFill>
                <a:latin typeface="Courier New" panose="02070409020205090404" pitchFamily="49" charset="0"/>
              </a:rPr>
              <a:t>声明了一个结构体类型</a:t>
            </a:r>
            <a:endParaRPr lang="zh-CN" altLang="en-US" sz="2000" b="1" dirty="0">
              <a:solidFill>
                <a:srgbClr val="000066"/>
              </a:solidFill>
              <a:latin typeface="Courier New" panose="02070409020205090404" pitchFamily="49" charset="0"/>
            </a:endParaRPr>
          </a:p>
        </p:txBody>
      </p:sp>
      <p:sp>
        <p:nvSpPr>
          <p:cNvPr id="11" name="Rectangle 59"/>
          <p:cNvSpPr>
            <a:spLocks noChangeArrowheads="1"/>
          </p:cNvSpPr>
          <p:nvPr/>
        </p:nvSpPr>
        <p:spPr bwMode="auto">
          <a:xfrm>
            <a:off x="1692275" y="1316038"/>
            <a:ext cx="2063750" cy="312738"/>
          </a:xfrm>
          <a:prstGeom prst="rect">
            <a:avLst/>
          </a:prstGeom>
          <a:noFill/>
          <a:ln w="57150">
            <a:solidFill>
              <a:srgbClr val="FF0000"/>
            </a:solidFill>
            <a:miter lim="800000"/>
            <a:headEnd type="none" w="sm" len="sm"/>
            <a:tailEnd type="none" w="sm" len="sm"/>
          </a:ln>
        </p:spPr>
        <p:txBody>
          <a:bodyPr wrap="none" anchor="ct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277513" name="Line 9"/>
          <p:cNvSpPr>
            <a:spLocks noChangeShapeType="1"/>
          </p:cNvSpPr>
          <p:nvPr/>
        </p:nvSpPr>
        <p:spPr bwMode="auto">
          <a:xfrm>
            <a:off x="3756025" y="1484313"/>
            <a:ext cx="3509963" cy="576263"/>
          </a:xfrm>
          <a:prstGeom prst="line">
            <a:avLst/>
          </a:prstGeom>
          <a:noFill/>
          <a:ln w="38100">
            <a:solidFill>
              <a:srgbClr val="33CC33"/>
            </a:solidFill>
            <a:round/>
            <a:headEnd type="none" w="sm" len="sm"/>
            <a:tailEnd type="triangle" w="med" len="med"/>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2" name="Rectangle 59"/>
          <p:cNvSpPr>
            <a:spLocks noChangeArrowheads="1"/>
          </p:cNvSpPr>
          <p:nvPr/>
        </p:nvSpPr>
        <p:spPr bwMode="auto">
          <a:xfrm>
            <a:off x="2117725" y="1844675"/>
            <a:ext cx="2963863" cy="2206625"/>
          </a:xfrm>
          <a:prstGeom prst="rect">
            <a:avLst/>
          </a:prstGeom>
          <a:noFill/>
          <a:ln w="25400">
            <a:solidFill>
              <a:srgbClr val="FF0000"/>
            </a:solidFill>
            <a:miter lim="800000"/>
            <a:headEnd type="none" w="sm" len="sm"/>
            <a:tailEnd type="none" w="sm" len="sm"/>
          </a:ln>
        </p:spPr>
        <p:txBody>
          <a:bodyPr wrap="none" anchor="ct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 name="Rectangle 4"/>
          <p:cNvSpPr/>
          <p:nvPr/>
        </p:nvSpPr>
        <p:spPr>
          <a:xfrm>
            <a:off x="7889875" y="3573463"/>
            <a:ext cx="2965450" cy="954087"/>
          </a:xfrm>
          <a:prstGeom prst="rect">
            <a:avLst/>
          </a:prstGeom>
          <a:solidFill>
            <a:srgbClr val="FFFFCC"/>
          </a:solidFill>
          <a:ln w="38100" cap="flat" cmpd="sng">
            <a:solidFill>
              <a:srgbClr val="33CC33"/>
            </a:solidFill>
            <a:prstDash val="solid"/>
            <a:miter/>
            <a:headEnd type="none" w="sm" len="sm"/>
            <a:tailEnd type="none" w="sm" len="sm"/>
          </a:ln>
        </p:spPr>
        <p:txBody>
          <a:bodyPr>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ts val="590"/>
              </a:spcBef>
              <a:spcAft>
                <a:spcPts val="590"/>
              </a:spcAft>
              <a:buSzPct val="80000"/>
              <a:buNone/>
            </a:pPr>
            <a:r>
              <a:rPr lang="zh-CN" altLang="en-US" sz="2000" b="1" dirty="0">
                <a:solidFill>
                  <a:srgbClr val="000066"/>
                </a:solidFill>
                <a:latin typeface="Courier New" panose="02070409020205090404" pitchFamily="49" charset="0"/>
              </a:rPr>
              <a:t>构成结构体的变量称为结构体的成员</a:t>
            </a:r>
            <a:r>
              <a:rPr lang="en-US" altLang="zh-CN" sz="2000" b="1" dirty="0">
                <a:solidFill>
                  <a:srgbClr val="000066"/>
                </a:solidFill>
                <a:ea typeface="楷体_GB2312" pitchFamily="49" charset="-122"/>
              </a:rPr>
              <a:t>(Structure Member)</a:t>
            </a:r>
            <a:endParaRPr lang="zh-CN" altLang="en-US" sz="2000" b="1" dirty="0">
              <a:solidFill>
                <a:srgbClr val="000066"/>
              </a:solidFill>
              <a:ea typeface="楷体_GB2312" pitchFamily="49" charset="-122"/>
            </a:endParaRPr>
          </a:p>
        </p:txBody>
      </p:sp>
      <p:sp>
        <p:nvSpPr>
          <p:cNvPr id="277519" name="Line 15"/>
          <p:cNvSpPr>
            <a:spLocks noChangeShapeType="1"/>
          </p:cNvSpPr>
          <p:nvPr/>
        </p:nvSpPr>
        <p:spPr bwMode="auto">
          <a:xfrm>
            <a:off x="5081588" y="3046413"/>
            <a:ext cx="2808288" cy="936625"/>
          </a:xfrm>
          <a:prstGeom prst="line">
            <a:avLst/>
          </a:prstGeom>
          <a:noFill/>
          <a:ln w="38100">
            <a:solidFill>
              <a:srgbClr val="33CC33"/>
            </a:solidFill>
            <a:round/>
            <a:headEnd type="none" w="sm" len="sm"/>
            <a:tailEnd type="triangle" w="med" len="med"/>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4" name="Rectangle 59"/>
          <p:cNvSpPr>
            <a:spLocks noChangeArrowheads="1"/>
          </p:cNvSpPr>
          <p:nvPr/>
        </p:nvSpPr>
        <p:spPr bwMode="auto">
          <a:xfrm>
            <a:off x="2538413" y="1330325"/>
            <a:ext cx="1014413" cy="287338"/>
          </a:xfrm>
          <a:prstGeom prst="rect">
            <a:avLst/>
          </a:prstGeom>
          <a:noFill/>
          <a:ln w="38100">
            <a:solidFill>
              <a:srgbClr val="FF0000"/>
            </a:solidFill>
            <a:miter lim="800000"/>
            <a:headEnd type="none" w="sm" len="sm"/>
            <a:tailEnd type="none" w="sm" len="sm"/>
          </a:ln>
        </p:spPr>
        <p:txBody>
          <a:bodyPr wrap="none" anchor="ct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5" name="Rectangle 4"/>
          <p:cNvSpPr/>
          <p:nvPr/>
        </p:nvSpPr>
        <p:spPr>
          <a:xfrm>
            <a:off x="8280400" y="2420938"/>
            <a:ext cx="2497138" cy="954087"/>
          </a:xfrm>
          <a:prstGeom prst="rect">
            <a:avLst/>
          </a:prstGeom>
          <a:solidFill>
            <a:srgbClr val="FFFFCC"/>
          </a:solidFill>
          <a:ln w="38100" cap="flat" cmpd="sng">
            <a:solidFill>
              <a:srgbClr val="33CC33"/>
            </a:solidFill>
            <a:prstDash val="solid"/>
            <a:miter/>
            <a:headEnd type="none" w="sm" len="sm"/>
            <a:tailEnd type="none" w="sm" len="sm"/>
          </a:ln>
        </p:spPr>
        <p:txBody>
          <a:bodyPr>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ts val="590"/>
              </a:spcBef>
              <a:spcAft>
                <a:spcPts val="590"/>
              </a:spcAft>
              <a:buSzPct val="80000"/>
              <a:buNone/>
            </a:pPr>
            <a:r>
              <a:rPr lang="zh-CN" altLang="en-US" sz="2000" b="1" dirty="0">
                <a:solidFill>
                  <a:srgbClr val="000066"/>
                </a:solidFill>
                <a:latin typeface="Courier New" panose="02070409020205090404" pitchFamily="49" charset="0"/>
              </a:rPr>
              <a:t>结构体的名字称为结构体标签</a:t>
            </a:r>
            <a:r>
              <a:rPr lang="en-US" altLang="zh-CN" sz="2000" b="1" dirty="0">
                <a:solidFill>
                  <a:srgbClr val="000066"/>
                </a:solidFill>
                <a:ea typeface="楷体_GB2312" pitchFamily="49" charset="-122"/>
              </a:rPr>
              <a:t>(Structure Tag)</a:t>
            </a:r>
            <a:endParaRPr lang="zh-CN" altLang="en-US" sz="2000" b="1" dirty="0">
              <a:solidFill>
                <a:srgbClr val="000066"/>
              </a:solidFill>
              <a:ea typeface="楷体_GB2312" pitchFamily="49" charset="-122"/>
            </a:endParaRPr>
          </a:p>
        </p:txBody>
      </p:sp>
      <p:sp>
        <p:nvSpPr>
          <p:cNvPr id="277523" name="Line 19"/>
          <p:cNvSpPr>
            <a:spLocks noChangeShapeType="1"/>
          </p:cNvSpPr>
          <p:nvPr/>
        </p:nvSpPr>
        <p:spPr bwMode="auto">
          <a:xfrm>
            <a:off x="3552825" y="1484313"/>
            <a:ext cx="4727575" cy="1584325"/>
          </a:xfrm>
          <a:prstGeom prst="line">
            <a:avLst/>
          </a:prstGeom>
          <a:noFill/>
          <a:ln w="38100">
            <a:solidFill>
              <a:srgbClr val="33CC33"/>
            </a:solidFill>
            <a:round/>
            <a:headEnd type="none" w="sm" len="sm"/>
            <a:tailEnd type="triangle" w="med" len="med"/>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277509"/>
                                        </p:tgtEl>
                                        <p:attrNameLst>
                                          <p:attrName>style.visibility</p:attrName>
                                        </p:attrNameLst>
                                      </p:cBhvr>
                                      <p:to>
                                        <p:strVal val="visible"/>
                                      </p:to>
                                    </p:set>
                                    <p:anim calcmode="lin" valueType="num">
                                      <p:cBhvr>
                                        <p:cTn id="7" dur="500" fill="hold"/>
                                        <p:tgtEl>
                                          <p:spTgt spid="277509"/>
                                        </p:tgtEl>
                                        <p:attrNameLst>
                                          <p:attrName>ppt_w</p:attrName>
                                        </p:attrNameLst>
                                      </p:cBhvr>
                                      <p:tavLst>
                                        <p:tav tm="0">
                                          <p:val>
                                            <p:fltVal val="0"/>
                                          </p:val>
                                        </p:tav>
                                        <p:tav tm="100000">
                                          <p:val>
                                            <p:strVal val="#ppt_w"/>
                                          </p:val>
                                        </p:tav>
                                      </p:tavLst>
                                    </p:anim>
                                    <p:anim calcmode="lin" valueType="num">
                                      <p:cBhvr>
                                        <p:cTn id="8" dur="500" fill="hold"/>
                                        <p:tgtEl>
                                          <p:spTgt spid="277509"/>
                                        </p:tgtEl>
                                        <p:attrNameLst>
                                          <p:attrName>ppt_h</p:attrName>
                                        </p:attrNameLst>
                                      </p:cBhvr>
                                      <p:tavLst>
                                        <p:tav tm="0">
                                          <p:val>
                                            <p:fltVal val="0"/>
                                          </p:val>
                                        </p:tav>
                                        <p:tav tm="100000">
                                          <p:val>
                                            <p:strVal val="#ppt_h"/>
                                          </p:val>
                                        </p:tav>
                                      </p:tavLst>
                                    </p:anim>
                                    <p:animEffect transition="in" filter="fade">
                                      <p:cBhvr>
                                        <p:cTn id="9" dur="500"/>
                                        <p:tgtEl>
                                          <p:spTgt spid="277509"/>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11"/>
                                        </p:tgtEl>
                                        <p:attrNameLst>
                                          <p:attrName>style.visibility</p:attrName>
                                        </p:attrNameLst>
                                      </p:cBhvr>
                                      <p:to>
                                        <p:strVal val="visible"/>
                                      </p:to>
                                    </p:set>
                                    <p:anim calcmode="lin" valueType="num">
                                      <p:cBhvr>
                                        <p:cTn id="14" dur="500" fill="hold"/>
                                        <p:tgtEl>
                                          <p:spTgt spid="11"/>
                                        </p:tgtEl>
                                        <p:attrNameLst>
                                          <p:attrName>ppt_w</p:attrName>
                                        </p:attrNameLst>
                                      </p:cBhvr>
                                      <p:tavLst>
                                        <p:tav tm="0">
                                          <p:val>
                                            <p:fltVal val="0"/>
                                          </p:val>
                                        </p:tav>
                                        <p:tav tm="100000">
                                          <p:val>
                                            <p:strVal val="#ppt_w"/>
                                          </p:val>
                                        </p:tav>
                                      </p:tavLst>
                                    </p:anim>
                                    <p:anim calcmode="lin" valueType="num">
                                      <p:cBhvr>
                                        <p:cTn id="15" dur="500" fill="hold"/>
                                        <p:tgtEl>
                                          <p:spTgt spid="11"/>
                                        </p:tgtEl>
                                        <p:attrNameLst>
                                          <p:attrName>ppt_h</p:attrName>
                                        </p:attrNameLst>
                                      </p:cBhvr>
                                      <p:tavLst>
                                        <p:tav tm="0">
                                          <p:val>
                                            <p:fltVal val="0"/>
                                          </p:val>
                                        </p:tav>
                                        <p:tav tm="100000">
                                          <p:val>
                                            <p:strVal val="#ppt_h"/>
                                          </p:val>
                                        </p:tav>
                                      </p:tavLst>
                                    </p:anim>
                                    <p:animEffect transition="in" filter="fade">
                                      <p:cBhvr>
                                        <p:cTn id="16" dur="500"/>
                                        <p:tgtEl>
                                          <p:spTgt spid="11"/>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277513"/>
                                        </p:tgtEl>
                                        <p:attrNameLst>
                                          <p:attrName>style.visibility</p:attrName>
                                        </p:attrNameLst>
                                      </p:cBhvr>
                                      <p:to>
                                        <p:strVal val="visible"/>
                                      </p:to>
                                    </p:set>
                                    <p:animEffect transition="in" filter="wipe(left)">
                                      <p:cBhvr>
                                        <p:cTn id="21" dur="500"/>
                                        <p:tgtEl>
                                          <p:spTgt spid="277513"/>
                                        </p:tgtEl>
                                      </p:cBhvr>
                                    </p:animEffect>
                                  </p:childTnLst>
                                </p:cTn>
                              </p:par>
                            </p:childTnLst>
                          </p:cTn>
                        </p:par>
                        <p:par>
                          <p:cTn id="22" fill="hold">
                            <p:stCondLst>
                              <p:cond delay="500"/>
                            </p:stCondLst>
                            <p:childTnLst>
                              <p:par>
                                <p:cTn id="23" presetID="22" presetClass="entr" presetSubtype="8" fill="hold" grpId="0" nodeType="afterEffect">
                                  <p:stCondLst>
                                    <p:cond delay="0"/>
                                  </p:stCondLst>
                                  <p:childTnLst>
                                    <p:set>
                                      <p:cBhvr>
                                        <p:cTn id="24" dur="1" fill="hold">
                                          <p:stCondLst>
                                            <p:cond delay="0"/>
                                          </p:stCondLst>
                                        </p:cTn>
                                        <p:tgtEl>
                                          <p:spTgt spid="718852"/>
                                        </p:tgtEl>
                                        <p:attrNameLst>
                                          <p:attrName>style.visibility</p:attrName>
                                        </p:attrNameLst>
                                      </p:cBhvr>
                                      <p:to>
                                        <p:strVal val="visible"/>
                                      </p:to>
                                    </p:set>
                                    <p:animEffect transition="in" filter="wipe(left)">
                                      <p:cBhvr>
                                        <p:cTn id="25" dur="500"/>
                                        <p:tgtEl>
                                          <p:spTgt spid="718852"/>
                                        </p:tgtEl>
                                      </p:cBhvr>
                                    </p:animEffect>
                                  </p:childTnLst>
                                </p:cTn>
                              </p:par>
                            </p:childTnLst>
                          </p:cTn>
                        </p:par>
                      </p:childTnLst>
                    </p:cTn>
                  </p:par>
                  <p:par>
                    <p:cTn id="26" fill="hold">
                      <p:stCondLst>
                        <p:cond delay="indefinite"/>
                      </p:stCondLst>
                      <p:childTnLst>
                        <p:par>
                          <p:cTn id="27" fill="hold">
                            <p:stCondLst>
                              <p:cond delay="0"/>
                            </p:stCondLst>
                            <p:childTnLst>
                              <p:par>
                                <p:cTn id="28" presetID="1" presetClass="exit" presetSubtype="0" fill="hold" grpId="1" nodeType="clickEffect">
                                  <p:stCondLst>
                                    <p:cond delay="0"/>
                                  </p:stCondLst>
                                  <p:childTnLst>
                                    <p:set>
                                      <p:cBhvr>
                                        <p:cTn id="29" dur="1" fill="hold">
                                          <p:stCondLst>
                                            <p:cond delay="0"/>
                                          </p:stCondLst>
                                        </p:cTn>
                                        <p:tgtEl>
                                          <p:spTgt spid="11"/>
                                        </p:tgtEl>
                                        <p:attrNameLst>
                                          <p:attrName>style.visibility</p:attrName>
                                        </p:attrNameLst>
                                      </p:cBhvr>
                                      <p:to>
                                        <p:strVal val="hidden"/>
                                      </p:to>
                                    </p:set>
                                  </p:childTnLst>
                                </p:cTn>
                              </p:par>
                              <p:par>
                                <p:cTn id="30" presetID="1" presetClass="exit" presetSubtype="0" fill="hold" nodeType="withEffect">
                                  <p:stCondLst>
                                    <p:cond delay="0"/>
                                  </p:stCondLst>
                                  <p:childTnLst>
                                    <p:set>
                                      <p:cBhvr>
                                        <p:cTn id="31" dur="1" fill="hold">
                                          <p:stCondLst>
                                            <p:cond delay="0"/>
                                          </p:stCondLst>
                                        </p:cTn>
                                        <p:tgtEl>
                                          <p:spTgt spid="277513"/>
                                        </p:tgtEl>
                                        <p:attrNameLst>
                                          <p:attrName>style.visibility</p:attrName>
                                        </p:attrNameLst>
                                      </p:cBhvr>
                                      <p:to>
                                        <p:strVal val="hidden"/>
                                      </p:to>
                                    </p:set>
                                  </p:childTnLst>
                                </p:cTn>
                              </p:par>
                              <p:par>
                                <p:cTn id="32" presetID="1" presetClass="exit" presetSubtype="0" fill="hold" grpId="1" nodeType="withEffect">
                                  <p:stCondLst>
                                    <p:cond delay="0"/>
                                  </p:stCondLst>
                                  <p:childTnLst>
                                    <p:set>
                                      <p:cBhvr>
                                        <p:cTn id="33" dur="1" fill="hold">
                                          <p:stCondLst>
                                            <p:cond delay="0"/>
                                          </p:stCondLst>
                                        </p:cTn>
                                        <p:tgtEl>
                                          <p:spTgt spid="718852"/>
                                        </p:tgtEl>
                                        <p:attrNameLst>
                                          <p:attrName>style.visibility</p:attrName>
                                        </p:attrNameLst>
                                      </p:cBhvr>
                                      <p:to>
                                        <p:strVal val="hidden"/>
                                      </p:to>
                                    </p:set>
                                  </p:childTnLst>
                                </p:cTn>
                              </p:par>
                            </p:childTnLst>
                          </p:cTn>
                        </p:par>
                        <p:par>
                          <p:cTn id="34" fill="hold">
                            <p:stCondLst>
                              <p:cond delay="0"/>
                            </p:stCondLst>
                            <p:childTnLst>
                              <p:par>
                                <p:cTn id="35" presetID="53" presetClass="entr" presetSubtype="16" fill="hold" grpId="0" nodeType="afterEffect">
                                  <p:stCondLst>
                                    <p:cond delay="0"/>
                                  </p:stCondLst>
                                  <p:childTnLst>
                                    <p:set>
                                      <p:cBhvr>
                                        <p:cTn id="36" dur="1" fill="hold">
                                          <p:stCondLst>
                                            <p:cond delay="0"/>
                                          </p:stCondLst>
                                        </p:cTn>
                                        <p:tgtEl>
                                          <p:spTgt spid="4"/>
                                        </p:tgtEl>
                                        <p:attrNameLst>
                                          <p:attrName>style.visibility</p:attrName>
                                        </p:attrNameLst>
                                      </p:cBhvr>
                                      <p:to>
                                        <p:strVal val="visible"/>
                                      </p:to>
                                    </p:set>
                                    <p:anim calcmode="lin" valueType="num">
                                      <p:cBhvr>
                                        <p:cTn id="37" dur="500" fill="hold"/>
                                        <p:tgtEl>
                                          <p:spTgt spid="4"/>
                                        </p:tgtEl>
                                        <p:attrNameLst>
                                          <p:attrName>ppt_w</p:attrName>
                                        </p:attrNameLst>
                                      </p:cBhvr>
                                      <p:tavLst>
                                        <p:tav tm="0">
                                          <p:val>
                                            <p:fltVal val="0"/>
                                          </p:val>
                                        </p:tav>
                                        <p:tav tm="100000">
                                          <p:val>
                                            <p:strVal val="#ppt_w"/>
                                          </p:val>
                                        </p:tav>
                                      </p:tavLst>
                                    </p:anim>
                                    <p:anim calcmode="lin" valueType="num">
                                      <p:cBhvr>
                                        <p:cTn id="38" dur="500" fill="hold"/>
                                        <p:tgtEl>
                                          <p:spTgt spid="4"/>
                                        </p:tgtEl>
                                        <p:attrNameLst>
                                          <p:attrName>ppt_h</p:attrName>
                                        </p:attrNameLst>
                                      </p:cBhvr>
                                      <p:tavLst>
                                        <p:tav tm="0">
                                          <p:val>
                                            <p:fltVal val="0"/>
                                          </p:val>
                                        </p:tav>
                                        <p:tav tm="100000">
                                          <p:val>
                                            <p:strVal val="#ppt_h"/>
                                          </p:val>
                                        </p:tav>
                                      </p:tavLst>
                                    </p:anim>
                                    <p:animEffect transition="in" filter="fade">
                                      <p:cBhvr>
                                        <p:cTn id="39" dur="500"/>
                                        <p:tgtEl>
                                          <p:spTgt spid="4"/>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nodeType="clickEffect">
                                  <p:stCondLst>
                                    <p:cond delay="0"/>
                                  </p:stCondLst>
                                  <p:childTnLst>
                                    <p:set>
                                      <p:cBhvr>
                                        <p:cTn id="43" dur="1" fill="hold">
                                          <p:stCondLst>
                                            <p:cond delay="0"/>
                                          </p:stCondLst>
                                        </p:cTn>
                                        <p:tgtEl>
                                          <p:spTgt spid="277523"/>
                                        </p:tgtEl>
                                        <p:attrNameLst>
                                          <p:attrName>style.visibility</p:attrName>
                                        </p:attrNameLst>
                                      </p:cBhvr>
                                      <p:to>
                                        <p:strVal val="visible"/>
                                      </p:to>
                                    </p:set>
                                    <p:animEffect transition="in" filter="wipe(left)">
                                      <p:cBhvr>
                                        <p:cTn id="44" dur="500"/>
                                        <p:tgtEl>
                                          <p:spTgt spid="277523"/>
                                        </p:tgtEl>
                                      </p:cBhvr>
                                    </p:animEffect>
                                  </p:childTnLst>
                                </p:cTn>
                              </p:par>
                            </p:childTnLst>
                          </p:cTn>
                        </p:par>
                        <p:par>
                          <p:cTn id="45" fill="hold">
                            <p:stCondLst>
                              <p:cond delay="500"/>
                            </p:stCondLst>
                            <p:childTnLst>
                              <p:par>
                                <p:cTn id="46" presetID="22" presetClass="entr" presetSubtype="8" fill="hold" grpId="0" nodeType="afterEffect">
                                  <p:stCondLst>
                                    <p:cond delay="0"/>
                                  </p:stCondLst>
                                  <p:childTnLst>
                                    <p:set>
                                      <p:cBhvr>
                                        <p:cTn id="47" dur="1" fill="hold">
                                          <p:stCondLst>
                                            <p:cond delay="0"/>
                                          </p:stCondLst>
                                        </p:cTn>
                                        <p:tgtEl>
                                          <p:spTgt spid="5"/>
                                        </p:tgtEl>
                                        <p:attrNameLst>
                                          <p:attrName>style.visibility</p:attrName>
                                        </p:attrNameLst>
                                      </p:cBhvr>
                                      <p:to>
                                        <p:strVal val="visible"/>
                                      </p:to>
                                    </p:set>
                                    <p:animEffect transition="in" filter="wipe(left)">
                                      <p:cBhvr>
                                        <p:cTn id="48" dur="500"/>
                                        <p:tgtEl>
                                          <p:spTgt spid="5"/>
                                        </p:tgtEl>
                                      </p:cBhvr>
                                    </p:animEffect>
                                  </p:childTnLst>
                                </p:cTn>
                              </p:par>
                            </p:childTnLst>
                          </p:cTn>
                        </p:par>
                      </p:childTnLst>
                    </p:cTn>
                  </p:par>
                  <p:par>
                    <p:cTn id="49" fill="hold">
                      <p:stCondLst>
                        <p:cond delay="indefinite"/>
                      </p:stCondLst>
                      <p:childTnLst>
                        <p:par>
                          <p:cTn id="50" fill="hold">
                            <p:stCondLst>
                              <p:cond delay="0"/>
                            </p:stCondLst>
                            <p:childTnLst>
                              <p:par>
                                <p:cTn id="51" presetID="1" presetClass="exit" presetSubtype="0" fill="hold" grpId="1" nodeType="clickEffect">
                                  <p:stCondLst>
                                    <p:cond delay="0"/>
                                  </p:stCondLst>
                                  <p:childTnLst>
                                    <p:set>
                                      <p:cBhvr>
                                        <p:cTn id="52" dur="1" fill="hold">
                                          <p:stCondLst>
                                            <p:cond delay="0"/>
                                          </p:stCondLst>
                                        </p:cTn>
                                        <p:tgtEl>
                                          <p:spTgt spid="4"/>
                                        </p:tgtEl>
                                        <p:attrNameLst>
                                          <p:attrName>style.visibility</p:attrName>
                                        </p:attrNameLst>
                                      </p:cBhvr>
                                      <p:to>
                                        <p:strVal val="hidden"/>
                                      </p:to>
                                    </p:set>
                                  </p:childTnLst>
                                </p:cTn>
                              </p:par>
                              <p:par>
                                <p:cTn id="53" presetID="1" presetClass="exit" presetSubtype="0" fill="hold" nodeType="withEffect">
                                  <p:stCondLst>
                                    <p:cond delay="0"/>
                                  </p:stCondLst>
                                  <p:childTnLst>
                                    <p:set>
                                      <p:cBhvr>
                                        <p:cTn id="54" dur="1" fill="hold">
                                          <p:stCondLst>
                                            <p:cond delay="0"/>
                                          </p:stCondLst>
                                        </p:cTn>
                                        <p:tgtEl>
                                          <p:spTgt spid="277523"/>
                                        </p:tgtEl>
                                        <p:attrNameLst>
                                          <p:attrName>style.visibility</p:attrName>
                                        </p:attrNameLst>
                                      </p:cBhvr>
                                      <p:to>
                                        <p:strVal val="hidden"/>
                                      </p:to>
                                    </p:set>
                                  </p:childTnLst>
                                </p:cTn>
                              </p:par>
                              <p:par>
                                <p:cTn id="55" presetID="1" presetClass="exit" presetSubtype="0" fill="hold" grpId="1" nodeType="withEffect">
                                  <p:stCondLst>
                                    <p:cond delay="0"/>
                                  </p:stCondLst>
                                  <p:childTnLst>
                                    <p:set>
                                      <p:cBhvr>
                                        <p:cTn id="56" dur="1" fill="hold">
                                          <p:stCondLst>
                                            <p:cond delay="0"/>
                                          </p:stCondLst>
                                        </p:cTn>
                                        <p:tgtEl>
                                          <p:spTgt spid="5"/>
                                        </p:tgtEl>
                                        <p:attrNameLst>
                                          <p:attrName>style.visibility</p:attrName>
                                        </p:attrNameLst>
                                      </p:cBhvr>
                                      <p:to>
                                        <p:strVal val="hidden"/>
                                      </p:to>
                                    </p:set>
                                  </p:childTnLst>
                                </p:cTn>
                              </p:par>
                            </p:childTnLst>
                          </p:cTn>
                        </p:par>
                        <p:par>
                          <p:cTn id="57" fill="hold">
                            <p:stCondLst>
                              <p:cond delay="0"/>
                            </p:stCondLst>
                            <p:childTnLst>
                              <p:par>
                                <p:cTn id="58" presetID="53" presetClass="entr" presetSubtype="16" fill="hold" grpId="0" nodeType="afterEffect">
                                  <p:stCondLst>
                                    <p:cond delay="0"/>
                                  </p:stCondLst>
                                  <p:childTnLst>
                                    <p:set>
                                      <p:cBhvr>
                                        <p:cTn id="59" dur="1" fill="hold">
                                          <p:stCondLst>
                                            <p:cond delay="0"/>
                                          </p:stCondLst>
                                        </p:cTn>
                                        <p:tgtEl>
                                          <p:spTgt spid="2"/>
                                        </p:tgtEl>
                                        <p:attrNameLst>
                                          <p:attrName>style.visibility</p:attrName>
                                        </p:attrNameLst>
                                      </p:cBhvr>
                                      <p:to>
                                        <p:strVal val="visible"/>
                                      </p:to>
                                    </p:set>
                                    <p:anim calcmode="lin" valueType="num">
                                      <p:cBhvr>
                                        <p:cTn id="60" dur="500" fill="hold"/>
                                        <p:tgtEl>
                                          <p:spTgt spid="2"/>
                                        </p:tgtEl>
                                        <p:attrNameLst>
                                          <p:attrName>ppt_w</p:attrName>
                                        </p:attrNameLst>
                                      </p:cBhvr>
                                      <p:tavLst>
                                        <p:tav tm="0">
                                          <p:val>
                                            <p:fltVal val="0"/>
                                          </p:val>
                                        </p:tav>
                                        <p:tav tm="100000">
                                          <p:val>
                                            <p:strVal val="#ppt_w"/>
                                          </p:val>
                                        </p:tav>
                                      </p:tavLst>
                                    </p:anim>
                                    <p:anim calcmode="lin" valueType="num">
                                      <p:cBhvr>
                                        <p:cTn id="61" dur="500" fill="hold"/>
                                        <p:tgtEl>
                                          <p:spTgt spid="2"/>
                                        </p:tgtEl>
                                        <p:attrNameLst>
                                          <p:attrName>ppt_h</p:attrName>
                                        </p:attrNameLst>
                                      </p:cBhvr>
                                      <p:tavLst>
                                        <p:tav tm="0">
                                          <p:val>
                                            <p:fltVal val="0"/>
                                          </p:val>
                                        </p:tav>
                                        <p:tav tm="100000">
                                          <p:val>
                                            <p:strVal val="#ppt_h"/>
                                          </p:val>
                                        </p:tav>
                                      </p:tavLst>
                                    </p:anim>
                                    <p:animEffect transition="in" filter="fade">
                                      <p:cBhvr>
                                        <p:cTn id="62" dur="500"/>
                                        <p:tgtEl>
                                          <p:spTgt spid="2"/>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nodeType="clickEffect">
                                  <p:stCondLst>
                                    <p:cond delay="0"/>
                                  </p:stCondLst>
                                  <p:childTnLst>
                                    <p:set>
                                      <p:cBhvr>
                                        <p:cTn id="66" dur="1" fill="hold">
                                          <p:stCondLst>
                                            <p:cond delay="0"/>
                                          </p:stCondLst>
                                        </p:cTn>
                                        <p:tgtEl>
                                          <p:spTgt spid="277519"/>
                                        </p:tgtEl>
                                        <p:attrNameLst>
                                          <p:attrName>style.visibility</p:attrName>
                                        </p:attrNameLst>
                                      </p:cBhvr>
                                      <p:to>
                                        <p:strVal val="visible"/>
                                      </p:to>
                                    </p:set>
                                    <p:animEffect transition="in" filter="wipe(left)">
                                      <p:cBhvr>
                                        <p:cTn id="67" dur="500"/>
                                        <p:tgtEl>
                                          <p:spTgt spid="277519"/>
                                        </p:tgtEl>
                                      </p:cBhvr>
                                    </p:animEffect>
                                  </p:childTnLst>
                                </p:cTn>
                              </p:par>
                            </p:childTnLst>
                          </p:cTn>
                        </p:par>
                        <p:par>
                          <p:cTn id="68" fill="hold">
                            <p:stCondLst>
                              <p:cond delay="500"/>
                            </p:stCondLst>
                            <p:childTnLst>
                              <p:par>
                                <p:cTn id="69" presetID="22" presetClass="entr" presetSubtype="8" fill="hold" grpId="0" nodeType="afterEffect">
                                  <p:stCondLst>
                                    <p:cond delay="0"/>
                                  </p:stCondLst>
                                  <p:childTnLst>
                                    <p:set>
                                      <p:cBhvr>
                                        <p:cTn id="70" dur="1" fill="hold">
                                          <p:stCondLst>
                                            <p:cond delay="0"/>
                                          </p:stCondLst>
                                        </p:cTn>
                                        <p:tgtEl>
                                          <p:spTgt spid="3"/>
                                        </p:tgtEl>
                                        <p:attrNameLst>
                                          <p:attrName>style.visibility</p:attrName>
                                        </p:attrNameLst>
                                      </p:cBhvr>
                                      <p:to>
                                        <p:strVal val="visible"/>
                                      </p:to>
                                    </p:set>
                                    <p:animEffect transition="in" filter="wipe(left)">
                                      <p:cBhvr>
                                        <p:cTn id="7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8852" grpId="0" animBg="1"/>
      <p:bldP spid="718852" grpId="1" animBg="1"/>
      <p:bldP spid="11" grpId="0" animBg="1"/>
      <p:bldP spid="11" grpId="1" animBg="1"/>
      <p:bldP spid="2" grpId="0" animBg="1"/>
      <p:bldP spid="3" grpId="0" animBg="1"/>
      <p:bldP spid="4" grpId="0" animBg="1"/>
      <p:bldP spid="4" grpId="1" animBg="1"/>
      <p:bldP spid="5" grpId="0" animBg="1"/>
      <p:bldP spid="5" grpId="1" animBg="1"/>
    </p:bldLst>
  </p:timing>
</p:sld>
</file>

<file path=ppt/slides/slide6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Text Box 3"/>
          <p:cNvSpPr txBox="1"/>
          <p:nvPr/>
        </p:nvSpPr>
        <p:spPr>
          <a:xfrm>
            <a:off x="1651000" y="1485900"/>
            <a:ext cx="6097588" cy="476250"/>
          </a:xfrm>
          <a:prstGeom prst="rect">
            <a:avLst/>
          </a:prstGeom>
          <a:noFill/>
          <a:ln w="9525">
            <a:noFill/>
          </a:ln>
        </p:spPr>
        <p:txBody>
          <a:bodyPr wrap="none">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ts val="590"/>
              </a:spcBef>
              <a:spcAft>
                <a:spcPts val="590"/>
              </a:spcAft>
              <a:buClr>
                <a:schemeClr val="accent2"/>
              </a:buClr>
              <a:buSzPct val="80000"/>
              <a:buNone/>
            </a:pPr>
            <a:r>
              <a:rPr lang="zh-CN" altLang="en-US" sz="2800" b="1" dirty="0">
                <a:solidFill>
                  <a:srgbClr val="000066"/>
                </a:solidFill>
              </a:rPr>
              <a:t>（</a:t>
            </a:r>
            <a:r>
              <a:rPr lang="en-US" altLang="zh-CN" sz="2800" b="1" dirty="0">
                <a:solidFill>
                  <a:srgbClr val="000066"/>
                </a:solidFill>
              </a:rPr>
              <a:t>1</a:t>
            </a:r>
            <a:r>
              <a:rPr lang="zh-CN" altLang="en-US" sz="2800" b="1" dirty="0">
                <a:solidFill>
                  <a:srgbClr val="000066"/>
                </a:solidFill>
              </a:rPr>
              <a:t>）先定义结构体类型再定义变量名</a:t>
            </a:r>
            <a:endParaRPr lang="zh-CN" altLang="en-US" sz="2800" b="1" dirty="0">
              <a:solidFill>
                <a:srgbClr val="000066"/>
              </a:solidFill>
            </a:endParaRPr>
          </a:p>
        </p:txBody>
      </p:sp>
      <p:sp>
        <p:nvSpPr>
          <p:cNvPr id="13" name="Rectangle 4"/>
          <p:cNvSpPr/>
          <p:nvPr/>
        </p:nvSpPr>
        <p:spPr>
          <a:xfrm>
            <a:off x="1651000" y="2060575"/>
            <a:ext cx="6516688" cy="479425"/>
          </a:xfrm>
          <a:prstGeom prst="rect">
            <a:avLst/>
          </a:prstGeom>
          <a:noFill/>
          <a:ln w="9525">
            <a:noFill/>
          </a:ln>
        </p:spPr>
        <p:txBody>
          <a:bodyPr wrap="none">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ts val="590"/>
              </a:spcBef>
              <a:spcAft>
                <a:spcPts val="590"/>
              </a:spcAft>
              <a:buClr>
                <a:schemeClr val="accent2"/>
              </a:buClr>
              <a:buSzPct val="80000"/>
              <a:buNone/>
            </a:pPr>
            <a:r>
              <a:rPr lang="zh-CN" altLang="en-US" sz="2800" b="1" dirty="0">
                <a:solidFill>
                  <a:srgbClr val="000066"/>
                </a:solidFill>
              </a:rPr>
              <a:t>（</a:t>
            </a:r>
            <a:r>
              <a:rPr lang="en-US" altLang="zh-CN" sz="2800" b="1" dirty="0">
                <a:solidFill>
                  <a:srgbClr val="000066"/>
                </a:solidFill>
              </a:rPr>
              <a:t>2</a:t>
            </a:r>
            <a:r>
              <a:rPr lang="zh-CN" altLang="en-US" sz="2800" b="1" dirty="0">
                <a:solidFill>
                  <a:srgbClr val="000066"/>
                </a:solidFill>
              </a:rPr>
              <a:t>）在定义结构体类型的同时定义变量</a:t>
            </a:r>
            <a:endParaRPr lang="zh-CN" altLang="en-US" sz="2800" b="1" dirty="0">
              <a:solidFill>
                <a:srgbClr val="000066"/>
              </a:solidFill>
            </a:endParaRPr>
          </a:p>
        </p:txBody>
      </p:sp>
      <p:sp>
        <p:nvSpPr>
          <p:cNvPr id="14" name="Rectangle 5"/>
          <p:cNvSpPr/>
          <p:nvPr/>
        </p:nvSpPr>
        <p:spPr>
          <a:xfrm>
            <a:off x="1662113" y="2635250"/>
            <a:ext cx="9036050" cy="476250"/>
          </a:xfrm>
          <a:prstGeom prst="rect">
            <a:avLst/>
          </a:prstGeom>
          <a:noFill/>
          <a:ln w="9525">
            <a:noFill/>
          </a:ln>
        </p:spPr>
        <p:txBody>
          <a:bodyPr>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ts val="590"/>
              </a:spcBef>
              <a:spcAft>
                <a:spcPts val="590"/>
              </a:spcAft>
              <a:buClr>
                <a:schemeClr val="accent2"/>
              </a:buClr>
              <a:buSzPct val="80000"/>
              <a:buNone/>
            </a:pPr>
            <a:r>
              <a:rPr lang="zh-CN" altLang="en-US" sz="2800" b="1" dirty="0">
                <a:solidFill>
                  <a:srgbClr val="000066"/>
                </a:solidFill>
              </a:rPr>
              <a:t>（</a:t>
            </a:r>
            <a:r>
              <a:rPr lang="en-US" altLang="zh-CN" sz="2800" b="1" dirty="0">
                <a:solidFill>
                  <a:srgbClr val="000066"/>
                </a:solidFill>
              </a:rPr>
              <a:t>3</a:t>
            </a:r>
            <a:r>
              <a:rPr lang="zh-CN" altLang="en-US" sz="2800" b="1" dirty="0">
                <a:solidFill>
                  <a:srgbClr val="000066"/>
                </a:solidFill>
              </a:rPr>
              <a:t>）直接定义结构体变量（不指定结构体标签）</a:t>
            </a:r>
            <a:endParaRPr lang="zh-CN" altLang="en-US" sz="2800" b="1" dirty="0">
              <a:solidFill>
                <a:srgbClr val="000066"/>
              </a:solidFill>
            </a:endParaRPr>
          </a:p>
        </p:txBody>
      </p:sp>
      <p:sp>
        <p:nvSpPr>
          <p:cNvPr id="16" name="Picture 10"/>
          <p:cNvSpPr>
            <a:spLocks noChangeAspect="1"/>
          </p:cNvSpPr>
          <p:nvPr/>
        </p:nvSpPr>
        <p:spPr>
          <a:xfrm>
            <a:off x="3130550" y="2073275"/>
            <a:ext cx="3540125" cy="276225"/>
          </a:xfrm>
          <a:prstGeom prst="rect">
            <a:avLst/>
          </a:prstGeom>
          <a:noFill/>
          <a:ln w="12700">
            <a:noFill/>
          </a:ln>
        </p:spPr>
        <p:txBody>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ts val="590"/>
              </a:spcBef>
              <a:spcAft>
                <a:spcPts val="590"/>
              </a:spcAft>
              <a:buSzPct val="80000"/>
              <a:buNone/>
            </a:pPr>
            <a:endParaRPr lang="zh-CN" altLang="en-US" sz="2000" dirty="0">
              <a:ea typeface="宋体" pitchFamily="2" charset="-122"/>
            </a:endParaRPr>
          </a:p>
        </p:txBody>
      </p:sp>
      <p:sp>
        <p:nvSpPr>
          <p:cNvPr id="99334" name="Rectangle 5"/>
          <p:cNvSpPr/>
          <p:nvPr/>
        </p:nvSpPr>
        <p:spPr>
          <a:xfrm>
            <a:off x="1919288" y="333375"/>
            <a:ext cx="8447087" cy="839788"/>
          </a:xfrm>
          <a:prstGeom prst="rect">
            <a:avLst/>
          </a:prstGeom>
          <a:noFill/>
          <a:ln w="9525">
            <a:noFill/>
          </a:ln>
        </p:spPr>
        <p:txBody>
          <a:bodyPr anchor="ctr" anchorCtr="0"/>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algn="ctr" eaLnBrk="1" hangingPunct="1">
              <a:lnSpc>
                <a:spcPct val="100000"/>
              </a:lnSpc>
              <a:spcBef>
                <a:spcPct val="0"/>
              </a:spcBef>
              <a:buClrTx/>
              <a:buSzTx/>
              <a:buFontTx/>
              <a:buNone/>
            </a:pPr>
            <a:r>
              <a:rPr lang="en-US" altLang="zh-CN" sz="4000" dirty="0"/>
              <a:t>3.4.2 </a:t>
            </a:r>
            <a:r>
              <a:rPr lang="zh-CN" altLang="en-US" sz="4000" dirty="0"/>
              <a:t>结构体变量</a:t>
            </a:r>
            <a:endParaRPr lang="zh-CN" altLang="en-US" sz="4000" dirty="0"/>
          </a:p>
        </p:txBody>
      </p:sp>
      <p:pic>
        <p:nvPicPr>
          <p:cNvPr id="15" name="Picture 11"/>
          <p:cNvPicPr>
            <a:picLocks noChangeAspect="1"/>
          </p:cNvPicPr>
          <p:nvPr/>
        </p:nvPicPr>
        <p:blipFill>
          <a:blip r:embed="rId1">
            <a:clrChange>
              <a:clrFrom>
                <a:srgbClr val="FFFFFF"/>
              </a:clrFrom>
              <a:clrTo>
                <a:srgbClr val="FFFFFF">
                  <a:alpha val="0"/>
                </a:srgbClr>
              </a:clrTo>
            </a:clrChange>
          </a:blip>
          <a:stretch>
            <a:fillRect/>
          </a:stretch>
        </p:blipFill>
        <p:spPr>
          <a:xfrm>
            <a:off x="1884363" y="3400425"/>
            <a:ext cx="3667125" cy="2568575"/>
          </a:xfrm>
          <a:prstGeom prst="rect">
            <a:avLst/>
          </a:prstGeom>
          <a:noFill/>
          <a:ln w="12700">
            <a:noFill/>
          </a:ln>
        </p:spPr>
      </p:pic>
      <p:grpSp>
        <p:nvGrpSpPr>
          <p:cNvPr id="2" name="组合 9"/>
          <p:cNvGrpSpPr/>
          <p:nvPr/>
        </p:nvGrpSpPr>
        <p:grpSpPr>
          <a:xfrm>
            <a:off x="6877050" y="3357563"/>
            <a:ext cx="3527425" cy="2546350"/>
            <a:chOff x="5292725" y="3690528"/>
            <a:chExt cx="3255963" cy="2546784"/>
          </a:xfrm>
        </p:grpSpPr>
        <p:pic>
          <p:nvPicPr>
            <p:cNvPr id="99337" name="Picture 12"/>
            <p:cNvPicPr>
              <a:picLocks noChangeAspect="1"/>
            </p:cNvPicPr>
            <p:nvPr/>
          </p:nvPicPr>
          <p:blipFill>
            <a:blip r:embed="rId2">
              <a:clrChange>
                <a:clrFrom>
                  <a:srgbClr val="FFFFFF"/>
                </a:clrFrom>
                <a:clrTo>
                  <a:srgbClr val="FFFFFF">
                    <a:alpha val="0"/>
                  </a:srgbClr>
                </a:clrTo>
              </a:clrChange>
            </a:blip>
            <a:stretch>
              <a:fillRect/>
            </a:stretch>
          </p:blipFill>
          <p:spPr>
            <a:xfrm>
              <a:off x="5292725" y="3716362"/>
              <a:ext cx="3255963" cy="2520950"/>
            </a:xfrm>
            <a:prstGeom prst="rect">
              <a:avLst/>
            </a:prstGeom>
            <a:noFill/>
            <a:ln w="12700">
              <a:noFill/>
            </a:ln>
          </p:spPr>
        </p:pic>
        <p:sp>
          <p:nvSpPr>
            <p:cNvPr id="99338" name="矩形 8"/>
            <p:cNvSpPr/>
            <p:nvPr/>
          </p:nvSpPr>
          <p:spPr>
            <a:xfrm>
              <a:off x="6286500" y="3690528"/>
              <a:ext cx="720725" cy="287386"/>
            </a:xfrm>
            <a:prstGeom prst="rect">
              <a:avLst/>
            </a:prstGeom>
            <a:noFill/>
            <a:ln w="12700" cap="flat" cmpd="sng">
              <a:solidFill>
                <a:srgbClr val="FF0000"/>
              </a:solidFill>
              <a:prstDash val="solid"/>
              <a:round/>
              <a:headEnd type="none" w="sm" len="sm"/>
              <a:tailEnd type="none" w="sm" len="sm"/>
            </a:ln>
          </p:spPr>
          <p:txBody>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ts val="590"/>
                </a:spcBef>
                <a:spcAft>
                  <a:spcPts val="590"/>
                </a:spcAft>
                <a:buSzPct val="80000"/>
                <a:buNone/>
              </a:pPr>
              <a:endParaRPr lang="zh-CN" altLang="en-US" sz="2000" dirty="0">
                <a:ea typeface="宋体" pitchFamily="2" charset="-122"/>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box(out)">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grpId="0" nodeType="clickEffect" nodePh="1">
                                  <p:stCondLst>
                                    <p:cond delay="0"/>
                                  </p:stCondLst>
                                  <p:endCondLst>
                                    <p:cond evt="begin" delay="0">
                                      <p:tn val="10"/>
                                    </p:cond>
                                  </p:endCondLst>
                                  <p:childTnLst>
                                    <p:set>
                                      <p:cBhvr>
                                        <p:cTn id="11" dur="1" fill="hold">
                                          <p:stCondLst>
                                            <p:cond delay="0"/>
                                          </p:stCondLst>
                                        </p:cTn>
                                        <p:tgtEl>
                                          <p:spTgt spid="16"/>
                                        </p:tgtEl>
                                        <p:attrNameLst>
                                          <p:attrName>style.visibility</p:attrName>
                                        </p:attrNameLst>
                                      </p:cBhvr>
                                      <p:to>
                                        <p:strVal val="visible"/>
                                      </p:to>
                                    </p:set>
                                    <p:anim calcmode="lin" valueType="num">
                                      <p:cBhvr>
                                        <p:cTn id="12" dur="500" fill="hold"/>
                                        <p:tgtEl>
                                          <p:spTgt spid="16"/>
                                        </p:tgtEl>
                                        <p:attrNameLst>
                                          <p:attrName>ppt_w</p:attrName>
                                        </p:attrNameLst>
                                      </p:cBhvr>
                                      <p:tavLst>
                                        <p:tav tm="0">
                                          <p:val>
                                            <p:fltVal val="0"/>
                                          </p:val>
                                        </p:tav>
                                        <p:tav tm="100000">
                                          <p:val>
                                            <p:strVal val="#ppt_w"/>
                                          </p:val>
                                        </p:tav>
                                      </p:tavLst>
                                    </p:anim>
                                    <p:anim calcmode="lin" valueType="num">
                                      <p:cBhvr>
                                        <p:cTn id="13" dur="500" fill="hold"/>
                                        <p:tgtEl>
                                          <p:spTgt spid="16"/>
                                        </p:tgtEl>
                                        <p:attrNameLst>
                                          <p:attrName>ppt_h</p:attrName>
                                        </p:attrNameLst>
                                      </p:cBhvr>
                                      <p:tavLst>
                                        <p:tav tm="0">
                                          <p:val>
                                            <p:fltVal val="0"/>
                                          </p:val>
                                        </p:tav>
                                        <p:tav tm="100000">
                                          <p:val>
                                            <p:strVal val="#ppt_h"/>
                                          </p:val>
                                        </p:tav>
                                      </p:tavLst>
                                    </p:anim>
                                    <p:animEffect transition="in" filter="fade">
                                      <p:cBhvr>
                                        <p:cTn id="14" dur="500"/>
                                        <p:tgtEl>
                                          <p:spTgt spid="16"/>
                                        </p:tgtEl>
                                      </p:cBhvr>
                                    </p:animEffect>
                                  </p:childTnLst>
                                </p:cTn>
                              </p:par>
                            </p:childTnLst>
                          </p:cTn>
                        </p:par>
                      </p:childTnLst>
                    </p:cTn>
                  </p:par>
                  <p:par>
                    <p:cTn id="15" fill="hold">
                      <p:stCondLst>
                        <p:cond delay="indefinite"/>
                      </p:stCondLst>
                      <p:childTnLst>
                        <p:par>
                          <p:cTn id="16" fill="hold">
                            <p:stCondLst>
                              <p:cond delay="0"/>
                            </p:stCondLst>
                            <p:childTnLst>
                              <p:par>
                                <p:cTn id="17" presetID="4" presetClass="entr" presetSubtype="32"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box(out)">
                                      <p:cBhvr>
                                        <p:cTn id="19" dur="500"/>
                                        <p:tgtEl>
                                          <p:spTgt spid="13"/>
                                        </p:tgtEl>
                                      </p:cBhvr>
                                    </p:animEffect>
                                  </p:childTnLst>
                                </p:cTn>
                              </p:par>
                            </p:childTnLst>
                          </p:cTn>
                        </p:par>
                      </p:childTnLst>
                    </p:cTn>
                  </p:par>
                  <p:par>
                    <p:cTn id="20" fill="hold">
                      <p:stCondLst>
                        <p:cond delay="indefinite"/>
                      </p:stCondLst>
                      <p:childTnLst>
                        <p:par>
                          <p:cTn id="21" fill="hold">
                            <p:stCondLst>
                              <p:cond delay="0"/>
                            </p:stCondLst>
                            <p:childTnLst>
                              <p:par>
                                <p:cTn id="22" presetID="53" presetClass="entr" presetSubtype="16" fill="hold" nodeType="clickEffect">
                                  <p:stCondLst>
                                    <p:cond delay="0"/>
                                  </p:stCondLst>
                                  <p:childTnLst>
                                    <p:set>
                                      <p:cBhvr>
                                        <p:cTn id="23" dur="1" fill="hold">
                                          <p:stCondLst>
                                            <p:cond delay="0"/>
                                          </p:stCondLst>
                                        </p:cTn>
                                        <p:tgtEl>
                                          <p:spTgt spid="15"/>
                                        </p:tgtEl>
                                        <p:attrNameLst>
                                          <p:attrName>style.visibility</p:attrName>
                                        </p:attrNameLst>
                                      </p:cBhvr>
                                      <p:to>
                                        <p:strVal val="visible"/>
                                      </p:to>
                                    </p:set>
                                    <p:anim calcmode="lin" valueType="num">
                                      <p:cBhvr>
                                        <p:cTn id="24" dur="500" fill="hold"/>
                                        <p:tgtEl>
                                          <p:spTgt spid="15"/>
                                        </p:tgtEl>
                                        <p:attrNameLst>
                                          <p:attrName>ppt_w</p:attrName>
                                        </p:attrNameLst>
                                      </p:cBhvr>
                                      <p:tavLst>
                                        <p:tav tm="0">
                                          <p:val>
                                            <p:fltVal val="0"/>
                                          </p:val>
                                        </p:tav>
                                        <p:tav tm="100000">
                                          <p:val>
                                            <p:strVal val="#ppt_w"/>
                                          </p:val>
                                        </p:tav>
                                      </p:tavLst>
                                    </p:anim>
                                    <p:anim calcmode="lin" valueType="num">
                                      <p:cBhvr>
                                        <p:cTn id="25" dur="500" fill="hold"/>
                                        <p:tgtEl>
                                          <p:spTgt spid="15"/>
                                        </p:tgtEl>
                                        <p:attrNameLst>
                                          <p:attrName>ppt_h</p:attrName>
                                        </p:attrNameLst>
                                      </p:cBhvr>
                                      <p:tavLst>
                                        <p:tav tm="0">
                                          <p:val>
                                            <p:fltVal val="0"/>
                                          </p:val>
                                        </p:tav>
                                        <p:tav tm="100000">
                                          <p:val>
                                            <p:strVal val="#ppt_h"/>
                                          </p:val>
                                        </p:tav>
                                      </p:tavLst>
                                    </p:anim>
                                    <p:animEffect transition="in" filter="fade">
                                      <p:cBhvr>
                                        <p:cTn id="26" dur="500"/>
                                        <p:tgtEl>
                                          <p:spTgt spid="15"/>
                                        </p:tgtEl>
                                      </p:cBhvr>
                                    </p:animEffect>
                                  </p:childTnLst>
                                </p:cTn>
                              </p:par>
                            </p:childTnLst>
                          </p:cTn>
                        </p:par>
                      </p:childTnLst>
                    </p:cTn>
                  </p:par>
                  <p:par>
                    <p:cTn id="27" fill="hold">
                      <p:stCondLst>
                        <p:cond delay="indefinite"/>
                      </p:stCondLst>
                      <p:childTnLst>
                        <p:par>
                          <p:cTn id="28" fill="hold">
                            <p:stCondLst>
                              <p:cond delay="0"/>
                            </p:stCondLst>
                            <p:childTnLst>
                              <p:par>
                                <p:cTn id="29" presetID="4" presetClass="entr" presetSubtype="32" fill="hold" grpId="0" nodeType="click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box(out)">
                                      <p:cBhvr>
                                        <p:cTn id="31" dur="500"/>
                                        <p:tgtEl>
                                          <p:spTgt spid="14"/>
                                        </p:tgtEl>
                                      </p:cBhvr>
                                    </p:animEffect>
                                  </p:childTnLst>
                                </p:cTn>
                              </p:par>
                            </p:childTnLst>
                          </p:cTn>
                        </p:par>
                      </p:childTnLst>
                    </p:cTn>
                  </p:par>
                  <p:par>
                    <p:cTn id="32" fill="hold">
                      <p:stCondLst>
                        <p:cond delay="indefinite"/>
                      </p:stCondLst>
                      <p:childTnLst>
                        <p:par>
                          <p:cTn id="33" fill="hold">
                            <p:stCondLst>
                              <p:cond delay="0"/>
                            </p:stCondLst>
                            <p:childTnLst>
                              <p:par>
                                <p:cTn id="34" presetID="23" presetClass="entr" presetSubtype="16" fill="hold" nodeType="clickEffect">
                                  <p:stCondLst>
                                    <p:cond delay="0"/>
                                  </p:stCondLst>
                                  <p:childTnLst>
                                    <p:set>
                                      <p:cBhvr>
                                        <p:cTn id="35" dur="1" fill="hold">
                                          <p:stCondLst>
                                            <p:cond delay="0"/>
                                          </p:stCondLst>
                                        </p:cTn>
                                        <p:tgtEl>
                                          <p:spTgt spid="2"/>
                                        </p:tgtEl>
                                        <p:attrNameLst>
                                          <p:attrName>style.visibility</p:attrName>
                                        </p:attrNameLst>
                                      </p:cBhvr>
                                      <p:to>
                                        <p:strVal val="visible"/>
                                      </p:to>
                                    </p:set>
                                    <p:anim calcmode="lin" valueType="num">
                                      <p:cBhvr>
                                        <p:cTn id="36" dur="500" fill="hold"/>
                                        <p:tgtEl>
                                          <p:spTgt spid="2"/>
                                        </p:tgtEl>
                                        <p:attrNameLst>
                                          <p:attrName>ppt_w</p:attrName>
                                        </p:attrNameLst>
                                      </p:cBhvr>
                                      <p:tavLst>
                                        <p:tav tm="0">
                                          <p:val>
                                            <p:fltVal val="0"/>
                                          </p:val>
                                        </p:tav>
                                        <p:tav tm="100000">
                                          <p:val>
                                            <p:strVal val="#ppt_w"/>
                                          </p:val>
                                        </p:tav>
                                      </p:tavLst>
                                    </p:anim>
                                    <p:anim calcmode="lin" valueType="num">
                                      <p:cBhvr>
                                        <p:cTn id="37" dur="500" fill="hold"/>
                                        <p:tgtEl>
                                          <p:spTgt spid="2"/>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14" grpId="0"/>
      <p:bldP spid="16" grpId="0" animBg="1"/>
    </p:bldLst>
  </p:timing>
</p:sld>
</file>

<file path=ppt/slides/slide6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0354" name="Rectangle 2"/>
          <p:cNvSpPr>
            <a:spLocks noGrp="1"/>
          </p:cNvSpPr>
          <p:nvPr>
            <p:ph type="title"/>
          </p:nvPr>
        </p:nvSpPr>
        <p:spPr>
          <a:xfrm>
            <a:off x="1847850" y="404813"/>
            <a:ext cx="8447088" cy="839787"/>
          </a:xfrm>
        </p:spPr>
        <p:txBody>
          <a:bodyPr vert="horz" wrap="square" lIns="91440" tIns="45720" rIns="91440" bIns="45720" anchor="ctr" anchorCtr="0"/>
          <a:lstStyle/>
          <a:p>
            <a:r>
              <a:rPr lang="en-US" altLang="zh-CN" sz="4000" kern="1200" dirty="0">
                <a:latin typeface="Arial" panose="020B0604020202090204" pitchFamily="34" charset="0"/>
                <a:ea typeface="黑体" panose="02010609060101010101" pitchFamily="49" charset="-122"/>
                <a:cs typeface="Arial" panose="020B0604020202090204" pitchFamily="34" charset="0"/>
              </a:rPr>
              <a:t>3.4.2 </a:t>
            </a:r>
            <a:r>
              <a:rPr lang="zh-CN" altLang="en-US" sz="4000" kern="1200" dirty="0">
                <a:latin typeface="Arial" panose="020B0604020202090204" pitchFamily="34" charset="0"/>
                <a:ea typeface="黑体" panose="02010609060101010101" pitchFamily="49" charset="-122"/>
                <a:cs typeface="Arial" panose="020B0604020202090204" pitchFamily="34" charset="0"/>
              </a:rPr>
              <a:t>结构体变量</a:t>
            </a:r>
            <a:endParaRPr lang="zh-CN" altLang="en-US" sz="4000" kern="1200" dirty="0">
              <a:latin typeface="Arial" panose="020B0604020202090204" pitchFamily="34" charset="0"/>
              <a:ea typeface="黑体" panose="02010609060101010101" pitchFamily="49" charset="-122"/>
              <a:cs typeface="Arial" panose="020B0604020202090204" pitchFamily="34" charset="0"/>
            </a:endParaRPr>
          </a:p>
        </p:txBody>
      </p:sp>
      <p:sp>
        <p:nvSpPr>
          <p:cNvPr id="316419" name="Rectangle 3"/>
          <p:cNvSpPr>
            <a:spLocks noGrp="1"/>
          </p:cNvSpPr>
          <p:nvPr>
            <p:ph idx="1"/>
          </p:nvPr>
        </p:nvSpPr>
        <p:spPr>
          <a:xfrm>
            <a:off x="1804988" y="4868863"/>
            <a:ext cx="8348662" cy="1439862"/>
          </a:xfrm>
        </p:spPr>
        <p:txBody>
          <a:bodyPr vert="horz" wrap="square" lIns="91440" tIns="45720" rIns="91440" bIns="45720" anchor="t" anchorCtr="0"/>
          <a:lstStyle/>
          <a:p>
            <a:pPr eaLnBrk="1">
              <a:lnSpc>
                <a:spcPct val="85000"/>
              </a:lnSpc>
              <a:spcAft>
                <a:spcPct val="0"/>
              </a:spcAft>
              <a:buSzPct val="50000"/>
              <a:buFont typeface="Monotype Sorts"/>
              <a:buNone/>
            </a:pPr>
            <a:r>
              <a:rPr lang="en-US" altLang="zh-CN" sz="2000" b="1" kern="1200" dirty="0">
                <a:solidFill>
                  <a:srgbClr val="3333CC"/>
                </a:solidFill>
                <a:latin typeface="Courier New" panose="02070409020205090404" pitchFamily="49" charset="0"/>
                <a:ea typeface="宋体" pitchFamily="2" charset="-122"/>
                <a:cs typeface="+mn-cs"/>
              </a:rPr>
              <a:t>struct  student  </a:t>
            </a:r>
            <a:r>
              <a:rPr lang="en-US" altLang="zh-CN" sz="2000" b="1" kern="1200" dirty="0">
                <a:latin typeface="Courier New" panose="02070409020205090404" pitchFamily="49" charset="0"/>
                <a:ea typeface="宋体" pitchFamily="2" charset="-122"/>
                <a:cs typeface="+mn-cs"/>
              </a:rPr>
              <a:t>stu1, stu2;/*It works*/</a:t>
            </a:r>
            <a:endParaRPr lang="en-US" altLang="zh-CN" sz="2000" b="1" kern="1200" dirty="0">
              <a:latin typeface="Courier New" panose="02070409020205090404" pitchFamily="49" charset="0"/>
              <a:ea typeface="宋体" pitchFamily="2" charset="-122"/>
              <a:cs typeface="+mn-cs"/>
            </a:endParaRPr>
          </a:p>
          <a:p>
            <a:pPr eaLnBrk="1">
              <a:lnSpc>
                <a:spcPct val="85000"/>
              </a:lnSpc>
              <a:spcAft>
                <a:spcPct val="0"/>
              </a:spcAft>
              <a:buSzPct val="50000"/>
              <a:buFont typeface="Wingdings" panose="05000000000000000000" pitchFamily="2" charset="2"/>
              <a:buNone/>
            </a:pPr>
            <a:r>
              <a:rPr lang="en-US" altLang="zh-CN" sz="2000" b="1" kern="1200" dirty="0">
                <a:solidFill>
                  <a:srgbClr val="3333CC"/>
                </a:solidFill>
                <a:latin typeface="Courier New" panose="02070409020205090404" pitchFamily="49" charset="0"/>
                <a:ea typeface="宋体" pitchFamily="2" charset="-122"/>
                <a:cs typeface="+mn-cs"/>
              </a:rPr>
              <a:t>STUDENT</a:t>
            </a:r>
            <a:r>
              <a:rPr lang="en-US" altLang="zh-CN" sz="2000" b="1" kern="1200" dirty="0">
                <a:solidFill>
                  <a:srgbClr val="000000"/>
                </a:solidFill>
                <a:latin typeface="Courier New" panose="02070409020205090404" pitchFamily="49" charset="0"/>
                <a:ea typeface="宋体" pitchFamily="2" charset="-122"/>
                <a:cs typeface="+mn-cs"/>
              </a:rPr>
              <a:t> </a:t>
            </a:r>
            <a:r>
              <a:rPr lang="en-US" altLang="zh-CN" sz="2000" b="1" kern="1200" dirty="0">
                <a:latin typeface="Courier New" panose="02070409020205090404" pitchFamily="49" charset="0"/>
                <a:ea typeface="宋体" pitchFamily="2" charset="-122"/>
                <a:cs typeface="+mn-cs"/>
              </a:rPr>
              <a:t>stu1, stu2;</a:t>
            </a:r>
            <a:r>
              <a:rPr lang="en-US" altLang="zh-CN" sz="2000" b="1" kern="1200" dirty="0">
                <a:solidFill>
                  <a:srgbClr val="000000"/>
                </a:solidFill>
                <a:latin typeface="Courier New" panose="02070409020205090404" pitchFamily="49" charset="0"/>
                <a:ea typeface="宋体" pitchFamily="2" charset="-122"/>
                <a:cs typeface="+mn-cs"/>
              </a:rPr>
              <a:t> 	    </a:t>
            </a:r>
            <a:r>
              <a:rPr lang="en-US" altLang="zh-CN" sz="2000" b="1" kern="1200" dirty="0">
                <a:latin typeface="Courier New" panose="02070409020205090404" pitchFamily="49" charset="0"/>
                <a:ea typeface="宋体" pitchFamily="2" charset="-122"/>
                <a:cs typeface="+mn-cs"/>
              </a:rPr>
              <a:t>/*It works!*/</a:t>
            </a:r>
            <a:endParaRPr lang="en-US" altLang="zh-CN" sz="2000" b="1" kern="1200" dirty="0">
              <a:latin typeface="Courier New" panose="02070409020205090404" pitchFamily="49" charset="0"/>
              <a:ea typeface="宋体" pitchFamily="2" charset="-122"/>
              <a:cs typeface="+mn-cs"/>
            </a:endParaRPr>
          </a:p>
          <a:p>
            <a:pPr eaLnBrk="1">
              <a:lnSpc>
                <a:spcPct val="85000"/>
              </a:lnSpc>
              <a:spcAft>
                <a:spcPct val="0"/>
              </a:spcAft>
              <a:buSzPct val="50000"/>
              <a:buFont typeface="Monotype Sorts"/>
              <a:buNone/>
            </a:pPr>
            <a:r>
              <a:rPr lang="en-US" altLang="zh-CN" sz="2000" b="1" kern="1200" dirty="0">
                <a:solidFill>
                  <a:srgbClr val="FF0000"/>
                </a:solidFill>
                <a:latin typeface="Courier New" panose="02070409020205090404" pitchFamily="49" charset="0"/>
                <a:ea typeface="宋体" pitchFamily="2" charset="-122"/>
                <a:cs typeface="+mn-cs"/>
              </a:rPr>
              <a:t>student</a:t>
            </a:r>
            <a:r>
              <a:rPr lang="en-US" altLang="zh-CN" sz="2000" b="1" kern="1200" dirty="0">
                <a:solidFill>
                  <a:srgbClr val="000000"/>
                </a:solidFill>
                <a:latin typeface="Courier New" panose="02070409020205090404" pitchFamily="49" charset="0"/>
                <a:ea typeface="宋体" pitchFamily="2" charset="-122"/>
                <a:cs typeface="+mn-cs"/>
              </a:rPr>
              <a:t> </a:t>
            </a:r>
            <a:r>
              <a:rPr lang="en-US" altLang="zh-CN" sz="2000" b="1" kern="1200" dirty="0">
                <a:latin typeface="Courier New" panose="02070409020205090404" pitchFamily="49" charset="0"/>
                <a:ea typeface="宋体" pitchFamily="2" charset="-122"/>
                <a:cs typeface="+mn-cs"/>
              </a:rPr>
              <a:t>stu1, stu2;         /*Can this work?*/</a:t>
            </a:r>
            <a:endParaRPr lang="en-US" altLang="zh-CN" sz="2000" b="1" kern="1200" dirty="0">
              <a:latin typeface="Courier New" panose="02070409020205090404" pitchFamily="49" charset="0"/>
              <a:ea typeface="宋体" pitchFamily="2" charset="-122"/>
              <a:cs typeface="+mn-cs"/>
            </a:endParaRPr>
          </a:p>
          <a:p>
            <a:pPr eaLnBrk="1">
              <a:lnSpc>
                <a:spcPct val="85000"/>
              </a:lnSpc>
              <a:spcAft>
                <a:spcPct val="0"/>
              </a:spcAft>
              <a:buSzPct val="50000"/>
              <a:buFont typeface="Monotype Sorts"/>
              <a:buNone/>
            </a:pPr>
            <a:r>
              <a:rPr lang="en-US" altLang="zh-CN" sz="2000" b="1" kern="1200" dirty="0">
                <a:solidFill>
                  <a:srgbClr val="FF0000"/>
                </a:solidFill>
                <a:latin typeface="Courier New" panose="02070409020205090404" pitchFamily="49" charset="0"/>
                <a:ea typeface="宋体" pitchFamily="2" charset="-122"/>
                <a:cs typeface="+mn-cs"/>
              </a:rPr>
              <a:t>struct</a:t>
            </a:r>
            <a:r>
              <a:rPr lang="en-US" altLang="zh-CN" sz="2000" b="1" kern="1200" dirty="0">
                <a:solidFill>
                  <a:srgbClr val="000000"/>
                </a:solidFill>
                <a:latin typeface="Courier New" panose="02070409020205090404" pitchFamily="49" charset="0"/>
                <a:ea typeface="宋体" pitchFamily="2" charset="-122"/>
                <a:cs typeface="+mn-cs"/>
              </a:rPr>
              <a:t>  </a:t>
            </a:r>
            <a:r>
              <a:rPr lang="en-US" altLang="zh-CN" sz="2000" b="1" kern="1200" dirty="0">
                <a:latin typeface="Courier New" panose="02070409020205090404" pitchFamily="49" charset="0"/>
                <a:ea typeface="宋体" pitchFamily="2" charset="-122"/>
                <a:cs typeface="+mn-cs"/>
              </a:rPr>
              <a:t>stu1, stu2;         /*Can this work?*/</a:t>
            </a:r>
            <a:endParaRPr lang="en-US" altLang="zh-CN" sz="2000" b="1" kern="1200" dirty="0">
              <a:latin typeface="Courier New" panose="02070409020205090404" pitchFamily="49" charset="0"/>
              <a:ea typeface="宋体" pitchFamily="2" charset="-122"/>
              <a:cs typeface="+mn-cs"/>
            </a:endParaRPr>
          </a:p>
        </p:txBody>
      </p:sp>
      <p:sp>
        <p:nvSpPr>
          <p:cNvPr id="316420" name="Text Box 4"/>
          <p:cNvSpPr txBox="1">
            <a:spLocks noChangeArrowheads="1"/>
          </p:cNvSpPr>
          <p:nvPr/>
        </p:nvSpPr>
        <p:spPr bwMode="auto">
          <a:xfrm>
            <a:off x="6167438" y="2060575"/>
            <a:ext cx="4562475" cy="1093788"/>
          </a:xfrm>
          <a:prstGeom prst="rect">
            <a:avLst/>
          </a:prstGeom>
          <a:solidFill>
            <a:schemeClr val="bg2"/>
          </a:solidFill>
          <a:ln w="38100">
            <a:solidFill>
              <a:srgbClr val="33CC33"/>
            </a:solidFill>
            <a:miter lim="800000"/>
          </a:ln>
          <a:effectLst>
            <a:outerShdw blurRad="63500" dist="38100" dir="2700000" algn="tl" rotWithShape="0">
              <a:srgbClr val="000000">
                <a:alpha val="39999"/>
              </a:srgbClr>
            </a:outerShdw>
          </a:effectLst>
        </p:spPr>
        <p:txBody>
          <a:bodyPr>
            <a:spAutoFit/>
          </a:bodyPr>
          <a:lstStyle>
            <a:lvl1pPr>
              <a:spcBef>
                <a:spcPct val="20000"/>
              </a:spcBef>
              <a:buClr>
                <a:schemeClr val="tx2"/>
              </a:buClr>
              <a:buSzPct val="50000"/>
              <a:buFont typeface="Wingdings" panose="05000000000000000000" pitchFamily="2" charset="2"/>
              <a:buChar char="n"/>
              <a:defRPr sz="3200">
                <a:solidFill>
                  <a:schemeClr val="tx1"/>
                </a:solidFill>
                <a:latin typeface="Franklin Gothic Book" pitchFamily="34" charset="0"/>
              </a:defRPr>
            </a:lvl1pPr>
            <a:lvl2pPr marL="742950" indent="-285750">
              <a:spcBef>
                <a:spcPct val="20000"/>
              </a:spcBef>
              <a:buClr>
                <a:schemeClr val="tx2"/>
              </a:buClr>
              <a:buSzPct val="50000"/>
              <a:buFont typeface="Wingdings 2" panose="05020102010507070707" pitchFamily="18" charset="2"/>
              <a:buChar char="Þ"/>
              <a:defRPr sz="2800">
                <a:solidFill>
                  <a:srgbClr val="333399"/>
                </a:solidFill>
                <a:latin typeface="Times New Roman" panose="02020503050405090304" pitchFamily="18" charset="0"/>
                <a:cs typeface="Times New Roman" panose="02020503050405090304" pitchFamily="18" charset="0"/>
              </a:defRPr>
            </a:lvl2pPr>
            <a:lvl3pPr marL="1143000" indent="-228600">
              <a:spcBef>
                <a:spcPct val="20000"/>
              </a:spcBef>
              <a:buClr>
                <a:schemeClr val="tx2"/>
              </a:buClr>
              <a:buSzPct val="50000"/>
              <a:buFont typeface="Wingdings 2" panose="05020102010507070707" pitchFamily="18" charset="2"/>
              <a:buChar char=""/>
              <a:defRPr sz="2400">
                <a:solidFill>
                  <a:srgbClr val="3333CC"/>
                </a:solidFill>
                <a:latin typeface="Times New Roman" panose="02020503050405090304" pitchFamily="18" charset="0"/>
                <a:cs typeface="Times New Roman" panose="02020503050405090304" pitchFamily="18" charset="0"/>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Times New Roman" panose="02020503050405090304" pitchFamily="18" charset="0"/>
                <a:cs typeface="Times New Roman" panose="02020503050405090304" pitchFamily="18" charset="0"/>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Times New Roman" panose="02020503050405090304" pitchFamily="18" charset="0"/>
                <a:cs typeface="Times New Roman" panose="02020503050405090304" pitchFamily="18" charset="0"/>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503050405090304" pitchFamily="18" charset="0"/>
                <a:cs typeface="Times New Roman" panose="02020503050405090304" pitchFamily="18" charset="0"/>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503050405090304" pitchFamily="18" charset="0"/>
                <a:cs typeface="Times New Roman" panose="02020503050405090304" pitchFamily="18" charset="0"/>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503050405090304" pitchFamily="18" charset="0"/>
                <a:cs typeface="Times New Roman" panose="02020503050405090304" pitchFamily="18" charset="0"/>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0000"/>
              </a:lnSpc>
              <a:spcBef>
                <a:spcPts val="590"/>
              </a:spcBef>
              <a:spcAft>
                <a:spcPts val="590"/>
              </a:spcAft>
              <a:buClr>
                <a:schemeClr val="tx2"/>
              </a:buClr>
              <a:buSzPct val="80000"/>
              <a:buFont typeface="Wingdings" panose="05000000000000000000" pitchFamily="2" charset="2"/>
              <a:buNone/>
              <a:defRPr/>
            </a:pPr>
            <a:r>
              <a:rPr kumimoji="0" lang="zh-CN" altLang="en-US" sz="2400" b="1" i="0" u="none" strike="noStrike" kern="1200" cap="none" spc="0" normalizeH="0" baseline="0" noProof="0" dirty="0">
                <a:ln>
                  <a:noFill/>
                </a:ln>
                <a:solidFill>
                  <a:schemeClr val="tx1"/>
                </a:solidFill>
                <a:effectLst/>
                <a:uLnTx/>
                <a:uFillTx/>
                <a:latin typeface="Courier New" panose="02070409020205090404" pitchFamily="49" charset="0"/>
                <a:ea typeface="黑体" panose="02010609060101010101" pitchFamily="49" charset="-122"/>
                <a:cs typeface="+mn-cs"/>
              </a:rPr>
              <a:t>关键字</a:t>
            </a:r>
            <a:r>
              <a:rPr kumimoji="0" lang="en-US" altLang="zh-CN" sz="2400" b="1" i="0" u="none" strike="noStrike" kern="1200" cap="none" spc="0" normalizeH="0" baseline="0" noProof="0" dirty="0">
                <a:ln>
                  <a:noFill/>
                </a:ln>
                <a:solidFill>
                  <a:srgbClr val="C00000"/>
                </a:solidFill>
                <a:effectLst/>
                <a:uLnTx/>
                <a:uFillTx/>
                <a:latin typeface="Courier New" panose="02070409020205090404" pitchFamily="49" charset="0"/>
                <a:ea typeface="楷体_GB2312" pitchFamily="49" charset="-122"/>
                <a:cs typeface="+mn-cs"/>
              </a:rPr>
              <a:t>typedef</a:t>
            </a:r>
            <a:r>
              <a:rPr kumimoji="0" lang="zh-CN" altLang="en-US" sz="2400" b="1" i="0" u="none" strike="noStrike" kern="1200" cap="none" spc="0" normalizeH="0" baseline="0" noProof="0" dirty="0">
                <a:ln>
                  <a:noFill/>
                </a:ln>
                <a:solidFill>
                  <a:schemeClr val="tx1"/>
                </a:solidFill>
                <a:effectLst/>
                <a:uLnTx/>
                <a:uFillTx/>
                <a:latin typeface="Courier New" panose="02070409020205090404" pitchFamily="49" charset="0"/>
                <a:ea typeface="黑体" panose="02010609060101010101" pitchFamily="49" charset="-122"/>
                <a:cs typeface="+mn-cs"/>
              </a:rPr>
              <a:t>为一种</a:t>
            </a:r>
            <a:r>
              <a:rPr kumimoji="1" lang="zh-CN" altLang="en-US" sz="2400" b="1" i="0" u="none" strike="noStrike" kern="1200" cap="none" spc="0" normalizeH="0" baseline="0" noProof="0" dirty="0">
                <a:ln>
                  <a:noFill/>
                </a:ln>
                <a:solidFill>
                  <a:srgbClr val="C00000"/>
                </a:solidFill>
                <a:effectLst/>
                <a:uLnTx/>
                <a:uFillTx/>
                <a:latin typeface="Courier New" panose="02070409020205090404" pitchFamily="49" charset="0"/>
                <a:ea typeface="黑体" panose="02010609060101010101" pitchFamily="49" charset="-122"/>
                <a:cs typeface="+mn-cs"/>
              </a:rPr>
              <a:t>已存在的</a:t>
            </a:r>
            <a:r>
              <a:rPr kumimoji="0" lang="zh-CN" altLang="en-US" sz="2400" b="1" i="0" u="none" strike="noStrike" kern="1200" cap="none" spc="0" normalizeH="0" baseline="0" noProof="0" dirty="0">
                <a:ln>
                  <a:noFill/>
                </a:ln>
                <a:solidFill>
                  <a:schemeClr val="tx1"/>
                </a:solidFill>
                <a:effectLst/>
                <a:uLnTx/>
                <a:uFillTx/>
                <a:latin typeface="Courier New" panose="02070409020205090404" pitchFamily="49" charset="0"/>
                <a:ea typeface="黑体" panose="02010609060101010101" pitchFamily="49" charset="-122"/>
                <a:cs typeface="+mn-cs"/>
              </a:rPr>
              <a:t>类型定义一个</a:t>
            </a:r>
            <a:r>
              <a:rPr kumimoji="1" lang="zh-CN" altLang="en-US" sz="2400" b="1" i="0" u="none" strike="noStrike" kern="1200" cap="none" spc="0" normalizeH="0" baseline="0" noProof="0" dirty="0">
                <a:ln>
                  <a:noFill/>
                </a:ln>
                <a:solidFill>
                  <a:srgbClr val="C00000"/>
                </a:solidFill>
                <a:effectLst/>
                <a:uLnTx/>
                <a:uFillTx/>
                <a:latin typeface="Courier New" panose="02070409020205090404" pitchFamily="49" charset="0"/>
                <a:ea typeface="黑体" panose="02010609060101010101" pitchFamily="49" charset="-122"/>
                <a:cs typeface="+mn-cs"/>
              </a:rPr>
              <a:t>别名</a:t>
            </a:r>
            <a:r>
              <a:rPr kumimoji="1" lang="zh-CN" altLang="en-US" sz="2400" b="1" i="0" u="none" strike="noStrike" kern="1200" cap="none" spc="0" normalizeH="0" baseline="0" noProof="0" dirty="0">
                <a:ln>
                  <a:noFill/>
                </a:ln>
                <a:solidFill>
                  <a:schemeClr val="tx1"/>
                </a:solidFill>
                <a:effectLst/>
                <a:uLnTx/>
                <a:uFillTx/>
                <a:latin typeface="Courier New" panose="02070409020205090404" pitchFamily="49" charset="0"/>
                <a:ea typeface="黑体" panose="02010609060101010101" pitchFamily="49" charset="-122"/>
                <a:cs typeface="+mn-cs"/>
              </a:rPr>
              <a:t>，并未定义新类型</a:t>
            </a:r>
            <a:endParaRPr kumimoji="0" lang="en-US" altLang="zh-CN" sz="2400" b="1" i="0" u="none" strike="noStrike" kern="1200" cap="none" spc="0" normalizeH="0" baseline="0" noProof="0" dirty="0">
              <a:ln>
                <a:noFill/>
              </a:ln>
              <a:solidFill>
                <a:schemeClr val="tx1"/>
              </a:solidFill>
              <a:effectLst/>
              <a:uLnTx/>
              <a:uFillTx/>
              <a:latin typeface="Courier New" panose="02070409020205090404" pitchFamily="49" charset="0"/>
              <a:ea typeface="黑体" panose="02010609060101010101" pitchFamily="49" charset="-122"/>
              <a:cs typeface="+mn-cs"/>
            </a:endParaRPr>
          </a:p>
        </p:txBody>
      </p:sp>
      <p:sp>
        <p:nvSpPr>
          <p:cNvPr id="316424" name="Text Box 8"/>
          <p:cNvSpPr txBox="1">
            <a:spLocks noChangeArrowheads="1"/>
          </p:cNvSpPr>
          <p:nvPr/>
        </p:nvSpPr>
        <p:spPr bwMode="auto">
          <a:xfrm>
            <a:off x="6529388" y="3576638"/>
            <a:ext cx="3709988" cy="760413"/>
          </a:xfrm>
          <a:prstGeom prst="rect">
            <a:avLst/>
          </a:prstGeom>
          <a:solidFill>
            <a:schemeClr val="bg2"/>
          </a:solidFill>
          <a:ln w="38100">
            <a:solidFill>
              <a:srgbClr val="00B050"/>
            </a:solidFill>
            <a:miter lim="800000"/>
          </a:ln>
          <a:effectLst>
            <a:outerShdw blurRad="63500" dist="38100" dir="2700000" algn="tl" rotWithShape="0">
              <a:srgbClr val="000000">
                <a:alpha val="39999"/>
              </a:srgbClr>
            </a:outerShdw>
          </a:effectLst>
        </p:spPr>
        <p:txBody>
          <a:bodyPr>
            <a:spAutoFit/>
          </a:bodyPr>
          <a:lstStyle>
            <a:lvl1pPr>
              <a:spcBef>
                <a:spcPct val="20000"/>
              </a:spcBef>
              <a:buClr>
                <a:schemeClr val="tx2"/>
              </a:buClr>
              <a:buSzPct val="50000"/>
              <a:buFont typeface="Wingdings" panose="05000000000000000000" pitchFamily="2" charset="2"/>
              <a:buChar char="n"/>
              <a:defRPr sz="3200">
                <a:solidFill>
                  <a:schemeClr val="tx1"/>
                </a:solidFill>
                <a:latin typeface="Franklin Gothic Book" pitchFamily="34" charset="0"/>
              </a:defRPr>
            </a:lvl1pPr>
            <a:lvl2pPr marL="742950" indent="-285750">
              <a:spcBef>
                <a:spcPct val="20000"/>
              </a:spcBef>
              <a:buClr>
                <a:schemeClr val="tx2"/>
              </a:buClr>
              <a:buSzPct val="50000"/>
              <a:buFont typeface="Wingdings 2" panose="05020102010507070707" pitchFamily="18" charset="2"/>
              <a:buChar char="Þ"/>
              <a:defRPr sz="2800">
                <a:solidFill>
                  <a:srgbClr val="333399"/>
                </a:solidFill>
                <a:latin typeface="Times New Roman" panose="02020503050405090304" pitchFamily="18" charset="0"/>
                <a:cs typeface="Times New Roman" panose="02020503050405090304" pitchFamily="18" charset="0"/>
              </a:defRPr>
            </a:lvl2pPr>
            <a:lvl3pPr marL="1143000" indent="-228600">
              <a:spcBef>
                <a:spcPct val="20000"/>
              </a:spcBef>
              <a:buClr>
                <a:schemeClr val="tx2"/>
              </a:buClr>
              <a:buSzPct val="50000"/>
              <a:buFont typeface="Wingdings 2" panose="05020102010507070707" pitchFamily="18" charset="2"/>
              <a:buChar char=""/>
              <a:defRPr sz="2400">
                <a:solidFill>
                  <a:srgbClr val="3333CC"/>
                </a:solidFill>
                <a:latin typeface="Times New Roman" panose="02020503050405090304" pitchFamily="18" charset="0"/>
                <a:cs typeface="Times New Roman" panose="02020503050405090304" pitchFamily="18" charset="0"/>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Times New Roman" panose="02020503050405090304" pitchFamily="18" charset="0"/>
                <a:cs typeface="Times New Roman" panose="02020503050405090304" pitchFamily="18" charset="0"/>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Times New Roman" panose="02020503050405090304" pitchFamily="18" charset="0"/>
                <a:cs typeface="Times New Roman" panose="02020503050405090304" pitchFamily="18" charset="0"/>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503050405090304" pitchFamily="18" charset="0"/>
                <a:cs typeface="Times New Roman" panose="02020503050405090304" pitchFamily="18" charset="0"/>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503050405090304" pitchFamily="18" charset="0"/>
                <a:cs typeface="Times New Roman" panose="02020503050405090304" pitchFamily="18" charset="0"/>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503050405090304" pitchFamily="18" charset="0"/>
                <a:cs typeface="Times New Roman" panose="02020503050405090304" pitchFamily="18" charset="0"/>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0000"/>
              </a:lnSpc>
              <a:spcBef>
                <a:spcPts val="590"/>
              </a:spcBef>
              <a:spcAft>
                <a:spcPts val="590"/>
              </a:spcAft>
              <a:buClr>
                <a:schemeClr val="tx2"/>
              </a:buClr>
              <a:buSzPct val="80000"/>
              <a:buFont typeface="Wingdings" panose="05000000000000000000" pitchFamily="2" charset="2"/>
              <a:buNone/>
              <a:defRPr/>
            </a:pPr>
            <a:r>
              <a:rPr kumimoji="1" lang="en-US" altLang="zh-CN" sz="2400" b="1" i="0" u="none" strike="noStrike" kern="1200" cap="none" spc="0" normalizeH="0" baseline="0" noProof="0" dirty="0">
                <a:ln>
                  <a:noFill/>
                </a:ln>
                <a:solidFill>
                  <a:srgbClr val="C00000"/>
                </a:solidFill>
                <a:effectLst/>
                <a:uLnTx/>
                <a:uFillTx/>
                <a:latin typeface="Courier New" panose="02070409020205090404" pitchFamily="49" charset="0"/>
                <a:ea typeface="楷体_GB2312" pitchFamily="49" charset="-122"/>
                <a:cs typeface="+mn-cs"/>
              </a:rPr>
              <a:t>struct student</a:t>
            </a:r>
            <a:r>
              <a:rPr kumimoji="1" lang="zh-CN" altLang="en-US" sz="2400" b="1" i="0" u="none" strike="noStrike" kern="1200" cap="none" spc="0" normalizeH="0" baseline="0" noProof="0" dirty="0">
                <a:ln>
                  <a:noFill/>
                </a:ln>
                <a:solidFill>
                  <a:schemeClr val="tx1"/>
                </a:solidFill>
                <a:effectLst/>
                <a:uLnTx/>
                <a:uFillTx/>
                <a:latin typeface="Courier New" panose="02070409020205090404" pitchFamily="49" charset="0"/>
                <a:ea typeface="黑体" panose="02010609060101010101" pitchFamily="49" charset="-122"/>
                <a:cs typeface="+mn-cs"/>
              </a:rPr>
              <a:t>与</a:t>
            </a:r>
            <a:r>
              <a:rPr kumimoji="1" lang="en-US" altLang="zh-CN" sz="2400" b="1" i="0" u="none" strike="noStrike" kern="1200" cap="none" spc="0" normalizeH="0" baseline="0" noProof="0" dirty="0">
                <a:ln>
                  <a:noFill/>
                </a:ln>
                <a:solidFill>
                  <a:srgbClr val="C00000"/>
                </a:solidFill>
                <a:effectLst/>
                <a:uLnTx/>
                <a:uFillTx/>
                <a:latin typeface="Courier New" panose="02070409020205090404" pitchFamily="49" charset="0"/>
                <a:ea typeface="楷体_GB2312" pitchFamily="49" charset="-122"/>
                <a:cs typeface="+mn-cs"/>
              </a:rPr>
              <a:t>STUDENT</a:t>
            </a:r>
            <a:r>
              <a:rPr kumimoji="1" lang="zh-CN" altLang="en-US" sz="2400" b="1" i="0" u="none" strike="noStrike" kern="1200" cap="none" spc="0" normalizeH="0" baseline="0" noProof="0" dirty="0">
                <a:ln>
                  <a:noFill/>
                </a:ln>
                <a:solidFill>
                  <a:srgbClr val="000066"/>
                </a:solidFill>
                <a:effectLst/>
                <a:uLnTx/>
                <a:uFillTx/>
                <a:latin typeface="Courier New" panose="02070409020205090404" pitchFamily="49" charset="0"/>
                <a:ea typeface="黑体" panose="02010609060101010101" pitchFamily="49" charset="-122"/>
                <a:cs typeface="+mn-cs"/>
              </a:rPr>
              <a:t>类型是</a:t>
            </a:r>
            <a:r>
              <a:rPr kumimoji="0" lang="zh-CN" altLang="en-US" sz="2400" b="1" i="0" u="none" strike="noStrike" kern="1200" cap="none" spc="0" normalizeH="0" baseline="0" noProof="0" dirty="0">
                <a:ln>
                  <a:noFill/>
                </a:ln>
                <a:solidFill>
                  <a:srgbClr val="000066"/>
                </a:solidFill>
                <a:effectLst/>
                <a:uLnTx/>
                <a:uFillTx/>
                <a:latin typeface="Courier New" panose="02070409020205090404" pitchFamily="49" charset="0"/>
                <a:ea typeface="黑体" panose="02010609060101010101" pitchFamily="49" charset="-122"/>
                <a:cs typeface="+mn-cs"/>
              </a:rPr>
              <a:t>同义词</a:t>
            </a:r>
            <a:endParaRPr kumimoji="0" lang="en-US" altLang="zh-CN" sz="2400" b="1" i="0" u="none" strike="noStrike" kern="1200" cap="none" spc="0" normalizeH="0" baseline="0" noProof="0" dirty="0">
              <a:ln>
                <a:noFill/>
              </a:ln>
              <a:solidFill>
                <a:srgbClr val="000066"/>
              </a:solidFill>
              <a:effectLst/>
              <a:uLnTx/>
              <a:uFillTx/>
              <a:latin typeface="Courier New" panose="02070409020205090404" pitchFamily="49" charset="0"/>
              <a:ea typeface="黑体" panose="02010609060101010101" pitchFamily="49" charset="-122"/>
              <a:cs typeface="+mn-cs"/>
            </a:endParaRPr>
          </a:p>
        </p:txBody>
      </p:sp>
      <p:pic>
        <p:nvPicPr>
          <p:cNvPr id="316428" name="Picture 12"/>
          <p:cNvPicPr>
            <a:picLocks noChangeAspect="1"/>
          </p:cNvPicPr>
          <p:nvPr/>
        </p:nvPicPr>
        <p:blipFill>
          <a:blip r:embed="rId1">
            <a:clrChange>
              <a:clrFrom>
                <a:srgbClr val="FFFFFF"/>
              </a:clrFrom>
              <a:clrTo>
                <a:srgbClr val="FFFFFF">
                  <a:alpha val="0"/>
                </a:srgbClr>
              </a:clrTo>
            </a:clrChange>
          </a:blip>
          <a:stretch>
            <a:fillRect/>
          </a:stretch>
        </p:blipFill>
        <p:spPr>
          <a:xfrm>
            <a:off x="1847850" y="1628775"/>
            <a:ext cx="5146675" cy="312738"/>
          </a:xfrm>
          <a:prstGeom prst="rect">
            <a:avLst/>
          </a:prstGeom>
          <a:noFill/>
          <a:ln w="12700">
            <a:noFill/>
          </a:ln>
        </p:spPr>
      </p:pic>
      <p:pic>
        <p:nvPicPr>
          <p:cNvPr id="316429" name="Picture 13"/>
          <p:cNvPicPr>
            <a:picLocks noChangeAspect="1"/>
          </p:cNvPicPr>
          <p:nvPr/>
        </p:nvPicPr>
        <p:blipFill>
          <a:blip r:embed="rId2">
            <a:clrChange>
              <a:clrFrom>
                <a:srgbClr val="FFFFFF"/>
              </a:clrFrom>
              <a:clrTo>
                <a:srgbClr val="FFFFFF">
                  <a:alpha val="0"/>
                </a:srgbClr>
              </a:clrTo>
            </a:clrChange>
          </a:blip>
          <a:stretch>
            <a:fillRect/>
          </a:stretch>
        </p:blipFill>
        <p:spPr>
          <a:xfrm>
            <a:off x="1884363" y="2044700"/>
            <a:ext cx="3821112" cy="2679700"/>
          </a:xfrm>
          <a:prstGeom prst="rect">
            <a:avLst/>
          </a:prstGeom>
          <a:noFill/>
          <a:ln w="12700">
            <a:no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316428"/>
                                        </p:tgtEl>
                                        <p:attrNameLst>
                                          <p:attrName>style.visibility</p:attrName>
                                        </p:attrNameLst>
                                      </p:cBhvr>
                                      <p:to>
                                        <p:strVal val="visible"/>
                                      </p:to>
                                    </p:set>
                                    <p:anim calcmode="lin" valueType="num">
                                      <p:cBhvr>
                                        <p:cTn id="7" dur="500" fill="hold"/>
                                        <p:tgtEl>
                                          <p:spTgt spid="316428"/>
                                        </p:tgtEl>
                                        <p:attrNameLst>
                                          <p:attrName>ppt_w</p:attrName>
                                        </p:attrNameLst>
                                      </p:cBhvr>
                                      <p:tavLst>
                                        <p:tav tm="0">
                                          <p:val>
                                            <p:fltVal val="0"/>
                                          </p:val>
                                        </p:tav>
                                        <p:tav tm="100000">
                                          <p:val>
                                            <p:strVal val="#ppt_w"/>
                                          </p:val>
                                        </p:tav>
                                      </p:tavLst>
                                    </p:anim>
                                    <p:anim calcmode="lin" valueType="num">
                                      <p:cBhvr>
                                        <p:cTn id="8" dur="500" fill="hold"/>
                                        <p:tgtEl>
                                          <p:spTgt spid="316428"/>
                                        </p:tgtEl>
                                        <p:attrNameLst>
                                          <p:attrName>ppt_h</p:attrName>
                                        </p:attrNameLst>
                                      </p:cBhvr>
                                      <p:tavLst>
                                        <p:tav tm="0">
                                          <p:val>
                                            <p:fltVal val="0"/>
                                          </p:val>
                                        </p:tav>
                                        <p:tav tm="100000">
                                          <p:val>
                                            <p:strVal val="#ppt_h"/>
                                          </p:val>
                                        </p:tav>
                                      </p:tavLst>
                                    </p:anim>
                                    <p:animEffect transition="in" filter="fade">
                                      <p:cBhvr>
                                        <p:cTn id="9" dur="500"/>
                                        <p:tgtEl>
                                          <p:spTgt spid="316428"/>
                                        </p:tgtEl>
                                      </p:cBhvr>
                                    </p:animEffect>
                                  </p:childTnLst>
                                </p:cTn>
                              </p:par>
                            </p:childTnLst>
                          </p:cTn>
                        </p:par>
                      </p:childTnLst>
                    </p:cTn>
                  </p:par>
                  <p:par>
                    <p:cTn id="10" fill="hold">
                      <p:stCondLst>
                        <p:cond delay="indefinite"/>
                      </p:stCondLst>
                      <p:childTnLst>
                        <p:par>
                          <p:cTn id="11" fill="hold">
                            <p:stCondLst>
                              <p:cond delay="0"/>
                            </p:stCondLst>
                            <p:childTnLst>
                              <p:par>
                                <p:cTn id="12" presetID="4" presetClass="entr" presetSubtype="32" fill="hold" grpId="0" nodeType="clickEffect">
                                  <p:stCondLst>
                                    <p:cond delay="0"/>
                                  </p:stCondLst>
                                  <p:childTnLst>
                                    <p:set>
                                      <p:cBhvr>
                                        <p:cTn id="13" dur="1" fill="hold">
                                          <p:stCondLst>
                                            <p:cond delay="0"/>
                                          </p:stCondLst>
                                        </p:cTn>
                                        <p:tgtEl>
                                          <p:spTgt spid="316420"/>
                                        </p:tgtEl>
                                        <p:attrNameLst>
                                          <p:attrName>style.visibility</p:attrName>
                                        </p:attrNameLst>
                                      </p:cBhvr>
                                      <p:to>
                                        <p:strVal val="visible"/>
                                      </p:to>
                                    </p:set>
                                    <p:animEffect transition="in" filter="box(out)">
                                      <p:cBhvr>
                                        <p:cTn id="14" dur="500"/>
                                        <p:tgtEl>
                                          <p:spTgt spid="316420"/>
                                        </p:tgtEl>
                                      </p:cBhvr>
                                    </p:animEffect>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nodeType="clickEffect">
                                  <p:stCondLst>
                                    <p:cond delay="0"/>
                                  </p:stCondLst>
                                  <p:childTnLst>
                                    <p:set>
                                      <p:cBhvr>
                                        <p:cTn id="18" dur="1" fill="hold">
                                          <p:stCondLst>
                                            <p:cond delay="0"/>
                                          </p:stCondLst>
                                        </p:cTn>
                                        <p:tgtEl>
                                          <p:spTgt spid="316429"/>
                                        </p:tgtEl>
                                        <p:attrNameLst>
                                          <p:attrName>style.visibility</p:attrName>
                                        </p:attrNameLst>
                                      </p:cBhvr>
                                      <p:to>
                                        <p:strVal val="visible"/>
                                      </p:to>
                                    </p:set>
                                    <p:anim calcmode="lin" valueType="num">
                                      <p:cBhvr>
                                        <p:cTn id="19" dur="500" fill="hold"/>
                                        <p:tgtEl>
                                          <p:spTgt spid="316429"/>
                                        </p:tgtEl>
                                        <p:attrNameLst>
                                          <p:attrName>ppt_w</p:attrName>
                                        </p:attrNameLst>
                                      </p:cBhvr>
                                      <p:tavLst>
                                        <p:tav tm="0">
                                          <p:val>
                                            <p:fltVal val="0"/>
                                          </p:val>
                                        </p:tav>
                                        <p:tav tm="100000">
                                          <p:val>
                                            <p:strVal val="#ppt_w"/>
                                          </p:val>
                                        </p:tav>
                                      </p:tavLst>
                                    </p:anim>
                                    <p:anim calcmode="lin" valueType="num">
                                      <p:cBhvr>
                                        <p:cTn id="20" dur="500" fill="hold"/>
                                        <p:tgtEl>
                                          <p:spTgt spid="316429"/>
                                        </p:tgtEl>
                                        <p:attrNameLst>
                                          <p:attrName>ppt_h</p:attrName>
                                        </p:attrNameLst>
                                      </p:cBhvr>
                                      <p:tavLst>
                                        <p:tav tm="0">
                                          <p:val>
                                            <p:fltVal val="0"/>
                                          </p:val>
                                        </p:tav>
                                        <p:tav tm="100000">
                                          <p:val>
                                            <p:strVal val="#ppt_h"/>
                                          </p:val>
                                        </p:tav>
                                      </p:tavLst>
                                    </p:anim>
                                    <p:animEffect transition="in" filter="fade">
                                      <p:cBhvr>
                                        <p:cTn id="21" dur="500"/>
                                        <p:tgtEl>
                                          <p:spTgt spid="316429"/>
                                        </p:tgtEl>
                                      </p:cBhvr>
                                    </p:animEffect>
                                  </p:childTnLst>
                                </p:cTn>
                              </p:par>
                            </p:childTnLst>
                          </p:cTn>
                        </p:par>
                      </p:childTnLst>
                    </p:cTn>
                  </p:par>
                  <p:par>
                    <p:cTn id="22" fill="hold">
                      <p:stCondLst>
                        <p:cond delay="indefinite"/>
                      </p:stCondLst>
                      <p:childTnLst>
                        <p:par>
                          <p:cTn id="23" fill="hold">
                            <p:stCondLst>
                              <p:cond delay="0"/>
                            </p:stCondLst>
                            <p:childTnLst>
                              <p:par>
                                <p:cTn id="24" presetID="4" presetClass="entr" presetSubtype="32" fill="hold" grpId="0" nodeType="clickEffect">
                                  <p:stCondLst>
                                    <p:cond delay="0"/>
                                  </p:stCondLst>
                                  <p:childTnLst>
                                    <p:set>
                                      <p:cBhvr>
                                        <p:cTn id="25" dur="1" fill="hold">
                                          <p:stCondLst>
                                            <p:cond delay="0"/>
                                          </p:stCondLst>
                                        </p:cTn>
                                        <p:tgtEl>
                                          <p:spTgt spid="316424"/>
                                        </p:tgtEl>
                                        <p:attrNameLst>
                                          <p:attrName>style.visibility</p:attrName>
                                        </p:attrNameLst>
                                      </p:cBhvr>
                                      <p:to>
                                        <p:strVal val="visible"/>
                                      </p:to>
                                    </p:set>
                                    <p:animEffect transition="in" filter="box(out)">
                                      <p:cBhvr>
                                        <p:cTn id="26" dur="500"/>
                                        <p:tgtEl>
                                          <p:spTgt spid="316424"/>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316419">
                                            <p:txEl>
                                              <p:pRg st="0" end="0"/>
                                            </p:txEl>
                                          </p:spTgt>
                                        </p:tgtEl>
                                        <p:attrNameLst>
                                          <p:attrName>style.visibility</p:attrName>
                                        </p:attrNameLst>
                                      </p:cBhvr>
                                      <p:to>
                                        <p:strVal val="visible"/>
                                      </p:to>
                                    </p:set>
                                    <p:animEffect transition="in" filter="wipe(left)">
                                      <p:cBhvr>
                                        <p:cTn id="31" dur="500"/>
                                        <p:tgtEl>
                                          <p:spTgt spid="316419">
                                            <p:txEl>
                                              <p:pRg st="0" end="0"/>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316419">
                                            <p:txEl>
                                              <p:pRg st="1" end="1"/>
                                            </p:txEl>
                                          </p:spTgt>
                                        </p:tgtEl>
                                        <p:attrNameLst>
                                          <p:attrName>style.visibility</p:attrName>
                                        </p:attrNameLst>
                                      </p:cBhvr>
                                      <p:to>
                                        <p:strVal val="visible"/>
                                      </p:to>
                                    </p:set>
                                    <p:animEffect transition="in" filter="wipe(left)">
                                      <p:cBhvr>
                                        <p:cTn id="36" dur="500"/>
                                        <p:tgtEl>
                                          <p:spTgt spid="316419">
                                            <p:txEl>
                                              <p:pRg st="1" end="1"/>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316419">
                                            <p:txEl>
                                              <p:pRg st="2" end="2"/>
                                            </p:txEl>
                                          </p:spTgt>
                                        </p:tgtEl>
                                        <p:attrNameLst>
                                          <p:attrName>style.visibility</p:attrName>
                                        </p:attrNameLst>
                                      </p:cBhvr>
                                      <p:to>
                                        <p:strVal val="visible"/>
                                      </p:to>
                                    </p:set>
                                    <p:animEffect transition="in" filter="wipe(left)">
                                      <p:cBhvr>
                                        <p:cTn id="41" dur="500"/>
                                        <p:tgtEl>
                                          <p:spTgt spid="316419">
                                            <p:txEl>
                                              <p:pRg st="2" end="2"/>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316419">
                                            <p:txEl>
                                              <p:pRg st="3" end="3"/>
                                            </p:txEl>
                                          </p:spTgt>
                                        </p:tgtEl>
                                        <p:attrNameLst>
                                          <p:attrName>style.visibility</p:attrName>
                                        </p:attrNameLst>
                                      </p:cBhvr>
                                      <p:to>
                                        <p:strVal val="visible"/>
                                      </p:to>
                                    </p:set>
                                    <p:animEffect transition="in" filter="wipe(left)">
                                      <p:cBhvr>
                                        <p:cTn id="46" dur="500"/>
                                        <p:tgtEl>
                                          <p:spTgt spid="31641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6419" grpId="0" build="p"/>
      <p:bldP spid="316420" grpId="0" animBg="1"/>
      <p:bldP spid="316424" grpId="0" animBg="1"/>
    </p:bldLst>
  </p:timing>
</p:sld>
</file>

<file path=ppt/slides/slide7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 name="Text Box 2"/>
          <p:cNvSpPr txBox="1"/>
          <p:nvPr/>
        </p:nvSpPr>
        <p:spPr>
          <a:xfrm>
            <a:off x="1476375" y="3384550"/>
            <a:ext cx="874713" cy="339725"/>
          </a:xfrm>
          <a:prstGeom prst="rect">
            <a:avLst/>
          </a:prstGeom>
          <a:noFill/>
          <a:ln w="9525">
            <a:noFill/>
          </a:ln>
        </p:spPr>
        <p:txBody>
          <a:bodyPr wrap="none">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ts val="590"/>
              </a:spcBef>
              <a:spcAft>
                <a:spcPts val="590"/>
              </a:spcAft>
              <a:buClr>
                <a:schemeClr val="accent2"/>
              </a:buClr>
              <a:buSzPct val="80000"/>
              <a:buNone/>
            </a:pPr>
            <a:r>
              <a:rPr lang="zh-CN" altLang="en-US" sz="1800" b="1" dirty="0">
                <a:solidFill>
                  <a:srgbClr val="0033CC"/>
                </a:solidFill>
                <a:latin typeface="黑体" panose="02010609060101010101" pitchFamily="49" charset="-122"/>
              </a:rPr>
              <a:t>等价于</a:t>
            </a:r>
            <a:endParaRPr lang="zh-CN" altLang="en-US" sz="1800" b="1" dirty="0">
              <a:solidFill>
                <a:srgbClr val="0033CC"/>
              </a:solidFill>
              <a:latin typeface="黑体" panose="02010609060101010101" pitchFamily="49" charset="-122"/>
            </a:endParaRPr>
          </a:p>
        </p:txBody>
      </p:sp>
      <p:pic>
        <p:nvPicPr>
          <p:cNvPr id="12" name="Picture 9"/>
          <p:cNvPicPr>
            <a:picLocks noChangeAspect="1"/>
          </p:cNvPicPr>
          <p:nvPr/>
        </p:nvPicPr>
        <p:blipFill>
          <a:blip r:embed="rId1">
            <a:clrChange>
              <a:clrFrom>
                <a:srgbClr val="FFFFFF"/>
              </a:clrFrom>
              <a:clrTo>
                <a:srgbClr val="FFFFFF">
                  <a:alpha val="0"/>
                </a:srgbClr>
              </a:clrTo>
            </a:clrChange>
          </a:blip>
          <a:stretch>
            <a:fillRect/>
          </a:stretch>
        </p:blipFill>
        <p:spPr>
          <a:xfrm>
            <a:off x="1476375" y="3032125"/>
            <a:ext cx="8509000" cy="295275"/>
          </a:xfrm>
          <a:prstGeom prst="rect">
            <a:avLst/>
          </a:prstGeom>
          <a:noFill/>
          <a:ln w="12700">
            <a:noFill/>
          </a:ln>
        </p:spPr>
      </p:pic>
      <p:pic>
        <p:nvPicPr>
          <p:cNvPr id="13" name="Picture 10"/>
          <p:cNvPicPr>
            <a:picLocks noChangeAspect="1"/>
          </p:cNvPicPr>
          <p:nvPr/>
        </p:nvPicPr>
        <p:blipFill>
          <a:blip r:embed="rId2">
            <a:clrChange>
              <a:clrFrom>
                <a:srgbClr val="FFFFFF"/>
              </a:clrFrom>
              <a:clrTo>
                <a:srgbClr val="FFFFFF">
                  <a:alpha val="0"/>
                </a:srgbClr>
              </a:clrTo>
            </a:clrChange>
          </a:blip>
          <a:stretch>
            <a:fillRect/>
          </a:stretch>
        </p:blipFill>
        <p:spPr>
          <a:xfrm>
            <a:off x="1554163" y="3813175"/>
            <a:ext cx="8736012" cy="244475"/>
          </a:xfrm>
          <a:prstGeom prst="rect">
            <a:avLst/>
          </a:prstGeom>
          <a:noFill/>
          <a:ln w="12700">
            <a:noFill/>
          </a:ln>
        </p:spPr>
      </p:pic>
      <p:pic>
        <p:nvPicPr>
          <p:cNvPr id="101381" name="Picture 13"/>
          <p:cNvPicPr>
            <a:picLocks noChangeAspect="1"/>
          </p:cNvPicPr>
          <p:nvPr/>
        </p:nvPicPr>
        <p:blipFill>
          <a:blip r:embed="rId3">
            <a:clrChange>
              <a:clrFrom>
                <a:srgbClr val="FFFFFF"/>
              </a:clrFrom>
              <a:clrTo>
                <a:srgbClr val="FFFFFF">
                  <a:alpha val="0"/>
                </a:srgbClr>
              </a:clrTo>
            </a:clrChange>
          </a:blip>
          <a:stretch>
            <a:fillRect/>
          </a:stretch>
        </p:blipFill>
        <p:spPr>
          <a:xfrm>
            <a:off x="1476375" y="4562475"/>
            <a:ext cx="3106738" cy="2179638"/>
          </a:xfrm>
          <a:prstGeom prst="rect">
            <a:avLst/>
          </a:prstGeom>
          <a:noFill/>
          <a:ln w="12700">
            <a:noFill/>
          </a:ln>
        </p:spPr>
      </p:pic>
      <p:pic>
        <p:nvPicPr>
          <p:cNvPr id="101382" name="Picture 15"/>
          <p:cNvPicPr>
            <a:picLocks noChangeAspect="1"/>
          </p:cNvPicPr>
          <p:nvPr/>
        </p:nvPicPr>
        <p:blipFill>
          <a:blip r:embed="rId4">
            <a:clrChange>
              <a:clrFrom>
                <a:srgbClr val="FCFCFC"/>
              </a:clrFrom>
              <a:clrTo>
                <a:srgbClr val="FCFCFC">
                  <a:alpha val="0"/>
                </a:srgbClr>
              </a:clrTo>
            </a:clrChange>
          </a:blip>
          <a:stretch>
            <a:fillRect/>
          </a:stretch>
        </p:blipFill>
        <p:spPr>
          <a:xfrm>
            <a:off x="1416050" y="2187575"/>
            <a:ext cx="8729663" cy="730250"/>
          </a:xfrm>
          <a:prstGeom prst="rect">
            <a:avLst/>
          </a:prstGeom>
          <a:solidFill>
            <a:schemeClr val="bg1"/>
          </a:solidFill>
          <a:ln w="12700">
            <a:noFill/>
          </a:ln>
        </p:spPr>
      </p:pic>
      <p:pic>
        <p:nvPicPr>
          <p:cNvPr id="101383" name="Picture 18"/>
          <p:cNvPicPr>
            <a:picLocks noChangeAspect="1"/>
          </p:cNvPicPr>
          <p:nvPr/>
        </p:nvPicPr>
        <p:blipFill>
          <a:blip r:embed="rId5"/>
          <a:stretch>
            <a:fillRect/>
          </a:stretch>
        </p:blipFill>
        <p:spPr>
          <a:xfrm>
            <a:off x="4727575" y="5002213"/>
            <a:ext cx="6192838" cy="1493837"/>
          </a:xfrm>
          <a:prstGeom prst="rect">
            <a:avLst/>
          </a:prstGeom>
          <a:noFill/>
          <a:ln w="12700">
            <a:noFill/>
          </a:ln>
        </p:spPr>
      </p:pic>
      <p:sp>
        <p:nvSpPr>
          <p:cNvPr id="101384" name="Rectangle 5"/>
          <p:cNvSpPr/>
          <p:nvPr/>
        </p:nvSpPr>
        <p:spPr>
          <a:xfrm>
            <a:off x="1919288" y="333375"/>
            <a:ext cx="8447087" cy="839788"/>
          </a:xfrm>
          <a:prstGeom prst="rect">
            <a:avLst/>
          </a:prstGeom>
          <a:noFill/>
          <a:ln w="9525">
            <a:noFill/>
          </a:ln>
        </p:spPr>
        <p:txBody>
          <a:bodyPr anchor="ctr" anchorCtr="0"/>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algn="ctr" eaLnBrk="1" hangingPunct="1">
              <a:lnSpc>
                <a:spcPct val="100000"/>
              </a:lnSpc>
              <a:spcBef>
                <a:spcPct val="0"/>
              </a:spcBef>
              <a:buClrTx/>
              <a:buSzTx/>
              <a:buFontTx/>
              <a:buNone/>
            </a:pPr>
            <a:r>
              <a:rPr lang="en-US" altLang="zh-CN" sz="4000" dirty="0"/>
              <a:t>3.4.2 </a:t>
            </a:r>
            <a:r>
              <a:rPr lang="zh-CN" altLang="en-US" sz="4000" dirty="0"/>
              <a:t>结构体变量</a:t>
            </a:r>
            <a:endParaRPr lang="zh-CN" altLang="en-US" sz="4000" dirty="0"/>
          </a:p>
        </p:txBody>
      </p:sp>
      <p:sp>
        <p:nvSpPr>
          <p:cNvPr id="101385" name="文本框 10"/>
          <p:cNvSpPr txBox="1"/>
          <p:nvPr/>
        </p:nvSpPr>
        <p:spPr>
          <a:xfrm>
            <a:off x="1127125" y="1430338"/>
            <a:ext cx="6097588" cy="523875"/>
          </a:xfrm>
          <a:prstGeom prst="rect">
            <a:avLst/>
          </a:prstGeom>
          <a:noFill/>
          <a:ln w="9525">
            <a:noFill/>
          </a:ln>
        </p:spPr>
        <p:txBody>
          <a:bodyPr>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100000"/>
              </a:lnSpc>
              <a:spcBef>
                <a:spcPct val="0"/>
              </a:spcBef>
              <a:buClrTx/>
              <a:buSzTx/>
              <a:buFontTx/>
              <a:buNone/>
            </a:pPr>
            <a:r>
              <a:rPr lang="zh-CN" altLang="en-US" sz="2800" dirty="0">
                <a:solidFill>
                  <a:srgbClr val="CC0000"/>
                </a:solidFill>
              </a:rPr>
              <a:t>初始化</a:t>
            </a:r>
            <a:endParaRPr lang="zh-CN" altLang="en-US" sz="2800" dirty="0">
              <a:ea typeface="宋体"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p:cTn id="7" dur="500" fill="hold"/>
                                        <p:tgtEl>
                                          <p:spTgt spid="12"/>
                                        </p:tgtEl>
                                        <p:attrNameLst>
                                          <p:attrName>ppt_w</p:attrName>
                                        </p:attrNameLst>
                                      </p:cBhvr>
                                      <p:tavLst>
                                        <p:tav tm="0">
                                          <p:val>
                                            <p:fltVal val="0"/>
                                          </p:val>
                                        </p:tav>
                                        <p:tav tm="100000">
                                          <p:val>
                                            <p:strVal val="#ppt_w"/>
                                          </p:val>
                                        </p:tav>
                                      </p:tavLst>
                                    </p:anim>
                                    <p:anim calcmode="lin" valueType="num">
                                      <p:cBhvr>
                                        <p:cTn id="8" dur="500" fill="hold"/>
                                        <p:tgtEl>
                                          <p:spTgt spid="12"/>
                                        </p:tgtEl>
                                        <p:attrNameLst>
                                          <p:attrName>ppt_h</p:attrName>
                                        </p:attrNameLst>
                                      </p:cBhvr>
                                      <p:tavLst>
                                        <p:tav tm="0">
                                          <p:val>
                                            <p:fltVal val="0"/>
                                          </p:val>
                                        </p:tav>
                                        <p:tav tm="100000">
                                          <p:val>
                                            <p:strVal val="#ppt_h"/>
                                          </p:val>
                                        </p:tav>
                                      </p:tavLst>
                                    </p:anim>
                                    <p:animEffect transition="in" filter="fade">
                                      <p:cBhvr>
                                        <p:cTn id="9" dur="500"/>
                                        <p:tgtEl>
                                          <p:spTgt spid="12"/>
                                        </p:tgtEl>
                                      </p:cBhvr>
                                    </p:animEffect>
                                  </p:childTnLst>
                                </p:cTn>
                              </p:par>
                            </p:childTnLst>
                          </p:cTn>
                        </p:par>
                      </p:childTnLst>
                    </p:cTn>
                  </p:par>
                  <p:par>
                    <p:cTn id="10" fill="hold">
                      <p:stCondLst>
                        <p:cond delay="indefinite"/>
                      </p:stCondLst>
                      <p:childTnLst>
                        <p:par>
                          <p:cTn id="11" fill="hold">
                            <p:stCondLst>
                              <p:cond delay="0"/>
                            </p:stCondLst>
                            <p:childTnLst>
                              <p:par>
                                <p:cTn id="12" presetID="4" presetClass="entr" presetSubtype="32" fill="hold" grpId="0" nodeType="click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box(out)">
                                      <p:cBhvr>
                                        <p:cTn id="14" dur="500"/>
                                        <p:tgtEl>
                                          <p:spTgt spid="10"/>
                                        </p:tgtEl>
                                      </p:cBhvr>
                                    </p:animEffect>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anim calcmode="lin" valueType="num">
                                      <p:cBhvr>
                                        <p:cTn id="19" dur="500" fill="hold"/>
                                        <p:tgtEl>
                                          <p:spTgt spid="13"/>
                                        </p:tgtEl>
                                        <p:attrNameLst>
                                          <p:attrName>ppt_w</p:attrName>
                                        </p:attrNameLst>
                                      </p:cBhvr>
                                      <p:tavLst>
                                        <p:tav tm="0">
                                          <p:val>
                                            <p:fltVal val="0"/>
                                          </p:val>
                                        </p:tav>
                                        <p:tav tm="100000">
                                          <p:val>
                                            <p:strVal val="#ppt_w"/>
                                          </p:val>
                                        </p:tav>
                                      </p:tavLst>
                                    </p:anim>
                                    <p:anim calcmode="lin" valueType="num">
                                      <p:cBhvr>
                                        <p:cTn id="20" dur="500" fill="hold"/>
                                        <p:tgtEl>
                                          <p:spTgt spid="13"/>
                                        </p:tgtEl>
                                        <p:attrNameLst>
                                          <p:attrName>ppt_h</p:attrName>
                                        </p:attrNameLst>
                                      </p:cBhvr>
                                      <p:tavLst>
                                        <p:tav tm="0">
                                          <p:val>
                                            <p:fltVal val="0"/>
                                          </p:val>
                                        </p:tav>
                                        <p:tav tm="100000">
                                          <p:val>
                                            <p:strVal val="#ppt_h"/>
                                          </p:val>
                                        </p:tav>
                                      </p:tavLst>
                                    </p:anim>
                                    <p:animEffect transition="in" filter="fade">
                                      <p:cBhvr>
                                        <p:cTn id="21"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7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5602" name="Rectangle 2"/>
          <p:cNvSpPr>
            <a:spLocks noGrp="1"/>
          </p:cNvSpPr>
          <p:nvPr>
            <p:ph idx="1"/>
          </p:nvPr>
        </p:nvSpPr>
        <p:spPr>
          <a:xfrm>
            <a:off x="1416050" y="1341438"/>
            <a:ext cx="9217025" cy="1081087"/>
          </a:xfrm>
        </p:spPr>
        <p:txBody>
          <a:bodyPr vert="horz" wrap="square" lIns="91440" tIns="45720" rIns="91440" bIns="45720" anchor="t" anchorCtr="0"/>
          <a:lstStyle/>
          <a:p>
            <a:pPr eaLnBrk="1">
              <a:spcBef>
                <a:spcPct val="0"/>
              </a:spcBef>
              <a:spcAft>
                <a:spcPct val="0"/>
              </a:spcAft>
              <a:buSzPct val="50000"/>
            </a:pPr>
            <a:r>
              <a:rPr lang="zh-CN" altLang="en-US" kern="1200" dirty="0">
                <a:latin typeface="Times New Roman" panose="02020503050405090304" pitchFamily="18" charset="0"/>
                <a:ea typeface="黑体" panose="02010609060101010101" pitchFamily="49" charset="-122"/>
                <a:cs typeface="Times New Roman" panose="02020503050405090304" pitchFamily="18" charset="0"/>
              </a:rPr>
              <a:t>访问结构体变量的成员</a:t>
            </a:r>
            <a:endParaRPr lang="en-US" altLang="zh-CN" kern="1200" dirty="0">
              <a:latin typeface="Times New Roman" panose="02020503050405090304" pitchFamily="18" charset="0"/>
              <a:ea typeface="黑体" panose="02010609060101010101" pitchFamily="49" charset="-122"/>
              <a:cs typeface="Times New Roman" panose="02020503050405090304" pitchFamily="18" charset="0"/>
            </a:endParaRPr>
          </a:p>
          <a:p>
            <a:pPr lvl="1" eaLnBrk="1">
              <a:spcBef>
                <a:spcPct val="0"/>
              </a:spcBef>
              <a:spcAft>
                <a:spcPct val="0"/>
              </a:spcAft>
              <a:buSzPct val="50000"/>
            </a:pPr>
            <a:r>
              <a:rPr lang="zh-CN" altLang="en-US" kern="1200" dirty="0">
                <a:solidFill>
                  <a:srgbClr val="C00000"/>
                </a:solidFill>
                <a:latin typeface="Times New Roman" panose="02020503050405090304" pitchFamily="18" charset="0"/>
                <a:ea typeface="黑体" panose="02010609060101010101" pitchFamily="49" charset="-122"/>
                <a:cs typeface="Times New Roman" panose="02020503050405090304" pitchFamily="18" charset="0"/>
              </a:rPr>
              <a:t>成员选择运算符</a:t>
            </a:r>
            <a:r>
              <a:rPr lang="zh-CN" altLang="en-US" kern="1200" dirty="0">
                <a:latin typeface="Times New Roman" panose="02020503050405090304" pitchFamily="18" charset="0"/>
                <a:ea typeface="黑体" panose="02010609060101010101" pitchFamily="49" charset="-122"/>
                <a:cs typeface="Times New Roman" panose="02020503050405090304" pitchFamily="18" charset="0"/>
              </a:rPr>
              <a:t>（也称圆点运算符） </a:t>
            </a:r>
            <a:endParaRPr lang="zh-CN" altLang="en-US" kern="1200" dirty="0">
              <a:latin typeface="Times New Roman" panose="02020503050405090304" pitchFamily="18" charset="0"/>
              <a:ea typeface="黑体" panose="02010609060101010101" pitchFamily="49" charset="-122"/>
              <a:cs typeface="Times New Roman" panose="02020503050405090304" pitchFamily="18" charset="0"/>
            </a:endParaRPr>
          </a:p>
        </p:txBody>
      </p:sp>
      <p:sp>
        <p:nvSpPr>
          <p:cNvPr id="102403" name="Rectangle 3"/>
          <p:cNvSpPr>
            <a:spLocks noGrp="1"/>
          </p:cNvSpPr>
          <p:nvPr>
            <p:ph type="title"/>
          </p:nvPr>
        </p:nvSpPr>
        <p:spPr>
          <a:xfrm>
            <a:off x="1881188" y="333375"/>
            <a:ext cx="8447087" cy="839788"/>
          </a:xfrm>
        </p:spPr>
        <p:txBody>
          <a:bodyPr vert="horz" wrap="square" lIns="91440" tIns="45720" rIns="91440" bIns="45720" anchor="ctr" anchorCtr="0"/>
          <a:lstStyle/>
          <a:p>
            <a:r>
              <a:rPr lang="en-US" altLang="zh-CN" sz="4000" kern="1200" dirty="0">
                <a:latin typeface="Arial" panose="020B0604020202090204" pitchFamily="34" charset="0"/>
                <a:ea typeface="黑体" panose="02010609060101010101" pitchFamily="49" charset="-122"/>
                <a:cs typeface="Arial" panose="020B0604020202090204" pitchFamily="34" charset="0"/>
              </a:rPr>
              <a:t>3.4.3 </a:t>
            </a:r>
            <a:r>
              <a:rPr lang="zh-CN" altLang="en-US" sz="4000" kern="1200" dirty="0">
                <a:latin typeface="Arial" panose="020B0604020202090204" pitchFamily="34" charset="0"/>
                <a:ea typeface="黑体" panose="02010609060101010101" pitchFamily="49" charset="-122"/>
                <a:cs typeface="Arial" panose="020B0604020202090204" pitchFamily="34" charset="0"/>
              </a:rPr>
              <a:t>结构体变量的引用</a:t>
            </a:r>
            <a:endParaRPr lang="zh-CN" altLang="en-US" sz="4000" kern="1200" dirty="0">
              <a:latin typeface="Arial" panose="020B0604020202090204" pitchFamily="34" charset="0"/>
              <a:ea typeface="黑体" panose="02010609060101010101" pitchFamily="49" charset="-122"/>
              <a:cs typeface="Arial" panose="020B0604020202090204" pitchFamily="34" charset="0"/>
            </a:endParaRPr>
          </a:p>
        </p:txBody>
      </p:sp>
      <p:pic>
        <p:nvPicPr>
          <p:cNvPr id="25604" name="Picture 10"/>
          <p:cNvPicPr>
            <a:picLocks noChangeAspect="1"/>
          </p:cNvPicPr>
          <p:nvPr/>
        </p:nvPicPr>
        <p:blipFill>
          <a:blip r:embed="rId1">
            <a:clrChange>
              <a:clrFrom>
                <a:srgbClr val="FFFFFF"/>
              </a:clrFrom>
              <a:clrTo>
                <a:srgbClr val="FFFFFF">
                  <a:alpha val="0"/>
                </a:srgbClr>
              </a:clrTo>
            </a:clrChange>
          </a:blip>
          <a:stretch>
            <a:fillRect/>
          </a:stretch>
        </p:blipFill>
        <p:spPr>
          <a:xfrm>
            <a:off x="7248525" y="1871663"/>
            <a:ext cx="3352800" cy="477837"/>
          </a:xfrm>
          <a:prstGeom prst="rect">
            <a:avLst/>
          </a:prstGeom>
          <a:noFill/>
          <a:ln w="12700">
            <a:noFill/>
          </a:ln>
        </p:spPr>
      </p:pic>
      <p:pic>
        <p:nvPicPr>
          <p:cNvPr id="462859" name="Picture 11"/>
          <p:cNvPicPr>
            <a:picLocks noChangeAspect="1"/>
          </p:cNvPicPr>
          <p:nvPr/>
        </p:nvPicPr>
        <p:blipFill>
          <a:blip r:embed="rId2">
            <a:clrChange>
              <a:clrFrom>
                <a:srgbClr val="FFFFFF"/>
              </a:clrFrom>
              <a:clrTo>
                <a:srgbClr val="FFFFFF">
                  <a:alpha val="0"/>
                </a:srgbClr>
              </a:clrTo>
            </a:clrChange>
          </a:blip>
          <a:stretch>
            <a:fillRect/>
          </a:stretch>
        </p:blipFill>
        <p:spPr>
          <a:xfrm>
            <a:off x="5591175" y="2492375"/>
            <a:ext cx="4602163" cy="314325"/>
          </a:xfrm>
          <a:prstGeom prst="rect">
            <a:avLst/>
          </a:prstGeom>
          <a:noFill/>
          <a:ln w="12700">
            <a:noFill/>
          </a:ln>
        </p:spPr>
      </p:pic>
      <p:pic>
        <p:nvPicPr>
          <p:cNvPr id="462861" name="Picture 13"/>
          <p:cNvPicPr>
            <a:picLocks noChangeAspect="1"/>
          </p:cNvPicPr>
          <p:nvPr/>
        </p:nvPicPr>
        <p:blipFill>
          <a:blip r:embed="rId3"/>
          <a:stretch>
            <a:fillRect/>
          </a:stretch>
        </p:blipFill>
        <p:spPr>
          <a:xfrm>
            <a:off x="1550988" y="2428875"/>
            <a:ext cx="3249612" cy="2266950"/>
          </a:xfrm>
          <a:prstGeom prst="rect">
            <a:avLst/>
          </a:prstGeom>
          <a:noFill/>
          <a:ln w="28575" cap="flat" cmpd="sng">
            <a:solidFill>
              <a:srgbClr val="000080"/>
            </a:solidFill>
            <a:prstDash val="solid"/>
            <a:miter/>
            <a:headEnd type="none" w="sm" len="sm"/>
            <a:tailEnd type="none" w="sm" len="sm"/>
          </a:ln>
        </p:spPr>
      </p:pic>
      <p:pic>
        <p:nvPicPr>
          <p:cNvPr id="462862" name="Picture 14"/>
          <p:cNvPicPr>
            <a:picLocks noChangeAspect="1"/>
          </p:cNvPicPr>
          <p:nvPr/>
        </p:nvPicPr>
        <p:blipFill>
          <a:blip r:embed="rId4">
            <a:clrChange>
              <a:clrFrom>
                <a:srgbClr val="FFFFFF"/>
              </a:clrFrom>
              <a:clrTo>
                <a:srgbClr val="FFFFFF">
                  <a:alpha val="0"/>
                </a:srgbClr>
              </a:clrTo>
            </a:clrChange>
          </a:blip>
          <a:stretch>
            <a:fillRect/>
          </a:stretch>
        </p:blipFill>
        <p:spPr>
          <a:xfrm>
            <a:off x="5591175" y="5013325"/>
            <a:ext cx="4395788" cy="1076325"/>
          </a:xfrm>
          <a:prstGeom prst="rect">
            <a:avLst/>
          </a:prstGeom>
          <a:noFill/>
          <a:ln w="12700">
            <a:noFill/>
          </a:ln>
        </p:spPr>
      </p:pic>
      <p:pic>
        <p:nvPicPr>
          <p:cNvPr id="462860" name="Picture 12"/>
          <p:cNvPicPr>
            <a:picLocks noChangeAspect="1"/>
          </p:cNvPicPr>
          <p:nvPr/>
        </p:nvPicPr>
        <p:blipFill>
          <a:blip r:embed="rId5"/>
          <a:stretch>
            <a:fillRect/>
          </a:stretch>
        </p:blipFill>
        <p:spPr>
          <a:xfrm>
            <a:off x="4943475" y="3141663"/>
            <a:ext cx="2276475" cy="1577975"/>
          </a:xfrm>
          <a:prstGeom prst="rect">
            <a:avLst/>
          </a:prstGeom>
          <a:noFill/>
          <a:ln w="28575" cap="flat" cmpd="sng">
            <a:solidFill>
              <a:srgbClr val="000080"/>
            </a:solidFill>
            <a:prstDash val="solid"/>
            <a:miter/>
            <a:headEnd type="none" w="sm" len="sm"/>
            <a:tailEnd type="none" w="sm" len="sm"/>
          </a:ln>
        </p:spPr>
      </p:pic>
      <p:sp>
        <p:nvSpPr>
          <p:cNvPr id="11" name="Rectangle 2"/>
          <p:cNvSpPr txBox="1"/>
          <p:nvPr/>
        </p:nvSpPr>
        <p:spPr>
          <a:xfrm>
            <a:off x="1487488" y="5229225"/>
            <a:ext cx="4235450" cy="1081088"/>
          </a:xfrm>
          <a:prstGeom prst="rect">
            <a:avLst/>
          </a:prstGeom>
          <a:noFill/>
          <a:ln w="9525">
            <a:noFill/>
          </a:ln>
        </p:spPr>
        <p:txBody>
          <a:bodyPr lIns="92075" tIns="46037" rIns="92075" bIns="46037"/>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374650" lvl="0" indent="-374650" eaLnBrk="1" hangingPunct="1">
              <a:spcBef>
                <a:spcPct val="20000"/>
              </a:spcBef>
              <a:spcAft>
                <a:spcPts val="590"/>
              </a:spcAft>
              <a:buClrTx/>
            </a:pPr>
            <a:r>
              <a:rPr lang="zh-CN" altLang="en-US" sz="2800" dirty="0">
                <a:latin typeface="Franklin Gothic Book" pitchFamily="34" charset="0"/>
              </a:rPr>
              <a:t>对嵌套的结构体成员，必须以级联方式访问</a:t>
            </a:r>
            <a:endParaRPr lang="zh-CN" altLang="en-US" sz="2800" dirty="0">
              <a:latin typeface="Franklin Gothic Book" pitchFamily="34" charset="0"/>
            </a:endParaRPr>
          </a:p>
        </p:txBody>
      </p:sp>
      <p:sp>
        <p:nvSpPr>
          <p:cNvPr id="12" name="Rectangle 59"/>
          <p:cNvSpPr>
            <a:spLocks noChangeArrowheads="1"/>
          </p:cNvSpPr>
          <p:nvPr/>
        </p:nvSpPr>
        <p:spPr bwMode="auto">
          <a:xfrm>
            <a:off x="2014538" y="3857625"/>
            <a:ext cx="2012950" cy="358775"/>
          </a:xfrm>
          <a:prstGeom prst="rect">
            <a:avLst/>
          </a:prstGeom>
          <a:noFill/>
          <a:ln w="38100">
            <a:solidFill>
              <a:srgbClr val="00B050"/>
            </a:solidFill>
            <a:miter lim="800000"/>
            <a:headEnd type="none" w="sm" len="sm"/>
            <a:tailEnd type="none" w="sm" len="sm"/>
          </a:ln>
        </p:spPr>
        <p:txBody>
          <a:bodyPr wrap="none" anchor="ct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13" name="Rectangle 3"/>
          <p:cNvSpPr txBox="1"/>
          <p:nvPr/>
        </p:nvSpPr>
        <p:spPr>
          <a:xfrm>
            <a:off x="1487488" y="4868863"/>
            <a:ext cx="3313112" cy="431800"/>
          </a:xfrm>
          <a:prstGeom prst="rect">
            <a:avLst/>
          </a:prstGeom>
          <a:noFill/>
          <a:ln w="9525">
            <a:noFill/>
          </a:ln>
        </p:spPr>
        <p:txBody>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342900" lvl="0" indent="-342900" eaLnBrk="1" hangingPunct="1">
              <a:lnSpc>
                <a:spcPct val="85000"/>
              </a:lnSpc>
              <a:spcBef>
                <a:spcPts val="600"/>
              </a:spcBef>
              <a:buNone/>
            </a:pPr>
            <a:r>
              <a:rPr lang="en-US" altLang="zh-CN" sz="2000" b="1" dirty="0">
                <a:solidFill>
                  <a:srgbClr val="FF0000"/>
                </a:solidFill>
                <a:latin typeface="Courier New" panose="02070409020205090404" pitchFamily="49" charset="0"/>
                <a:ea typeface="宋体" pitchFamily="2" charset="-122"/>
              </a:rPr>
              <a:t>STUDENT</a:t>
            </a:r>
            <a:r>
              <a:rPr lang="en-US" altLang="zh-CN" sz="2000" b="1" dirty="0">
                <a:solidFill>
                  <a:srgbClr val="000000"/>
                </a:solidFill>
                <a:latin typeface="Courier New" panose="02070409020205090404" pitchFamily="49" charset="0"/>
                <a:ea typeface="宋体" pitchFamily="2" charset="-122"/>
              </a:rPr>
              <a:t> </a:t>
            </a:r>
            <a:r>
              <a:rPr lang="en-US" altLang="zh-CN" sz="2000" b="1" dirty="0">
                <a:latin typeface="Courier New" panose="02070409020205090404" pitchFamily="49" charset="0"/>
                <a:ea typeface="宋体" pitchFamily="2" charset="-122"/>
              </a:rPr>
              <a:t>stu1;</a:t>
            </a:r>
            <a:r>
              <a:rPr lang="en-US" altLang="zh-CN" sz="2000" b="1" dirty="0">
                <a:solidFill>
                  <a:srgbClr val="000000"/>
                </a:solidFill>
                <a:latin typeface="Courier New" panose="02070409020205090404" pitchFamily="49" charset="0"/>
                <a:ea typeface="宋体" pitchFamily="2" charset="-122"/>
              </a:rPr>
              <a:t> 	</a:t>
            </a:r>
            <a:endParaRPr lang="en-US" altLang="zh-CN" sz="2000" b="1" dirty="0">
              <a:latin typeface="Courier New" panose="02070409020205090404" pitchFamily="49" charset="0"/>
              <a:ea typeface="宋体"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5602">
                                            <p:txEl>
                                              <p:pRg st="1" end="1"/>
                                            </p:txEl>
                                          </p:spTgt>
                                        </p:tgtEl>
                                        <p:attrNameLst>
                                          <p:attrName>style.visibility</p:attrName>
                                        </p:attrNameLst>
                                      </p:cBhvr>
                                      <p:to>
                                        <p:strVal val="visible"/>
                                      </p:to>
                                    </p:set>
                                    <p:animEffect transition="in" filter="wipe(left)">
                                      <p:cBhvr>
                                        <p:cTn id="7" dur="500"/>
                                        <p:tgtEl>
                                          <p:spTgt spid="2560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2" fill="hold" nodeType="clickEffect">
                                  <p:stCondLst>
                                    <p:cond delay="0"/>
                                  </p:stCondLst>
                                  <p:childTnLst>
                                    <p:set>
                                      <p:cBhvr>
                                        <p:cTn id="11" dur="1" fill="hold">
                                          <p:stCondLst>
                                            <p:cond delay="0"/>
                                          </p:stCondLst>
                                        </p:cTn>
                                        <p:tgtEl>
                                          <p:spTgt spid="25604"/>
                                        </p:tgtEl>
                                        <p:attrNameLst>
                                          <p:attrName>style.visibility</p:attrName>
                                        </p:attrNameLst>
                                      </p:cBhvr>
                                      <p:to>
                                        <p:strVal val="visible"/>
                                      </p:to>
                                    </p:set>
                                    <p:anim calcmode="lin" valueType="num">
                                      <p:cBhvr additive="base">
                                        <p:cTn id="12" dur="500" fill="hold"/>
                                        <p:tgtEl>
                                          <p:spTgt spid="25604"/>
                                        </p:tgtEl>
                                        <p:attrNameLst>
                                          <p:attrName>ppt_x</p:attrName>
                                        </p:attrNameLst>
                                      </p:cBhvr>
                                      <p:tavLst>
                                        <p:tav tm="0">
                                          <p:val>
                                            <p:strVal val="1+#ppt_w/2"/>
                                          </p:val>
                                        </p:tav>
                                        <p:tav tm="100000">
                                          <p:val>
                                            <p:strVal val="#ppt_x"/>
                                          </p:val>
                                        </p:tav>
                                      </p:tavLst>
                                    </p:anim>
                                    <p:anim calcmode="lin" valueType="num">
                                      <p:cBhvr additive="base">
                                        <p:cTn id="13" dur="500" fill="hold"/>
                                        <p:tgtEl>
                                          <p:spTgt spid="25604"/>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53" presetClass="entr" presetSubtype="16" fill="hold" nodeType="clickEffect">
                                  <p:stCondLst>
                                    <p:cond delay="0"/>
                                  </p:stCondLst>
                                  <p:childTnLst>
                                    <p:set>
                                      <p:cBhvr>
                                        <p:cTn id="17" dur="1" fill="hold">
                                          <p:stCondLst>
                                            <p:cond delay="0"/>
                                          </p:stCondLst>
                                        </p:cTn>
                                        <p:tgtEl>
                                          <p:spTgt spid="462861"/>
                                        </p:tgtEl>
                                        <p:attrNameLst>
                                          <p:attrName>style.visibility</p:attrName>
                                        </p:attrNameLst>
                                      </p:cBhvr>
                                      <p:to>
                                        <p:strVal val="visible"/>
                                      </p:to>
                                    </p:set>
                                    <p:anim calcmode="lin" valueType="num">
                                      <p:cBhvr>
                                        <p:cTn id="18" dur="500" fill="hold"/>
                                        <p:tgtEl>
                                          <p:spTgt spid="462861"/>
                                        </p:tgtEl>
                                        <p:attrNameLst>
                                          <p:attrName>ppt_w</p:attrName>
                                        </p:attrNameLst>
                                      </p:cBhvr>
                                      <p:tavLst>
                                        <p:tav tm="0">
                                          <p:val>
                                            <p:fltVal val="0"/>
                                          </p:val>
                                        </p:tav>
                                        <p:tav tm="100000">
                                          <p:val>
                                            <p:strVal val="#ppt_w"/>
                                          </p:val>
                                        </p:tav>
                                      </p:tavLst>
                                    </p:anim>
                                    <p:anim calcmode="lin" valueType="num">
                                      <p:cBhvr>
                                        <p:cTn id="19" dur="500" fill="hold"/>
                                        <p:tgtEl>
                                          <p:spTgt spid="462861"/>
                                        </p:tgtEl>
                                        <p:attrNameLst>
                                          <p:attrName>ppt_h</p:attrName>
                                        </p:attrNameLst>
                                      </p:cBhvr>
                                      <p:tavLst>
                                        <p:tav tm="0">
                                          <p:val>
                                            <p:fltVal val="0"/>
                                          </p:val>
                                        </p:tav>
                                        <p:tav tm="100000">
                                          <p:val>
                                            <p:strVal val="#ppt_h"/>
                                          </p:val>
                                        </p:tav>
                                      </p:tavLst>
                                    </p:anim>
                                    <p:animEffect transition="in" filter="fade">
                                      <p:cBhvr>
                                        <p:cTn id="20" dur="500"/>
                                        <p:tgtEl>
                                          <p:spTgt spid="462861"/>
                                        </p:tgtEl>
                                      </p:cBhvr>
                                    </p:animEffect>
                                  </p:childTnLst>
                                </p:cTn>
                              </p:par>
                              <p:par>
                                <p:cTn id="21" presetID="22" presetClass="entr" presetSubtype="8" fill="hold" grpId="0" nodeType="withEffect">
                                  <p:stCondLst>
                                    <p:cond delay="0"/>
                                  </p:stCondLst>
                                  <p:childTnLst>
                                    <p:set>
                                      <p:cBhvr>
                                        <p:cTn id="22" dur="1" fill="hold">
                                          <p:stCondLst>
                                            <p:cond delay="0"/>
                                          </p:stCondLst>
                                        </p:cTn>
                                        <p:tgtEl>
                                          <p:spTgt spid="13">
                                            <p:txEl>
                                              <p:pRg st="0" end="0"/>
                                            </p:txEl>
                                          </p:spTgt>
                                        </p:tgtEl>
                                        <p:attrNameLst>
                                          <p:attrName>style.visibility</p:attrName>
                                        </p:attrNameLst>
                                      </p:cBhvr>
                                      <p:to>
                                        <p:strVal val="visible"/>
                                      </p:to>
                                    </p:set>
                                    <p:animEffect transition="in" filter="wipe(left)">
                                      <p:cBhvr>
                                        <p:cTn id="23" dur="500"/>
                                        <p:tgtEl>
                                          <p:spTgt spid="13">
                                            <p:txEl>
                                              <p:pRg st="0" end="0"/>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 presetClass="entr" presetSubtype="2" fill="hold" nodeType="clickEffect">
                                  <p:stCondLst>
                                    <p:cond delay="0"/>
                                  </p:stCondLst>
                                  <p:childTnLst>
                                    <p:set>
                                      <p:cBhvr>
                                        <p:cTn id="27" dur="1" fill="hold">
                                          <p:stCondLst>
                                            <p:cond delay="0"/>
                                          </p:stCondLst>
                                        </p:cTn>
                                        <p:tgtEl>
                                          <p:spTgt spid="462859"/>
                                        </p:tgtEl>
                                        <p:attrNameLst>
                                          <p:attrName>style.visibility</p:attrName>
                                        </p:attrNameLst>
                                      </p:cBhvr>
                                      <p:to>
                                        <p:strVal val="visible"/>
                                      </p:to>
                                    </p:set>
                                    <p:anim calcmode="lin" valueType="num">
                                      <p:cBhvr additive="base">
                                        <p:cTn id="28" dur="500" fill="hold"/>
                                        <p:tgtEl>
                                          <p:spTgt spid="462859"/>
                                        </p:tgtEl>
                                        <p:attrNameLst>
                                          <p:attrName>ppt_x</p:attrName>
                                        </p:attrNameLst>
                                      </p:cBhvr>
                                      <p:tavLst>
                                        <p:tav tm="0">
                                          <p:val>
                                            <p:strVal val="1+#ppt_w/2"/>
                                          </p:val>
                                        </p:tav>
                                        <p:tav tm="100000">
                                          <p:val>
                                            <p:strVal val="#ppt_x"/>
                                          </p:val>
                                        </p:tav>
                                      </p:tavLst>
                                    </p:anim>
                                    <p:anim calcmode="lin" valueType="num">
                                      <p:cBhvr additive="base">
                                        <p:cTn id="29" dur="500" fill="hold"/>
                                        <p:tgtEl>
                                          <p:spTgt spid="462859"/>
                                        </p:tgtEl>
                                        <p:attrNameLst>
                                          <p:attrName>ppt_y</p:attrName>
                                        </p:attrNameLst>
                                      </p:cBhvr>
                                      <p:tavLst>
                                        <p:tav tm="0">
                                          <p:val>
                                            <p:strVal val="#ppt_y"/>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53" presetClass="entr" presetSubtype="16" fill="hold" grpId="0" nodeType="clickEffect">
                                  <p:stCondLst>
                                    <p:cond delay="0"/>
                                  </p:stCondLst>
                                  <p:childTnLst>
                                    <p:set>
                                      <p:cBhvr>
                                        <p:cTn id="33" dur="1" fill="hold">
                                          <p:stCondLst>
                                            <p:cond delay="0"/>
                                          </p:stCondLst>
                                        </p:cTn>
                                        <p:tgtEl>
                                          <p:spTgt spid="11"/>
                                        </p:tgtEl>
                                        <p:attrNameLst>
                                          <p:attrName>style.visibility</p:attrName>
                                        </p:attrNameLst>
                                      </p:cBhvr>
                                      <p:to>
                                        <p:strVal val="visible"/>
                                      </p:to>
                                    </p:set>
                                    <p:anim calcmode="lin" valueType="num">
                                      <p:cBhvr>
                                        <p:cTn id="34" dur="500" fill="hold"/>
                                        <p:tgtEl>
                                          <p:spTgt spid="11"/>
                                        </p:tgtEl>
                                        <p:attrNameLst>
                                          <p:attrName>ppt_w</p:attrName>
                                        </p:attrNameLst>
                                      </p:cBhvr>
                                      <p:tavLst>
                                        <p:tav tm="0">
                                          <p:val>
                                            <p:fltVal val="0"/>
                                          </p:val>
                                        </p:tav>
                                        <p:tav tm="100000">
                                          <p:val>
                                            <p:strVal val="#ppt_w"/>
                                          </p:val>
                                        </p:tav>
                                      </p:tavLst>
                                    </p:anim>
                                    <p:anim calcmode="lin" valueType="num">
                                      <p:cBhvr>
                                        <p:cTn id="35" dur="500" fill="hold"/>
                                        <p:tgtEl>
                                          <p:spTgt spid="11"/>
                                        </p:tgtEl>
                                        <p:attrNameLst>
                                          <p:attrName>ppt_h</p:attrName>
                                        </p:attrNameLst>
                                      </p:cBhvr>
                                      <p:tavLst>
                                        <p:tav tm="0">
                                          <p:val>
                                            <p:fltVal val="0"/>
                                          </p:val>
                                        </p:tav>
                                        <p:tav tm="100000">
                                          <p:val>
                                            <p:strVal val="#ppt_h"/>
                                          </p:val>
                                        </p:tav>
                                      </p:tavLst>
                                    </p:anim>
                                    <p:animEffect transition="in" filter="fade">
                                      <p:cBhvr>
                                        <p:cTn id="36" dur="500"/>
                                        <p:tgtEl>
                                          <p:spTgt spid="11"/>
                                        </p:tgtEl>
                                      </p:cBhvr>
                                    </p:animEffect>
                                  </p:childTnLst>
                                </p:cTn>
                              </p:par>
                            </p:childTnLst>
                          </p:cTn>
                        </p:par>
                      </p:childTnLst>
                    </p:cTn>
                  </p:par>
                  <p:par>
                    <p:cTn id="37" fill="hold">
                      <p:stCondLst>
                        <p:cond delay="indefinite"/>
                      </p:stCondLst>
                      <p:childTnLst>
                        <p:par>
                          <p:cTn id="38" fill="hold">
                            <p:stCondLst>
                              <p:cond delay="0"/>
                            </p:stCondLst>
                            <p:childTnLst>
                              <p:par>
                                <p:cTn id="39" presetID="53" presetClass="entr" presetSubtype="16" fill="hold" grpId="0" nodeType="clickEffect">
                                  <p:stCondLst>
                                    <p:cond delay="0"/>
                                  </p:stCondLst>
                                  <p:childTnLst>
                                    <p:set>
                                      <p:cBhvr>
                                        <p:cTn id="40" dur="1" fill="hold">
                                          <p:stCondLst>
                                            <p:cond delay="0"/>
                                          </p:stCondLst>
                                        </p:cTn>
                                        <p:tgtEl>
                                          <p:spTgt spid="12"/>
                                        </p:tgtEl>
                                        <p:attrNameLst>
                                          <p:attrName>style.visibility</p:attrName>
                                        </p:attrNameLst>
                                      </p:cBhvr>
                                      <p:to>
                                        <p:strVal val="visible"/>
                                      </p:to>
                                    </p:set>
                                    <p:anim calcmode="lin" valueType="num">
                                      <p:cBhvr>
                                        <p:cTn id="41" dur="500" fill="hold"/>
                                        <p:tgtEl>
                                          <p:spTgt spid="12"/>
                                        </p:tgtEl>
                                        <p:attrNameLst>
                                          <p:attrName>ppt_w</p:attrName>
                                        </p:attrNameLst>
                                      </p:cBhvr>
                                      <p:tavLst>
                                        <p:tav tm="0">
                                          <p:val>
                                            <p:fltVal val="0"/>
                                          </p:val>
                                        </p:tav>
                                        <p:tav tm="100000">
                                          <p:val>
                                            <p:strVal val="#ppt_w"/>
                                          </p:val>
                                        </p:tav>
                                      </p:tavLst>
                                    </p:anim>
                                    <p:anim calcmode="lin" valueType="num">
                                      <p:cBhvr>
                                        <p:cTn id="42" dur="500" fill="hold"/>
                                        <p:tgtEl>
                                          <p:spTgt spid="12"/>
                                        </p:tgtEl>
                                        <p:attrNameLst>
                                          <p:attrName>ppt_h</p:attrName>
                                        </p:attrNameLst>
                                      </p:cBhvr>
                                      <p:tavLst>
                                        <p:tav tm="0">
                                          <p:val>
                                            <p:fltVal val="0"/>
                                          </p:val>
                                        </p:tav>
                                        <p:tav tm="100000">
                                          <p:val>
                                            <p:strVal val="#ppt_h"/>
                                          </p:val>
                                        </p:tav>
                                      </p:tavLst>
                                    </p:anim>
                                    <p:animEffect transition="in" filter="fade">
                                      <p:cBhvr>
                                        <p:cTn id="43" dur="500"/>
                                        <p:tgtEl>
                                          <p:spTgt spid="12"/>
                                        </p:tgtEl>
                                      </p:cBhvr>
                                    </p:animEffect>
                                  </p:childTnLst>
                                </p:cTn>
                              </p:par>
                              <p:par>
                                <p:cTn id="44" presetID="53" presetClass="entr" presetSubtype="16" fill="hold" nodeType="withEffect">
                                  <p:stCondLst>
                                    <p:cond delay="0"/>
                                  </p:stCondLst>
                                  <p:childTnLst>
                                    <p:set>
                                      <p:cBhvr>
                                        <p:cTn id="45" dur="1" fill="hold">
                                          <p:stCondLst>
                                            <p:cond delay="0"/>
                                          </p:stCondLst>
                                        </p:cTn>
                                        <p:tgtEl>
                                          <p:spTgt spid="462860"/>
                                        </p:tgtEl>
                                        <p:attrNameLst>
                                          <p:attrName>style.visibility</p:attrName>
                                        </p:attrNameLst>
                                      </p:cBhvr>
                                      <p:to>
                                        <p:strVal val="visible"/>
                                      </p:to>
                                    </p:set>
                                    <p:anim calcmode="lin" valueType="num">
                                      <p:cBhvr>
                                        <p:cTn id="46" dur="500" fill="hold"/>
                                        <p:tgtEl>
                                          <p:spTgt spid="462860"/>
                                        </p:tgtEl>
                                        <p:attrNameLst>
                                          <p:attrName>ppt_w</p:attrName>
                                        </p:attrNameLst>
                                      </p:cBhvr>
                                      <p:tavLst>
                                        <p:tav tm="0">
                                          <p:val>
                                            <p:fltVal val="0"/>
                                          </p:val>
                                        </p:tav>
                                        <p:tav tm="100000">
                                          <p:val>
                                            <p:strVal val="#ppt_w"/>
                                          </p:val>
                                        </p:tav>
                                      </p:tavLst>
                                    </p:anim>
                                    <p:anim calcmode="lin" valueType="num">
                                      <p:cBhvr>
                                        <p:cTn id="47" dur="500" fill="hold"/>
                                        <p:tgtEl>
                                          <p:spTgt spid="462860"/>
                                        </p:tgtEl>
                                        <p:attrNameLst>
                                          <p:attrName>ppt_h</p:attrName>
                                        </p:attrNameLst>
                                      </p:cBhvr>
                                      <p:tavLst>
                                        <p:tav tm="0">
                                          <p:val>
                                            <p:fltVal val="0"/>
                                          </p:val>
                                        </p:tav>
                                        <p:tav tm="100000">
                                          <p:val>
                                            <p:strVal val="#ppt_h"/>
                                          </p:val>
                                        </p:tav>
                                      </p:tavLst>
                                    </p:anim>
                                    <p:animEffect transition="in" filter="fade">
                                      <p:cBhvr>
                                        <p:cTn id="48" dur="500"/>
                                        <p:tgtEl>
                                          <p:spTgt spid="462860"/>
                                        </p:tgtEl>
                                      </p:cBhvr>
                                    </p:animEffect>
                                  </p:childTnLst>
                                </p:cTn>
                              </p:par>
                            </p:childTnLst>
                          </p:cTn>
                        </p:par>
                      </p:childTnLst>
                    </p:cTn>
                  </p:par>
                  <p:par>
                    <p:cTn id="49" fill="hold">
                      <p:stCondLst>
                        <p:cond delay="indefinite"/>
                      </p:stCondLst>
                      <p:childTnLst>
                        <p:par>
                          <p:cTn id="50" fill="hold">
                            <p:stCondLst>
                              <p:cond delay="0"/>
                            </p:stCondLst>
                            <p:childTnLst>
                              <p:par>
                                <p:cTn id="51" presetID="53" presetClass="entr" presetSubtype="16" fill="hold" nodeType="clickEffect">
                                  <p:stCondLst>
                                    <p:cond delay="0"/>
                                  </p:stCondLst>
                                  <p:childTnLst>
                                    <p:set>
                                      <p:cBhvr>
                                        <p:cTn id="52" dur="1" fill="hold">
                                          <p:stCondLst>
                                            <p:cond delay="0"/>
                                          </p:stCondLst>
                                        </p:cTn>
                                        <p:tgtEl>
                                          <p:spTgt spid="462862"/>
                                        </p:tgtEl>
                                        <p:attrNameLst>
                                          <p:attrName>style.visibility</p:attrName>
                                        </p:attrNameLst>
                                      </p:cBhvr>
                                      <p:to>
                                        <p:strVal val="visible"/>
                                      </p:to>
                                    </p:set>
                                    <p:anim calcmode="lin" valueType="num">
                                      <p:cBhvr>
                                        <p:cTn id="53" dur="500" fill="hold"/>
                                        <p:tgtEl>
                                          <p:spTgt spid="462862"/>
                                        </p:tgtEl>
                                        <p:attrNameLst>
                                          <p:attrName>ppt_w</p:attrName>
                                        </p:attrNameLst>
                                      </p:cBhvr>
                                      <p:tavLst>
                                        <p:tav tm="0">
                                          <p:val>
                                            <p:fltVal val="0"/>
                                          </p:val>
                                        </p:tav>
                                        <p:tav tm="100000">
                                          <p:val>
                                            <p:strVal val="#ppt_w"/>
                                          </p:val>
                                        </p:tav>
                                      </p:tavLst>
                                    </p:anim>
                                    <p:anim calcmode="lin" valueType="num">
                                      <p:cBhvr>
                                        <p:cTn id="54" dur="500" fill="hold"/>
                                        <p:tgtEl>
                                          <p:spTgt spid="462862"/>
                                        </p:tgtEl>
                                        <p:attrNameLst>
                                          <p:attrName>ppt_h</p:attrName>
                                        </p:attrNameLst>
                                      </p:cBhvr>
                                      <p:tavLst>
                                        <p:tav tm="0">
                                          <p:val>
                                            <p:fltVal val="0"/>
                                          </p:val>
                                        </p:tav>
                                        <p:tav tm="100000">
                                          <p:val>
                                            <p:strVal val="#ppt_h"/>
                                          </p:val>
                                        </p:tav>
                                      </p:tavLst>
                                    </p:anim>
                                    <p:animEffect transition="in" filter="fade">
                                      <p:cBhvr>
                                        <p:cTn id="55" dur="500"/>
                                        <p:tgtEl>
                                          <p:spTgt spid="4628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animBg="1"/>
      <p:bldP spid="13" grpId="0" build="p"/>
    </p:bldLst>
  </p:timing>
</p:sld>
</file>

<file path=ppt/slides/slide7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ext Box 2"/>
          <p:cNvSpPr txBox="1"/>
          <p:nvPr/>
        </p:nvSpPr>
        <p:spPr>
          <a:xfrm>
            <a:off x="1962150" y="2852738"/>
            <a:ext cx="874713" cy="339725"/>
          </a:xfrm>
          <a:prstGeom prst="rect">
            <a:avLst/>
          </a:prstGeom>
          <a:noFill/>
          <a:ln w="9525">
            <a:noFill/>
          </a:ln>
        </p:spPr>
        <p:txBody>
          <a:bodyPr wrap="none">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ts val="590"/>
              </a:spcBef>
              <a:spcAft>
                <a:spcPts val="590"/>
              </a:spcAft>
              <a:buClr>
                <a:schemeClr val="accent2"/>
              </a:buClr>
              <a:buSzPct val="80000"/>
              <a:buNone/>
            </a:pPr>
            <a:r>
              <a:rPr lang="zh-CN" altLang="en-US" sz="1800" b="1" dirty="0">
                <a:solidFill>
                  <a:srgbClr val="0033CC"/>
                </a:solidFill>
                <a:latin typeface="黑体" panose="02010609060101010101" pitchFamily="49" charset="-122"/>
              </a:rPr>
              <a:t>等价于</a:t>
            </a:r>
            <a:endParaRPr lang="zh-CN" altLang="en-US" sz="1800" b="1" dirty="0">
              <a:solidFill>
                <a:srgbClr val="0033CC"/>
              </a:solidFill>
              <a:latin typeface="黑体" panose="02010609060101010101" pitchFamily="49" charset="-122"/>
            </a:endParaRPr>
          </a:p>
        </p:txBody>
      </p:sp>
      <p:pic>
        <p:nvPicPr>
          <p:cNvPr id="16" name="Picture 13"/>
          <p:cNvPicPr>
            <a:picLocks noChangeAspect="1"/>
          </p:cNvPicPr>
          <p:nvPr/>
        </p:nvPicPr>
        <p:blipFill>
          <a:blip r:embed="rId1">
            <a:clrChange>
              <a:clrFrom>
                <a:srgbClr val="FFFFFF"/>
              </a:clrFrom>
              <a:clrTo>
                <a:srgbClr val="FFFFFF">
                  <a:alpha val="0"/>
                </a:srgbClr>
              </a:clrTo>
            </a:clrChange>
          </a:blip>
          <a:stretch>
            <a:fillRect/>
          </a:stretch>
        </p:blipFill>
        <p:spPr>
          <a:xfrm>
            <a:off x="5207000" y="2997200"/>
            <a:ext cx="4933950" cy="3362325"/>
          </a:xfrm>
          <a:prstGeom prst="rect">
            <a:avLst/>
          </a:prstGeom>
          <a:noFill/>
          <a:ln w="12700">
            <a:noFill/>
          </a:ln>
        </p:spPr>
      </p:pic>
      <p:sp>
        <p:nvSpPr>
          <p:cNvPr id="17" name="Rectangle 59"/>
          <p:cNvSpPr>
            <a:spLocks noChangeArrowheads="1"/>
          </p:cNvSpPr>
          <p:nvPr/>
        </p:nvSpPr>
        <p:spPr bwMode="auto">
          <a:xfrm>
            <a:off x="5237163" y="3290888"/>
            <a:ext cx="4992688" cy="354013"/>
          </a:xfrm>
          <a:prstGeom prst="rect">
            <a:avLst/>
          </a:prstGeom>
          <a:noFill/>
          <a:ln w="38100">
            <a:solidFill>
              <a:srgbClr val="FF0000"/>
            </a:solidFill>
            <a:miter lim="800000"/>
            <a:headEnd type="none" w="sm" len="sm"/>
            <a:tailEnd type="none" w="sm" len="sm"/>
          </a:ln>
        </p:spPr>
        <p:txBody>
          <a:bodyPr wrap="none" anchor="ct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grpSp>
        <p:nvGrpSpPr>
          <p:cNvPr id="2" name="Group 20"/>
          <p:cNvGrpSpPr/>
          <p:nvPr/>
        </p:nvGrpSpPr>
        <p:grpSpPr>
          <a:xfrm>
            <a:off x="8904288" y="4857750"/>
            <a:ext cx="2062162" cy="1500188"/>
            <a:chOff x="3560" y="2542"/>
            <a:chExt cx="1530" cy="1348"/>
          </a:xfrm>
        </p:grpSpPr>
        <p:pic>
          <p:nvPicPr>
            <p:cNvPr id="103434" name="Picture 6" descr="t10jwg2t[1]"/>
            <p:cNvPicPr>
              <a:picLocks noChangeAspect="1"/>
            </p:cNvPicPr>
            <p:nvPr/>
          </p:nvPicPr>
          <p:blipFill>
            <a:blip r:embed="rId2">
              <a:clrChange>
                <a:clrFrom>
                  <a:srgbClr val="FFFFFF"/>
                </a:clrFrom>
                <a:clrTo>
                  <a:srgbClr val="FFFFFF">
                    <a:alpha val="0"/>
                  </a:srgbClr>
                </a:clrTo>
              </a:clrChange>
            </a:blip>
            <a:stretch>
              <a:fillRect/>
            </a:stretch>
          </p:blipFill>
          <p:spPr>
            <a:xfrm>
              <a:off x="3560" y="2542"/>
              <a:ext cx="1407" cy="1348"/>
            </a:xfrm>
            <a:prstGeom prst="rect">
              <a:avLst/>
            </a:prstGeom>
            <a:noFill/>
            <a:ln w="9525">
              <a:noFill/>
            </a:ln>
          </p:spPr>
        </p:pic>
        <p:sp>
          <p:nvSpPr>
            <p:cNvPr id="20" name="Text Box 8"/>
            <p:cNvSpPr txBox="1">
              <a:spLocks noChangeArrowheads="1"/>
            </p:cNvSpPr>
            <p:nvPr/>
          </p:nvSpPr>
          <p:spPr bwMode="auto">
            <a:xfrm rot="1018777">
              <a:off x="4382" y="2710"/>
              <a:ext cx="708" cy="332"/>
            </a:xfrm>
            <a:prstGeom prst="rect">
              <a:avLst/>
            </a:prstGeom>
            <a:noFill/>
            <a:ln w="12700">
              <a:noFill/>
              <a:miter lim="800000"/>
              <a:headEnd type="none" w="sm" len="sm"/>
              <a:tailEnd type="none" w="sm" len="sm"/>
            </a:ln>
            <a:effectLst/>
          </p:spPr>
          <p:txBody>
            <a:bodyPr wrap="none">
              <a:spAutoFit/>
            </a:bodyPr>
            <a:lstStyle/>
            <a:p>
              <a:pPr marR="0" defTabSz="914400" eaLnBrk="1" hangingPunct="1">
                <a:lnSpc>
                  <a:spcPct val="90000"/>
                </a:lnSpc>
                <a:spcBef>
                  <a:spcPts val="590"/>
                </a:spcBef>
                <a:spcAft>
                  <a:spcPts val="590"/>
                </a:spcAft>
                <a:buClr>
                  <a:schemeClr val="tx2"/>
                </a:buClr>
                <a:buSzPct val="80000"/>
                <a:buFontTx/>
                <a:buNone/>
                <a:defRPr/>
              </a:pPr>
              <a:r>
                <a:rPr kumimoji="0" lang="zh-CN" altLang="en-US" kern="1200" cap="none" spc="0" normalizeH="0" baseline="0" noProof="0">
                  <a:solidFill>
                    <a:srgbClr val="FF0000"/>
                  </a:solidFill>
                  <a:effectLst>
                    <a:outerShdw blurRad="38100" dist="38100" dir="2700000" algn="tl">
                      <a:srgbClr val="C0C0C0"/>
                    </a:outerShdw>
                  </a:effectLst>
                  <a:latin typeface="Arial" panose="020B0604020202090204" pitchFamily="34" charset="0"/>
                  <a:ea typeface="+mn-ea"/>
                  <a:cs typeface="+mn-cs"/>
                </a:rPr>
                <a:t>注意！</a:t>
              </a:r>
              <a:endParaRPr kumimoji="0" lang="zh-CN" altLang="en-US" kern="1200" cap="none" spc="0" normalizeH="0" baseline="0" noProof="0">
                <a:solidFill>
                  <a:srgbClr val="FF0000"/>
                </a:solidFill>
                <a:effectLst>
                  <a:outerShdw blurRad="38100" dist="38100" dir="2700000" algn="tl">
                    <a:srgbClr val="C0C0C0"/>
                  </a:outerShdw>
                </a:effectLst>
                <a:latin typeface="Arial" panose="020B0604020202090204" pitchFamily="34" charset="0"/>
                <a:ea typeface="+mn-ea"/>
                <a:cs typeface="+mn-cs"/>
              </a:endParaRPr>
            </a:p>
          </p:txBody>
        </p:sp>
      </p:grpSp>
      <p:pic>
        <p:nvPicPr>
          <p:cNvPr id="103430" name="Picture 13"/>
          <p:cNvPicPr>
            <a:picLocks noChangeAspect="1"/>
          </p:cNvPicPr>
          <p:nvPr/>
        </p:nvPicPr>
        <p:blipFill>
          <a:blip r:embed="rId3"/>
          <a:stretch>
            <a:fillRect/>
          </a:stretch>
        </p:blipFill>
        <p:spPr>
          <a:xfrm>
            <a:off x="1558925" y="3933825"/>
            <a:ext cx="3249613" cy="2266950"/>
          </a:xfrm>
          <a:prstGeom prst="rect">
            <a:avLst/>
          </a:prstGeom>
          <a:noFill/>
          <a:ln w="28575" cap="flat" cmpd="sng">
            <a:solidFill>
              <a:srgbClr val="000080"/>
            </a:solidFill>
            <a:prstDash val="solid"/>
            <a:miter/>
            <a:headEnd type="none" w="sm" len="sm"/>
            <a:tailEnd type="none" w="sm" len="sm"/>
          </a:ln>
        </p:spPr>
      </p:pic>
      <p:pic>
        <p:nvPicPr>
          <p:cNvPr id="103431" name="Picture 11"/>
          <p:cNvPicPr>
            <a:picLocks noChangeAspect="1"/>
          </p:cNvPicPr>
          <p:nvPr/>
        </p:nvPicPr>
        <p:blipFill>
          <a:blip r:embed="rId4">
            <a:clrChange>
              <a:clrFrom>
                <a:srgbClr val="FFFFFF"/>
              </a:clrFrom>
              <a:clrTo>
                <a:srgbClr val="FFFFFF">
                  <a:alpha val="0"/>
                </a:srgbClr>
              </a:clrTo>
            </a:clrChange>
          </a:blip>
          <a:stretch>
            <a:fillRect/>
          </a:stretch>
        </p:blipFill>
        <p:spPr>
          <a:xfrm>
            <a:off x="1651000" y="2406650"/>
            <a:ext cx="9072563" cy="360363"/>
          </a:xfrm>
          <a:prstGeom prst="rect">
            <a:avLst/>
          </a:prstGeom>
          <a:noFill/>
          <a:ln w="12700">
            <a:noFill/>
          </a:ln>
        </p:spPr>
      </p:pic>
      <p:pic>
        <p:nvPicPr>
          <p:cNvPr id="103432" name="Picture 13"/>
          <p:cNvPicPr>
            <a:picLocks noChangeAspect="1"/>
          </p:cNvPicPr>
          <p:nvPr/>
        </p:nvPicPr>
        <p:blipFill>
          <a:blip r:embed="rId5">
            <a:clrChange>
              <a:clrFrom>
                <a:srgbClr val="FCFCFC"/>
              </a:clrFrom>
              <a:clrTo>
                <a:srgbClr val="FCFCFC">
                  <a:alpha val="0"/>
                </a:srgbClr>
              </a:clrTo>
            </a:clrChange>
          </a:blip>
          <a:stretch>
            <a:fillRect/>
          </a:stretch>
        </p:blipFill>
        <p:spPr>
          <a:xfrm>
            <a:off x="2584450" y="1412875"/>
            <a:ext cx="7202488" cy="941388"/>
          </a:xfrm>
          <a:prstGeom prst="rect">
            <a:avLst/>
          </a:prstGeom>
          <a:noFill/>
          <a:ln w="12700">
            <a:noFill/>
          </a:ln>
        </p:spPr>
      </p:pic>
      <p:sp>
        <p:nvSpPr>
          <p:cNvPr id="103433" name="Rectangle 3"/>
          <p:cNvSpPr/>
          <p:nvPr/>
        </p:nvSpPr>
        <p:spPr>
          <a:xfrm>
            <a:off x="1881188" y="333375"/>
            <a:ext cx="8447087" cy="839788"/>
          </a:xfrm>
          <a:prstGeom prst="rect">
            <a:avLst/>
          </a:prstGeom>
          <a:noFill/>
          <a:ln w="9525">
            <a:noFill/>
          </a:ln>
        </p:spPr>
        <p:txBody>
          <a:bodyPr anchor="ctr" anchorCtr="0"/>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algn="ctr" eaLnBrk="1" hangingPunct="1">
              <a:lnSpc>
                <a:spcPct val="100000"/>
              </a:lnSpc>
              <a:spcBef>
                <a:spcPct val="0"/>
              </a:spcBef>
              <a:buClrTx/>
              <a:buSzTx/>
              <a:buFontTx/>
              <a:buNone/>
            </a:pPr>
            <a:r>
              <a:rPr lang="en-US" altLang="zh-CN" sz="4000" dirty="0"/>
              <a:t>3.4.3 </a:t>
            </a:r>
            <a:r>
              <a:rPr lang="zh-CN" altLang="en-US" sz="4000" dirty="0"/>
              <a:t>结构体变量的引用</a:t>
            </a:r>
            <a:endParaRPr lang="zh-CN" altLang="en-US" sz="4000" dirty="0">
              <a:solidFill>
                <a:srgbClr val="C00000"/>
              </a:solidFill>
              <a:latin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box(out)">
                                      <p:cBhvr>
                                        <p:cTn id="7" dur="5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nodeType="clickEffect">
                                  <p:stCondLst>
                                    <p:cond delay="0"/>
                                  </p:stCondLst>
                                  <p:childTnLst>
                                    <p:set>
                                      <p:cBhvr>
                                        <p:cTn id="11" dur="1" fill="hold">
                                          <p:stCondLst>
                                            <p:cond delay="0"/>
                                          </p:stCondLst>
                                        </p:cTn>
                                        <p:tgtEl>
                                          <p:spTgt spid="16"/>
                                        </p:tgtEl>
                                        <p:attrNameLst>
                                          <p:attrName>style.visibility</p:attrName>
                                        </p:attrNameLst>
                                      </p:cBhvr>
                                      <p:to>
                                        <p:strVal val="visible"/>
                                      </p:to>
                                    </p:set>
                                    <p:anim calcmode="lin" valueType="num">
                                      <p:cBhvr>
                                        <p:cTn id="12" dur="500" fill="hold"/>
                                        <p:tgtEl>
                                          <p:spTgt spid="16"/>
                                        </p:tgtEl>
                                        <p:attrNameLst>
                                          <p:attrName>ppt_w</p:attrName>
                                        </p:attrNameLst>
                                      </p:cBhvr>
                                      <p:tavLst>
                                        <p:tav tm="0">
                                          <p:val>
                                            <p:fltVal val="0"/>
                                          </p:val>
                                        </p:tav>
                                        <p:tav tm="100000">
                                          <p:val>
                                            <p:strVal val="#ppt_w"/>
                                          </p:val>
                                        </p:tav>
                                      </p:tavLst>
                                    </p:anim>
                                    <p:anim calcmode="lin" valueType="num">
                                      <p:cBhvr>
                                        <p:cTn id="13" dur="500" fill="hold"/>
                                        <p:tgtEl>
                                          <p:spTgt spid="16"/>
                                        </p:tgtEl>
                                        <p:attrNameLst>
                                          <p:attrName>ppt_h</p:attrName>
                                        </p:attrNameLst>
                                      </p:cBhvr>
                                      <p:tavLst>
                                        <p:tav tm="0">
                                          <p:val>
                                            <p:fltVal val="0"/>
                                          </p:val>
                                        </p:tav>
                                        <p:tav tm="100000">
                                          <p:val>
                                            <p:strVal val="#ppt_h"/>
                                          </p:val>
                                        </p:tav>
                                      </p:tavLst>
                                    </p:anim>
                                    <p:animEffect transition="in" filter="fade">
                                      <p:cBhvr>
                                        <p:cTn id="14" dur="500"/>
                                        <p:tgtEl>
                                          <p:spTgt spid="16"/>
                                        </p:tgtEl>
                                      </p:cBhvr>
                                    </p:animEffect>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additive="base">
                                        <p:cTn id="19" dur="500" fill="hold"/>
                                        <p:tgtEl>
                                          <p:spTgt spid="2"/>
                                        </p:tgtEl>
                                        <p:attrNameLst>
                                          <p:attrName>ppt_x</p:attrName>
                                        </p:attrNameLst>
                                      </p:cBhvr>
                                      <p:tavLst>
                                        <p:tav tm="0">
                                          <p:val>
                                            <p:strVal val="#ppt_x"/>
                                          </p:val>
                                        </p:tav>
                                        <p:tav tm="100000">
                                          <p:val>
                                            <p:strVal val="#ppt_x"/>
                                          </p:val>
                                        </p:tav>
                                      </p:tavLst>
                                    </p:anim>
                                    <p:anim calcmode="lin" valueType="num">
                                      <p:cBhvr additive="base">
                                        <p:cTn id="20" dur="500" fill="hold"/>
                                        <p:tgtEl>
                                          <p:spTgt spid="2"/>
                                        </p:tgtEl>
                                        <p:attrNameLst>
                                          <p:attrName>ppt_y</p:attrName>
                                        </p:attrNameLst>
                                      </p:cBhvr>
                                      <p:tavLst>
                                        <p:tav tm="0">
                                          <p:val>
                                            <p:strVal val="1+#ppt_h/2"/>
                                          </p:val>
                                        </p:tav>
                                        <p:tav tm="100000">
                                          <p:val>
                                            <p:strVal val="#ppt_y"/>
                                          </p:val>
                                        </p:tav>
                                      </p:tavLst>
                                    </p:anim>
                                  </p:childTnLst>
                                </p:cTn>
                              </p:par>
                              <p:par>
                                <p:cTn id="21" presetID="53" presetClass="entr" presetSubtype="16" fill="hold" grpId="0" nodeType="withEffect">
                                  <p:stCondLst>
                                    <p:cond delay="0"/>
                                  </p:stCondLst>
                                  <p:childTnLst>
                                    <p:set>
                                      <p:cBhvr>
                                        <p:cTn id="22" dur="1" fill="hold">
                                          <p:stCondLst>
                                            <p:cond delay="0"/>
                                          </p:stCondLst>
                                        </p:cTn>
                                        <p:tgtEl>
                                          <p:spTgt spid="17"/>
                                        </p:tgtEl>
                                        <p:attrNameLst>
                                          <p:attrName>style.visibility</p:attrName>
                                        </p:attrNameLst>
                                      </p:cBhvr>
                                      <p:to>
                                        <p:strVal val="visible"/>
                                      </p:to>
                                    </p:set>
                                    <p:anim calcmode="lin" valueType="num">
                                      <p:cBhvr>
                                        <p:cTn id="23" dur="500" fill="hold"/>
                                        <p:tgtEl>
                                          <p:spTgt spid="17"/>
                                        </p:tgtEl>
                                        <p:attrNameLst>
                                          <p:attrName>ppt_w</p:attrName>
                                        </p:attrNameLst>
                                      </p:cBhvr>
                                      <p:tavLst>
                                        <p:tav tm="0">
                                          <p:val>
                                            <p:fltVal val="0"/>
                                          </p:val>
                                        </p:tav>
                                        <p:tav tm="100000">
                                          <p:val>
                                            <p:strVal val="#ppt_w"/>
                                          </p:val>
                                        </p:tav>
                                      </p:tavLst>
                                    </p:anim>
                                    <p:anim calcmode="lin" valueType="num">
                                      <p:cBhvr>
                                        <p:cTn id="24" dur="500" fill="hold"/>
                                        <p:tgtEl>
                                          <p:spTgt spid="17"/>
                                        </p:tgtEl>
                                        <p:attrNameLst>
                                          <p:attrName>ppt_h</p:attrName>
                                        </p:attrNameLst>
                                      </p:cBhvr>
                                      <p:tavLst>
                                        <p:tav tm="0">
                                          <p:val>
                                            <p:fltVal val="0"/>
                                          </p:val>
                                        </p:tav>
                                        <p:tav tm="100000">
                                          <p:val>
                                            <p:strVal val="#ppt_h"/>
                                          </p:val>
                                        </p:tav>
                                      </p:tavLst>
                                    </p:anim>
                                    <p:animEffect transition="in" filter="fade">
                                      <p:cBhvr>
                                        <p:cTn id="25"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7" grpId="0" animBg="1"/>
    </p:bldLst>
  </p:timing>
</p:sld>
</file>

<file path=ppt/slides/slide7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04450" name="Picture 12"/>
          <p:cNvPicPr>
            <a:picLocks noChangeAspect="1"/>
          </p:cNvPicPr>
          <p:nvPr/>
        </p:nvPicPr>
        <p:blipFill>
          <a:blip r:embed="rId1"/>
          <a:stretch>
            <a:fillRect/>
          </a:stretch>
        </p:blipFill>
        <p:spPr>
          <a:xfrm>
            <a:off x="1889125" y="2149475"/>
            <a:ext cx="8899525" cy="2986088"/>
          </a:xfrm>
          <a:prstGeom prst="rect">
            <a:avLst/>
          </a:prstGeom>
          <a:noFill/>
          <a:ln w="50800" cap="flat" cmpd="thickThin">
            <a:solidFill>
              <a:srgbClr val="000080"/>
            </a:solidFill>
            <a:prstDash val="solid"/>
            <a:miter/>
            <a:headEnd type="none" w="med" len="med"/>
            <a:tailEnd type="none" w="med" len="med"/>
          </a:ln>
        </p:spPr>
      </p:pic>
      <p:sp>
        <p:nvSpPr>
          <p:cNvPr id="104451" name="Rectangle 2"/>
          <p:cNvSpPr>
            <a:spLocks noGrp="1"/>
          </p:cNvSpPr>
          <p:nvPr>
            <p:ph idx="1"/>
          </p:nvPr>
        </p:nvSpPr>
        <p:spPr>
          <a:xfrm>
            <a:off x="1571625" y="1411288"/>
            <a:ext cx="8815388" cy="1081087"/>
          </a:xfrm>
        </p:spPr>
        <p:txBody>
          <a:bodyPr vert="horz" wrap="square" lIns="91440" tIns="45720" rIns="91440" bIns="45720" anchor="t" anchorCtr="0"/>
          <a:lstStyle/>
          <a:p>
            <a:pPr eaLnBrk="1">
              <a:buSzPct val="50000"/>
              <a:buFont typeface="Monotype Sorts"/>
              <a:buNone/>
            </a:pPr>
            <a:r>
              <a:rPr lang="en-US" altLang="zh-CN" kern="1200" dirty="0">
                <a:latin typeface="Arial" panose="020B0604020202090204" pitchFamily="34" charset="0"/>
                <a:ea typeface="黑体" panose="02010609060101010101" pitchFamily="49" charset="-122"/>
                <a:cs typeface="Times New Roman" panose="02020503050405090304" pitchFamily="18" charset="0"/>
              </a:rPr>
              <a:t>【</a:t>
            </a:r>
            <a:r>
              <a:rPr lang="zh-CN" altLang="en-US" kern="1200" dirty="0">
                <a:latin typeface="Arial" panose="020B0604020202090204" pitchFamily="34" charset="0"/>
                <a:ea typeface="黑体" panose="02010609060101010101" pitchFamily="49" charset="-122"/>
                <a:cs typeface="Times New Roman" panose="02020503050405090304" pitchFamily="18" charset="0"/>
              </a:rPr>
              <a:t>例</a:t>
            </a:r>
            <a:r>
              <a:rPr lang="en-US" altLang="zh-CN" kern="1200" dirty="0">
                <a:latin typeface="Arial" panose="020B0604020202090204" pitchFamily="34" charset="0"/>
                <a:ea typeface="黑体" panose="02010609060101010101" pitchFamily="49" charset="-122"/>
                <a:cs typeface="Times New Roman" panose="02020503050405090304" pitchFamily="18" charset="0"/>
              </a:rPr>
              <a:t>】</a:t>
            </a:r>
            <a:r>
              <a:rPr lang="zh-CN" altLang="en-US" kern="1200" dirty="0">
                <a:latin typeface="Arial" panose="020B0604020202090204" pitchFamily="34" charset="0"/>
                <a:ea typeface="黑体" panose="02010609060101010101" pitchFamily="49" charset="-122"/>
                <a:cs typeface="Times New Roman" panose="02020503050405090304" pitchFamily="18" charset="0"/>
              </a:rPr>
              <a:t>演示结构体变量的赋值和引用方法</a:t>
            </a:r>
            <a:endParaRPr lang="zh-CN" altLang="en-US" kern="1200" dirty="0">
              <a:latin typeface="Arial" panose="020B0604020202090204" pitchFamily="34" charset="0"/>
              <a:ea typeface="Times New Roman" panose="02020503050405090304" pitchFamily="18" charset="0"/>
              <a:cs typeface="+mn-cs"/>
            </a:endParaRPr>
          </a:p>
        </p:txBody>
      </p:sp>
      <p:sp>
        <p:nvSpPr>
          <p:cNvPr id="13" name="Rectangle 4"/>
          <p:cNvSpPr>
            <a:spLocks noChangeArrowheads="1"/>
          </p:cNvSpPr>
          <p:nvPr/>
        </p:nvSpPr>
        <p:spPr bwMode="auto">
          <a:xfrm>
            <a:off x="6561138" y="1795463"/>
            <a:ext cx="3587750" cy="760413"/>
          </a:xfrm>
          <a:prstGeom prst="rect">
            <a:avLst/>
          </a:prstGeom>
          <a:solidFill>
            <a:srgbClr val="FFFFCC"/>
          </a:solidFill>
          <a:ln w="38100">
            <a:solidFill>
              <a:srgbClr val="00B050"/>
            </a:solidFill>
            <a:miter lim="800000"/>
            <a:headEnd type="none" w="sm" len="sm"/>
            <a:tailEnd type="none" w="sm" len="sm"/>
          </a:ln>
          <a:effectLst>
            <a:outerShdw blurRad="63500" dist="38100" dir="2700000" algn="tl" rotWithShape="0">
              <a:srgbClr val="000000">
                <a:alpha val="39999"/>
              </a:srgbClr>
            </a:outerShdw>
          </a:effectLst>
        </p:spPr>
        <p:txBody>
          <a:bodyPr>
            <a:spAutoFit/>
          </a:bodyPr>
          <a:lstStyle>
            <a:lvl1pPr>
              <a:spcBef>
                <a:spcPct val="20000"/>
              </a:spcBef>
              <a:buClr>
                <a:schemeClr val="tx2"/>
              </a:buClr>
              <a:buSzPct val="50000"/>
              <a:buFont typeface="Wingdings" panose="05000000000000000000" pitchFamily="2" charset="2"/>
              <a:buChar char="n"/>
              <a:defRPr sz="3200">
                <a:solidFill>
                  <a:schemeClr val="tx1"/>
                </a:solidFill>
                <a:latin typeface="Franklin Gothic Book" pitchFamily="34" charset="0"/>
              </a:defRPr>
            </a:lvl1pPr>
            <a:lvl2pPr marL="742950" indent="-285750">
              <a:spcBef>
                <a:spcPct val="20000"/>
              </a:spcBef>
              <a:buClr>
                <a:schemeClr val="tx2"/>
              </a:buClr>
              <a:buSzPct val="50000"/>
              <a:buFont typeface="Wingdings 2" panose="05020102010507070707" pitchFamily="18" charset="2"/>
              <a:buChar char="Þ"/>
              <a:defRPr sz="2800">
                <a:solidFill>
                  <a:srgbClr val="333399"/>
                </a:solidFill>
                <a:latin typeface="Times New Roman" panose="02020503050405090304" pitchFamily="18" charset="0"/>
                <a:cs typeface="Times New Roman" panose="02020503050405090304" pitchFamily="18" charset="0"/>
              </a:defRPr>
            </a:lvl2pPr>
            <a:lvl3pPr marL="1143000" indent="-228600">
              <a:spcBef>
                <a:spcPct val="20000"/>
              </a:spcBef>
              <a:buClr>
                <a:schemeClr val="tx2"/>
              </a:buClr>
              <a:buSzPct val="50000"/>
              <a:buFont typeface="Wingdings 2" panose="05020102010507070707" pitchFamily="18" charset="2"/>
              <a:buChar char=""/>
              <a:defRPr sz="2400">
                <a:solidFill>
                  <a:srgbClr val="3333CC"/>
                </a:solidFill>
                <a:latin typeface="Times New Roman" panose="02020503050405090304" pitchFamily="18" charset="0"/>
                <a:cs typeface="Times New Roman" panose="02020503050405090304" pitchFamily="18" charset="0"/>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Times New Roman" panose="02020503050405090304" pitchFamily="18" charset="0"/>
                <a:cs typeface="Times New Roman" panose="02020503050405090304" pitchFamily="18" charset="0"/>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Times New Roman" panose="02020503050405090304" pitchFamily="18" charset="0"/>
                <a:cs typeface="Times New Roman" panose="02020503050405090304" pitchFamily="18" charset="0"/>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503050405090304" pitchFamily="18" charset="0"/>
                <a:cs typeface="Times New Roman" panose="02020503050405090304" pitchFamily="18" charset="0"/>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503050405090304" pitchFamily="18" charset="0"/>
                <a:cs typeface="Times New Roman" panose="02020503050405090304" pitchFamily="18" charset="0"/>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503050405090304" pitchFamily="18" charset="0"/>
                <a:cs typeface="Times New Roman" panose="02020503050405090304" pitchFamily="18" charset="0"/>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0000"/>
              </a:lnSpc>
              <a:spcBef>
                <a:spcPts val="590"/>
              </a:spcBef>
              <a:spcAft>
                <a:spcPts val="590"/>
              </a:spcAft>
              <a:buClr>
                <a:schemeClr val="tx2"/>
              </a:buClr>
              <a:buSzPct val="80000"/>
              <a:buFont typeface="Wingdings" panose="05000000000000000000" pitchFamily="2" charset="2"/>
              <a:buNone/>
              <a:defRPr/>
            </a:pPr>
            <a:r>
              <a:rPr kumimoji="0" lang="zh-CN" altLang="en-US" sz="2400" b="0" i="0" u="none" strike="noStrike" kern="1200" cap="none" spc="0" normalizeH="0" baseline="0" noProof="0" dirty="0">
                <a:ln>
                  <a:noFill/>
                </a:ln>
                <a:solidFill>
                  <a:srgbClr val="000066"/>
                </a:solidFill>
                <a:effectLst/>
                <a:uLnTx/>
                <a:uFillTx/>
                <a:latin typeface="Courier New" panose="02070409020205090404" pitchFamily="49" charset="0"/>
                <a:ea typeface="黑体" panose="02010609060101010101" pitchFamily="49" charset="-122"/>
                <a:cs typeface="+mn-cs"/>
              </a:rPr>
              <a:t>按结构体的成员顺序逐一对相应成员进行赋值</a:t>
            </a:r>
            <a:endParaRPr kumimoji="0" lang="zh-CN" altLang="en-US" sz="2400" b="0" i="0" u="none" strike="noStrike" kern="1200" cap="none" spc="0" normalizeH="0" baseline="0" noProof="0" dirty="0">
              <a:ln>
                <a:noFill/>
              </a:ln>
              <a:solidFill>
                <a:srgbClr val="000066"/>
              </a:solidFill>
              <a:effectLst/>
              <a:uLnTx/>
              <a:uFillTx/>
              <a:latin typeface="Courier New" panose="02070409020205090404" pitchFamily="49" charset="0"/>
              <a:ea typeface="黑体" panose="02010609060101010101" pitchFamily="49" charset="-122"/>
              <a:cs typeface="+mn-cs"/>
            </a:endParaRPr>
          </a:p>
        </p:txBody>
      </p:sp>
      <p:sp>
        <p:nvSpPr>
          <p:cNvPr id="14" name="Rectangle 59"/>
          <p:cNvSpPr>
            <a:spLocks noChangeArrowheads="1"/>
          </p:cNvSpPr>
          <p:nvPr/>
        </p:nvSpPr>
        <p:spPr bwMode="auto">
          <a:xfrm>
            <a:off x="2613025" y="3224213"/>
            <a:ext cx="1779588" cy="312738"/>
          </a:xfrm>
          <a:prstGeom prst="rect">
            <a:avLst/>
          </a:prstGeom>
          <a:noFill/>
          <a:ln w="38100">
            <a:solidFill>
              <a:srgbClr val="00B050"/>
            </a:solidFill>
            <a:miter lim="800000"/>
            <a:headEnd type="none" w="sm" len="sm"/>
            <a:tailEnd type="none" w="sm" len="sm"/>
          </a:ln>
        </p:spPr>
        <p:txBody>
          <a:bodyPr wrap="none" anchor="ct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15" name="Line 9"/>
          <p:cNvSpPr>
            <a:spLocks noChangeShapeType="1"/>
          </p:cNvSpPr>
          <p:nvPr/>
        </p:nvSpPr>
        <p:spPr bwMode="auto">
          <a:xfrm flipV="1">
            <a:off x="4392613" y="2268538"/>
            <a:ext cx="2168525" cy="928688"/>
          </a:xfrm>
          <a:prstGeom prst="line">
            <a:avLst/>
          </a:prstGeom>
          <a:noFill/>
          <a:ln w="38100">
            <a:solidFill>
              <a:srgbClr val="00B050"/>
            </a:solidFill>
            <a:round/>
            <a:headEnd type="none" w="sm" len="sm"/>
            <a:tailEnd type="triangle" w="med" len="med"/>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16" name="Rectangle 59"/>
          <p:cNvSpPr>
            <a:spLocks noChangeArrowheads="1"/>
          </p:cNvSpPr>
          <p:nvPr/>
        </p:nvSpPr>
        <p:spPr bwMode="auto">
          <a:xfrm>
            <a:off x="5554663" y="3509963"/>
            <a:ext cx="1625600" cy="301625"/>
          </a:xfrm>
          <a:prstGeom prst="rect">
            <a:avLst/>
          </a:prstGeom>
          <a:noFill/>
          <a:ln w="38100">
            <a:solidFill>
              <a:srgbClr val="00B050"/>
            </a:solidFill>
            <a:miter lim="800000"/>
            <a:headEnd type="none" w="sm" len="sm"/>
            <a:tailEnd type="none" w="sm" len="sm"/>
          </a:ln>
        </p:spPr>
        <p:txBody>
          <a:bodyPr wrap="none" anchor="ct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pic>
        <p:nvPicPr>
          <p:cNvPr id="463875" name="Picture 3"/>
          <p:cNvPicPr>
            <a:picLocks noChangeAspect="1"/>
          </p:cNvPicPr>
          <p:nvPr/>
        </p:nvPicPr>
        <p:blipFill>
          <a:blip r:embed="rId2">
            <a:clrChange>
              <a:clrFrom>
                <a:srgbClr val="FFFFFF"/>
              </a:clrFrom>
              <a:clrTo>
                <a:srgbClr val="FFFFFF">
                  <a:alpha val="0"/>
                </a:srgbClr>
              </a:clrTo>
            </a:clrChange>
          </a:blip>
          <a:stretch>
            <a:fillRect/>
          </a:stretch>
        </p:blipFill>
        <p:spPr>
          <a:xfrm>
            <a:off x="2459038" y="5241925"/>
            <a:ext cx="7600950" cy="338138"/>
          </a:xfrm>
          <a:prstGeom prst="rect">
            <a:avLst/>
          </a:prstGeom>
          <a:noFill/>
          <a:ln w="12700">
            <a:noFill/>
          </a:ln>
        </p:spPr>
      </p:pic>
      <p:sp>
        <p:nvSpPr>
          <p:cNvPr id="18" name="Rectangle 4"/>
          <p:cNvSpPr>
            <a:spLocks noChangeArrowheads="1"/>
          </p:cNvSpPr>
          <p:nvPr/>
        </p:nvSpPr>
        <p:spPr bwMode="auto">
          <a:xfrm>
            <a:off x="3309938" y="5670550"/>
            <a:ext cx="4441825" cy="828675"/>
          </a:xfrm>
          <a:prstGeom prst="rect">
            <a:avLst/>
          </a:prstGeom>
          <a:solidFill>
            <a:schemeClr val="bg2"/>
          </a:solidFill>
          <a:ln w="38100">
            <a:solidFill>
              <a:srgbClr val="00B050"/>
            </a:solidFill>
            <a:miter lim="800000"/>
            <a:headEnd type="none" w="sm" len="sm"/>
            <a:tailEnd type="none" w="sm" len="sm"/>
          </a:ln>
          <a:effectLst>
            <a:outerShdw blurRad="63500" dist="38100" dir="2700000" algn="tl" rotWithShape="0">
              <a:srgbClr val="000000">
                <a:alpha val="39999"/>
              </a:srgbClr>
            </a:outerShdw>
          </a:effectLst>
        </p:spPr>
        <p:txBody>
          <a:bodyPr>
            <a:spAutoFit/>
          </a:bodyPr>
          <a:lstStyle>
            <a:lvl1pPr>
              <a:spcBef>
                <a:spcPct val="20000"/>
              </a:spcBef>
              <a:buClr>
                <a:schemeClr val="tx2"/>
              </a:buClr>
              <a:buSzPct val="50000"/>
              <a:buFont typeface="Wingdings" panose="05000000000000000000" pitchFamily="2" charset="2"/>
              <a:buChar char="n"/>
              <a:defRPr sz="3200">
                <a:solidFill>
                  <a:schemeClr val="tx1"/>
                </a:solidFill>
                <a:latin typeface="Franklin Gothic Book" pitchFamily="34" charset="0"/>
              </a:defRPr>
            </a:lvl1pPr>
            <a:lvl2pPr marL="742950" indent="-285750">
              <a:spcBef>
                <a:spcPct val="20000"/>
              </a:spcBef>
              <a:buClr>
                <a:schemeClr val="tx2"/>
              </a:buClr>
              <a:buSzPct val="50000"/>
              <a:buFont typeface="Wingdings 2" panose="05020102010507070707" pitchFamily="18" charset="2"/>
              <a:buChar char="Þ"/>
              <a:defRPr sz="2800">
                <a:solidFill>
                  <a:srgbClr val="333399"/>
                </a:solidFill>
                <a:latin typeface="Times New Roman" panose="02020503050405090304" pitchFamily="18" charset="0"/>
                <a:cs typeface="Times New Roman" panose="02020503050405090304" pitchFamily="18" charset="0"/>
              </a:defRPr>
            </a:lvl2pPr>
            <a:lvl3pPr marL="1143000" indent="-228600">
              <a:spcBef>
                <a:spcPct val="20000"/>
              </a:spcBef>
              <a:buClr>
                <a:schemeClr val="tx2"/>
              </a:buClr>
              <a:buSzPct val="50000"/>
              <a:buFont typeface="Wingdings 2" panose="05020102010507070707" pitchFamily="18" charset="2"/>
              <a:buChar char=""/>
              <a:defRPr sz="2400">
                <a:solidFill>
                  <a:srgbClr val="3333CC"/>
                </a:solidFill>
                <a:latin typeface="Times New Roman" panose="02020503050405090304" pitchFamily="18" charset="0"/>
                <a:cs typeface="Times New Roman" panose="02020503050405090304" pitchFamily="18" charset="0"/>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Times New Roman" panose="02020503050405090304" pitchFamily="18" charset="0"/>
                <a:cs typeface="Times New Roman" panose="02020503050405090304" pitchFamily="18" charset="0"/>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Times New Roman" panose="02020503050405090304" pitchFamily="18" charset="0"/>
                <a:cs typeface="Times New Roman" panose="02020503050405090304" pitchFamily="18" charset="0"/>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503050405090304" pitchFamily="18" charset="0"/>
                <a:cs typeface="Times New Roman" panose="02020503050405090304" pitchFamily="18" charset="0"/>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503050405090304" pitchFamily="18" charset="0"/>
                <a:cs typeface="Times New Roman" panose="02020503050405090304" pitchFamily="18" charset="0"/>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503050405090304" pitchFamily="18" charset="0"/>
                <a:cs typeface="Times New Roman" panose="02020503050405090304" pitchFamily="18" charset="0"/>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0000"/>
              </a:lnSpc>
              <a:spcBef>
                <a:spcPts val="590"/>
              </a:spcBef>
              <a:spcAft>
                <a:spcPts val="590"/>
              </a:spcAft>
              <a:buClr>
                <a:schemeClr val="tx2"/>
              </a:buClr>
              <a:buSzPct val="80000"/>
              <a:buFont typeface="Wingdings" panose="05000000000000000000" pitchFamily="2" charset="2"/>
              <a:buNone/>
              <a:defRPr/>
            </a:pPr>
            <a:r>
              <a:rPr kumimoji="0" lang="zh-CN" altLang="en-US" sz="2000" b="0" i="0" u="none" strike="noStrike" kern="1200" cap="none" spc="0" normalizeH="0" baseline="0" noProof="0">
                <a:ln>
                  <a:noFill/>
                </a:ln>
                <a:solidFill>
                  <a:srgbClr val="000066"/>
                </a:solidFill>
                <a:effectLst/>
                <a:uLnTx/>
                <a:uFillTx/>
                <a:latin typeface="Arial" panose="020B0604020202090204" pitchFamily="34" charset="0"/>
                <a:ea typeface="黑体" panose="02010609060101010101" pitchFamily="49" charset="-122"/>
                <a:cs typeface="+mn-cs"/>
              </a:rPr>
              <a:t>格式符</a:t>
            </a:r>
            <a:r>
              <a:rPr kumimoji="0" lang="en-US" altLang="zh-CN" sz="2000" b="0" i="0" u="none" strike="noStrike" kern="1200" cap="none" spc="0" normalizeH="0" baseline="0" noProof="0">
                <a:ln>
                  <a:noFill/>
                </a:ln>
                <a:solidFill>
                  <a:srgbClr val="000066"/>
                </a:solidFill>
                <a:effectLst/>
                <a:uLnTx/>
                <a:uFillTx/>
                <a:latin typeface="Arial" panose="020B0604020202090204" pitchFamily="34" charset="0"/>
                <a:ea typeface="黑体" panose="02010609060101010101" pitchFamily="49" charset="-122"/>
                <a:cs typeface="+mn-cs"/>
              </a:rPr>
              <a:t>%02d</a:t>
            </a:r>
            <a:r>
              <a:rPr kumimoji="0" lang="zh-CN" altLang="en-US" sz="2000" b="0" i="0" u="none" strike="noStrike" kern="1200" cap="none" spc="0" normalizeH="0" baseline="0" noProof="0">
                <a:ln>
                  <a:noFill/>
                </a:ln>
                <a:solidFill>
                  <a:srgbClr val="000066"/>
                </a:solidFill>
                <a:effectLst/>
                <a:uLnTx/>
                <a:uFillTx/>
                <a:latin typeface="Arial" panose="020B0604020202090204" pitchFamily="34" charset="0"/>
                <a:ea typeface="黑体" panose="02010609060101010101" pitchFamily="49" charset="-122"/>
                <a:cs typeface="+mn-cs"/>
              </a:rPr>
              <a:t>中</a:t>
            </a:r>
            <a:r>
              <a:rPr kumimoji="0" lang="en-US" altLang="zh-CN" sz="2000" b="0" i="0" u="none" strike="noStrike" kern="1200" cap="none" spc="0" normalizeH="0" baseline="0" noProof="0">
                <a:ln>
                  <a:noFill/>
                </a:ln>
                <a:solidFill>
                  <a:srgbClr val="000066"/>
                </a:solidFill>
                <a:effectLst/>
                <a:uLnTx/>
                <a:uFillTx/>
                <a:latin typeface="Arial" panose="020B0604020202090204" pitchFamily="34" charset="0"/>
                <a:ea typeface="黑体" panose="02010609060101010101" pitchFamily="49" charset="-122"/>
                <a:cs typeface="+mn-cs"/>
              </a:rPr>
              <a:t>2d</a:t>
            </a:r>
            <a:r>
              <a:rPr kumimoji="0" lang="zh-CN" altLang="en-US" sz="2000" b="0" i="0" u="none" strike="noStrike" kern="1200" cap="none" spc="0" normalizeH="0" baseline="0" noProof="0">
                <a:ln>
                  <a:noFill/>
                </a:ln>
                <a:solidFill>
                  <a:srgbClr val="000066"/>
                </a:solidFill>
                <a:effectLst/>
                <a:uLnTx/>
                <a:uFillTx/>
                <a:latin typeface="Arial" panose="020B0604020202090204" pitchFamily="34" charset="0"/>
                <a:ea typeface="黑体" panose="02010609060101010101" pitchFamily="49" charset="-122"/>
                <a:cs typeface="+mn-cs"/>
              </a:rPr>
              <a:t>前面的前导符</a:t>
            </a:r>
            <a:r>
              <a:rPr kumimoji="0" lang="en-US" altLang="zh-CN" sz="2000" b="0" i="0" u="none" strike="noStrike" kern="1200" cap="none" spc="0" normalizeH="0" baseline="0" noProof="0">
                <a:ln>
                  <a:noFill/>
                </a:ln>
                <a:solidFill>
                  <a:srgbClr val="000066"/>
                </a:solidFill>
                <a:effectLst/>
                <a:uLnTx/>
                <a:uFillTx/>
                <a:latin typeface="Arial" panose="020B0604020202090204" pitchFamily="34" charset="0"/>
                <a:ea typeface="黑体" panose="02010609060101010101" pitchFamily="49" charset="-122"/>
                <a:cs typeface="+mn-cs"/>
              </a:rPr>
              <a:t>0</a:t>
            </a:r>
            <a:r>
              <a:rPr kumimoji="0" lang="zh-CN" altLang="en-US" sz="2000" b="0" i="0" u="none" strike="noStrike" kern="1200" cap="none" spc="0" normalizeH="0" baseline="0" noProof="0">
                <a:ln>
                  <a:noFill/>
                </a:ln>
                <a:solidFill>
                  <a:srgbClr val="000066"/>
                </a:solidFill>
                <a:effectLst/>
                <a:uLnTx/>
                <a:uFillTx/>
                <a:latin typeface="Arial" panose="020B0604020202090204" pitchFamily="34" charset="0"/>
                <a:ea typeface="黑体" panose="02010609060101010101" pitchFamily="49" charset="-122"/>
                <a:cs typeface="+mn-cs"/>
              </a:rPr>
              <a:t>表示</a:t>
            </a:r>
            <a:endParaRPr kumimoji="0" lang="en-US" altLang="zh-CN" sz="2000" b="0" i="0" u="none" strike="noStrike" kern="1200" cap="none" spc="0" normalizeH="0" baseline="0" noProof="0">
              <a:ln>
                <a:noFill/>
              </a:ln>
              <a:solidFill>
                <a:srgbClr val="000066"/>
              </a:solidFill>
              <a:effectLst/>
              <a:uLnTx/>
              <a:uFillTx/>
              <a:latin typeface="Arial" panose="020B0604020202090204" pitchFamily="34" charset="0"/>
              <a:ea typeface="黑体" panose="02010609060101010101" pitchFamily="49" charset="-122"/>
              <a:cs typeface="+mn-cs"/>
            </a:endParaRPr>
          </a:p>
          <a:p>
            <a:pPr marL="0" marR="0" lvl="0" indent="0" algn="l" defTabSz="914400" rtl="0" eaLnBrk="1" fontAlgn="base" latinLnBrk="0" hangingPunct="1">
              <a:lnSpc>
                <a:spcPct val="90000"/>
              </a:lnSpc>
              <a:spcBef>
                <a:spcPts val="590"/>
              </a:spcBef>
              <a:spcAft>
                <a:spcPts val="590"/>
              </a:spcAft>
              <a:buClr>
                <a:schemeClr val="tx2"/>
              </a:buClr>
              <a:buSzPct val="80000"/>
              <a:buFont typeface="Wingdings" panose="05000000000000000000" pitchFamily="2" charset="2"/>
              <a:buNone/>
              <a:defRPr/>
            </a:pPr>
            <a:r>
              <a:rPr kumimoji="0" lang="zh-CN" altLang="en-US" sz="2000" b="0" i="0" u="none" strike="noStrike" kern="1200" cap="none" spc="0" normalizeH="0" baseline="0" noProof="0">
                <a:ln>
                  <a:noFill/>
                </a:ln>
                <a:solidFill>
                  <a:srgbClr val="000066"/>
                </a:solidFill>
                <a:effectLst/>
                <a:uLnTx/>
                <a:uFillTx/>
                <a:latin typeface="Arial" panose="020B0604020202090204" pitchFamily="34" charset="0"/>
                <a:ea typeface="黑体" panose="02010609060101010101" pitchFamily="49" charset="-122"/>
                <a:cs typeface="+mn-cs"/>
              </a:rPr>
              <a:t>输出数据时，若左边有多余位，则补</a:t>
            </a:r>
            <a:r>
              <a:rPr kumimoji="0" lang="en-US" altLang="zh-CN" sz="2000" b="0" i="0" u="none" strike="noStrike" kern="1200" cap="none" spc="0" normalizeH="0" baseline="0" noProof="0">
                <a:ln>
                  <a:noFill/>
                </a:ln>
                <a:solidFill>
                  <a:srgbClr val="000066"/>
                </a:solidFill>
                <a:effectLst/>
                <a:uLnTx/>
                <a:uFillTx/>
                <a:latin typeface="Arial" panose="020B0604020202090204" pitchFamily="34" charset="0"/>
                <a:ea typeface="黑体" panose="02010609060101010101" pitchFamily="49" charset="-122"/>
                <a:cs typeface="+mn-cs"/>
              </a:rPr>
              <a:t>0</a:t>
            </a:r>
            <a:endParaRPr kumimoji="0" lang="zh-CN" altLang="en-US" sz="2000" b="0" i="0" u="none" strike="noStrike" kern="1200" cap="none" spc="0" normalizeH="0" baseline="0" noProof="0">
              <a:ln>
                <a:noFill/>
              </a:ln>
              <a:solidFill>
                <a:srgbClr val="000066"/>
              </a:solidFill>
              <a:effectLst/>
              <a:uLnTx/>
              <a:uFillTx/>
              <a:latin typeface="Arial" panose="020B0604020202090204" pitchFamily="34" charset="0"/>
              <a:ea typeface="黑体" panose="02010609060101010101" pitchFamily="49" charset="-122"/>
              <a:cs typeface="+mn-cs"/>
            </a:endParaRPr>
          </a:p>
        </p:txBody>
      </p:sp>
      <p:sp>
        <p:nvSpPr>
          <p:cNvPr id="104458" name="Rectangle 3"/>
          <p:cNvSpPr/>
          <p:nvPr/>
        </p:nvSpPr>
        <p:spPr>
          <a:xfrm>
            <a:off x="1881188" y="333375"/>
            <a:ext cx="8447087" cy="839788"/>
          </a:xfrm>
          <a:prstGeom prst="rect">
            <a:avLst/>
          </a:prstGeom>
          <a:noFill/>
          <a:ln w="9525">
            <a:noFill/>
          </a:ln>
        </p:spPr>
        <p:txBody>
          <a:bodyPr anchor="ctr" anchorCtr="0"/>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algn="ctr" eaLnBrk="1" hangingPunct="1">
              <a:lnSpc>
                <a:spcPct val="100000"/>
              </a:lnSpc>
              <a:spcBef>
                <a:spcPct val="0"/>
              </a:spcBef>
              <a:buClrTx/>
              <a:buSzTx/>
              <a:buFontTx/>
              <a:buNone/>
            </a:pPr>
            <a:r>
              <a:rPr lang="en-US" altLang="zh-CN" sz="4000" dirty="0"/>
              <a:t>3.4.3 </a:t>
            </a:r>
            <a:r>
              <a:rPr lang="zh-CN" altLang="en-US" sz="4000" dirty="0"/>
              <a:t>结构体变量的引用</a:t>
            </a:r>
            <a:endParaRPr lang="zh-CN" altLang="en-US" sz="4000" dirty="0">
              <a:solidFill>
                <a:srgbClr val="C00000"/>
              </a:solidFill>
              <a:latin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p:cTn id="7" dur="500" fill="hold"/>
                                        <p:tgtEl>
                                          <p:spTgt spid="14"/>
                                        </p:tgtEl>
                                        <p:attrNameLst>
                                          <p:attrName>ppt_w</p:attrName>
                                        </p:attrNameLst>
                                      </p:cBhvr>
                                      <p:tavLst>
                                        <p:tav tm="0">
                                          <p:val>
                                            <p:fltVal val="0"/>
                                          </p:val>
                                        </p:tav>
                                        <p:tav tm="100000">
                                          <p:val>
                                            <p:strVal val="#ppt_w"/>
                                          </p:val>
                                        </p:tav>
                                      </p:tavLst>
                                    </p:anim>
                                    <p:anim calcmode="lin" valueType="num">
                                      <p:cBhvr>
                                        <p:cTn id="8" dur="500" fill="hold"/>
                                        <p:tgtEl>
                                          <p:spTgt spid="14"/>
                                        </p:tgtEl>
                                        <p:attrNameLst>
                                          <p:attrName>ppt_h</p:attrName>
                                        </p:attrNameLst>
                                      </p:cBhvr>
                                      <p:tavLst>
                                        <p:tav tm="0">
                                          <p:val>
                                            <p:fltVal val="0"/>
                                          </p:val>
                                        </p:tav>
                                        <p:tav tm="100000">
                                          <p:val>
                                            <p:strVal val="#ppt_h"/>
                                          </p:val>
                                        </p:tav>
                                      </p:tavLst>
                                    </p:anim>
                                    <p:animEffect transition="in" filter="fade">
                                      <p:cBhvr>
                                        <p:cTn id="9" dur="500"/>
                                        <p:tgtEl>
                                          <p:spTgt spid="14"/>
                                        </p:tgtEl>
                                      </p:cBhvr>
                                    </p:animEffect>
                                  </p:childTnLst>
                                </p:cTn>
                              </p:par>
                            </p:childTnLst>
                          </p:cTn>
                        </p:par>
                        <p:par>
                          <p:cTn id="10" fill="hold">
                            <p:stCondLst>
                              <p:cond delay="500"/>
                            </p:stCondLst>
                            <p:childTnLst>
                              <p:par>
                                <p:cTn id="11" presetID="22" presetClass="entr" presetSubtype="8" fill="hold" nodeType="after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wipe(left)">
                                      <p:cBhvr>
                                        <p:cTn id="13" dur="500"/>
                                        <p:tgtEl>
                                          <p:spTgt spid="15"/>
                                        </p:tgtEl>
                                      </p:cBhvr>
                                    </p:animEffect>
                                  </p:childTnLst>
                                </p:cTn>
                              </p:par>
                            </p:childTnLst>
                          </p:cTn>
                        </p:par>
                        <p:par>
                          <p:cTn id="14" fill="hold">
                            <p:stCondLst>
                              <p:cond delay="1000"/>
                            </p:stCondLst>
                            <p:childTnLst>
                              <p:par>
                                <p:cTn id="15" presetID="22" presetClass="entr" presetSubtype="8" fill="hold" grpId="0" nodeType="after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wipe(left)">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xit" presetSubtype="0" fill="hold" grpId="1" nodeType="clickEffect">
                                  <p:stCondLst>
                                    <p:cond delay="0"/>
                                  </p:stCondLst>
                                  <p:childTnLst>
                                    <p:set>
                                      <p:cBhvr>
                                        <p:cTn id="21" dur="1" fill="hold">
                                          <p:stCondLst>
                                            <p:cond delay="0"/>
                                          </p:stCondLst>
                                        </p:cTn>
                                        <p:tgtEl>
                                          <p:spTgt spid="14"/>
                                        </p:tgtEl>
                                        <p:attrNameLst>
                                          <p:attrName>style.visibility</p:attrName>
                                        </p:attrNameLst>
                                      </p:cBhvr>
                                      <p:to>
                                        <p:strVal val="hidden"/>
                                      </p:to>
                                    </p:set>
                                  </p:childTnLst>
                                </p:cTn>
                              </p:par>
                              <p:par>
                                <p:cTn id="22" presetID="1" presetClass="exit" presetSubtype="0" fill="hold" nodeType="withEffect">
                                  <p:stCondLst>
                                    <p:cond delay="0"/>
                                  </p:stCondLst>
                                  <p:childTnLst>
                                    <p:set>
                                      <p:cBhvr>
                                        <p:cTn id="23" dur="1" fill="hold">
                                          <p:stCondLst>
                                            <p:cond delay="0"/>
                                          </p:stCondLst>
                                        </p:cTn>
                                        <p:tgtEl>
                                          <p:spTgt spid="15"/>
                                        </p:tgtEl>
                                        <p:attrNameLst>
                                          <p:attrName>style.visibility</p:attrName>
                                        </p:attrNameLst>
                                      </p:cBhvr>
                                      <p:to>
                                        <p:strVal val="hidden"/>
                                      </p:to>
                                    </p:set>
                                  </p:childTnLst>
                                </p:cTn>
                              </p:par>
                              <p:par>
                                <p:cTn id="24" presetID="1" presetClass="exit" presetSubtype="0" fill="hold" grpId="1" nodeType="withEffect">
                                  <p:stCondLst>
                                    <p:cond delay="0"/>
                                  </p:stCondLst>
                                  <p:childTnLst>
                                    <p:set>
                                      <p:cBhvr>
                                        <p:cTn id="25" dur="1" fill="hold">
                                          <p:stCondLst>
                                            <p:cond delay="0"/>
                                          </p:stCondLst>
                                        </p:cTn>
                                        <p:tgtEl>
                                          <p:spTgt spid="13"/>
                                        </p:tgtEl>
                                        <p:attrNameLst>
                                          <p:attrName>style.visibility</p:attrName>
                                        </p:attrNameLst>
                                      </p:cBhvr>
                                      <p:to>
                                        <p:strVal val="hidden"/>
                                      </p:to>
                                    </p:set>
                                  </p:childTnLst>
                                </p:cTn>
                              </p:par>
                            </p:childTnLst>
                          </p:cTn>
                        </p:par>
                      </p:childTnLst>
                    </p:cTn>
                  </p:par>
                  <p:par>
                    <p:cTn id="26" fill="hold">
                      <p:stCondLst>
                        <p:cond delay="indefinite"/>
                      </p:stCondLst>
                      <p:childTnLst>
                        <p:par>
                          <p:cTn id="27" fill="hold">
                            <p:stCondLst>
                              <p:cond delay="0"/>
                            </p:stCondLst>
                            <p:childTnLst>
                              <p:par>
                                <p:cTn id="28" presetID="53" presetClass="entr" presetSubtype="16" fill="hold" grpId="0" nodeType="clickEffect">
                                  <p:stCondLst>
                                    <p:cond delay="0"/>
                                  </p:stCondLst>
                                  <p:childTnLst>
                                    <p:set>
                                      <p:cBhvr>
                                        <p:cTn id="29" dur="1" fill="hold">
                                          <p:stCondLst>
                                            <p:cond delay="0"/>
                                          </p:stCondLst>
                                        </p:cTn>
                                        <p:tgtEl>
                                          <p:spTgt spid="16"/>
                                        </p:tgtEl>
                                        <p:attrNameLst>
                                          <p:attrName>style.visibility</p:attrName>
                                        </p:attrNameLst>
                                      </p:cBhvr>
                                      <p:to>
                                        <p:strVal val="visible"/>
                                      </p:to>
                                    </p:set>
                                    <p:anim calcmode="lin" valueType="num">
                                      <p:cBhvr>
                                        <p:cTn id="30" dur="500" fill="hold"/>
                                        <p:tgtEl>
                                          <p:spTgt spid="16"/>
                                        </p:tgtEl>
                                        <p:attrNameLst>
                                          <p:attrName>ppt_w</p:attrName>
                                        </p:attrNameLst>
                                      </p:cBhvr>
                                      <p:tavLst>
                                        <p:tav tm="0">
                                          <p:val>
                                            <p:fltVal val="0"/>
                                          </p:val>
                                        </p:tav>
                                        <p:tav tm="100000">
                                          <p:val>
                                            <p:strVal val="#ppt_w"/>
                                          </p:val>
                                        </p:tav>
                                      </p:tavLst>
                                    </p:anim>
                                    <p:anim calcmode="lin" valueType="num">
                                      <p:cBhvr>
                                        <p:cTn id="31" dur="500" fill="hold"/>
                                        <p:tgtEl>
                                          <p:spTgt spid="16"/>
                                        </p:tgtEl>
                                        <p:attrNameLst>
                                          <p:attrName>ppt_h</p:attrName>
                                        </p:attrNameLst>
                                      </p:cBhvr>
                                      <p:tavLst>
                                        <p:tav tm="0">
                                          <p:val>
                                            <p:fltVal val="0"/>
                                          </p:val>
                                        </p:tav>
                                        <p:tav tm="100000">
                                          <p:val>
                                            <p:strVal val="#ppt_h"/>
                                          </p:val>
                                        </p:tav>
                                      </p:tavLst>
                                    </p:anim>
                                    <p:animEffect transition="in" filter="fade">
                                      <p:cBhvr>
                                        <p:cTn id="32" dur="500"/>
                                        <p:tgtEl>
                                          <p:spTgt spid="16"/>
                                        </p:tgtEl>
                                      </p:cBhvr>
                                    </p:animEffect>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nodeType="clickEffect">
                                  <p:stCondLst>
                                    <p:cond delay="0"/>
                                  </p:stCondLst>
                                  <p:childTnLst>
                                    <p:set>
                                      <p:cBhvr>
                                        <p:cTn id="36" dur="1" fill="hold">
                                          <p:stCondLst>
                                            <p:cond delay="0"/>
                                          </p:stCondLst>
                                        </p:cTn>
                                        <p:tgtEl>
                                          <p:spTgt spid="463875"/>
                                        </p:tgtEl>
                                        <p:attrNameLst>
                                          <p:attrName>style.visibility</p:attrName>
                                        </p:attrNameLst>
                                      </p:cBhvr>
                                      <p:to>
                                        <p:strVal val="visible"/>
                                      </p:to>
                                    </p:set>
                                    <p:anim calcmode="lin" valueType="num">
                                      <p:cBhvr additive="base">
                                        <p:cTn id="37" dur="500" fill="hold"/>
                                        <p:tgtEl>
                                          <p:spTgt spid="463875"/>
                                        </p:tgtEl>
                                        <p:attrNameLst>
                                          <p:attrName>ppt_x</p:attrName>
                                        </p:attrNameLst>
                                      </p:cBhvr>
                                      <p:tavLst>
                                        <p:tav tm="0">
                                          <p:val>
                                            <p:strVal val="0-#ppt_w/2"/>
                                          </p:val>
                                        </p:tav>
                                        <p:tav tm="100000">
                                          <p:val>
                                            <p:strVal val="#ppt_x"/>
                                          </p:val>
                                        </p:tav>
                                      </p:tavLst>
                                    </p:anim>
                                    <p:anim calcmode="lin" valueType="num">
                                      <p:cBhvr additive="base">
                                        <p:cTn id="38" dur="500" fill="hold"/>
                                        <p:tgtEl>
                                          <p:spTgt spid="463875"/>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15" presetClass="entr" presetSubtype="0" fill="hold" grpId="0" nodeType="clickEffect">
                                  <p:stCondLst>
                                    <p:cond delay="0"/>
                                  </p:stCondLst>
                                  <p:childTnLst>
                                    <p:set>
                                      <p:cBhvr>
                                        <p:cTn id="42" dur="1" fill="hold">
                                          <p:stCondLst>
                                            <p:cond delay="0"/>
                                          </p:stCondLst>
                                        </p:cTn>
                                        <p:tgtEl>
                                          <p:spTgt spid="18"/>
                                        </p:tgtEl>
                                        <p:attrNameLst>
                                          <p:attrName>style.visibility</p:attrName>
                                        </p:attrNameLst>
                                      </p:cBhvr>
                                      <p:to>
                                        <p:strVal val="visible"/>
                                      </p:to>
                                    </p:set>
                                    <p:anim calcmode="lin" valueType="num">
                                      <p:cBhvr>
                                        <p:cTn id="43" dur="1000" fill="hold"/>
                                        <p:tgtEl>
                                          <p:spTgt spid="18"/>
                                        </p:tgtEl>
                                        <p:attrNameLst>
                                          <p:attrName>ppt_w</p:attrName>
                                        </p:attrNameLst>
                                      </p:cBhvr>
                                      <p:tavLst>
                                        <p:tav tm="0">
                                          <p:val>
                                            <p:fltVal val="0"/>
                                          </p:val>
                                        </p:tav>
                                        <p:tav tm="100000">
                                          <p:val>
                                            <p:strVal val="#ppt_w"/>
                                          </p:val>
                                        </p:tav>
                                      </p:tavLst>
                                    </p:anim>
                                    <p:anim calcmode="lin" valueType="num">
                                      <p:cBhvr>
                                        <p:cTn id="44" dur="1000" fill="hold"/>
                                        <p:tgtEl>
                                          <p:spTgt spid="18"/>
                                        </p:tgtEl>
                                        <p:attrNameLst>
                                          <p:attrName>ppt_h</p:attrName>
                                        </p:attrNameLst>
                                      </p:cBhvr>
                                      <p:tavLst>
                                        <p:tav tm="0">
                                          <p:val>
                                            <p:fltVal val="0"/>
                                          </p:val>
                                        </p:tav>
                                        <p:tav tm="100000">
                                          <p:val>
                                            <p:strVal val="#ppt_h"/>
                                          </p:val>
                                        </p:tav>
                                      </p:tavLst>
                                    </p:anim>
                                    <p:anim calcmode="lin" valueType="num">
                                      <p:cBhvr>
                                        <p:cTn id="45" dur="1000" fill="hold"/>
                                        <p:tgtEl>
                                          <p:spTgt spid="18"/>
                                        </p:tgtEl>
                                        <p:attrNameLst>
                                          <p:attrName>ppt_x</p:attrName>
                                        </p:attrNameLst>
                                      </p:cBhvr>
                                      <p:tavLst>
                                        <p:tav tm="0" fmla="#ppt_x+(cos(-2*pi*(1-$))*-#ppt_x-sin(-2*pi*(1-$))*(1-#ppt_y))*(1-$)">
                                          <p:val>
                                            <p:fltVal val="0"/>
                                          </p:val>
                                        </p:tav>
                                        <p:tav tm="100000">
                                          <p:val>
                                            <p:fltVal val="1"/>
                                          </p:val>
                                        </p:tav>
                                      </p:tavLst>
                                    </p:anim>
                                    <p:anim calcmode="lin" valueType="num">
                                      <p:cBhvr>
                                        <p:cTn id="46" dur="1000" fill="hold"/>
                                        <p:tgtEl>
                                          <p:spTgt spid="18"/>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3" grpId="1" animBg="1"/>
      <p:bldP spid="14" grpId="0" animBg="1"/>
      <p:bldP spid="14" grpId="1" animBg="1"/>
      <p:bldP spid="16" grpId="0" animBg="1"/>
      <p:bldP spid="18" grpId="0" animBg="1"/>
    </p:bldLst>
  </p:timing>
</p:sld>
</file>

<file path=ppt/slides/slide7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5613" name="Picture 13"/>
          <p:cNvPicPr>
            <a:picLocks noChangeAspect="1"/>
          </p:cNvPicPr>
          <p:nvPr/>
        </p:nvPicPr>
        <p:blipFill>
          <a:blip r:embed="rId1"/>
          <a:stretch>
            <a:fillRect/>
          </a:stretch>
        </p:blipFill>
        <p:spPr>
          <a:xfrm>
            <a:off x="2533650" y="1052513"/>
            <a:ext cx="7412038" cy="5403850"/>
          </a:xfrm>
          <a:prstGeom prst="rect">
            <a:avLst/>
          </a:prstGeom>
          <a:noFill/>
          <a:ln w="50800" cap="flat" cmpd="thickThin">
            <a:solidFill>
              <a:srgbClr val="000080"/>
            </a:solidFill>
            <a:prstDash val="solid"/>
            <a:miter/>
            <a:headEnd type="none" w="med" len="med"/>
            <a:tailEnd type="none" w="med" len="med"/>
          </a:ln>
        </p:spPr>
      </p:pic>
      <p:sp>
        <p:nvSpPr>
          <p:cNvPr id="105475" name="Rectangle 2"/>
          <p:cNvSpPr>
            <a:spLocks noGrp="1"/>
          </p:cNvSpPr>
          <p:nvPr>
            <p:ph idx="1"/>
          </p:nvPr>
        </p:nvSpPr>
        <p:spPr>
          <a:xfrm>
            <a:off x="1087438" y="44450"/>
            <a:ext cx="7385050" cy="1008063"/>
          </a:xfrm>
        </p:spPr>
        <p:txBody>
          <a:bodyPr vert="horz" wrap="square" lIns="91440" tIns="45720" rIns="91440" bIns="45720" anchor="t" anchorCtr="0"/>
          <a:lstStyle/>
          <a:p>
            <a:pPr eaLnBrk="1">
              <a:buSzPct val="50000"/>
              <a:buFont typeface="Monotype Sorts"/>
              <a:buNone/>
            </a:pPr>
            <a:r>
              <a:rPr lang="zh-CN" altLang="en-US" kern="1200" dirty="0">
                <a:latin typeface="Times New Roman" panose="02020503050405090304" pitchFamily="18" charset="0"/>
                <a:ea typeface="楷体_GB2312" pitchFamily="49" charset="-122"/>
                <a:cs typeface="+mn-cs"/>
              </a:rPr>
              <a:t>    </a:t>
            </a:r>
            <a:r>
              <a:rPr lang="zh-CN" altLang="en-US" sz="2400" kern="1200" dirty="0">
                <a:latin typeface="Arial" panose="020B0604020202090204" pitchFamily="34" charset="0"/>
                <a:ea typeface="楷体_GB2312" pitchFamily="49" charset="-122"/>
                <a:cs typeface="+mn-cs"/>
              </a:rPr>
              <a:t>若不用初始化的方法，而用从键盘输入的方法输入结构体变量</a:t>
            </a:r>
            <a:r>
              <a:rPr lang="en-US" altLang="zh-CN" sz="2400" kern="1200" dirty="0">
                <a:latin typeface="Arial" panose="020B0604020202090204" pitchFamily="34" charset="0"/>
                <a:ea typeface="楷体_GB2312" pitchFamily="49" charset="-122"/>
                <a:cs typeface="+mn-cs"/>
              </a:rPr>
              <a:t>stu1</a:t>
            </a:r>
            <a:r>
              <a:rPr lang="zh-CN" altLang="en-US" sz="2400" kern="1200" dirty="0">
                <a:latin typeface="Arial" panose="020B0604020202090204" pitchFamily="34" charset="0"/>
                <a:ea typeface="楷体_GB2312" pitchFamily="49" charset="-122"/>
                <a:cs typeface="+mn-cs"/>
              </a:rPr>
              <a:t>的内容，那么程序如何修改？</a:t>
            </a:r>
            <a:endParaRPr lang="zh-CN" altLang="en-US" sz="2400" kern="1200" dirty="0">
              <a:latin typeface="Arial" panose="020B0604020202090204" pitchFamily="34" charset="0"/>
              <a:ea typeface="楷体_GB2312" pitchFamily="49" charset="-122"/>
              <a:cs typeface="+mn-cs"/>
            </a:endParaRPr>
          </a:p>
        </p:txBody>
      </p:sp>
      <p:sp>
        <p:nvSpPr>
          <p:cNvPr id="17" name="Rectangle 59"/>
          <p:cNvSpPr>
            <a:spLocks noChangeArrowheads="1"/>
          </p:cNvSpPr>
          <p:nvPr/>
        </p:nvSpPr>
        <p:spPr bwMode="auto">
          <a:xfrm>
            <a:off x="4460875" y="2203450"/>
            <a:ext cx="231775" cy="230188"/>
          </a:xfrm>
          <a:prstGeom prst="rect">
            <a:avLst/>
          </a:prstGeom>
          <a:noFill/>
          <a:ln w="38100">
            <a:solidFill>
              <a:srgbClr val="00B050"/>
            </a:solidFill>
            <a:miter lim="800000"/>
            <a:headEnd type="none" w="sm" len="sm"/>
            <a:tailEnd type="none" w="sm" len="sm"/>
          </a:ln>
        </p:spPr>
        <p:txBody>
          <a:bodyPr wrap="none" anchor="ct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19" name="Rectangle 59"/>
          <p:cNvSpPr>
            <a:spLocks noChangeArrowheads="1"/>
          </p:cNvSpPr>
          <p:nvPr/>
        </p:nvSpPr>
        <p:spPr bwMode="auto">
          <a:xfrm>
            <a:off x="5446713" y="4795838"/>
            <a:ext cx="231775" cy="230188"/>
          </a:xfrm>
          <a:prstGeom prst="rect">
            <a:avLst/>
          </a:prstGeom>
          <a:noFill/>
          <a:ln w="38100">
            <a:solidFill>
              <a:srgbClr val="00B050"/>
            </a:solidFill>
            <a:miter lim="800000"/>
            <a:headEnd type="none" w="sm" len="sm"/>
            <a:tailEnd type="none" w="sm" len="sm"/>
          </a:ln>
        </p:spPr>
        <p:txBody>
          <a:bodyPr wrap="none" anchor="ct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20" name="Rectangle 4"/>
          <p:cNvSpPr/>
          <p:nvPr/>
        </p:nvSpPr>
        <p:spPr>
          <a:xfrm>
            <a:off x="6921500" y="908050"/>
            <a:ext cx="3278188" cy="428625"/>
          </a:xfrm>
          <a:prstGeom prst="rect">
            <a:avLst/>
          </a:prstGeom>
          <a:solidFill>
            <a:srgbClr val="FFFFCC"/>
          </a:solidFill>
          <a:ln w="38100" cap="flat" cmpd="sng">
            <a:solidFill>
              <a:srgbClr val="00B050"/>
            </a:solidFill>
            <a:prstDash val="solid"/>
            <a:miter/>
            <a:headEnd type="none" w="sm" len="sm"/>
            <a:tailEnd type="none" w="sm" len="sm"/>
          </a:ln>
        </p:spPr>
        <p:txBody>
          <a:bodyPr>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ts val="590"/>
              </a:spcBef>
              <a:spcAft>
                <a:spcPts val="590"/>
              </a:spcAft>
              <a:buSzPct val="80000"/>
              <a:buNone/>
            </a:pPr>
            <a:r>
              <a:rPr lang="zh-CN" altLang="en-US" sz="2400" dirty="0">
                <a:solidFill>
                  <a:srgbClr val="000066"/>
                </a:solidFill>
                <a:latin typeface="Courier New" panose="02070409020205090404" pitchFamily="49" charset="0"/>
              </a:rPr>
              <a:t>两个地址有何不同？</a:t>
            </a:r>
            <a:endParaRPr lang="zh-CN" altLang="en-US" sz="2400" dirty="0">
              <a:solidFill>
                <a:srgbClr val="000066"/>
              </a:solidFill>
              <a:latin typeface="Courier New" panose="02070409020205090404" pitchFamily="49" charset="0"/>
            </a:endParaRPr>
          </a:p>
        </p:txBody>
      </p:sp>
      <p:sp>
        <p:nvSpPr>
          <p:cNvPr id="21" name="Line 9"/>
          <p:cNvSpPr>
            <a:spLocks noChangeShapeType="1"/>
          </p:cNvSpPr>
          <p:nvPr/>
        </p:nvSpPr>
        <p:spPr bwMode="auto">
          <a:xfrm flipV="1">
            <a:off x="4692650" y="1336675"/>
            <a:ext cx="2244725" cy="881063"/>
          </a:xfrm>
          <a:prstGeom prst="line">
            <a:avLst/>
          </a:prstGeom>
          <a:noFill/>
          <a:ln w="38100">
            <a:solidFill>
              <a:srgbClr val="00B050"/>
            </a:solidFill>
            <a:round/>
            <a:headEnd type="none" w="sm" len="sm"/>
            <a:tailEnd type="triangle" w="med" len="med"/>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22" name="Line 9"/>
          <p:cNvSpPr>
            <a:spLocks noChangeShapeType="1"/>
          </p:cNvSpPr>
          <p:nvPr/>
        </p:nvSpPr>
        <p:spPr bwMode="auto">
          <a:xfrm flipV="1">
            <a:off x="5700713" y="1336675"/>
            <a:ext cx="1220788" cy="3473450"/>
          </a:xfrm>
          <a:prstGeom prst="line">
            <a:avLst/>
          </a:prstGeom>
          <a:noFill/>
          <a:ln w="38100">
            <a:solidFill>
              <a:srgbClr val="00B050"/>
            </a:solidFill>
            <a:round/>
            <a:headEnd type="none" w="sm" len="sm"/>
            <a:tailEnd type="triangle" w="med" len="med"/>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23" name="Rectangle 59"/>
          <p:cNvSpPr>
            <a:spLocks noChangeArrowheads="1"/>
          </p:cNvSpPr>
          <p:nvPr/>
        </p:nvSpPr>
        <p:spPr bwMode="auto">
          <a:xfrm>
            <a:off x="3078163" y="1963738"/>
            <a:ext cx="3559175" cy="2630488"/>
          </a:xfrm>
          <a:prstGeom prst="rect">
            <a:avLst/>
          </a:prstGeom>
          <a:noFill/>
          <a:ln w="38100">
            <a:solidFill>
              <a:srgbClr val="00B050"/>
            </a:solidFill>
            <a:miter lim="800000"/>
            <a:headEnd type="none" w="sm" len="sm"/>
            <a:tailEnd type="none" w="sm" len="sm"/>
          </a:ln>
        </p:spPr>
        <p:txBody>
          <a:bodyPr wrap="none" anchor="ct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pic>
        <p:nvPicPr>
          <p:cNvPr id="105482" name="图片 11" descr="Image3.jpg"/>
          <p:cNvPicPr>
            <a:picLocks noChangeAspect="1"/>
          </p:cNvPicPr>
          <p:nvPr/>
        </p:nvPicPr>
        <p:blipFill>
          <a:blip r:embed="rId2">
            <a:clrChange>
              <a:clrFrom>
                <a:srgbClr val="FFFFFD"/>
              </a:clrFrom>
              <a:clrTo>
                <a:srgbClr val="FFFFFD">
                  <a:alpha val="0"/>
                </a:srgbClr>
              </a:clrTo>
            </a:clrChange>
          </a:blip>
          <a:stretch>
            <a:fillRect/>
          </a:stretch>
        </p:blipFill>
        <p:spPr>
          <a:xfrm>
            <a:off x="10056813" y="4581525"/>
            <a:ext cx="904875" cy="1770063"/>
          </a:xfrm>
          <a:prstGeom prst="rect">
            <a:avLst/>
          </a:prstGeom>
          <a:noFill/>
          <a:ln w="9525">
            <a:no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0" fill="hold" nodeType="clickEffect">
                                  <p:stCondLst>
                                    <p:cond delay="0"/>
                                  </p:stCondLst>
                                  <p:childTnLst>
                                    <p:set>
                                      <p:cBhvr>
                                        <p:cTn id="6" dur="1" fill="hold">
                                          <p:stCondLst>
                                            <p:cond delay="0"/>
                                          </p:stCondLst>
                                        </p:cTn>
                                        <p:tgtEl>
                                          <p:spTgt spid="25613"/>
                                        </p:tgtEl>
                                        <p:attrNameLst>
                                          <p:attrName>style.visibility</p:attrName>
                                        </p:attrNameLst>
                                      </p:cBhvr>
                                      <p:to>
                                        <p:strVal val="visible"/>
                                      </p:to>
                                    </p:set>
                                    <p:anim calcmode="lin" valueType="num">
                                      <p:cBhvr>
                                        <p:cTn id="7" dur="500" fill="hold"/>
                                        <p:tgtEl>
                                          <p:spTgt spid="25613"/>
                                        </p:tgtEl>
                                        <p:attrNameLst>
                                          <p:attrName>ppt_w</p:attrName>
                                        </p:attrNameLst>
                                      </p:cBhvr>
                                      <p:tavLst>
                                        <p:tav tm="0">
                                          <p:val>
                                            <p:fltVal val="0"/>
                                          </p:val>
                                        </p:tav>
                                        <p:tav tm="100000">
                                          <p:val>
                                            <p:strVal val="#ppt_w"/>
                                          </p:val>
                                        </p:tav>
                                      </p:tavLst>
                                    </p:anim>
                                    <p:anim calcmode="lin" valueType="num">
                                      <p:cBhvr>
                                        <p:cTn id="8" dur="500" fill="hold"/>
                                        <p:tgtEl>
                                          <p:spTgt spid="25613"/>
                                        </p:tgtEl>
                                        <p:attrNameLst>
                                          <p:attrName>ppt_h</p:attrName>
                                        </p:attrNameLst>
                                      </p:cBhvr>
                                      <p:tavLst>
                                        <p:tav tm="0">
                                          <p:val>
                                            <p:strVal val="#ppt_h"/>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53" presetClass="entr" presetSubtype="16" fill="hold" grpId="0" nodeType="clickEffect">
                                  <p:stCondLst>
                                    <p:cond delay="0"/>
                                  </p:stCondLst>
                                  <p:childTnLst>
                                    <p:set>
                                      <p:cBhvr>
                                        <p:cTn id="12" dur="1" fill="hold">
                                          <p:stCondLst>
                                            <p:cond delay="0"/>
                                          </p:stCondLst>
                                        </p:cTn>
                                        <p:tgtEl>
                                          <p:spTgt spid="23"/>
                                        </p:tgtEl>
                                        <p:attrNameLst>
                                          <p:attrName>style.visibility</p:attrName>
                                        </p:attrNameLst>
                                      </p:cBhvr>
                                      <p:to>
                                        <p:strVal val="visible"/>
                                      </p:to>
                                    </p:set>
                                    <p:anim calcmode="lin" valueType="num">
                                      <p:cBhvr>
                                        <p:cTn id="13" dur="500" fill="hold"/>
                                        <p:tgtEl>
                                          <p:spTgt spid="23"/>
                                        </p:tgtEl>
                                        <p:attrNameLst>
                                          <p:attrName>ppt_w</p:attrName>
                                        </p:attrNameLst>
                                      </p:cBhvr>
                                      <p:tavLst>
                                        <p:tav tm="0">
                                          <p:val>
                                            <p:fltVal val="0"/>
                                          </p:val>
                                        </p:tav>
                                        <p:tav tm="100000">
                                          <p:val>
                                            <p:strVal val="#ppt_w"/>
                                          </p:val>
                                        </p:tav>
                                      </p:tavLst>
                                    </p:anim>
                                    <p:anim calcmode="lin" valueType="num">
                                      <p:cBhvr>
                                        <p:cTn id="14" dur="500" fill="hold"/>
                                        <p:tgtEl>
                                          <p:spTgt spid="23"/>
                                        </p:tgtEl>
                                        <p:attrNameLst>
                                          <p:attrName>ppt_h</p:attrName>
                                        </p:attrNameLst>
                                      </p:cBhvr>
                                      <p:tavLst>
                                        <p:tav tm="0">
                                          <p:val>
                                            <p:fltVal val="0"/>
                                          </p:val>
                                        </p:tav>
                                        <p:tav tm="100000">
                                          <p:val>
                                            <p:strVal val="#ppt_h"/>
                                          </p:val>
                                        </p:tav>
                                      </p:tavLst>
                                    </p:anim>
                                    <p:animEffect transition="in" filter="fade">
                                      <p:cBhvr>
                                        <p:cTn id="15" dur="500"/>
                                        <p:tgtEl>
                                          <p:spTgt spid="23"/>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xit" presetSubtype="0" fill="hold" grpId="1" nodeType="clickEffect">
                                  <p:stCondLst>
                                    <p:cond delay="0"/>
                                  </p:stCondLst>
                                  <p:childTnLst>
                                    <p:set>
                                      <p:cBhvr>
                                        <p:cTn id="19" dur="1" fill="hold">
                                          <p:stCondLst>
                                            <p:cond delay="0"/>
                                          </p:stCondLst>
                                        </p:cTn>
                                        <p:tgtEl>
                                          <p:spTgt spid="23"/>
                                        </p:tgtEl>
                                        <p:attrNameLst>
                                          <p:attrName>style.visibility</p:attrName>
                                        </p:attrNameLst>
                                      </p:cBhvr>
                                      <p:to>
                                        <p:strVal val="hidden"/>
                                      </p:to>
                                    </p:set>
                                  </p:childTnLst>
                                </p:cTn>
                              </p:par>
                              <p:par>
                                <p:cTn id="20" presetID="53" presetClass="entr" presetSubtype="16" fill="hold" grpId="0" nodeType="withEffect">
                                  <p:stCondLst>
                                    <p:cond delay="0"/>
                                  </p:stCondLst>
                                  <p:childTnLst>
                                    <p:set>
                                      <p:cBhvr>
                                        <p:cTn id="21" dur="1" fill="hold">
                                          <p:stCondLst>
                                            <p:cond delay="0"/>
                                          </p:stCondLst>
                                        </p:cTn>
                                        <p:tgtEl>
                                          <p:spTgt spid="17"/>
                                        </p:tgtEl>
                                        <p:attrNameLst>
                                          <p:attrName>style.visibility</p:attrName>
                                        </p:attrNameLst>
                                      </p:cBhvr>
                                      <p:to>
                                        <p:strVal val="visible"/>
                                      </p:to>
                                    </p:set>
                                    <p:anim calcmode="lin" valueType="num">
                                      <p:cBhvr>
                                        <p:cTn id="22" dur="500" fill="hold"/>
                                        <p:tgtEl>
                                          <p:spTgt spid="17"/>
                                        </p:tgtEl>
                                        <p:attrNameLst>
                                          <p:attrName>ppt_w</p:attrName>
                                        </p:attrNameLst>
                                      </p:cBhvr>
                                      <p:tavLst>
                                        <p:tav tm="0">
                                          <p:val>
                                            <p:fltVal val="0"/>
                                          </p:val>
                                        </p:tav>
                                        <p:tav tm="100000">
                                          <p:val>
                                            <p:strVal val="#ppt_w"/>
                                          </p:val>
                                        </p:tav>
                                      </p:tavLst>
                                    </p:anim>
                                    <p:anim calcmode="lin" valueType="num">
                                      <p:cBhvr>
                                        <p:cTn id="23" dur="500" fill="hold"/>
                                        <p:tgtEl>
                                          <p:spTgt spid="17"/>
                                        </p:tgtEl>
                                        <p:attrNameLst>
                                          <p:attrName>ppt_h</p:attrName>
                                        </p:attrNameLst>
                                      </p:cBhvr>
                                      <p:tavLst>
                                        <p:tav tm="0">
                                          <p:val>
                                            <p:fltVal val="0"/>
                                          </p:val>
                                        </p:tav>
                                        <p:tav tm="100000">
                                          <p:val>
                                            <p:strVal val="#ppt_h"/>
                                          </p:val>
                                        </p:tav>
                                      </p:tavLst>
                                    </p:anim>
                                    <p:animEffect transition="in" filter="fade">
                                      <p:cBhvr>
                                        <p:cTn id="24" dur="500"/>
                                        <p:tgtEl>
                                          <p:spTgt spid="17"/>
                                        </p:tgtEl>
                                      </p:cBhvr>
                                    </p:animEffect>
                                  </p:childTnLst>
                                </p:cTn>
                              </p:par>
                              <p:par>
                                <p:cTn id="25" presetID="53" presetClass="entr" presetSubtype="16" fill="hold" grpId="0" nodeType="withEffect">
                                  <p:stCondLst>
                                    <p:cond delay="0"/>
                                  </p:stCondLst>
                                  <p:childTnLst>
                                    <p:set>
                                      <p:cBhvr>
                                        <p:cTn id="26" dur="1" fill="hold">
                                          <p:stCondLst>
                                            <p:cond delay="0"/>
                                          </p:stCondLst>
                                        </p:cTn>
                                        <p:tgtEl>
                                          <p:spTgt spid="19"/>
                                        </p:tgtEl>
                                        <p:attrNameLst>
                                          <p:attrName>style.visibility</p:attrName>
                                        </p:attrNameLst>
                                      </p:cBhvr>
                                      <p:to>
                                        <p:strVal val="visible"/>
                                      </p:to>
                                    </p:set>
                                    <p:anim calcmode="lin" valueType="num">
                                      <p:cBhvr>
                                        <p:cTn id="27" dur="500" fill="hold"/>
                                        <p:tgtEl>
                                          <p:spTgt spid="19"/>
                                        </p:tgtEl>
                                        <p:attrNameLst>
                                          <p:attrName>ppt_w</p:attrName>
                                        </p:attrNameLst>
                                      </p:cBhvr>
                                      <p:tavLst>
                                        <p:tav tm="0">
                                          <p:val>
                                            <p:fltVal val="0"/>
                                          </p:val>
                                        </p:tav>
                                        <p:tav tm="100000">
                                          <p:val>
                                            <p:strVal val="#ppt_w"/>
                                          </p:val>
                                        </p:tav>
                                      </p:tavLst>
                                    </p:anim>
                                    <p:anim calcmode="lin" valueType="num">
                                      <p:cBhvr>
                                        <p:cTn id="28" dur="500" fill="hold"/>
                                        <p:tgtEl>
                                          <p:spTgt spid="19"/>
                                        </p:tgtEl>
                                        <p:attrNameLst>
                                          <p:attrName>ppt_h</p:attrName>
                                        </p:attrNameLst>
                                      </p:cBhvr>
                                      <p:tavLst>
                                        <p:tav tm="0">
                                          <p:val>
                                            <p:fltVal val="0"/>
                                          </p:val>
                                        </p:tav>
                                        <p:tav tm="100000">
                                          <p:val>
                                            <p:strVal val="#ppt_h"/>
                                          </p:val>
                                        </p:tav>
                                      </p:tavLst>
                                    </p:anim>
                                    <p:animEffect transition="in" filter="fade">
                                      <p:cBhvr>
                                        <p:cTn id="29" dur="500"/>
                                        <p:tgtEl>
                                          <p:spTgt spid="19"/>
                                        </p:tgtEl>
                                      </p:cBhvr>
                                    </p:animEffect>
                                  </p:childTnLst>
                                </p:cTn>
                              </p:par>
                            </p:childTnLst>
                          </p:cTn>
                        </p:par>
                        <p:par>
                          <p:cTn id="30" fill="hold">
                            <p:stCondLst>
                              <p:cond delay="0"/>
                            </p:stCondLst>
                            <p:childTnLst>
                              <p:par>
                                <p:cTn id="31" presetID="22" presetClass="entr" presetSubtype="8" fill="hold" nodeType="afterEffect">
                                  <p:stCondLst>
                                    <p:cond delay="0"/>
                                  </p:stCondLst>
                                  <p:childTnLst>
                                    <p:set>
                                      <p:cBhvr>
                                        <p:cTn id="32" dur="1" fill="hold">
                                          <p:stCondLst>
                                            <p:cond delay="0"/>
                                          </p:stCondLst>
                                        </p:cTn>
                                        <p:tgtEl>
                                          <p:spTgt spid="21"/>
                                        </p:tgtEl>
                                        <p:attrNameLst>
                                          <p:attrName>style.visibility</p:attrName>
                                        </p:attrNameLst>
                                      </p:cBhvr>
                                      <p:to>
                                        <p:strVal val="visible"/>
                                      </p:to>
                                    </p:set>
                                    <p:animEffect transition="in" filter="wipe(left)">
                                      <p:cBhvr>
                                        <p:cTn id="33" dur="500"/>
                                        <p:tgtEl>
                                          <p:spTgt spid="21"/>
                                        </p:tgtEl>
                                      </p:cBhvr>
                                    </p:animEffect>
                                  </p:childTnLst>
                                </p:cTn>
                              </p:par>
                              <p:par>
                                <p:cTn id="34" presetID="22" presetClass="entr" presetSubtype="8" fill="hold" nodeType="withEffect">
                                  <p:stCondLst>
                                    <p:cond delay="0"/>
                                  </p:stCondLst>
                                  <p:childTnLst>
                                    <p:set>
                                      <p:cBhvr>
                                        <p:cTn id="35" dur="1" fill="hold">
                                          <p:stCondLst>
                                            <p:cond delay="0"/>
                                          </p:stCondLst>
                                        </p:cTn>
                                        <p:tgtEl>
                                          <p:spTgt spid="22"/>
                                        </p:tgtEl>
                                        <p:attrNameLst>
                                          <p:attrName>style.visibility</p:attrName>
                                        </p:attrNameLst>
                                      </p:cBhvr>
                                      <p:to>
                                        <p:strVal val="visible"/>
                                      </p:to>
                                    </p:set>
                                    <p:animEffect transition="in" filter="wipe(left)">
                                      <p:cBhvr>
                                        <p:cTn id="36" dur="500"/>
                                        <p:tgtEl>
                                          <p:spTgt spid="22"/>
                                        </p:tgtEl>
                                      </p:cBhvr>
                                    </p:animEffect>
                                  </p:childTnLst>
                                </p:cTn>
                              </p:par>
                            </p:childTnLst>
                          </p:cTn>
                        </p:par>
                        <p:par>
                          <p:cTn id="37" fill="hold">
                            <p:stCondLst>
                              <p:cond delay="500"/>
                            </p:stCondLst>
                            <p:childTnLst>
                              <p:par>
                                <p:cTn id="38" presetID="22" presetClass="entr" presetSubtype="8" fill="hold" grpId="0" nodeType="afterEffect">
                                  <p:stCondLst>
                                    <p:cond delay="0"/>
                                  </p:stCondLst>
                                  <p:childTnLst>
                                    <p:set>
                                      <p:cBhvr>
                                        <p:cTn id="39" dur="1" fill="hold">
                                          <p:stCondLst>
                                            <p:cond delay="0"/>
                                          </p:stCondLst>
                                        </p:cTn>
                                        <p:tgtEl>
                                          <p:spTgt spid="20"/>
                                        </p:tgtEl>
                                        <p:attrNameLst>
                                          <p:attrName>style.visibility</p:attrName>
                                        </p:attrNameLst>
                                      </p:cBhvr>
                                      <p:to>
                                        <p:strVal val="visible"/>
                                      </p:to>
                                    </p:set>
                                    <p:animEffect transition="in" filter="wipe(left)">
                                      <p:cBhvr>
                                        <p:cTn id="40"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9" grpId="0" animBg="1"/>
      <p:bldP spid="20" grpId="0" animBg="1"/>
      <p:bldP spid="23" grpId="0" animBg="1"/>
      <p:bldP spid="23" grpId="1" animBg="1"/>
    </p:bldLst>
  </p:timing>
</p:sld>
</file>

<file path=ppt/slides/slide7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06498" name="Picture 13"/>
          <p:cNvPicPr>
            <a:picLocks noChangeAspect="1"/>
          </p:cNvPicPr>
          <p:nvPr/>
        </p:nvPicPr>
        <p:blipFill>
          <a:blip r:embed="rId1"/>
          <a:stretch>
            <a:fillRect/>
          </a:stretch>
        </p:blipFill>
        <p:spPr>
          <a:xfrm>
            <a:off x="2533650" y="493713"/>
            <a:ext cx="7412038" cy="5403850"/>
          </a:xfrm>
          <a:prstGeom prst="rect">
            <a:avLst/>
          </a:prstGeom>
          <a:noFill/>
          <a:ln w="50800" cap="flat" cmpd="thickThin">
            <a:solidFill>
              <a:srgbClr val="000080"/>
            </a:solidFill>
            <a:prstDash val="solid"/>
            <a:miter/>
            <a:headEnd type="none" w="med" len="med"/>
            <a:tailEnd type="none" w="med" len="med"/>
          </a:ln>
        </p:spPr>
      </p:pic>
      <p:pic>
        <p:nvPicPr>
          <p:cNvPr id="106499" name="Picture 12" descr="想问题的3D小人图片素材"/>
          <p:cNvPicPr>
            <a:picLocks noChangeAspect="1"/>
          </p:cNvPicPr>
          <p:nvPr/>
        </p:nvPicPr>
        <p:blipFill>
          <a:blip r:embed="rId2">
            <a:clrChange>
              <a:clrFrom>
                <a:srgbClr val="FFFFFF"/>
              </a:clrFrom>
              <a:clrTo>
                <a:srgbClr val="FFFFFF">
                  <a:alpha val="0"/>
                </a:srgbClr>
              </a:clrTo>
            </a:clrChange>
          </a:blip>
          <a:stretch>
            <a:fillRect/>
          </a:stretch>
        </p:blipFill>
        <p:spPr>
          <a:xfrm>
            <a:off x="1200150" y="4811713"/>
            <a:ext cx="1328738" cy="1225550"/>
          </a:xfrm>
          <a:prstGeom prst="rect">
            <a:avLst/>
          </a:prstGeom>
          <a:noFill/>
          <a:ln w="9525">
            <a:noFill/>
          </a:ln>
        </p:spPr>
      </p:pic>
      <p:sp>
        <p:nvSpPr>
          <p:cNvPr id="17" name="Rectangle 59"/>
          <p:cNvSpPr>
            <a:spLocks noChangeArrowheads="1"/>
          </p:cNvSpPr>
          <p:nvPr/>
        </p:nvSpPr>
        <p:spPr bwMode="auto">
          <a:xfrm>
            <a:off x="4438650" y="1644650"/>
            <a:ext cx="231775" cy="230188"/>
          </a:xfrm>
          <a:prstGeom prst="rect">
            <a:avLst/>
          </a:prstGeom>
          <a:noFill/>
          <a:ln w="38100">
            <a:solidFill>
              <a:srgbClr val="33CC33"/>
            </a:solidFill>
            <a:miter lim="800000"/>
            <a:headEnd type="none" w="sm" len="sm"/>
            <a:tailEnd type="none" w="sm" len="sm"/>
          </a:ln>
        </p:spPr>
        <p:txBody>
          <a:bodyPr wrap="none" anchor="ct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20" name="Rectangle 4"/>
          <p:cNvSpPr>
            <a:spLocks noChangeArrowheads="1"/>
          </p:cNvSpPr>
          <p:nvPr/>
        </p:nvSpPr>
        <p:spPr bwMode="auto">
          <a:xfrm>
            <a:off x="6635750" y="404813"/>
            <a:ext cx="3276600" cy="1425575"/>
          </a:xfrm>
          <a:prstGeom prst="rect">
            <a:avLst/>
          </a:prstGeom>
          <a:solidFill>
            <a:srgbClr val="FFFFCC"/>
          </a:solidFill>
          <a:ln w="38100">
            <a:solidFill>
              <a:srgbClr val="00B050"/>
            </a:solidFill>
            <a:miter lim="800000"/>
            <a:headEnd type="none" w="sm" len="sm"/>
            <a:tailEnd type="none" w="sm" len="sm"/>
          </a:ln>
          <a:effectLst>
            <a:outerShdw blurRad="63500" dist="38100" dir="2700000" algn="tl" rotWithShape="0">
              <a:srgbClr val="000000">
                <a:alpha val="39999"/>
              </a:srgbClr>
            </a:outerShdw>
          </a:effectLst>
        </p:spPr>
        <p:txBody>
          <a:bodyPr>
            <a:spAutoFit/>
          </a:bodyPr>
          <a:lstStyle>
            <a:lvl1pPr>
              <a:spcBef>
                <a:spcPct val="20000"/>
              </a:spcBef>
              <a:buClr>
                <a:schemeClr val="tx2"/>
              </a:buClr>
              <a:buSzPct val="50000"/>
              <a:buFont typeface="Wingdings" panose="05000000000000000000" pitchFamily="2" charset="2"/>
              <a:buChar char="n"/>
              <a:defRPr sz="3200">
                <a:solidFill>
                  <a:schemeClr val="tx1"/>
                </a:solidFill>
                <a:latin typeface="Franklin Gothic Book" pitchFamily="34" charset="0"/>
              </a:defRPr>
            </a:lvl1pPr>
            <a:lvl2pPr marL="742950" indent="-285750">
              <a:spcBef>
                <a:spcPct val="20000"/>
              </a:spcBef>
              <a:buClr>
                <a:schemeClr val="tx2"/>
              </a:buClr>
              <a:buSzPct val="50000"/>
              <a:buFont typeface="Wingdings 2" panose="05020102010507070707" pitchFamily="18" charset="2"/>
              <a:buChar char="Þ"/>
              <a:defRPr sz="2800">
                <a:solidFill>
                  <a:srgbClr val="333399"/>
                </a:solidFill>
                <a:latin typeface="Times New Roman" panose="02020503050405090304" pitchFamily="18" charset="0"/>
                <a:cs typeface="Times New Roman" panose="02020503050405090304" pitchFamily="18" charset="0"/>
              </a:defRPr>
            </a:lvl2pPr>
            <a:lvl3pPr marL="1143000" indent="-228600">
              <a:spcBef>
                <a:spcPct val="20000"/>
              </a:spcBef>
              <a:buClr>
                <a:schemeClr val="tx2"/>
              </a:buClr>
              <a:buSzPct val="50000"/>
              <a:buFont typeface="Wingdings 2" panose="05020102010507070707" pitchFamily="18" charset="2"/>
              <a:buChar char=""/>
              <a:defRPr sz="2400">
                <a:solidFill>
                  <a:srgbClr val="3333CC"/>
                </a:solidFill>
                <a:latin typeface="Times New Roman" panose="02020503050405090304" pitchFamily="18" charset="0"/>
                <a:cs typeface="Times New Roman" panose="02020503050405090304" pitchFamily="18" charset="0"/>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Times New Roman" panose="02020503050405090304" pitchFamily="18" charset="0"/>
                <a:cs typeface="Times New Roman" panose="02020503050405090304" pitchFamily="18" charset="0"/>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Times New Roman" panose="02020503050405090304" pitchFamily="18" charset="0"/>
                <a:cs typeface="Times New Roman" panose="02020503050405090304" pitchFamily="18" charset="0"/>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503050405090304" pitchFamily="18" charset="0"/>
                <a:cs typeface="Times New Roman" panose="02020503050405090304" pitchFamily="18" charset="0"/>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503050405090304" pitchFamily="18" charset="0"/>
                <a:cs typeface="Times New Roman" panose="02020503050405090304" pitchFamily="18" charset="0"/>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503050405090304" pitchFamily="18" charset="0"/>
                <a:cs typeface="Times New Roman" panose="02020503050405090304" pitchFamily="18" charset="0"/>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0000"/>
              </a:lnSpc>
              <a:spcBef>
                <a:spcPts val="590"/>
              </a:spcBef>
              <a:spcAft>
                <a:spcPts val="590"/>
              </a:spcAft>
              <a:buClr>
                <a:schemeClr val="tx2"/>
              </a:buClr>
              <a:buSzPct val="80000"/>
              <a:buFont typeface="Wingdings" panose="05000000000000000000" pitchFamily="2" charset="2"/>
              <a:buNone/>
              <a:defRPr/>
            </a:pPr>
            <a:r>
              <a:rPr kumimoji="0" lang="zh-CN" altLang="en-US" sz="2400" b="0" i="0" u="none" strike="noStrike" kern="1200" cap="none" spc="0" normalizeH="0" baseline="0" noProof="0" dirty="0">
                <a:ln>
                  <a:noFill/>
                </a:ln>
                <a:solidFill>
                  <a:srgbClr val="000066"/>
                </a:solidFill>
                <a:effectLst/>
                <a:uLnTx/>
                <a:uFillTx/>
                <a:latin typeface="Courier New" panose="02070409020205090404" pitchFamily="49" charset="0"/>
                <a:ea typeface="黑体" panose="02010609060101010101" pitchFamily="49" charset="-122"/>
                <a:cs typeface="+mn-cs"/>
              </a:rPr>
              <a:t>结构体成员的地址与该成员在结构体中所处的位置及其所占内存的字节数相关</a:t>
            </a:r>
            <a:endParaRPr kumimoji="0" lang="zh-CN" altLang="en-US" sz="2400" b="0" i="0" u="none" strike="noStrike" kern="1200" cap="none" spc="0" normalizeH="0" baseline="0" noProof="0" dirty="0">
              <a:ln>
                <a:noFill/>
              </a:ln>
              <a:solidFill>
                <a:srgbClr val="000066"/>
              </a:solidFill>
              <a:effectLst/>
              <a:uLnTx/>
              <a:uFillTx/>
              <a:latin typeface="Courier New" panose="02070409020205090404" pitchFamily="49" charset="0"/>
              <a:ea typeface="黑体" panose="02010609060101010101" pitchFamily="49" charset="-122"/>
              <a:cs typeface="+mn-cs"/>
            </a:endParaRPr>
          </a:p>
        </p:txBody>
      </p:sp>
      <p:sp>
        <p:nvSpPr>
          <p:cNvPr id="21" name="Line 9"/>
          <p:cNvSpPr>
            <a:spLocks noChangeShapeType="1"/>
          </p:cNvSpPr>
          <p:nvPr/>
        </p:nvSpPr>
        <p:spPr bwMode="auto">
          <a:xfrm flipV="1">
            <a:off x="4694238" y="1204913"/>
            <a:ext cx="1933575" cy="500063"/>
          </a:xfrm>
          <a:prstGeom prst="line">
            <a:avLst/>
          </a:prstGeom>
          <a:noFill/>
          <a:ln w="38100">
            <a:solidFill>
              <a:srgbClr val="00B050"/>
            </a:solidFill>
            <a:round/>
            <a:headEnd type="none" w="sm" len="sm"/>
            <a:tailEnd type="triangle" w="med" len="med"/>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13" name="Rectangle 59"/>
          <p:cNvSpPr>
            <a:spLocks noChangeArrowheads="1"/>
          </p:cNvSpPr>
          <p:nvPr/>
        </p:nvSpPr>
        <p:spPr bwMode="auto">
          <a:xfrm>
            <a:off x="5446713" y="4217988"/>
            <a:ext cx="233363" cy="230188"/>
          </a:xfrm>
          <a:prstGeom prst="rect">
            <a:avLst/>
          </a:prstGeom>
          <a:noFill/>
          <a:ln w="38100">
            <a:solidFill>
              <a:srgbClr val="33CC33"/>
            </a:solidFill>
            <a:miter lim="800000"/>
            <a:headEnd type="none" w="sm" len="sm"/>
            <a:tailEnd type="none" w="sm" len="sm"/>
          </a:ln>
        </p:spPr>
        <p:txBody>
          <a:bodyPr wrap="none" anchor="ct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14" name="Rectangle 4"/>
          <p:cNvSpPr>
            <a:spLocks noChangeArrowheads="1"/>
          </p:cNvSpPr>
          <p:nvPr/>
        </p:nvSpPr>
        <p:spPr bwMode="auto">
          <a:xfrm>
            <a:off x="6637338" y="2289175"/>
            <a:ext cx="3275013" cy="1089025"/>
          </a:xfrm>
          <a:prstGeom prst="rect">
            <a:avLst/>
          </a:prstGeom>
          <a:solidFill>
            <a:srgbClr val="FFFFCC"/>
          </a:solidFill>
          <a:ln w="38100">
            <a:solidFill>
              <a:srgbClr val="00B050"/>
            </a:solidFill>
            <a:miter lim="800000"/>
            <a:headEnd type="none" w="sm" len="sm"/>
            <a:tailEnd type="none" w="sm" len="sm"/>
          </a:ln>
          <a:effectLst>
            <a:outerShdw blurRad="63500" dist="38100" dir="2700000" algn="tl" rotWithShape="0">
              <a:srgbClr val="000000">
                <a:alpha val="39999"/>
              </a:srgbClr>
            </a:outerShdw>
          </a:effectLst>
        </p:spPr>
        <p:txBody>
          <a:bodyPr>
            <a:spAutoFit/>
          </a:bodyPr>
          <a:lstStyle>
            <a:lvl1pPr>
              <a:spcBef>
                <a:spcPct val="20000"/>
              </a:spcBef>
              <a:buClr>
                <a:schemeClr val="tx2"/>
              </a:buClr>
              <a:buSzPct val="50000"/>
              <a:buFont typeface="Wingdings" panose="05000000000000000000" pitchFamily="2" charset="2"/>
              <a:buChar char="n"/>
              <a:defRPr sz="3200">
                <a:solidFill>
                  <a:schemeClr val="tx1"/>
                </a:solidFill>
                <a:latin typeface="Franklin Gothic Book" pitchFamily="34" charset="0"/>
              </a:defRPr>
            </a:lvl1pPr>
            <a:lvl2pPr marL="742950" indent="-285750">
              <a:spcBef>
                <a:spcPct val="20000"/>
              </a:spcBef>
              <a:buClr>
                <a:schemeClr val="tx2"/>
              </a:buClr>
              <a:buSzPct val="50000"/>
              <a:buFont typeface="Wingdings 2" panose="05020102010507070707" pitchFamily="18" charset="2"/>
              <a:buChar char="Þ"/>
              <a:defRPr sz="2800">
                <a:solidFill>
                  <a:srgbClr val="333399"/>
                </a:solidFill>
                <a:latin typeface="Times New Roman" panose="02020503050405090304" pitchFamily="18" charset="0"/>
                <a:cs typeface="Times New Roman" panose="02020503050405090304" pitchFamily="18" charset="0"/>
              </a:defRPr>
            </a:lvl2pPr>
            <a:lvl3pPr marL="1143000" indent="-228600">
              <a:spcBef>
                <a:spcPct val="20000"/>
              </a:spcBef>
              <a:buClr>
                <a:schemeClr val="tx2"/>
              </a:buClr>
              <a:buSzPct val="50000"/>
              <a:buFont typeface="Wingdings 2" panose="05020102010507070707" pitchFamily="18" charset="2"/>
              <a:buChar char=""/>
              <a:defRPr sz="2400">
                <a:solidFill>
                  <a:srgbClr val="3333CC"/>
                </a:solidFill>
                <a:latin typeface="Times New Roman" panose="02020503050405090304" pitchFamily="18" charset="0"/>
                <a:cs typeface="Times New Roman" panose="02020503050405090304" pitchFamily="18" charset="0"/>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Times New Roman" panose="02020503050405090304" pitchFamily="18" charset="0"/>
                <a:cs typeface="Times New Roman" panose="02020503050405090304" pitchFamily="18" charset="0"/>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Times New Roman" panose="02020503050405090304" pitchFamily="18" charset="0"/>
                <a:cs typeface="Times New Roman" panose="02020503050405090304" pitchFamily="18" charset="0"/>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503050405090304" pitchFamily="18" charset="0"/>
                <a:cs typeface="Times New Roman" panose="02020503050405090304" pitchFamily="18" charset="0"/>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503050405090304" pitchFamily="18" charset="0"/>
                <a:cs typeface="Times New Roman" panose="02020503050405090304" pitchFamily="18" charset="0"/>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503050405090304" pitchFamily="18" charset="0"/>
                <a:cs typeface="Times New Roman" panose="02020503050405090304" pitchFamily="18" charset="0"/>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503050405090304" pitchFamily="18" charset="0"/>
                <a:cs typeface="Times New Roman" panose="02020503050405090304" pitchFamily="18" charset="0"/>
              </a:defRPr>
            </a:lvl9pPr>
          </a:lstStyle>
          <a:p>
            <a:pPr marL="0" marR="0" lvl="0" indent="0" algn="l" defTabSz="914400" rtl="0" eaLnBrk="1" fontAlgn="base" latinLnBrk="0" hangingPunct="1">
              <a:lnSpc>
                <a:spcPct val="90000"/>
              </a:lnSpc>
              <a:spcBef>
                <a:spcPts val="590"/>
              </a:spcBef>
              <a:spcAft>
                <a:spcPts val="590"/>
              </a:spcAft>
              <a:buClr>
                <a:schemeClr val="tx2"/>
              </a:buClr>
              <a:buSzPct val="80000"/>
              <a:buFont typeface="Wingdings" panose="05000000000000000000" pitchFamily="2" charset="2"/>
              <a:buNone/>
              <a:defRPr/>
            </a:pPr>
            <a:r>
              <a:rPr kumimoji="0" lang="zh-CN" altLang="en-US" sz="2400" b="0" i="0" u="none" strike="noStrike" kern="1200" cap="none" spc="0" normalizeH="0" baseline="0" noProof="0" dirty="0">
                <a:ln>
                  <a:noFill/>
                </a:ln>
                <a:solidFill>
                  <a:srgbClr val="000066"/>
                </a:solidFill>
                <a:effectLst/>
                <a:uLnTx/>
                <a:uFillTx/>
                <a:latin typeface="Arial" panose="020B0604020202090204" pitchFamily="34" charset="0"/>
                <a:ea typeface="黑体" panose="02010609060101010101" pitchFamily="49" charset="-122"/>
                <a:cs typeface="+mn-cs"/>
              </a:rPr>
              <a:t>结构体变量的地址</a:t>
            </a:r>
            <a:r>
              <a:rPr kumimoji="0" lang="en-US" altLang="zh-CN" sz="2400" b="0" i="0" u="none" strike="noStrike" kern="1200" cap="none" spc="0" normalizeH="0" baseline="0" noProof="0" dirty="0">
                <a:ln>
                  <a:noFill/>
                </a:ln>
                <a:solidFill>
                  <a:srgbClr val="000066"/>
                </a:solidFill>
                <a:effectLst/>
                <a:uLnTx/>
                <a:uFillTx/>
                <a:latin typeface="Arial" panose="020B0604020202090204" pitchFamily="34" charset="0"/>
                <a:ea typeface="黑体" panose="02010609060101010101" pitchFamily="49" charset="-122"/>
                <a:cs typeface="+mn-cs"/>
              </a:rPr>
              <a:t>&amp;stu2</a:t>
            </a:r>
            <a:r>
              <a:rPr kumimoji="0" lang="zh-CN" altLang="en-US" sz="2400" b="0" i="0" u="none" strike="noStrike" kern="1200" cap="none" spc="0" normalizeH="0" baseline="0" noProof="0" dirty="0">
                <a:ln>
                  <a:noFill/>
                </a:ln>
                <a:solidFill>
                  <a:srgbClr val="000066"/>
                </a:solidFill>
                <a:effectLst/>
                <a:uLnTx/>
                <a:uFillTx/>
                <a:latin typeface="Arial" panose="020B0604020202090204" pitchFamily="34" charset="0"/>
                <a:ea typeface="黑体" panose="02010609060101010101" pitchFamily="49" charset="-122"/>
                <a:cs typeface="+mn-cs"/>
              </a:rPr>
              <a:t>是该变量所占内存空间的首地址</a:t>
            </a:r>
            <a:endParaRPr kumimoji="0" lang="zh-CN" altLang="en-US" sz="2400" b="0" i="0" u="none" strike="noStrike" kern="1200" cap="none" spc="0" normalizeH="0" baseline="0" noProof="0" dirty="0">
              <a:ln>
                <a:noFill/>
              </a:ln>
              <a:solidFill>
                <a:srgbClr val="000066"/>
              </a:solidFill>
              <a:effectLst/>
              <a:uLnTx/>
              <a:uFillTx/>
              <a:latin typeface="Arial" panose="020B0604020202090204" pitchFamily="34" charset="0"/>
              <a:ea typeface="黑体" panose="02010609060101010101" pitchFamily="49" charset="-122"/>
              <a:cs typeface="+mn-cs"/>
            </a:endParaRPr>
          </a:p>
        </p:txBody>
      </p:sp>
      <p:sp>
        <p:nvSpPr>
          <p:cNvPr id="15" name="Line 9"/>
          <p:cNvSpPr>
            <a:spLocks noChangeShapeType="1"/>
          </p:cNvSpPr>
          <p:nvPr/>
        </p:nvSpPr>
        <p:spPr bwMode="auto">
          <a:xfrm flipV="1">
            <a:off x="5700713" y="3233738"/>
            <a:ext cx="946150" cy="1017588"/>
          </a:xfrm>
          <a:prstGeom prst="line">
            <a:avLst/>
          </a:prstGeom>
          <a:noFill/>
          <a:ln w="38100">
            <a:solidFill>
              <a:srgbClr val="00B050"/>
            </a:solidFill>
            <a:round/>
            <a:headEnd type="none" w="sm" len="sm"/>
            <a:tailEnd type="triangle" w="med" len="med"/>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pic>
        <p:nvPicPr>
          <p:cNvPr id="106506" name="Picture 3"/>
          <p:cNvPicPr>
            <a:picLocks noChangeAspect="1"/>
          </p:cNvPicPr>
          <p:nvPr/>
        </p:nvPicPr>
        <p:blipFill>
          <a:blip r:embed="rId3"/>
          <a:stretch>
            <a:fillRect/>
          </a:stretch>
        </p:blipFill>
        <p:spPr>
          <a:xfrm>
            <a:off x="1416050" y="4724400"/>
            <a:ext cx="9210675" cy="1625600"/>
          </a:xfrm>
          <a:prstGeom prst="rect">
            <a:avLst/>
          </a:prstGeom>
          <a:noFill/>
          <a:ln w="38100" cap="flat" cmpd="sng">
            <a:solidFill>
              <a:srgbClr val="00B050"/>
            </a:solidFill>
            <a:prstDash val="solid"/>
            <a:miter/>
            <a:headEnd type="none" w="sm" len="sm"/>
            <a:tailEnd type="none" w="sm" len="sm"/>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p:cTn id="7" dur="500" fill="hold"/>
                                        <p:tgtEl>
                                          <p:spTgt spid="13"/>
                                        </p:tgtEl>
                                        <p:attrNameLst>
                                          <p:attrName>ppt_w</p:attrName>
                                        </p:attrNameLst>
                                      </p:cBhvr>
                                      <p:tavLst>
                                        <p:tav tm="0">
                                          <p:val>
                                            <p:fltVal val="0"/>
                                          </p:val>
                                        </p:tav>
                                        <p:tav tm="100000">
                                          <p:val>
                                            <p:strVal val="#ppt_w"/>
                                          </p:val>
                                        </p:tav>
                                      </p:tavLst>
                                    </p:anim>
                                    <p:anim calcmode="lin" valueType="num">
                                      <p:cBhvr>
                                        <p:cTn id="8" dur="500" fill="hold"/>
                                        <p:tgtEl>
                                          <p:spTgt spid="13"/>
                                        </p:tgtEl>
                                        <p:attrNameLst>
                                          <p:attrName>ppt_h</p:attrName>
                                        </p:attrNameLst>
                                      </p:cBhvr>
                                      <p:tavLst>
                                        <p:tav tm="0">
                                          <p:val>
                                            <p:fltVal val="0"/>
                                          </p:val>
                                        </p:tav>
                                        <p:tav tm="100000">
                                          <p:val>
                                            <p:strVal val="#ppt_h"/>
                                          </p:val>
                                        </p:tav>
                                      </p:tavLst>
                                    </p:anim>
                                    <p:animEffect transition="in" filter="fade">
                                      <p:cBhvr>
                                        <p:cTn id="9" dur="500"/>
                                        <p:tgtEl>
                                          <p:spTgt spid="13"/>
                                        </p:tgtEl>
                                      </p:cBhvr>
                                    </p:animEffect>
                                  </p:childTnLst>
                                </p:cTn>
                              </p:par>
                            </p:childTnLst>
                          </p:cTn>
                        </p:par>
                        <p:par>
                          <p:cTn id="10" fill="hold">
                            <p:stCondLst>
                              <p:cond delay="500"/>
                            </p:stCondLst>
                            <p:childTnLst>
                              <p:par>
                                <p:cTn id="11" presetID="22" presetClass="entr" presetSubtype="8" fill="hold" nodeType="after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wipe(left)">
                                      <p:cBhvr>
                                        <p:cTn id="13" dur="500"/>
                                        <p:tgtEl>
                                          <p:spTgt spid="15"/>
                                        </p:tgtEl>
                                      </p:cBhvr>
                                    </p:animEffect>
                                  </p:childTnLst>
                                </p:cTn>
                              </p:par>
                            </p:childTnLst>
                          </p:cTn>
                        </p:par>
                        <p:par>
                          <p:cTn id="14" fill="hold">
                            <p:stCondLst>
                              <p:cond delay="1000"/>
                            </p:stCondLst>
                            <p:childTnLst>
                              <p:par>
                                <p:cTn id="15" presetID="22" presetClass="entr" presetSubtype="8" fill="hold" grpId="0" nodeType="after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wipe(left)">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53" presetClass="entr" presetSubtype="16" fill="hold" grpId="0" nodeType="clickEffect">
                                  <p:stCondLst>
                                    <p:cond delay="0"/>
                                  </p:stCondLst>
                                  <p:childTnLst>
                                    <p:set>
                                      <p:cBhvr>
                                        <p:cTn id="21" dur="1" fill="hold">
                                          <p:stCondLst>
                                            <p:cond delay="0"/>
                                          </p:stCondLst>
                                        </p:cTn>
                                        <p:tgtEl>
                                          <p:spTgt spid="17"/>
                                        </p:tgtEl>
                                        <p:attrNameLst>
                                          <p:attrName>style.visibility</p:attrName>
                                        </p:attrNameLst>
                                      </p:cBhvr>
                                      <p:to>
                                        <p:strVal val="visible"/>
                                      </p:to>
                                    </p:set>
                                    <p:anim calcmode="lin" valueType="num">
                                      <p:cBhvr>
                                        <p:cTn id="22" dur="500" fill="hold"/>
                                        <p:tgtEl>
                                          <p:spTgt spid="17"/>
                                        </p:tgtEl>
                                        <p:attrNameLst>
                                          <p:attrName>ppt_w</p:attrName>
                                        </p:attrNameLst>
                                      </p:cBhvr>
                                      <p:tavLst>
                                        <p:tav tm="0">
                                          <p:val>
                                            <p:fltVal val="0"/>
                                          </p:val>
                                        </p:tav>
                                        <p:tav tm="100000">
                                          <p:val>
                                            <p:strVal val="#ppt_w"/>
                                          </p:val>
                                        </p:tav>
                                      </p:tavLst>
                                    </p:anim>
                                    <p:anim calcmode="lin" valueType="num">
                                      <p:cBhvr>
                                        <p:cTn id="23" dur="500" fill="hold"/>
                                        <p:tgtEl>
                                          <p:spTgt spid="17"/>
                                        </p:tgtEl>
                                        <p:attrNameLst>
                                          <p:attrName>ppt_h</p:attrName>
                                        </p:attrNameLst>
                                      </p:cBhvr>
                                      <p:tavLst>
                                        <p:tav tm="0">
                                          <p:val>
                                            <p:fltVal val="0"/>
                                          </p:val>
                                        </p:tav>
                                        <p:tav tm="100000">
                                          <p:val>
                                            <p:strVal val="#ppt_h"/>
                                          </p:val>
                                        </p:tav>
                                      </p:tavLst>
                                    </p:anim>
                                    <p:animEffect transition="in" filter="fade">
                                      <p:cBhvr>
                                        <p:cTn id="24" dur="500"/>
                                        <p:tgtEl>
                                          <p:spTgt spid="17"/>
                                        </p:tgtEl>
                                      </p:cBhvr>
                                    </p:animEffect>
                                  </p:childTnLst>
                                </p:cTn>
                              </p:par>
                            </p:childTnLst>
                          </p:cTn>
                        </p:par>
                        <p:par>
                          <p:cTn id="25" fill="hold">
                            <p:stCondLst>
                              <p:cond delay="500"/>
                            </p:stCondLst>
                            <p:childTnLst>
                              <p:par>
                                <p:cTn id="26" presetID="22" presetClass="entr" presetSubtype="8" fill="hold" nodeType="afterEffect">
                                  <p:stCondLst>
                                    <p:cond delay="0"/>
                                  </p:stCondLst>
                                  <p:childTnLst>
                                    <p:set>
                                      <p:cBhvr>
                                        <p:cTn id="27" dur="1" fill="hold">
                                          <p:stCondLst>
                                            <p:cond delay="0"/>
                                          </p:stCondLst>
                                        </p:cTn>
                                        <p:tgtEl>
                                          <p:spTgt spid="21"/>
                                        </p:tgtEl>
                                        <p:attrNameLst>
                                          <p:attrName>style.visibility</p:attrName>
                                        </p:attrNameLst>
                                      </p:cBhvr>
                                      <p:to>
                                        <p:strVal val="visible"/>
                                      </p:to>
                                    </p:set>
                                    <p:animEffect transition="in" filter="wipe(left)">
                                      <p:cBhvr>
                                        <p:cTn id="28" dur="500"/>
                                        <p:tgtEl>
                                          <p:spTgt spid="21"/>
                                        </p:tgtEl>
                                      </p:cBhvr>
                                    </p:animEffect>
                                  </p:childTnLst>
                                </p:cTn>
                              </p:par>
                            </p:childTnLst>
                          </p:cTn>
                        </p:par>
                        <p:par>
                          <p:cTn id="29" fill="hold">
                            <p:stCondLst>
                              <p:cond delay="1000"/>
                            </p:stCondLst>
                            <p:childTnLst>
                              <p:par>
                                <p:cTn id="30" presetID="22" presetClass="entr" presetSubtype="8" fill="hold" grpId="0" nodeType="afterEffect">
                                  <p:stCondLst>
                                    <p:cond delay="0"/>
                                  </p:stCondLst>
                                  <p:childTnLst>
                                    <p:set>
                                      <p:cBhvr>
                                        <p:cTn id="31" dur="1" fill="hold">
                                          <p:stCondLst>
                                            <p:cond delay="0"/>
                                          </p:stCondLst>
                                        </p:cTn>
                                        <p:tgtEl>
                                          <p:spTgt spid="20"/>
                                        </p:tgtEl>
                                        <p:attrNameLst>
                                          <p:attrName>style.visibility</p:attrName>
                                        </p:attrNameLst>
                                      </p:cBhvr>
                                      <p:to>
                                        <p:strVal val="visible"/>
                                      </p:to>
                                    </p:set>
                                    <p:animEffect transition="in" filter="wipe(left)">
                                      <p:cBhvr>
                                        <p:cTn id="32"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20" grpId="0" animBg="1"/>
      <p:bldP spid="13" grpId="0" animBg="1"/>
      <p:bldP spid="14" grpId="0" animBg="1"/>
    </p:bldLst>
  </p:timing>
</p:sld>
</file>

<file path=ppt/slides/slide7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7522" name="Rectangle 4"/>
          <p:cNvSpPr>
            <a:spLocks noGrp="1"/>
          </p:cNvSpPr>
          <p:nvPr>
            <p:ph type="title"/>
          </p:nvPr>
        </p:nvSpPr>
        <p:spPr>
          <a:xfrm>
            <a:off x="1881188" y="333375"/>
            <a:ext cx="8447087" cy="839788"/>
          </a:xfrm>
        </p:spPr>
        <p:txBody>
          <a:bodyPr vert="horz" wrap="square" lIns="91440" tIns="45720" rIns="91440" bIns="45720" anchor="ctr" anchorCtr="0"/>
          <a:lstStyle/>
          <a:p>
            <a:r>
              <a:rPr lang="en-US" altLang="zh-CN" sz="4000" kern="1200" dirty="0">
                <a:solidFill>
                  <a:schemeClr val="tx1"/>
                </a:solidFill>
                <a:latin typeface="Arial" panose="020B0604020202090204" pitchFamily="34" charset="0"/>
                <a:ea typeface="黑体" panose="02010609060101010101" pitchFamily="49" charset="-122"/>
                <a:cs typeface="Arial" panose="020B0604020202090204" pitchFamily="34" charset="0"/>
              </a:rPr>
              <a:t>3.4.4 </a:t>
            </a:r>
            <a:r>
              <a:rPr lang="zh-CN" altLang="en-US" sz="4000" kern="1200" dirty="0">
                <a:solidFill>
                  <a:schemeClr val="tx1"/>
                </a:solidFill>
                <a:latin typeface="Arial" panose="020B0604020202090204" pitchFamily="34" charset="0"/>
                <a:ea typeface="黑体" panose="02010609060101010101" pitchFamily="49" charset="-122"/>
                <a:cs typeface="Arial" panose="020B0604020202090204" pitchFamily="34" charset="0"/>
              </a:rPr>
              <a:t>结构体</a:t>
            </a:r>
            <a:r>
              <a:rPr lang="zh-CN" altLang="en-US" sz="4000" kern="1200" dirty="0">
                <a:solidFill>
                  <a:srgbClr val="C00000"/>
                </a:solidFill>
                <a:latin typeface="Arial" panose="020B0604020202090204" pitchFamily="34" charset="0"/>
                <a:ea typeface="黑体" panose="02010609060101010101" pitchFamily="49" charset="-122"/>
                <a:cs typeface="Arial" panose="020B0604020202090204" pitchFamily="34" charset="0"/>
              </a:rPr>
              <a:t>数组</a:t>
            </a:r>
            <a:r>
              <a:rPr lang="zh-CN" altLang="en-US" sz="4000" kern="1200" dirty="0">
                <a:solidFill>
                  <a:schemeClr val="tx1"/>
                </a:solidFill>
                <a:latin typeface="Arial" panose="020B0604020202090204" pitchFamily="34" charset="0"/>
                <a:ea typeface="黑体" panose="02010609060101010101" pitchFamily="49" charset="-122"/>
                <a:cs typeface="Arial" panose="020B0604020202090204" pitchFamily="34" charset="0"/>
              </a:rPr>
              <a:t>的定义和初始化</a:t>
            </a:r>
            <a:endParaRPr lang="en-US" altLang="zh-CN" sz="4000" kern="1200" dirty="0">
              <a:solidFill>
                <a:schemeClr val="tx1"/>
              </a:solidFill>
              <a:latin typeface="Arial" panose="020B0604020202090204" pitchFamily="34" charset="0"/>
              <a:ea typeface="黑体" panose="02010609060101010101" pitchFamily="49" charset="-122"/>
              <a:cs typeface="Arial" panose="020B0604020202090204" pitchFamily="34" charset="0"/>
            </a:endParaRPr>
          </a:p>
        </p:txBody>
      </p:sp>
      <p:pic>
        <p:nvPicPr>
          <p:cNvPr id="107523" name="Picture 10"/>
          <p:cNvPicPr>
            <a:picLocks noChangeAspect="1"/>
          </p:cNvPicPr>
          <p:nvPr/>
        </p:nvPicPr>
        <p:blipFill>
          <a:blip r:embed="rId1"/>
          <a:stretch>
            <a:fillRect/>
          </a:stretch>
        </p:blipFill>
        <p:spPr>
          <a:xfrm>
            <a:off x="2327275" y="3208338"/>
            <a:ext cx="3900488" cy="2720975"/>
          </a:xfrm>
          <a:prstGeom prst="rect">
            <a:avLst/>
          </a:prstGeom>
          <a:noFill/>
          <a:ln w="28575" cap="flat" cmpd="sng">
            <a:solidFill>
              <a:srgbClr val="000080"/>
            </a:solidFill>
            <a:prstDash val="solid"/>
            <a:miter/>
            <a:headEnd type="none" w="sm" len="sm"/>
            <a:tailEnd type="none" w="sm" len="sm"/>
          </a:ln>
        </p:spPr>
      </p:pic>
      <p:pic>
        <p:nvPicPr>
          <p:cNvPr id="107524" name="Picture 9"/>
          <p:cNvPicPr>
            <a:picLocks noChangeAspect="1"/>
          </p:cNvPicPr>
          <p:nvPr/>
        </p:nvPicPr>
        <p:blipFill>
          <a:blip r:embed="rId2"/>
          <a:stretch>
            <a:fillRect/>
          </a:stretch>
        </p:blipFill>
        <p:spPr>
          <a:xfrm>
            <a:off x="6846888" y="3554413"/>
            <a:ext cx="2809875" cy="1946275"/>
          </a:xfrm>
          <a:prstGeom prst="rect">
            <a:avLst/>
          </a:prstGeom>
          <a:noFill/>
          <a:ln w="28575" cap="flat" cmpd="sng">
            <a:solidFill>
              <a:srgbClr val="000080"/>
            </a:solidFill>
            <a:prstDash val="solid"/>
            <a:miter/>
            <a:headEnd type="none" w="sm" len="sm"/>
            <a:tailEnd type="none" w="sm" len="sm"/>
          </a:ln>
        </p:spPr>
      </p:pic>
      <p:pic>
        <p:nvPicPr>
          <p:cNvPr id="107525" name="Picture 2"/>
          <p:cNvPicPr>
            <a:picLocks noChangeAspect="1"/>
          </p:cNvPicPr>
          <p:nvPr/>
        </p:nvPicPr>
        <p:blipFill>
          <a:blip r:embed="rId3">
            <a:clrChange>
              <a:clrFrom>
                <a:srgbClr val="FCFCFC"/>
              </a:clrFrom>
              <a:clrTo>
                <a:srgbClr val="FCFCFC">
                  <a:alpha val="0"/>
                </a:srgbClr>
              </a:clrTo>
            </a:clrChange>
          </a:blip>
          <a:stretch>
            <a:fillRect/>
          </a:stretch>
        </p:blipFill>
        <p:spPr>
          <a:xfrm>
            <a:off x="1774825" y="1714500"/>
            <a:ext cx="8742363" cy="1162050"/>
          </a:xfrm>
          <a:prstGeom prst="rect">
            <a:avLst/>
          </a:prstGeom>
          <a:solidFill>
            <a:schemeClr val="bg1"/>
          </a:solidFill>
          <a:ln w="12700">
            <a:noFill/>
          </a:ln>
        </p:spPr>
      </p:pic>
    </p:spTree>
  </p:cSld>
  <p:clrMapOvr>
    <a:masterClrMapping/>
  </p:clrMapOvr>
  <p:transition/>
</p:sld>
</file>

<file path=ppt/slides/slide7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08546" name="Picture 2"/>
          <p:cNvPicPr>
            <a:picLocks noChangeAspect="1"/>
          </p:cNvPicPr>
          <p:nvPr/>
        </p:nvPicPr>
        <p:blipFill>
          <a:blip r:embed="rId1">
            <a:clrChange>
              <a:clrFrom>
                <a:srgbClr val="FFFFFF"/>
              </a:clrFrom>
              <a:clrTo>
                <a:srgbClr val="FFFFFF">
                  <a:alpha val="0"/>
                </a:srgbClr>
              </a:clrTo>
            </a:clrChange>
          </a:blip>
          <a:stretch>
            <a:fillRect/>
          </a:stretch>
        </p:blipFill>
        <p:spPr>
          <a:xfrm>
            <a:off x="1727200" y="1352550"/>
            <a:ext cx="9128125" cy="1697038"/>
          </a:xfrm>
          <a:prstGeom prst="rect">
            <a:avLst/>
          </a:prstGeom>
          <a:noFill/>
          <a:ln w="12700">
            <a:noFill/>
          </a:ln>
        </p:spPr>
      </p:pic>
      <p:grpSp>
        <p:nvGrpSpPr>
          <p:cNvPr id="2" name="组合 53"/>
          <p:cNvGrpSpPr/>
          <p:nvPr/>
        </p:nvGrpSpPr>
        <p:grpSpPr>
          <a:xfrm>
            <a:off x="1415481" y="3020376"/>
            <a:ext cx="9321001" cy="2870682"/>
            <a:chOff x="459076" y="-121349"/>
            <a:chExt cx="8537287" cy="4628264"/>
          </a:xfrm>
          <a:effectLst>
            <a:outerShdw blurRad="50800" dist="38100" dir="2700000" algn="tl" rotWithShape="0">
              <a:prstClr val="black">
                <a:alpha val="40000"/>
              </a:prstClr>
            </a:outerShdw>
          </a:effectLst>
        </p:grpSpPr>
        <p:grpSp>
          <p:nvGrpSpPr>
            <p:cNvPr id="3" name="Group 4"/>
            <p:cNvGrpSpPr/>
            <p:nvPr/>
          </p:nvGrpSpPr>
          <p:grpSpPr bwMode="auto">
            <a:xfrm>
              <a:off x="466725" y="790577"/>
              <a:ext cx="8529638" cy="3716338"/>
              <a:chOff x="295" y="841"/>
              <a:chExt cx="5373" cy="2341"/>
            </a:xfrm>
          </p:grpSpPr>
          <p:grpSp>
            <p:nvGrpSpPr>
              <p:cNvPr id="4" name="Group 5"/>
              <p:cNvGrpSpPr/>
              <p:nvPr/>
            </p:nvGrpSpPr>
            <p:grpSpPr bwMode="auto">
              <a:xfrm>
                <a:off x="295" y="841"/>
                <a:ext cx="5373" cy="598"/>
                <a:chOff x="68" y="832"/>
                <a:chExt cx="5553" cy="701"/>
              </a:xfrm>
            </p:grpSpPr>
            <p:sp>
              <p:nvSpPr>
                <p:cNvPr id="146" name="Rectangle 6"/>
                <p:cNvSpPr>
                  <a:spLocks noChangeArrowheads="1"/>
                </p:cNvSpPr>
                <p:nvPr/>
              </p:nvSpPr>
              <p:spPr bwMode="auto">
                <a:xfrm>
                  <a:off x="86" y="845"/>
                  <a:ext cx="5535" cy="680"/>
                </a:xfrm>
                <a:prstGeom prst="rect">
                  <a:avLst/>
                </a:prstGeom>
                <a:solidFill>
                  <a:schemeClr val="bg2"/>
                </a:solidFill>
                <a:ln w="9525">
                  <a:solidFill>
                    <a:schemeClr val="tx1"/>
                  </a:solidFill>
                  <a:miter lim="800000"/>
                </a:ln>
                <a:effectLst/>
              </p:spPr>
              <p:txBody>
                <a:bodyPr wrap="none" anchor="ct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1" lang="zh-CN" altLang="en-US" sz="2000" b="1"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
              <p:nvSpPr>
                <p:cNvPr id="147" name="Text Box 7"/>
                <p:cNvSpPr txBox="1">
                  <a:spLocks noChangeArrowheads="1"/>
                </p:cNvSpPr>
                <p:nvPr/>
              </p:nvSpPr>
              <p:spPr bwMode="auto">
                <a:xfrm>
                  <a:off x="68" y="1073"/>
                  <a:ext cx="520" cy="439"/>
                </a:xfrm>
                <a:prstGeom prst="rect">
                  <a:avLst/>
                </a:prstGeom>
                <a:noFill/>
                <a:ln w="9525">
                  <a:noFill/>
                  <a:miter lim="800000"/>
                </a:ln>
                <a:effectLst/>
              </p:spPr>
              <p:txBody>
                <a:bodyPr>
                  <a:spAutoFit/>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r>
                    <a:rPr kumimoji="1" lang="en-US" altLang="zh-CN" sz="2000" b="1"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rPr>
                    <a:t>1</a:t>
                  </a:r>
                  <a:endParaRPr kumimoji="1" lang="en-US" altLang="zh-CN" sz="2000" b="1"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
              <p:nvSpPr>
                <p:cNvPr id="148" name="Text Box 8"/>
                <p:cNvSpPr txBox="1">
                  <a:spLocks noChangeArrowheads="1"/>
                </p:cNvSpPr>
                <p:nvPr/>
              </p:nvSpPr>
              <p:spPr bwMode="auto">
                <a:xfrm>
                  <a:off x="527" y="1072"/>
                  <a:ext cx="502" cy="406"/>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r>
                    <a:rPr kumimoji="1" lang="zh-CN" altLang="en-US" sz="1800" b="1" i="0" u="none" strike="noStrike" kern="1200" cap="none" spc="0" normalizeH="0" baseline="0" noProof="0" dirty="0">
                      <a:ln>
                        <a:noFill/>
                      </a:ln>
                      <a:solidFill>
                        <a:schemeClr val="tx1"/>
                      </a:solidFill>
                      <a:effectLst/>
                      <a:uLnTx/>
                      <a:uFillTx/>
                      <a:latin typeface="Arial" panose="020B0604020202090204" pitchFamily="34" charset="0"/>
                      <a:ea typeface="宋体" pitchFamily="2" charset="-122"/>
                      <a:cs typeface="+mn-cs"/>
                    </a:rPr>
                    <a:t>王   刚</a:t>
                  </a:r>
                  <a:endParaRPr kumimoji="1" lang="en-US" altLang="zh-CN" sz="1800" b="1" i="0" u="none" strike="noStrike" kern="1200" cap="none" spc="0" normalizeH="0" baseline="0" noProof="0" dirty="0">
                    <a:ln>
                      <a:noFill/>
                    </a:ln>
                    <a:solidFill>
                      <a:schemeClr val="tx1"/>
                    </a:solidFill>
                    <a:effectLst/>
                    <a:uLnTx/>
                    <a:uFillTx/>
                    <a:latin typeface="Arial" panose="020B0604020202090204" pitchFamily="34" charset="0"/>
                    <a:ea typeface="宋体" pitchFamily="2" charset="-122"/>
                    <a:cs typeface="+mn-cs"/>
                  </a:endParaRPr>
                </a:p>
              </p:txBody>
            </p:sp>
            <p:sp>
              <p:nvSpPr>
                <p:cNvPr id="149" name="Text Box 9"/>
                <p:cNvSpPr txBox="1">
                  <a:spLocks noChangeArrowheads="1"/>
                </p:cNvSpPr>
                <p:nvPr/>
              </p:nvSpPr>
              <p:spPr bwMode="auto">
                <a:xfrm>
                  <a:off x="1231" y="1063"/>
                  <a:ext cx="237" cy="439"/>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r>
                    <a:rPr kumimoji="1" lang="en-US" altLang="zh-CN" sz="2000" b="1" i="0" u="none" strike="noStrike" kern="1200" cap="none" spc="0" normalizeH="0" baseline="0" noProof="0" dirty="0">
                      <a:ln>
                        <a:noFill/>
                      </a:ln>
                      <a:solidFill>
                        <a:schemeClr val="tx1"/>
                      </a:solidFill>
                      <a:effectLst/>
                      <a:uLnTx/>
                      <a:uFillTx/>
                      <a:latin typeface="Arial" panose="020B0604020202090204" pitchFamily="34" charset="0"/>
                      <a:ea typeface="宋体" pitchFamily="2" charset="-122"/>
                      <a:cs typeface="+mn-cs"/>
                    </a:rPr>
                    <a:t>M</a:t>
                  </a:r>
                  <a:endParaRPr kumimoji="1" lang="zh-CN" altLang="en-US" sz="2000" b="1" i="0" u="none" strike="noStrike" kern="1200" cap="none" spc="0" normalizeH="0" baseline="0" noProof="0" dirty="0">
                    <a:ln>
                      <a:noFill/>
                    </a:ln>
                    <a:solidFill>
                      <a:schemeClr val="tx1"/>
                    </a:solidFill>
                    <a:effectLst/>
                    <a:uLnTx/>
                    <a:uFillTx/>
                    <a:latin typeface="Arial" panose="020B0604020202090204" pitchFamily="34" charset="0"/>
                    <a:ea typeface="宋体" pitchFamily="2" charset="-122"/>
                    <a:cs typeface="+mn-cs"/>
                  </a:endParaRPr>
                </a:p>
              </p:txBody>
            </p:sp>
            <p:sp>
              <p:nvSpPr>
                <p:cNvPr id="150" name="Text Box 10"/>
                <p:cNvSpPr txBox="1">
                  <a:spLocks noChangeArrowheads="1"/>
                </p:cNvSpPr>
                <p:nvPr/>
              </p:nvSpPr>
              <p:spPr bwMode="auto">
                <a:xfrm>
                  <a:off x="2483" y="833"/>
                  <a:ext cx="110" cy="439"/>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1" lang="zh-CN" altLang="en-US" sz="2000" b="1"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
              <p:nvSpPr>
                <p:cNvPr id="151" name="Text Box 11"/>
                <p:cNvSpPr txBox="1">
                  <a:spLocks noChangeArrowheads="1"/>
                </p:cNvSpPr>
                <p:nvPr/>
              </p:nvSpPr>
              <p:spPr bwMode="auto">
                <a:xfrm>
                  <a:off x="3255" y="832"/>
                  <a:ext cx="280" cy="683"/>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50000"/>
                    </a:lnSpc>
                    <a:spcBef>
                      <a:spcPts val="590"/>
                    </a:spcBef>
                    <a:spcAft>
                      <a:spcPts val="590"/>
                    </a:spcAft>
                    <a:buClr>
                      <a:schemeClr val="tx2"/>
                    </a:buClr>
                    <a:buSzPct val="80000"/>
                    <a:buFontTx/>
                    <a:buNone/>
                    <a:defRPr/>
                  </a:pPr>
                  <a:endParaRPr kumimoji="1" lang="en-US" altLang="zh-CN" sz="2000" b="1" i="0" u="none" strike="noStrike" kern="1200" cap="none" spc="0" normalizeH="0" baseline="0" noProof="0" dirty="0">
                    <a:ln>
                      <a:noFill/>
                    </a:ln>
                    <a:solidFill>
                      <a:schemeClr val="tx1"/>
                    </a:solidFill>
                    <a:effectLst/>
                    <a:uLnTx/>
                    <a:uFillTx/>
                    <a:latin typeface="Arial" panose="020B0604020202090204" pitchFamily="34" charset="0"/>
                    <a:ea typeface="宋体" pitchFamily="2" charset="-122"/>
                    <a:cs typeface="+mn-cs"/>
                  </a:endParaRPr>
                </a:p>
                <a:p>
                  <a:pPr marL="0" marR="0" lvl="0" indent="0" algn="l" defTabSz="914400" rtl="0" eaLnBrk="1" fontAlgn="base" latinLnBrk="0" hangingPunct="1">
                    <a:lnSpc>
                      <a:spcPct val="50000"/>
                    </a:lnSpc>
                    <a:spcBef>
                      <a:spcPts val="590"/>
                    </a:spcBef>
                    <a:spcAft>
                      <a:spcPts val="590"/>
                    </a:spcAft>
                    <a:buClr>
                      <a:schemeClr val="tx2"/>
                    </a:buClr>
                    <a:buSzPct val="80000"/>
                    <a:buFontTx/>
                    <a:buNone/>
                    <a:defRPr/>
                  </a:pPr>
                  <a:r>
                    <a:rPr kumimoji="1" lang="en-US" altLang="zh-CN" sz="2000" b="1" i="0" u="none" strike="noStrike" kern="1200" cap="none" spc="0" normalizeH="0" baseline="0" noProof="0" dirty="0">
                      <a:ln>
                        <a:noFill/>
                      </a:ln>
                      <a:solidFill>
                        <a:schemeClr val="tx1"/>
                      </a:solidFill>
                      <a:effectLst/>
                      <a:uLnTx/>
                      <a:uFillTx/>
                      <a:latin typeface="Arial" panose="020B0604020202090204" pitchFamily="34" charset="0"/>
                      <a:ea typeface="宋体" pitchFamily="2" charset="-122"/>
                      <a:cs typeface="+mn-cs"/>
                    </a:rPr>
                    <a:t>72</a:t>
                  </a:r>
                  <a:endParaRPr kumimoji="1" lang="en-US" altLang="zh-CN" sz="2000" b="1" i="0" u="none" strike="noStrike" kern="1200" cap="none" spc="0" normalizeH="0" baseline="0" noProof="0" dirty="0">
                    <a:ln>
                      <a:noFill/>
                    </a:ln>
                    <a:solidFill>
                      <a:schemeClr val="tx1"/>
                    </a:solidFill>
                    <a:effectLst/>
                    <a:uLnTx/>
                    <a:uFillTx/>
                    <a:latin typeface="Arial" panose="020B0604020202090204" pitchFamily="34" charset="0"/>
                    <a:ea typeface="宋体" pitchFamily="2" charset="-122"/>
                    <a:cs typeface="+mn-cs"/>
                  </a:endParaRPr>
                </a:p>
              </p:txBody>
            </p:sp>
            <p:sp>
              <p:nvSpPr>
                <p:cNvPr id="152" name="Line 12"/>
                <p:cNvSpPr>
                  <a:spLocks noChangeShapeType="1"/>
                </p:cNvSpPr>
                <p:nvPr/>
              </p:nvSpPr>
              <p:spPr bwMode="auto">
                <a:xfrm flipH="1">
                  <a:off x="551" y="844"/>
                  <a:ext cx="0" cy="681"/>
                </a:xfrm>
                <a:prstGeom prst="line">
                  <a:avLst/>
                </a:prstGeom>
                <a:noFill/>
                <a:ln w="9525">
                  <a:solidFill>
                    <a:schemeClr val="tx1"/>
                  </a:solidFill>
                  <a:round/>
                </a:ln>
                <a:effectLst/>
              </p:spPr>
              <p:txBody>
                <a:bodyPr wrap="none" anchor="ct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153" name="Line 13"/>
                <p:cNvSpPr>
                  <a:spLocks noChangeShapeType="1"/>
                </p:cNvSpPr>
                <p:nvPr/>
              </p:nvSpPr>
              <p:spPr bwMode="auto">
                <a:xfrm>
                  <a:off x="1129" y="844"/>
                  <a:ext cx="0" cy="680"/>
                </a:xfrm>
                <a:prstGeom prst="line">
                  <a:avLst/>
                </a:prstGeom>
                <a:noFill/>
                <a:ln w="9525">
                  <a:solidFill>
                    <a:schemeClr val="tx1"/>
                  </a:solidFill>
                  <a:round/>
                </a:ln>
                <a:effectLst/>
              </p:spPr>
              <p:txBody>
                <a:bodyPr wrap="none" anchor="ct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154" name="Line 14"/>
                <p:cNvSpPr>
                  <a:spLocks noChangeShapeType="1"/>
                </p:cNvSpPr>
                <p:nvPr/>
              </p:nvSpPr>
              <p:spPr bwMode="auto">
                <a:xfrm>
                  <a:off x="1650" y="844"/>
                  <a:ext cx="0" cy="680"/>
                </a:xfrm>
                <a:prstGeom prst="line">
                  <a:avLst/>
                </a:prstGeom>
                <a:noFill/>
                <a:ln w="9525">
                  <a:solidFill>
                    <a:schemeClr val="tx1"/>
                  </a:solidFill>
                  <a:round/>
                </a:ln>
                <a:effectLst/>
              </p:spPr>
              <p:txBody>
                <a:bodyPr wrap="none" anchor="ct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155" name="Line 15"/>
                <p:cNvSpPr>
                  <a:spLocks noChangeShapeType="1"/>
                </p:cNvSpPr>
                <p:nvPr/>
              </p:nvSpPr>
              <p:spPr bwMode="auto">
                <a:xfrm flipH="1">
                  <a:off x="3080" y="844"/>
                  <a:ext cx="0" cy="680"/>
                </a:xfrm>
                <a:prstGeom prst="line">
                  <a:avLst/>
                </a:prstGeom>
                <a:noFill/>
                <a:ln w="9525">
                  <a:solidFill>
                    <a:schemeClr val="tx1"/>
                  </a:solidFill>
                  <a:round/>
                </a:ln>
                <a:effectLst/>
              </p:spPr>
              <p:txBody>
                <a:bodyPr wrap="none" anchor="ct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156" name="Line 17"/>
                <p:cNvSpPr>
                  <a:spLocks noChangeAspect="1" noChangeShapeType="1"/>
                </p:cNvSpPr>
                <p:nvPr/>
              </p:nvSpPr>
              <p:spPr bwMode="auto">
                <a:xfrm>
                  <a:off x="2113" y="904"/>
                  <a:ext cx="1" cy="629"/>
                </a:xfrm>
                <a:prstGeom prst="line">
                  <a:avLst/>
                </a:prstGeom>
                <a:noFill/>
                <a:ln w="9525">
                  <a:solidFill>
                    <a:schemeClr val="tx1"/>
                  </a:solidFill>
                  <a:round/>
                </a:ln>
                <a:effectLst/>
              </p:spPr>
              <p:txBody>
                <a:bodyPr wrap="none" anchor="ct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157" name="Line 18"/>
                <p:cNvSpPr>
                  <a:spLocks noChangeShapeType="1"/>
                </p:cNvSpPr>
                <p:nvPr/>
              </p:nvSpPr>
              <p:spPr bwMode="auto">
                <a:xfrm>
                  <a:off x="2626" y="887"/>
                  <a:ext cx="0" cy="629"/>
                </a:xfrm>
                <a:prstGeom prst="line">
                  <a:avLst/>
                </a:prstGeom>
                <a:noFill/>
                <a:ln w="9525">
                  <a:solidFill>
                    <a:schemeClr val="tx1"/>
                  </a:solidFill>
                  <a:round/>
                </a:ln>
                <a:effectLst/>
              </p:spPr>
              <p:txBody>
                <a:bodyPr wrap="none" anchor="ct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158" name="Line 19"/>
                <p:cNvSpPr>
                  <a:spLocks noChangeShapeType="1"/>
                </p:cNvSpPr>
                <p:nvPr/>
              </p:nvSpPr>
              <p:spPr bwMode="auto">
                <a:xfrm>
                  <a:off x="3696" y="854"/>
                  <a:ext cx="0" cy="657"/>
                </a:xfrm>
                <a:prstGeom prst="line">
                  <a:avLst/>
                </a:prstGeom>
                <a:noFill/>
                <a:ln w="9525">
                  <a:solidFill>
                    <a:schemeClr val="tx1"/>
                  </a:solidFill>
                  <a:round/>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159" name="Rectangle 20"/>
                <p:cNvSpPr>
                  <a:spLocks noChangeArrowheads="1"/>
                </p:cNvSpPr>
                <p:nvPr/>
              </p:nvSpPr>
              <p:spPr bwMode="auto">
                <a:xfrm>
                  <a:off x="1676" y="1075"/>
                  <a:ext cx="450" cy="439"/>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r>
                    <a:rPr kumimoji="1" lang="en-US" altLang="zh-CN" sz="2000" b="1" i="0" u="none" strike="noStrike" kern="1200" cap="none" spc="0" normalizeH="0" baseline="0" noProof="0" dirty="0">
                      <a:ln>
                        <a:noFill/>
                      </a:ln>
                      <a:solidFill>
                        <a:schemeClr val="tx1"/>
                      </a:solidFill>
                      <a:effectLst/>
                      <a:uLnTx/>
                      <a:uFillTx/>
                      <a:latin typeface="Arial" panose="020B0604020202090204" pitchFamily="34" charset="0"/>
                      <a:ea typeface="宋体" pitchFamily="2" charset="-122"/>
                      <a:cs typeface="+mn-cs"/>
                    </a:rPr>
                    <a:t>1991</a:t>
                  </a:r>
                  <a:endParaRPr kumimoji="1" lang="en-US" altLang="zh-CN" sz="2000" b="1" i="0" u="none" strike="noStrike" kern="1200" cap="none" spc="0" normalizeH="0" baseline="0" noProof="0" dirty="0">
                    <a:ln>
                      <a:noFill/>
                    </a:ln>
                    <a:solidFill>
                      <a:schemeClr val="tx1"/>
                    </a:solidFill>
                    <a:effectLst/>
                    <a:uLnTx/>
                    <a:uFillTx/>
                    <a:latin typeface="Arial" panose="020B0604020202090204" pitchFamily="34" charset="0"/>
                    <a:ea typeface="宋体" pitchFamily="2" charset="-122"/>
                    <a:cs typeface="+mn-cs"/>
                  </a:endParaRPr>
                </a:p>
              </p:txBody>
            </p:sp>
            <p:sp>
              <p:nvSpPr>
                <p:cNvPr id="160" name="Rectangle 21"/>
                <p:cNvSpPr>
                  <a:spLocks noChangeArrowheads="1"/>
                </p:cNvSpPr>
                <p:nvPr/>
              </p:nvSpPr>
              <p:spPr bwMode="auto">
                <a:xfrm>
                  <a:off x="2300" y="1075"/>
                  <a:ext cx="195" cy="439"/>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r>
                    <a:rPr kumimoji="1" lang="en-US" altLang="zh-CN" sz="2000" b="1" i="0" u="none" strike="noStrike" kern="1200" cap="none" spc="0" normalizeH="0" baseline="0" noProof="0" dirty="0">
                      <a:ln>
                        <a:noFill/>
                      </a:ln>
                      <a:solidFill>
                        <a:schemeClr val="tx1"/>
                      </a:solidFill>
                      <a:effectLst/>
                      <a:uLnTx/>
                      <a:uFillTx/>
                      <a:latin typeface="Arial" panose="020B0604020202090204" pitchFamily="34" charset="0"/>
                      <a:ea typeface="宋体" pitchFamily="2" charset="-122"/>
                      <a:cs typeface="+mn-cs"/>
                    </a:rPr>
                    <a:t>5</a:t>
                  </a:r>
                  <a:endParaRPr kumimoji="1" lang="en-US" altLang="zh-CN" sz="2000" b="1" i="0" u="none" strike="noStrike" kern="1200" cap="none" spc="0" normalizeH="0" baseline="0" noProof="0" dirty="0">
                    <a:ln>
                      <a:noFill/>
                    </a:ln>
                    <a:solidFill>
                      <a:schemeClr val="tx1"/>
                    </a:solidFill>
                    <a:effectLst/>
                    <a:uLnTx/>
                    <a:uFillTx/>
                    <a:latin typeface="Arial" panose="020B0604020202090204" pitchFamily="34" charset="0"/>
                    <a:ea typeface="宋体" pitchFamily="2" charset="-122"/>
                    <a:cs typeface="+mn-cs"/>
                  </a:endParaRPr>
                </a:p>
              </p:txBody>
            </p:sp>
            <p:sp>
              <p:nvSpPr>
                <p:cNvPr id="161" name="Rectangle 22"/>
                <p:cNvSpPr>
                  <a:spLocks noChangeArrowheads="1"/>
                </p:cNvSpPr>
                <p:nvPr/>
              </p:nvSpPr>
              <p:spPr bwMode="auto">
                <a:xfrm>
                  <a:off x="2712" y="1075"/>
                  <a:ext cx="280" cy="439"/>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r>
                    <a:rPr kumimoji="1" lang="en-US" altLang="zh-CN" sz="2000" b="1" i="0" u="none" strike="noStrike" kern="1200" cap="none" spc="0" normalizeH="0" baseline="0" noProof="0" dirty="0">
                      <a:ln>
                        <a:noFill/>
                      </a:ln>
                      <a:solidFill>
                        <a:schemeClr val="tx1"/>
                      </a:solidFill>
                      <a:effectLst/>
                      <a:uLnTx/>
                      <a:uFillTx/>
                      <a:latin typeface="Arial" panose="020B0604020202090204" pitchFamily="34" charset="0"/>
                      <a:ea typeface="宋体" pitchFamily="2" charset="-122"/>
                      <a:cs typeface="+mn-cs"/>
                    </a:rPr>
                    <a:t>19</a:t>
                  </a:r>
                  <a:endParaRPr kumimoji="1" lang="en-US" altLang="zh-CN" sz="2000" b="1" i="0" u="none" strike="noStrike" kern="1200" cap="none" spc="0" normalizeH="0" baseline="0" noProof="0" dirty="0">
                    <a:ln>
                      <a:noFill/>
                    </a:ln>
                    <a:solidFill>
                      <a:schemeClr val="tx1"/>
                    </a:solidFill>
                    <a:effectLst/>
                    <a:uLnTx/>
                    <a:uFillTx/>
                    <a:latin typeface="Arial" panose="020B0604020202090204" pitchFamily="34" charset="0"/>
                    <a:ea typeface="宋体" pitchFamily="2" charset="-122"/>
                    <a:cs typeface="+mn-cs"/>
                  </a:endParaRPr>
                </a:p>
              </p:txBody>
            </p:sp>
            <p:sp>
              <p:nvSpPr>
                <p:cNvPr id="162" name="Line 23"/>
                <p:cNvSpPr>
                  <a:spLocks noChangeShapeType="1"/>
                </p:cNvSpPr>
                <p:nvPr/>
              </p:nvSpPr>
              <p:spPr bwMode="auto">
                <a:xfrm>
                  <a:off x="4349" y="854"/>
                  <a:ext cx="0" cy="657"/>
                </a:xfrm>
                <a:prstGeom prst="line">
                  <a:avLst/>
                </a:prstGeom>
                <a:noFill/>
                <a:ln w="9525">
                  <a:solidFill>
                    <a:schemeClr val="tx1"/>
                  </a:solidFill>
                  <a:round/>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163" name="Line 24"/>
                <p:cNvSpPr>
                  <a:spLocks noChangeShapeType="1"/>
                </p:cNvSpPr>
                <p:nvPr/>
              </p:nvSpPr>
              <p:spPr bwMode="auto">
                <a:xfrm>
                  <a:off x="5003" y="854"/>
                  <a:ext cx="0" cy="657"/>
                </a:xfrm>
                <a:prstGeom prst="line">
                  <a:avLst/>
                </a:prstGeom>
                <a:noFill/>
                <a:ln w="9525">
                  <a:solidFill>
                    <a:schemeClr val="tx1"/>
                  </a:solidFill>
                  <a:round/>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164" name="Text Box 25"/>
                <p:cNvSpPr txBox="1">
                  <a:spLocks noChangeArrowheads="1"/>
                </p:cNvSpPr>
                <p:nvPr/>
              </p:nvSpPr>
              <p:spPr bwMode="auto">
                <a:xfrm>
                  <a:off x="3863" y="1082"/>
                  <a:ext cx="280" cy="439"/>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r>
                    <a:rPr kumimoji="1" lang="en-US" altLang="zh-CN" sz="2000" b="1" i="0" u="none" strike="noStrike" kern="1200" cap="none" spc="0" normalizeH="0" baseline="0" noProof="0" dirty="0">
                      <a:ln>
                        <a:noFill/>
                      </a:ln>
                      <a:solidFill>
                        <a:schemeClr val="tx1"/>
                      </a:solidFill>
                      <a:effectLst/>
                      <a:uLnTx/>
                      <a:uFillTx/>
                      <a:latin typeface="Arial" panose="020B0604020202090204" pitchFamily="34" charset="0"/>
                      <a:ea typeface="宋体" pitchFamily="2" charset="-122"/>
                      <a:cs typeface="+mn-cs"/>
                    </a:rPr>
                    <a:t>83</a:t>
                  </a:r>
                  <a:endParaRPr kumimoji="1" lang="en-US" altLang="zh-CN" sz="2000" b="1" i="0" u="none" strike="noStrike" kern="1200" cap="none" spc="0" normalizeH="0" baseline="0" noProof="0" dirty="0">
                    <a:ln>
                      <a:noFill/>
                    </a:ln>
                    <a:solidFill>
                      <a:schemeClr val="tx1"/>
                    </a:solidFill>
                    <a:effectLst/>
                    <a:uLnTx/>
                    <a:uFillTx/>
                    <a:latin typeface="Arial" panose="020B0604020202090204" pitchFamily="34" charset="0"/>
                    <a:ea typeface="宋体" pitchFamily="2" charset="-122"/>
                    <a:cs typeface="+mn-cs"/>
                  </a:endParaRPr>
                </a:p>
              </p:txBody>
            </p:sp>
            <p:sp>
              <p:nvSpPr>
                <p:cNvPr id="165" name="Text Box 26"/>
                <p:cNvSpPr txBox="1">
                  <a:spLocks noChangeArrowheads="1"/>
                </p:cNvSpPr>
                <p:nvPr/>
              </p:nvSpPr>
              <p:spPr bwMode="auto">
                <a:xfrm>
                  <a:off x="4514" y="1086"/>
                  <a:ext cx="280" cy="439"/>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r>
                    <a:rPr kumimoji="1" lang="en-US" altLang="zh-CN" sz="2000" b="1" i="0" u="none" strike="noStrike" kern="1200" cap="none" spc="0" normalizeH="0" baseline="0" noProof="0" dirty="0">
                      <a:ln>
                        <a:noFill/>
                      </a:ln>
                      <a:solidFill>
                        <a:schemeClr val="tx1"/>
                      </a:solidFill>
                      <a:effectLst/>
                      <a:uLnTx/>
                      <a:uFillTx/>
                      <a:latin typeface="Arial" panose="020B0604020202090204" pitchFamily="34" charset="0"/>
                      <a:ea typeface="宋体" pitchFamily="2" charset="-122"/>
                      <a:cs typeface="+mn-cs"/>
                    </a:rPr>
                    <a:t>90</a:t>
                  </a:r>
                  <a:endParaRPr kumimoji="1" lang="en-US" altLang="zh-CN" sz="2000" b="1" i="0" u="none" strike="noStrike" kern="1200" cap="none" spc="0" normalizeH="0" baseline="0" noProof="0" dirty="0">
                    <a:ln>
                      <a:noFill/>
                    </a:ln>
                    <a:solidFill>
                      <a:schemeClr val="tx1"/>
                    </a:solidFill>
                    <a:effectLst/>
                    <a:uLnTx/>
                    <a:uFillTx/>
                    <a:latin typeface="Arial" panose="020B0604020202090204" pitchFamily="34" charset="0"/>
                    <a:ea typeface="宋体" pitchFamily="2" charset="-122"/>
                    <a:cs typeface="+mn-cs"/>
                  </a:endParaRPr>
                </a:p>
              </p:txBody>
            </p:sp>
            <p:sp>
              <p:nvSpPr>
                <p:cNvPr id="166" name="Text Box 27"/>
                <p:cNvSpPr txBox="1">
                  <a:spLocks noChangeArrowheads="1"/>
                </p:cNvSpPr>
                <p:nvPr/>
              </p:nvSpPr>
              <p:spPr bwMode="auto">
                <a:xfrm>
                  <a:off x="5194" y="1091"/>
                  <a:ext cx="280" cy="439"/>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r>
                    <a:rPr kumimoji="1" lang="en-US" altLang="zh-CN" sz="2000" b="1" i="0" u="none" strike="noStrike" kern="1200" cap="none" spc="0" normalizeH="0" baseline="0" noProof="0" dirty="0">
                      <a:ln>
                        <a:noFill/>
                      </a:ln>
                      <a:solidFill>
                        <a:schemeClr val="tx1"/>
                      </a:solidFill>
                      <a:effectLst/>
                      <a:uLnTx/>
                      <a:uFillTx/>
                      <a:latin typeface="Arial" panose="020B0604020202090204" pitchFamily="34" charset="0"/>
                      <a:ea typeface="宋体" pitchFamily="2" charset="-122"/>
                      <a:cs typeface="+mn-cs"/>
                    </a:rPr>
                    <a:t>82</a:t>
                  </a:r>
                  <a:endParaRPr kumimoji="1" lang="en-US" altLang="zh-CN" sz="2000" b="1" i="0" u="none" strike="noStrike" kern="1200" cap="none" spc="0" normalizeH="0" baseline="0" noProof="0" dirty="0">
                    <a:ln>
                      <a:noFill/>
                    </a:ln>
                    <a:solidFill>
                      <a:schemeClr val="tx1"/>
                    </a:solidFill>
                    <a:effectLst/>
                    <a:uLnTx/>
                    <a:uFillTx/>
                    <a:latin typeface="Arial" panose="020B0604020202090204" pitchFamily="34" charset="0"/>
                    <a:ea typeface="宋体" pitchFamily="2" charset="-122"/>
                    <a:cs typeface="+mn-cs"/>
                  </a:endParaRPr>
                </a:p>
              </p:txBody>
            </p:sp>
          </p:grpSp>
          <p:grpSp>
            <p:nvGrpSpPr>
              <p:cNvPr id="5" name="Group 28"/>
              <p:cNvGrpSpPr/>
              <p:nvPr/>
            </p:nvGrpSpPr>
            <p:grpSpPr bwMode="auto">
              <a:xfrm>
                <a:off x="295" y="1412"/>
                <a:ext cx="5373" cy="609"/>
                <a:chOff x="68" y="816"/>
                <a:chExt cx="5553" cy="714"/>
              </a:xfrm>
            </p:grpSpPr>
            <p:sp>
              <p:nvSpPr>
                <p:cNvPr id="125" name="Rectangle 29"/>
                <p:cNvSpPr>
                  <a:spLocks noChangeArrowheads="1"/>
                </p:cNvSpPr>
                <p:nvPr/>
              </p:nvSpPr>
              <p:spPr bwMode="auto">
                <a:xfrm>
                  <a:off x="86" y="845"/>
                  <a:ext cx="5535" cy="680"/>
                </a:xfrm>
                <a:prstGeom prst="rect">
                  <a:avLst/>
                </a:prstGeom>
                <a:solidFill>
                  <a:srgbClr val="FFFFCC"/>
                </a:solidFill>
                <a:ln w="9525">
                  <a:solidFill>
                    <a:schemeClr val="tx1"/>
                  </a:solidFill>
                  <a:miter lim="800000"/>
                </a:ln>
                <a:effectLst/>
              </p:spPr>
              <p:txBody>
                <a:bodyPr wrap="none" anchor="ct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1" lang="zh-CN" altLang="en-US" sz="2000" b="1"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
              <p:nvSpPr>
                <p:cNvPr id="126" name="Text Box 30"/>
                <p:cNvSpPr txBox="1">
                  <a:spLocks noChangeArrowheads="1"/>
                </p:cNvSpPr>
                <p:nvPr/>
              </p:nvSpPr>
              <p:spPr bwMode="auto">
                <a:xfrm>
                  <a:off x="68" y="1073"/>
                  <a:ext cx="520" cy="440"/>
                </a:xfrm>
                <a:prstGeom prst="rect">
                  <a:avLst/>
                </a:prstGeom>
                <a:noFill/>
                <a:ln w="9525">
                  <a:noFill/>
                  <a:miter lim="800000"/>
                </a:ln>
                <a:effectLst/>
              </p:spPr>
              <p:txBody>
                <a:bodyPr>
                  <a:spAutoFit/>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r>
                    <a:rPr kumimoji="1" lang="en-US" altLang="zh-CN" sz="2000" b="1"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rPr>
                    <a:t>2</a:t>
                  </a:r>
                  <a:endParaRPr kumimoji="1" lang="en-US" altLang="zh-CN" sz="2000" b="1"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
              <p:nvSpPr>
                <p:cNvPr id="127" name="Text Box 31"/>
                <p:cNvSpPr txBox="1">
                  <a:spLocks noChangeArrowheads="1"/>
                </p:cNvSpPr>
                <p:nvPr/>
              </p:nvSpPr>
              <p:spPr bwMode="auto">
                <a:xfrm>
                  <a:off x="527" y="1072"/>
                  <a:ext cx="526" cy="407"/>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r>
                    <a:rPr kumimoji="1" lang="zh-CN" altLang="en-US" sz="1800" b="1" i="0" u="none" strike="noStrike" kern="1200" cap="none" spc="0" normalizeH="0" baseline="0" noProof="0" dirty="0">
                      <a:ln>
                        <a:noFill/>
                      </a:ln>
                      <a:solidFill>
                        <a:schemeClr val="tx1"/>
                      </a:solidFill>
                      <a:effectLst/>
                      <a:uLnTx/>
                      <a:uFillTx/>
                      <a:latin typeface="Arial" panose="020B0604020202090204" pitchFamily="34" charset="0"/>
                      <a:ea typeface="宋体" pitchFamily="2" charset="-122"/>
                      <a:cs typeface="+mn-cs"/>
                    </a:rPr>
                    <a:t>李小明</a:t>
                  </a:r>
                  <a:endParaRPr kumimoji="1" lang="en-US" altLang="zh-CN" sz="1800" b="1" i="0" u="none" strike="noStrike" kern="1200" cap="none" spc="0" normalizeH="0" baseline="0" noProof="0" dirty="0">
                    <a:ln>
                      <a:noFill/>
                    </a:ln>
                    <a:solidFill>
                      <a:schemeClr val="tx1"/>
                    </a:solidFill>
                    <a:effectLst/>
                    <a:uLnTx/>
                    <a:uFillTx/>
                    <a:latin typeface="Arial" panose="020B0604020202090204" pitchFamily="34" charset="0"/>
                    <a:ea typeface="宋体" pitchFamily="2" charset="-122"/>
                    <a:cs typeface="+mn-cs"/>
                  </a:endParaRPr>
                </a:p>
              </p:txBody>
            </p:sp>
            <p:sp>
              <p:nvSpPr>
                <p:cNvPr id="128" name="Text Box 32"/>
                <p:cNvSpPr txBox="1">
                  <a:spLocks noChangeArrowheads="1"/>
                </p:cNvSpPr>
                <p:nvPr/>
              </p:nvSpPr>
              <p:spPr bwMode="auto">
                <a:xfrm>
                  <a:off x="1231" y="1063"/>
                  <a:ext cx="237" cy="440"/>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r>
                    <a:rPr kumimoji="1" lang="en-US" altLang="zh-CN" sz="2000" b="1" i="0" u="none" strike="noStrike" kern="1200" cap="none" spc="0" normalizeH="0" baseline="0" noProof="0" dirty="0">
                      <a:ln>
                        <a:noFill/>
                      </a:ln>
                      <a:solidFill>
                        <a:schemeClr val="tx1"/>
                      </a:solidFill>
                      <a:effectLst/>
                      <a:uLnTx/>
                      <a:uFillTx/>
                      <a:latin typeface="Arial" panose="020B0604020202090204" pitchFamily="34" charset="0"/>
                      <a:ea typeface="宋体" pitchFamily="2" charset="-122"/>
                      <a:cs typeface="+mn-cs"/>
                    </a:rPr>
                    <a:t>M</a:t>
                  </a:r>
                  <a:endParaRPr kumimoji="1" lang="zh-CN" altLang="en-US" sz="2000" b="1" i="0" u="none" strike="noStrike" kern="1200" cap="none" spc="0" normalizeH="0" baseline="0" noProof="0" dirty="0">
                    <a:ln>
                      <a:noFill/>
                    </a:ln>
                    <a:solidFill>
                      <a:schemeClr val="tx1"/>
                    </a:solidFill>
                    <a:effectLst/>
                    <a:uLnTx/>
                    <a:uFillTx/>
                    <a:latin typeface="Arial" panose="020B0604020202090204" pitchFamily="34" charset="0"/>
                    <a:ea typeface="宋体" pitchFamily="2" charset="-122"/>
                    <a:cs typeface="+mn-cs"/>
                  </a:endParaRPr>
                </a:p>
              </p:txBody>
            </p:sp>
            <p:sp>
              <p:nvSpPr>
                <p:cNvPr id="129" name="Text Box 33"/>
                <p:cNvSpPr txBox="1">
                  <a:spLocks noChangeArrowheads="1"/>
                </p:cNvSpPr>
                <p:nvPr/>
              </p:nvSpPr>
              <p:spPr bwMode="auto">
                <a:xfrm>
                  <a:off x="2483" y="833"/>
                  <a:ext cx="110" cy="440"/>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1" lang="zh-CN" altLang="en-US" sz="2000" b="1"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
              <p:nvSpPr>
                <p:cNvPr id="130" name="Text Box 34"/>
                <p:cNvSpPr txBox="1">
                  <a:spLocks noChangeArrowheads="1"/>
                </p:cNvSpPr>
                <p:nvPr/>
              </p:nvSpPr>
              <p:spPr bwMode="auto">
                <a:xfrm>
                  <a:off x="3255" y="816"/>
                  <a:ext cx="280" cy="683"/>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50000"/>
                    </a:lnSpc>
                    <a:spcBef>
                      <a:spcPts val="590"/>
                    </a:spcBef>
                    <a:spcAft>
                      <a:spcPts val="590"/>
                    </a:spcAft>
                    <a:buClr>
                      <a:schemeClr val="tx2"/>
                    </a:buClr>
                    <a:buSzPct val="80000"/>
                    <a:buFontTx/>
                    <a:buNone/>
                    <a:defRPr/>
                  </a:pPr>
                  <a:endParaRPr kumimoji="1" lang="en-US" altLang="zh-CN" sz="2000" b="1" i="0" u="none" strike="noStrike" kern="1200" cap="none" spc="0" normalizeH="0" baseline="0" noProof="0" dirty="0">
                    <a:ln>
                      <a:noFill/>
                    </a:ln>
                    <a:solidFill>
                      <a:schemeClr val="tx1"/>
                    </a:solidFill>
                    <a:effectLst/>
                    <a:uLnTx/>
                    <a:uFillTx/>
                    <a:latin typeface="Arial" panose="020B0604020202090204" pitchFamily="34" charset="0"/>
                    <a:ea typeface="宋体" pitchFamily="2" charset="-122"/>
                    <a:cs typeface="+mn-cs"/>
                  </a:endParaRPr>
                </a:p>
                <a:p>
                  <a:pPr marL="0" marR="0" lvl="0" indent="0" algn="l" defTabSz="914400" rtl="0" eaLnBrk="1" fontAlgn="base" latinLnBrk="0" hangingPunct="1">
                    <a:lnSpc>
                      <a:spcPct val="50000"/>
                    </a:lnSpc>
                    <a:spcBef>
                      <a:spcPts val="590"/>
                    </a:spcBef>
                    <a:spcAft>
                      <a:spcPts val="590"/>
                    </a:spcAft>
                    <a:buClr>
                      <a:schemeClr val="tx2"/>
                    </a:buClr>
                    <a:buSzPct val="80000"/>
                    <a:buFontTx/>
                    <a:buNone/>
                    <a:defRPr/>
                  </a:pPr>
                  <a:r>
                    <a:rPr kumimoji="1" lang="en-US" altLang="zh-CN" sz="2000" b="1" i="0" u="none" strike="noStrike" kern="1200" cap="none" spc="0" normalizeH="0" baseline="0" noProof="0" dirty="0">
                      <a:ln>
                        <a:noFill/>
                      </a:ln>
                      <a:solidFill>
                        <a:schemeClr val="tx1"/>
                      </a:solidFill>
                      <a:effectLst/>
                      <a:uLnTx/>
                      <a:uFillTx/>
                      <a:latin typeface="Arial" panose="020B0604020202090204" pitchFamily="34" charset="0"/>
                      <a:ea typeface="宋体" pitchFamily="2" charset="-122"/>
                      <a:cs typeface="+mn-cs"/>
                    </a:rPr>
                    <a:t>88</a:t>
                  </a:r>
                  <a:endParaRPr kumimoji="1" lang="en-US" altLang="zh-CN" sz="2000" b="1" i="0" u="none" strike="noStrike" kern="1200" cap="none" spc="0" normalizeH="0" baseline="0" noProof="0" dirty="0">
                    <a:ln>
                      <a:noFill/>
                    </a:ln>
                    <a:solidFill>
                      <a:schemeClr val="tx1"/>
                    </a:solidFill>
                    <a:effectLst/>
                    <a:uLnTx/>
                    <a:uFillTx/>
                    <a:latin typeface="Arial" panose="020B0604020202090204" pitchFamily="34" charset="0"/>
                    <a:ea typeface="宋体" pitchFamily="2" charset="-122"/>
                    <a:cs typeface="+mn-cs"/>
                  </a:endParaRPr>
                </a:p>
              </p:txBody>
            </p:sp>
            <p:sp>
              <p:nvSpPr>
                <p:cNvPr id="131" name="Line 35"/>
                <p:cNvSpPr>
                  <a:spLocks noChangeShapeType="1"/>
                </p:cNvSpPr>
                <p:nvPr/>
              </p:nvSpPr>
              <p:spPr bwMode="auto">
                <a:xfrm flipH="1">
                  <a:off x="551" y="844"/>
                  <a:ext cx="0" cy="681"/>
                </a:xfrm>
                <a:prstGeom prst="line">
                  <a:avLst/>
                </a:prstGeom>
                <a:noFill/>
                <a:ln w="9525">
                  <a:solidFill>
                    <a:schemeClr val="tx1"/>
                  </a:solidFill>
                  <a:round/>
                </a:ln>
                <a:effectLst/>
              </p:spPr>
              <p:txBody>
                <a:bodyPr wrap="none" anchor="ct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132" name="Line 36"/>
                <p:cNvSpPr>
                  <a:spLocks noChangeShapeType="1"/>
                </p:cNvSpPr>
                <p:nvPr/>
              </p:nvSpPr>
              <p:spPr bwMode="auto">
                <a:xfrm>
                  <a:off x="1129" y="844"/>
                  <a:ext cx="0" cy="680"/>
                </a:xfrm>
                <a:prstGeom prst="line">
                  <a:avLst/>
                </a:prstGeom>
                <a:noFill/>
                <a:ln w="9525">
                  <a:solidFill>
                    <a:schemeClr val="tx1"/>
                  </a:solidFill>
                  <a:round/>
                </a:ln>
                <a:effectLst/>
              </p:spPr>
              <p:txBody>
                <a:bodyPr wrap="none" anchor="ct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133" name="Line 37"/>
                <p:cNvSpPr>
                  <a:spLocks noChangeShapeType="1"/>
                </p:cNvSpPr>
                <p:nvPr/>
              </p:nvSpPr>
              <p:spPr bwMode="auto">
                <a:xfrm>
                  <a:off x="1650" y="844"/>
                  <a:ext cx="0" cy="680"/>
                </a:xfrm>
                <a:prstGeom prst="line">
                  <a:avLst/>
                </a:prstGeom>
                <a:noFill/>
                <a:ln w="9525">
                  <a:solidFill>
                    <a:schemeClr val="tx1"/>
                  </a:solidFill>
                  <a:round/>
                </a:ln>
                <a:effectLst/>
              </p:spPr>
              <p:txBody>
                <a:bodyPr wrap="none" anchor="ct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134" name="Line 38"/>
                <p:cNvSpPr>
                  <a:spLocks noChangeShapeType="1"/>
                </p:cNvSpPr>
                <p:nvPr/>
              </p:nvSpPr>
              <p:spPr bwMode="auto">
                <a:xfrm flipH="1">
                  <a:off x="3080" y="844"/>
                  <a:ext cx="0" cy="680"/>
                </a:xfrm>
                <a:prstGeom prst="line">
                  <a:avLst/>
                </a:prstGeom>
                <a:noFill/>
                <a:ln w="9525">
                  <a:solidFill>
                    <a:schemeClr val="tx1"/>
                  </a:solidFill>
                  <a:round/>
                </a:ln>
                <a:effectLst/>
              </p:spPr>
              <p:txBody>
                <a:bodyPr wrap="none" anchor="ct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135" name="Line 40"/>
                <p:cNvSpPr>
                  <a:spLocks noChangeAspect="1" noChangeShapeType="1"/>
                </p:cNvSpPr>
                <p:nvPr/>
              </p:nvSpPr>
              <p:spPr bwMode="auto">
                <a:xfrm>
                  <a:off x="2113" y="864"/>
                  <a:ext cx="2" cy="666"/>
                </a:xfrm>
                <a:prstGeom prst="line">
                  <a:avLst/>
                </a:prstGeom>
                <a:noFill/>
                <a:ln w="9525">
                  <a:solidFill>
                    <a:schemeClr val="tx1"/>
                  </a:solidFill>
                  <a:round/>
                </a:ln>
                <a:effectLst/>
              </p:spPr>
              <p:txBody>
                <a:bodyPr wrap="none" anchor="ct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136" name="Line 41"/>
                <p:cNvSpPr>
                  <a:spLocks noChangeShapeType="1"/>
                </p:cNvSpPr>
                <p:nvPr/>
              </p:nvSpPr>
              <p:spPr bwMode="auto">
                <a:xfrm>
                  <a:off x="2626" y="864"/>
                  <a:ext cx="0" cy="666"/>
                </a:xfrm>
                <a:prstGeom prst="line">
                  <a:avLst/>
                </a:prstGeom>
                <a:noFill/>
                <a:ln w="9525">
                  <a:solidFill>
                    <a:schemeClr val="tx1"/>
                  </a:solidFill>
                  <a:round/>
                </a:ln>
                <a:effectLst/>
              </p:spPr>
              <p:txBody>
                <a:bodyPr wrap="none" anchor="ct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137" name="Line 42"/>
                <p:cNvSpPr>
                  <a:spLocks noChangeShapeType="1"/>
                </p:cNvSpPr>
                <p:nvPr/>
              </p:nvSpPr>
              <p:spPr bwMode="auto">
                <a:xfrm>
                  <a:off x="3696" y="854"/>
                  <a:ext cx="0" cy="657"/>
                </a:xfrm>
                <a:prstGeom prst="line">
                  <a:avLst/>
                </a:prstGeom>
                <a:noFill/>
                <a:ln w="9525">
                  <a:solidFill>
                    <a:schemeClr val="tx1"/>
                  </a:solidFill>
                  <a:round/>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138" name="Rectangle 43"/>
                <p:cNvSpPr>
                  <a:spLocks noChangeArrowheads="1"/>
                </p:cNvSpPr>
                <p:nvPr/>
              </p:nvSpPr>
              <p:spPr bwMode="auto">
                <a:xfrm>
                  <a:off x="1676" y="1055"/>
                  <a:ext cx="450" cy="440"/>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r>
                    <a:rPr kumimoji="1" lang="en-US" altLang="zh-CN" sz="2000" b="1" i="0" u="none" strike="noStrike" kern="1200" cap="none" spc="0" normalizeH="0" baseline="0" noProof="0" dirty="0">
                      <a:ln>
                        <a:noFill/>
                      </a:ln>
                      <a:solidFill>
                        <a:schemeClr val="tx1"/>
                      </a:solidFill>
                      <a:effectLst/>
                      <a:uLnTx/>
                      <a:uFillTx/>
                      <a:latin typeface="Arial" panose="020B0604020202090204" pitchFamily="34" charset="0"/>
                      <a:ea typeface="宋体" pitchFamily="2" charset="-122"/>
                      <a:cs typeface="+mn-cs"/>
                    </a:rPr>
                    <a:t>1992</a:t>
                  </a:r>
                  <a:endParaRPr kumimoji="1" lang="en-US" altLang="zh-CN" sz="2000" b="1" i="0" u="none" strike="noStrike" kern="1200" cap="none" spc="0" normalizeH="0" baseline="0" noProof="0" dirty="0">
                    <a:ln>
                      <a:noFill/>
                    </a:ln>
                    <a:solidFill>
                      <a:schemeClr val="tx1"/>
                    </a:solidFill>
                    <a:effectLst/>
                    <a:uLnTx/>
                    <a:uFillTx/>
                    <a:latin typeface="Arial" panose="020B0604020202090204" pitchFamily="34" charset="0"/>
                    <a:ea typeface="宋体" pitchFamily="2" charset="-122"/>
                    <a:cs typeface="+mn-cs"/>
                  </a:endParaRPr>
                </a:p>
              </p:txBody>
            </p:sp>
            <p:sp>
              <p:nvSpPr>
                <p:cNvPr id="139" name="Rectangle 44"/>
                <p:cNvSpPr>
                  <a:spLocks noChangeArrowheads="1"/>
                </p:cNvSpPr>
                <p:nvPr/>
              </p:nvSpPr>
              <p:spPr bwMode="auto">
                <a:xfrm>
                  <a:off x="2300" y="1053"/>
                  <a:ext cx="195" cy="440"/>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r>
                    <a:rPr kumimoji="1" lang="en-US" altLang="zh-CN" sz="2000" b="1" i="0" u="none" strike="noStrike" kern="1200" cap="none" spc="0" normalizeH="0" baseline="0" noProof="0" dirty="0">
                      <a:ln>
                        <a:noFill/>
                      </a:ln>
                      <a:solidFill>
                        <a:schemeClr val="tx1"/>
                      </a:solidFill>
                      <a:effectLst/>
                      <a:uLnTx/>
                      <a:uFillTx/>
                      <a:latin typeface="Arial" panose="020B0604020202090204" pitchFamily="34" charset="0"/>
                      <a:ea typeface="宋体" pitchFamily="2" charset="-122"/>
                      <a:cs typeface="+mn-cs"/>
                    </a:rPr>
                    <a:t>8</a:t>
                  </a:r>
                  <a:endParaRPr kumimoji="1" lang="en-US" altLang="zh-CN" sz="2000" b="1" i="0" u="none" strike="noStrike" kern="1200" cap="none" spc="0" normalizeH="0" baseline="0" noProof="0" dirty="0">
                    <a:ln>
                      <a:noFill/>
                    </a:ln>
                    <a:solidFill>
                      <a:schemeClr val="tx1"/>
                    </a:solidFill>
                    <a:effectLst/>
                    <a:uLnTx/>
                    <a:uFillTx/>
                    <a:latin typeface="Arial" panose="020B0604020202090204" pitchFamily="34" charset="0"/>
                    <a:ea typeface="宋体" pitchFamily="2" charset="-122"/>
                    <a:cs typeface="+mn-cs"/>
                  </a:endParaRPr>
                </a:p>
              </p:txBody>
            </p:sp>
            <p:sp>
              <p:nvSpPr>
                <p:cNvPr id="140" name="Rectangle 45"/>
                <p:cNvSpPr>
                  <a:spLocks noChangeArrowheads="1"/>
                </p:cNvSpPr>
                <p:nvPr/>
              </p:nvSpPr>
              <p:spPr bwMode="auto">
                <a:xfrm>
                  <a:off x="2712" y="1053"/>
                  <a:ext cx="280" cy="440"/>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r>
                    <a:rPr kumimoji="1" lang="en-US" altLang="zh-CN" sz="2000" b="1" i="0" u="none" strike="noStrike" kern="1200" cap="none" spc="0" normalizeH="0" baseline="0" noProof="0" dirty="0">
                      <a:ln>
                        <a:noFill/>
                      </a:ln>
                      <a:solidFill>
                        <a:schemeClr val="tx1"/>
                      </a:solidFill>
                      <a:effectLst/>
                      <a:uLnTx/>
                      <a:uFillTx/>
                      <a:latin typeface="Arial" panose="020B0604020202090204" pitchFamily="34" charset="0"/>
                      <a:ea typeface="宋体" pitchFamily="2" charset="-122"/>
                      <a:cs typeface="+mn-cs"/>
                    </a:rPr>
                    <a:t>20</a:t>
                  </a:r>
                  <a:endParaRPr kumimoji="1" lang="en-US" altLang="zh-CN" sz="2000" b="1" i="0" u="none" strike="noStrike" kern="1200" cap="none" spc="0" normalizeH="0" baseline="0" noProof="0" dirty="0">
                    <a:ln>
                      <a:noFill/>
                    </a:ln>
                    <a:solidFill>
                      <a:schemeClr val="tx1"/>
                    </a:solidFill>
                    <a:effectLst/>
                    <a:uLnTx/>
                    <a:uFillTx/>
                    <a:latin typeface="Arial" panose="020B0604020202090204" pitchFamily="34" charset="0"/>
                    <a:ea typeface="宋体" pitchFamily="2" charset="-122"/>
                    <a:cs typeface="+mn-cs"/>
                  </a:endParaRPr>
                </a:p>
              </p:txBody>
            </p:sp>
            <p:sp>
              <p:nvSpPr>
                <p:cNvPr id="141" name="Line 46"/>
                <p:cNvSpPr>
                  <a:spLocks noChangeShapeType="1"/>
                </p:cNvSpPr>
                <p:nvPr/>
              </p:nvSpPr>
              <p:spPr bwMode="auto">
                <a:xfrm>
                  <a:off x="4349" y="854"/>
                  <a:ext cx="0" cy="657"/>
                </a:xfrm>
                <a:prstGeom prst="line">
                  <a:avLst/>
                </a:prstGeom>
                <a:noFill/>
                <a:ln w="9525">
                  <a:solidFill>
                    <a:schemeClr val="tx1"/>
                  </a:solidFill>
                  <a:round/>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142" name="Line 47"/>
                <p:cNvSpPr>
                  <a:spLocks noChangeShapeType="1"/>
                </p:cNvSpPr>
                <p:nvPr/>
              </p:nvSpPr>
              <p:spPr bwMode="auto">
                <a:xfrm>
                  <a:off x="5003" y="854"/>
                  <a:ext cx="0" cy="657"/>
                </a:xfrm>
                <a:prstGeom prst="line">
                  <a:avLst/>
                </a:prstGeom>
                <a:noFill/>
                <a:ln w="9525">
                  <a:solidFill>
                    <a:schemeClr val="tx1"/>
                  </a:solidFill>
                  <a:round/>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143" name="Text Box 48"/>
                <p:cNvSpPr txBox="1">
                  <a:spLocks noChangeArrowheads="1"/>
                </p:cNvSpPr>
                <p:nvPr/>
              </p:nvSpPr>
              <p:spPr bwMode="auto">
                <a:xfrm>
                  <a:off x="3863" y="1053"/>
                  <a:ext cx="280" cy="440"/>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r>
                    <a:rPr kumimoji="1" lang="en-US" altLang="zh-CN" sz="2000" b="1" i="0" u="none" strike="noStrike" kern="1200" cap="none" spc="0" normalizeH="0" baseline="0" noProof="0" dirty="0">
                      <a:ln>
                        <a:noFill/>
                      </a:ln>
                      <a:solidFill>
                        <a:schemeClr val="tx1"/>
                      </a:solidFill>
                      <a:effectLst/>
                      <a:uLnTx/>
                      <a:uFillTx/>
                      <a:latin typeface="Arial" panose="020B0604020202090204" pitchFamily="34" charset="0"/>
                      <a:ea typeface="宋体" pitchFamily="2" charset="-122"/>
                      <a:cs typeface="+mn-cs"/>
                    </a:rPr>
                    <a:t>92</a:t>
                  </a:r>
                  <a:endParaRPr kumimoji="1" lang="en-US" altLang="zh-CN" sz="2000" b="1" i="0" u="none" strike="noStrike" kern="1200" cap="none" spc="0" normalizeH="0" baseline="0" noProof="0" dirty="0">
                    <a:ln>
                      <a:noFill/>
                    </a:ln>
                    <a:solidFill>
                      <a:schemeClr val="tx1"/>
                    </a:solidFill>
                    <a:effectLst/>
                    <a:uLnTx/>
                    <a:uFillTx/>
                    <a:latin typeface="Arial" panose="020B0604020202090204" pitchFamily="34" charset="0"/>
                    <a:ea typeface="宋体" pitchFamily="2" charset="-122"/>
                    <a:cs typeface="+mn-cs"/>
                  </a:endParaRPr>
                </a:p>
              </p:txBody>
            </p:sp>
            <p:sp>
              <p:nvSpPr>
                <p:cNvPr id="144" name="Text Box 49"/>
                <p:cNvSpPr txBox="1">
                  <a:spLocks noChangeArrowheads="1"/>
                </p:cNvSpPr>
                <p:nvPr/>
              </p:nvSpPr>
              <p:spPr bwMode="auto">
                <a:xfrm>
                  <a:off x="4515" y="1053"/>
                  <a:ext cx="280" cy="440"/>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r>
                    <a:rPr kumimoji="1" lang="en-US" altLang="zh-CN" sz="2000" b="1" i="0" u="none" strike="noStrike" kern="1200" cap="none" spc="0" normalizeH="0" baseline="0" noProof="0" dirty="0">
                      <a:ln>
                        <a:noFill/>
                      </a:ln>
                      <a:solidFill>
                        <a:schemeClr val="tx1"/>
                      </a:solidFill>
                      <a:effectLst/>
                      <a:uLnTx/>
                      <a:uFillTx/>
                      <a:latin typeface="Arial" panose="020B0604020202090204" pitchFamily="34" charset="0"/>
                      <a:ea typeface="宋体" pitchFamily="2" charset="-122"/>
                      <a:cs typeface="+mn-cs"/>
                    </a:rPr>
                    <a:t>78</a:t>
                  </a:r>
                  <a:endParaRPr kumimoji="1" lang="en-US" altLang="zh-CN" sz="2000" b="1" i="0" u="none" strike="noStrike" kern="1200" cap="none" spc="0" normalizeH="0" baseline="0" noProof="0" dirty="0">
                    <a:ln>
                      <a:noFill/>
                    </a:ln>
                    <a:solidFill>
                      <a:schemeClr val="tx1"/>
                    </a:solidFill>
                    <a:effectLst/>
                    <a:uLnTx/>
                    <a:uFillTx/>
                    <a:latin typeface="Arial" panose="020B0604020202090204" pitchFamily="34" charset="0"/>
                    <a:ea typeface="宋体" pitchFamily="2" charset="-122"/>
                    <a:cs typeface="+mn-cs"/>
                  </a:endParaRPr>
                </a:p>
              </p:txBody>
            </p:sp>
            <p:sp>
              <p:nvSpPr>
                <p:cNvPr id="145" name="Text Box 50"/>
                <p:cNvSpPr txBox="1">
                  <a:spLocks noChangeArrowheads="1"/>
                </p:cNvSpPr>
                <p:nvPr/>
              </p:nvSpPr>
              <p:spPr bwMode="auto">
                <a:xfrm>
                  <a:off x="5195" y="1053"/>
                  <a:ext cx="280" cy="440"/>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r>
                    <a:rPr kumimoji="1" lang="en-US" altLang="zh-CN" sz="2000" b="1" i="0" u="none" strike="noStrike" kern="1200" cap="none" spc="0" normalizeH="0" baseline="0" noProof="0" dirty="0">
                      <a:ln>
                        <a:noFill/>
                      </a:ln>
                      <a:solidFill>
                        <a:schemeClr val="tx1"/>
                      </a:solidFill>
                      <a:effectLst/>
                      <a:uLnTx/>
                      <a:uFillTx/>
                      <a:latin typeface="Arial" panose="020B0604020202090204" pitchFamily="34" charset="0"/>
                      <a:ea typeface="宋体" pitchFamily="2" charset="-122"/>
                      <a:cs typeface="+mn-cs"/>
                    </a:rPr>
                    <a:t>78</a:t>
                  </a:r>
                  <a:endParaRPr kumimoji="1" lang="en-US" altLang="zh-CN" sz="2000" b="1" i="0" u="none" strike="noStrike" kern="1200" cap="none" spc="0" normalizeH="0" baseline="0" noProof="0" dirty="0">
                    <a:ln>
                      <a:noFill/>
                    </a:ln>
                    <a:solidFill>
                      <a:schemeClr val="tx1"/>
                    </a:solidFill>
                    <a:effectLst/>
                    <a:uLnTx/>
                    <a:uFillTx/>
                    <a:latin typeface="Arial" panose="020B0604020202090204" pitchFamily="34" charset="0"/>
                    <a:ea typeface="宋体" pitchFamily="2" charset="-122"/>
                    <a:cs typeface="+mn-cs"/>
                  </a:endParaRPr>
                </a:p>
              </p:txBody>
            </p:sp>
          </p:grpSp>
          <p:grpSp>
            <p:nvGrpSpPr>
              <p:cNvPr id="6" name="Group 51"/>
              <p:cNvGrpSpPr/>
              <p:nvPr/>
            </p:nvGrpSpPr>
            <p:grpSpPr bwMode="auto">
              <a:xfrm>
                <a:off x="295" y="1998"/>
                <a:ext cx="5373" cy="620"/>
                <a:chOff x="68" y="817"/>
                <a:chExt cx="5553" cy="728"/>
              </a:xfrm>
            </p:grpSpPr>
            <p:sp>
              <p:nvSpPr>
                <p:cNvPr id="104" name="Rectangle 52"/>
                <p:cNvSpPr>
                  <a:spLocks noChangeArrowheads="1"/>
                </p:cNvSpPr>
                <p:nvPr/>
              </p:nvSpPr>
              <p:spPr bwMode="auto">
                <a:xfrm>
                  <a:off x="86" y="829"/>
                  <a:ext cx="5535" cy="680"/>
                </a:xfrm>
                <a:prstGeom prst="rect">
                  <a:avLst/>
                </a:prstGeom>
                <a:solidFill>
                  <a:schemeClr val="bg2"/>
                </a:solidFill>
                <a:ln w="9525">
                  <a:solidFill>
                    <a:schemeClr val="tx1"/>
                  </a:solidFill>
                  <a:miter lim="800000"/>
                </a:ln>
                <a:effectLst/>
              </p:spPr>
              <p:txBody>
                <a:bodyPr wrap="none" anchor="ct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1" lang="zh-CN" altLang="en-US" sz="2000" b="1"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
              <p:nvSpPr>
                <p:cNvPr id="105" name="Text Box 53"/>
                <p:cNvSpPr txBox="1">
                  <a:spLocks noChangeArrowheads="1"/>
                </p:cNvSpPr>
                <p:nvPr/>
              </p:nvSpPr>
              <p:spPr bwMode="auto">
                <a:xfrm>
                  <a:off x="68" y="1073"/>
                  <a:ext cx="520" cy="441"/>
                </a:xfrm>
                <a:prstGeom prst="rect">
                  <a:avLst/>
                </a:prstGeom>
                <a:noFill/>
                <a:ln w="9525">
                  <a:noFill/>
                  <a:miter lim="800000"/>
                </a:ln>
                <a:effectLst/>
              </p:spPr>
              <p:txBody>
                <a:bodyPr>
                  <a:spAutoFit/>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r>
                    <a:rPr kumimoji="1" lang="en-US" altLang="zh-CN" sz="2000" b="1"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rPr>
                    <a:t>3</a:t>
                  </a:r>
                  <a:endParaRPr kumimoji="1" lang="en-US" altLang="zh-CN" sz="2000" b="1"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
              <p:nvSpPr>
                <p:cNvPr id="106" name="Text Box 54"/>
                <p:cNvSpPr txBox="1">
                  <a:spLocks noChangeArrowheads="1"/>
                </p:cNvSpPr>
                <p:nvPr/>
              </p:nvSpPr>
              <p:spPr bwMode="auto">
                <a:xfrm>
                  <a:off x="527" y="1073"/>
                  <a:ext cx="526" cy="407"/>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r>
                    <a:rPr kumimoji="1" lang="zh-CN" altLang="en-US" sz="1800" b="1" i="0" u="none" strike="noStrike" kern="1200" cap="none" spc="0" normalizeH="0" baseline="0" noProof="0" dirty="0">
                      <a:ln>
                        <a:noFill/>
                      </a:ln>
                      <a:solidFill>
                        <a:schemeClr val="tx1"/>
                      </a:solidFill>
                      <a:effectLst/>
                      <a:uLnTx/>
                      <a:uFillTx/>
                      <a:latin typeface="Arial" panose="020B0604020202090204" pitchFamily="34" charset="0"/>
                      <a:ea typeface="宋体" pitchFamily="2" charset="-122"/>
                      <a:cs typeface="+mn-cs"/>
                    </a:rPr>
                    <a:t>王丽红</a:t>
                  </a:r>
                  <a:endParaRPr kumimoji="1" lang="en-US" altLang="zh-CN" sz="1800" b="1" i="0" u="none" strike="noStrike" kern="1200" cap="none" spc="0" normalizeH="0" baseline="0" noProof="0" dirty="0">
                    <a:ln>
                      <a:noFill/>
                    </a:ln>
                    <a:solidFill>
                      <a:schemeClr val="tx1"/>
                    </a:solidFill>
                    <a:effectLst/>
                    <a:uLnTx/>
                    <a:uFillTx/>
                    <a:latin typeface="Arial" panose="020B0604020202090204" pitchFamily="34" charset="0"/>
                    <a:ea typeface="宋体" pitchFamily="2" charset="-122"/>
                    <a:cs typeface="+mn-cs"/>
                  </a:endParaRPr>
                </a:p>
              </p:txBody>
            </p:sp>
            <p:sp>
              <p:nvSpPr>
                <p:cNvPr id="107" name="Text Box 55"/>
                <p:cNvSpPr txBox="1">
                  <a:spLocks noChangeArrowheads="1"/>
                </p:cNvSpPr>
                <p:nvPr/>
              </p:nvSpPr>
              <p:spPr bwMode="auto">
                <a:xfrm>
                  <a:off x="1262" y="1063"/>
                  <a:ext cx="204" cy="441"/>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r>
                    <a:rPr kumimoji="1" lang="en-US" altLang="zh-CN" sz="2000" b="1" i="0" u="none" strike="noStrike" kern="1200" cap="none" spc="0" normalizeH="0" baseline="0" noProof="0" dirty="0">
                      <a:ln>
                        <a:noFill/>
                      </a:ln>
                      <a:solidFill>
                        <a:schemeClr val="tx1"/>
                      </a:solidFill>
                      <a:effectLst/>
                      <a:uLnTx/>
                      <a:uFillTx/>
                      <a:latin typeface="Arial" panose="020B0604020202090204" pitchFamily="34" charset="0"/>
                      <a:ea typeface="宋体" pitchFamily="2" charset="-122"/>
                      <a:cs typeface="+mn-cs"/>
                    </a:rPr>
                    <a:t>F</a:t>
                  </a:r>
                  <a:endParaRPr kumimoji="1" lang="zh-CN" altLang="en-US" sz="2000" b="1" i="0" u="none" strike="noStrike" kern="1200" cap="none" spc="0" normalizeH="0" baseline="0" noProof="0" dirty="0">
                    <a:ln>
                      <a:noFill/>
                    </a:ln>
                    <a:solidFill>
                      <a:schemeClr val="tx1"/>
                    </a:solidFill>
                    <a:effectLst/>
                    <a:uLnTx/>
                    <a:uFillTx/>
                    <a:latin typeface="Arial" panose="020B0604020202090204" pitchFamily="34" charset="0"/>
                    <a:ea typeface="宋体" pitchFamily="2" charset="-122"/>
                    <a:cs typeface="+mn-cs"/>
                  </a:endParaRPr>
                </a:p>
              </p:txBody>
            </p:sp>
            <p:sp>
              <p:nvSpPr>
                <p:cNvPr id="108" name="Text Box 56"/>
                <p:cNvSpPr txBox="1">
                  <a:spLocks noChangeArrowheads="1"/>
                </p:cNvSpPr>
                <p:nvPr/>
              </p:nvSpPr>
              <p:spPr bwMode="auto">
                <a:xfrm>
                  <a:off x="2483" y="833"/>
                  <a:ext cx="110" cy="441"/>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1" lang="zh-CN" altLang="en-US" sz="2000" b="1"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
              <p:nvSpPr>
                <p:cNvPr id="109" name="Text Box 57"/>
                <p:cNvSpPr txBox="1">
                  <a:spLocks noChangeArrowheads="1"/>
                </p:cNvSpPr>
                <p:nvPr/>
              </p:nvSpPr>
              <p:spPr bwMode="auto">
                <a:xfrm>
                  <a:off x="3255" y="817"/>
                  <a:ext cx="280" cy="684"/>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50000"/>
                    </a:lnSpc>
                    <a:spcBef>
                      <a:spcPts val="590"/>
                    </a:spcBef>
                    <a:spcAft>
                      <a:spcPts val="590"/>
                    </a:spcAft>
                    <a:buClr>
                      <a:schemeClr val="tx2"/>
                    </a:buClr>
                    <a:buSzPct val="80000"/>
                    <a:buFontTx/>
                    <a:buNone/>
                    <a:defRPr/>
                  </a:pPr>
                  <a:endParaRPr kumimoji="1" lang="en-US" altLang="zh-CN" sz="2000" b="1" i="0" u="none" strike="noStrike" kern="1200" cap="none" spc="0" normalizeH="0" baseline="0" noProof="0" dirty="0">
                    <a:ln>
                      <a:noFill/>
                    </a:ln>
                    <a:solidFill>
                      <a:schemeClr val="tx1"/>
                    </a:solidFill>
                    <a:effectLst/>
                    <a:uLnTx/>
                    <a:uFillTx/>
                    <a:latin typeface="Arial" panose="020B0604020202090204" pitchFamily="34" charset="0"/>
                    <a:ea typeface="宋体" pitchFamily="2" charset="-122"/>
                    <a:cs typeface="+mn-cs"/>
                  </a:endParaRPr>
                </a:p>
                <a:p>
                  <a:pPr marL="0" marR="0" lvl="0" indent="0" algn="l" defTabSz="914400" rtl="0" eaLnBrk="1" fontAlgn="base" latinLnBrk="0" hangingPunct="1">
                    <a:lnSpc>
                      <a:spcPct val="50000"/>
                    </a:lnSpc>
                    <a:spcBef>
                      <a:spcPts val="590"/>
                    </a:spcBef>
                    <a:spcAft>
                      <a:spcPts val="590"/>
                    </a:spcAft>
                    <a:buClr>
                      <a:schemeClr val="tx2"/>
                    </a:buClr>
                    <a:buSzPct val="80000"/>
                    <a:buFontTx/>
                    <a:buNone/>
                    <a:defRPr/>
                  </a:pPr>
                  <a:r>
                    <a:rPr kumimoji="1" lang="en-US" altLang="zh-CN" sz="2000" b="1" i="0" u="none" strike="noStrike" kern="1200" cap="none" spc="0" normalizeH="0" baseline="0" noProof="0" dirty="0">
                      <a:ln>
                        <a:noFill/>
                      </a:ln>
                      <a:solidFill>
                        <a:schemeClr val="tx1"/>
                      </a:solidFill>
                      <a:effectLst/>
                      <a:uLnTx/>
                      <a:uFillTx/>
                      <a:latin typeface="Arial" panose="020B0604020202090204" pitchFamily="34" charset="0"/>
                      <a:ea typeface="宋体" pitchFamily="2" charset="-122"/>
                      <a:cs typeface="+mn-cs"/>
                    </a:rPr>
                    <a:t>98</a:t>
                  </a:r>
                  <a:endParaRPr kumimoji="1" lang="en-US" altLang="zh-CN" sz="2000" b="1" i="0" u="none" strike="noStrike" kern="1200" cap="none" spc="0" normalizeH="0" baseline="0" noProof="0" dirty="0">
                    <a:ln>
                      <a:noFill/>
                    </a:ln>
                    <a:solidFill>
                      <a:schemeClr val="tx1"/>
                    </a:solidFill>
                    <a:effectLst/>
                    <a:uLnTx/>
                    <a:uFillTx/>
                    <a:latin typeface="Arial" panose="020B0604020202090204" pitchFamily="34" charset="0"/>
                    <a:ea typeface="宋体" pitchFamily="2" charset="-122"/>
                    <a:cs typeface="+mn-cs"/>
                  </a:endParaRPr>
                </a:p>
              </p:txBody>
            </p:sp>
            <p:sp>
              <p:nvSpPr>
                <p:cNvPr id="110" name="Line 58"/>
                <p:cNvSpPr>
                  <a:spLocks noChangeShapeType="1"/>
                </p:cNvSpPr>
                <p:nvPr/>
              </p:nvSpPr>
              <p:spPr bwMode="auto">
                <a:xfrm flipH="1">
                  <a:off x="551" y="845"/>
                  <a:ext cx="0" cy="681"/>
                </a:xfrm>
                <a:prstGeom prst="line">
                  <a:avLst/>
                </a:prstGeom>
                <a:noFill/>
                <a:ln w="9525">
                  <a:solidFill>
                    <a:schemeClr val="tx1"/>
                  </a:solidFill>
                  <a:round/>
                </a:ln>
                <a:effectLst/>
              </p:spPr>
              <p:txBody>
                <a:bodyPr wrap="none" anchor="ct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111" name="Line 59"/>
                <p:cNvSpPr>
                  <a:spLocks noChangeShapeType="1"/>
                </p:cNvSpPr>
                <p:nvPr/>
              </p:nvSpPr>
              <p:spPr bwMode="auto">
                <a:xfrm>
                  <a:off x="1129" y="844"/>
                  <a:ext cx="0" cy="680"/>
                </a:xfrm>
                <a:prstGeom prst="line">
                  <a:avLst/>
                </a:prstGeom>
                <a:noFill/>
                <a:ln w="9525">
                  <a:solidFill>
                    <a:schemeClr val="tx1"/>
                  </a:solidFill>
                  <a:round/>
                </a:ln>
                <a:effectLst/>
              </p:spPr>
              <p:txBody>
                <a:bodyPr wrap="none" anchor="ct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112" name="Line 60"/>
                <p:cNvSpPr>
                  <a:spLocks noChangeShapeType="1"/>
                </p:cNvSpPr>
                <p:nvPr/>
              </p:nvSpPr>
              <p:spPr bwMode="auto">
                <a:xfrm>
                  <a:off x="1650" y="844"/>
                  <a:ext cx="0" cy="680"/>
                </a:xfrm>
                <a:prstGeom prst="line">
                  <a:avLst/>
                </a:prstGeom>
                <a:noFill/>
                <a:ln w="9525">
                  <a:solidFill>
                    <a:schemeClr val="tx1"/>
                  </a:solidFill>
                  <a:round/>
                </a:ln>
                <a:effectLst/>
              </p:spPr>
              <p:txBody>
                <a:bodyPr wrap="none" anchor="ct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113" name="Line 61"/>
                <p:cNvSpPr>
                  <a:spLocks noChangeShapeType="1"/>
                </p:cNvSpPr>
                <p:nvPr/>
              </p:nvSpPr>
              <p:spPr bwMode="auto">
                <a:xfrm flipH="1">
                  <a:off x="3080" y="844"/>
                  <a:ext cx="0" cy="680"/>
                </a:xfrm>
                <a:prstGeom prst="line">
                  <a:avLst/>
                </a:prstGeom>
                <a:noFill/>
                <a:ln w="9525">
                  <a:solidFill>
                    <a:schemeClr val="tx1"/>
                  </a:solidFill>
                  <a:round/>
                </a:ln>
                <a:effectLst/>
              </p:spPr>
              <p:txBody>
                <a:bodyPr wrap="none" anchor="ct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114" name="Line 63"/>
                <p:cNvSpPr>
                  <a:spLocks noChangeAspect="1" noChangeShapeType="1"/>
                </p:cNvSpPr>
                <p:nvPr/>
              </p:nvSpPr>
              <p:spPr bwMode="auto">
                <a:xfrm>
                  <a:off x="2113" y="869"/>
                  <a:ext cx="2" cy="667"/>
                </a:xfrm>
                <a:prstGeom prst="line">
                  <a:avLst/>
                </a:prstGeom>
                <a:noFill/>
                <a:ln w="9525">
                  <a:solidFill>
                    <a:schemeClr val="tx1"/>
                  </a:solidFill>
                  <a:round/>
                </a:ln>
                <a:effectLst/>
              </p:spPr>
              <p:txBody>
                <a:bodyPr wrap="none" anchor="ct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115" name="Line 64"/>
                <p:cNvSpPr>
                  <a:spLocks noChangeShapeType="1"/>
                </p:cNvSpPr>
                <p:nvPr/>
              </p:nvSpPr>
              <p:spPr bwMode="auto">
                <a:xfrm>
                  <a:off x="2626" y="872"/>
                  <a:ext cx="0" cy="630"/>
                </a:xfrm>
                <a:prstGeom prst="line">
                  <a:avLst/>
                </a:prstGeom>
                <a:noFill/>
                <a:ln w="9525">
                  <a:solidFill>
                    <a:schemeClr val="tx1"/>
                  </a:solidFill>
                  <a:round/>
                </a:ln>
                <a:effectLst/>
              </p:spPr>
              <p:txBody>
                <a:bodyPr wrap="none" anchor="ct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116" name="Line 65"/>
                <p:cNvSpPr>
                  <a:spLocks noChangeShapeType="1"/>
                </p:cNvSpPr>
                <p:nvPr/>
              </p:nvSpPr>
              <p:spPr bwMode="auto">
                <a:xfrm>
                  <a:off x="3696" y="854"/>
                  <a:ext cx="0" cy="657"/>
                </a:xfrm>
                <a:prstGeom prst="line">
                  <a:avLst/>
                </a:prstGeom>
                <a:noFill/>
                <a:ln w="9525">
                  <a:solidFill>
                    <a:schemeClr val="tx1"/>
                  </a:solidFill>
                  <a:round/>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117" name="Rectangle 66"/>
                <p:cNvSpPr>
                  <a:spLocks noChangeArrowheads="1"/>
                </p:cNvSpPr>
                <p:nvPr/>
              </p:nvSpPr>
              <p:spPr bwMode="auto">
                <a:xfrm>
                  <a:off x="1676" y="1104"/>
                  <a:ext cx="450" cy="441"/>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r>
                    <a:rPr kumimoji="1" lang="en-US" altLang="zh-CN" sz="2000" b="1" i="0" u="none" strike="noStrike" kern="1200" cap="none" spc="0" normalizeH="0" baseline="0" noProof="0" dirty="0">
                      <a:ln>
                        <a:noFill/>
                      </a:ln>
                      <a:solidFill>
                        <a:schemeClr val="tx1"/>
                      </a:solidFill>
                      <a:effectLst/>
                      <a:uLnTx/>
                      <a:uFillTx/>
                      <a:latin typeface="Arial" panose="020B0604020202090204" pitchFamily="34" charset="0"/>
                      <a:ea typeface="宋体" pitchFamily="2" charset="-122"/>
                      <a:cs typeface="+mn-cs"/>
                    </a:rPr>
                    <a:t>1991</a:t>
                  </a:r>
                  <a:endParaRPr kumimoji="1" lang="en-US" altLang="zh-CN" sz="2000" b="1" i="0" u="none" strike="noStrike" kern="1200" cap="none" spc="0" normalizeH="0" baseline="0" noProof="0" dirty="0">
                    <a:ln>
                      <a:noFill/>
                    </a:ln>
                    <a:solidFill>
                      <a:schemeClr val="tx1"/>
                    </a:solidFill>
                    <a:effectLst/>
                    <a:uLnTx/>
                    <a:uFillTx/>
                    <a:latin typeface="Arial" panose="020B0604020202090204" pitchFamily="34" charset="0"/>
                    <a:ea typeface="宋体" pitchFamily="2" charset="-122"/>
                    <a:cs typeface="+mn-cs"/>
                  </a:endParaRPr>
                </a:p>
              </p:txBody>
            </p:sp>
            <p:sp>
              <p:nvSpPr>
                <p:cNvPr id="118" name="Rectangle 67"/>
                <p:cNvSpPr>
                  <a:spLocks noChangeArrowheads="1"/>
                </p:cNvSpPr>
                <p:nvPr/>
              </p:nvSpPr>
              <p:spPr bwMode="auto">
                <a:xfrm>
                  <a:off x="2300" y="1104"/>
                  <a:ext cx="195" cy="441"/>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r>
                    <a:rPr kumimoji="1" lang="en-US" altLang="zh-CN" sz="2000" b="1" i="0" u="none" strike="noStrike" kern="1200" cap="none" spc="0" normalizeH="0" baseline="0" noProof="0" dirty="0">
                      <a:ln>
                        <a:noFill/>
                      </a:ln>
                      <a:solidFill>
                        <a:schemeClr val="tx1"/>
                      </a:solidFill>
                      <a:effectLst/>
                      <a:uLnTx/>
                      <a:uFillTx/>
                      <a:latin typeface="Arial" panose="020B0604020202090204" pitchFamily="34" charset="0"/>
                      <a:ea typeface="宋体" pitchFamily="2" charset="-122"/>
                      <a:cs typeface="+mn-cs"/>
                    </a:rPr>
                    <a:t>9</a:t>
                  </a:r>
                  <a:endParaRPr kumimoji="1" lang="en-US" altLang="zh-CN" sz="2000" b="1" i="0" u="none" strike="noStrike" kern="1200" cap="none" spc="0" normalizeH="0" baseline="0" noProof="0" dirty="0">
                    <a:ln>
                      <a:noFill/>
                    </a:ln>
                    <a:solidFill>
                      <a:schemeClr val="tx1"/>
                    </a:solidFill>
                    <a:effectLst/>
                    <a:uLnTx/>
                    <a:uFillTx/>
                    <a:latin typeface="Arial" panose="020B0604020202090204" pitchFamily="34" charset="0"/>
                    <a:ea typeface="宋体" pitchFamily="2" charset="-122"/>
                    <a:cs typeface="+mn-cs"/>
                  </a:endParaRPr>
                </a:p>
              </p:txBody>
            </p:sp>
            <p:sp>
              <p:nvSpPr>
                <p:cNvPr id="119" name="Rectangle 68"/>
                <p:cNvSpPr>
                  <a:spLocks noChangeArrowheads="1"/>
                </p:cNvSpPr>
                <p:nvPr/>
              </p:nvSpPr>
              <p:spPr bwMode="auto">
                <a:xfrm>
                  <a:off x="2712" y="1104"/>
                  <a:ext cx="280" cy="441"/>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r>
                    <a:rPr kumimoji="1" lang="en-US" altLang="zh-CN" sz="2000" b="1" i="0" u="none" strike="noStrike" kern="1200" cap="none" spc="0" normalizeH="0" baseline="0" noProof="0" dirty="0">
                      <a:ln>
                        <a:noFill/>
                      </a:ln>
                      <a:solidFill>
                        <a:schemeClr val="tx1"/>
                      </a:solidFill>
                      <a:effectLst/>
                      <a:uLnTx/>
                      <a:uFillTx/>
                      <a:latin typeface="Arial" panose="020B0604020202090204" pitchFamily="34" charset="0"/>
                      <a:ea typeface="宋体" pitchFamily="2" charset="-122"/>
                      <a:cs typeface="+mn-cs"/>
                    </a:rPr>
                    <a:t>19</a:t>
                  </a:r>
                  <a:endParaRPr kumimoji="1" lang="en-US" altLang="zh-CN" sz="2000" b="1" i="0" u="none" strike="noStrike" kern="1200" cap="none" spc="0" normalizeH="0" baseline="0" noProof="0" dirty="0">
                    <a:ln>
                      <a:noFill/>
                    </a:ln>
                    <a:solidFill>
                      <a:schemeClr val="tx1"/>
                    </a:solidFill>
                    <a:effectLst/>
                    <a:uLnTx/>
                    <a:uFillTx/>
                    <a:latin typeface="Arial" panose="020B0604020202090204" pitchFamily="34" charset="0"/>
                    <a:ea typeface="宋体" pitchFamily="2" charset="-122"/>
                    <a:cs typeface="+mn-cs"/>
                  </a:endParaRPr>
                </a:p>
              </p:txBody>
            </p:sp>
            <p:sp>
              <p:nvSpPr>
                <p:cNvPr id="120" name="Line 69"/>
                <p:cNvSpPr>
                  <a:spLocks noChangeShapeType="1"/>
                </p:cNvSpPr>
                <p:nvPr/>
              </p:nvSpPr>
              <p:spPr bwMode="auto">
                <a:xfrm>
                  <a:off x="4349" y="854"/>
                  <a:ext cx="0" cy="657"/>
                </a:xfrm>
                <a:prstGeom prst="line">
                  <a:avLst/>
                </a:prstGeom>
                <a:noFill/>
                <a:ln w="9525">
                  <a:solidFill>
                    <a:schemeClr val="tx1"/>
                  </a:solidFill>
                  <a:round/>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121" name="Line 70"/>
                <p:cNvSpPr>
                  <a:spLocks noChangeShapeType="1"/>
                </p:cNvSpPr>
                <p:nvPr/>
              </p:nvSpPr>
              <p:spPr bwMode="auto">
                <a:xfrm>
                  <a:off x="5003" y="854"/>
                  <a:ext cx="0" cy="657"/>
                </a:xfrm>
                <a:prstGeom prst="line">
                  <a:avLst/>
                </a:prstGeom>
                <a:noFill/>
                <a:ln w="9525">
                  <a:solidFill>
                    <a:schemeClr val="tx1"/>
                  </a:solidFill>
                  <a:round/>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122" name="Text Box 71"/>
                <p:cNvSpPr txBox="1">
                  <a:spLocks noChangeArrowheads="1"/>
                </p:cNvSpPr>
                <p:nvPr/>
              </p:nvSpPr>
              <p:spPr bwMode="auto">
                <a:xfrm>
                  <a:off x="3863" y="1067"/>
                  <a:ext cx="280" cy="441"/>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r>
                    <a:rPr kumimoji="1" lang="en-US" altLang="zh-CN" sz="2000" b="1" i="0" u="none" strike="noStrike" kern="1200" cap="none" spc="0" normalizeH="0" baseline="0" noProof="0" dirty="0">
                      <a:ln>
                        <a:noFill/>
                      </a:ln>
                      <a:solidFill>
                        <a:schemeClr val="tx1"/>
                      </a:solidFill>
                      <a:effectLst/>
                      <a:uLnTx/>
                      <a:uFillTx/>
                      <a:latin typeface="Arial" panose="020B0604020202090204" pitchFamily="34" charset="0"/>
                      <a:ea typeface="宋体" pitchFamily="2" charset="-122"/>
                      <a:cs typeface="+mn-cs"/>
                    </a:rPr>
                    <a:t>72</a:t>
                  </a:r>
                  <a:endParaRPr kumimoji="1" lang="en-US" altLang="zh-CN" sz="2000" b="1" i="0" u="none" strike="noStrike" kern="1200" cap="none" spc="0" normalizeH="0" baseline="0" noProof="0" dirty="0">
                    <a:ln>
                      <a:noFill/>
                    </a:ln>
                    <a:solidFill>
                      <a:schemeClr val="tx1"/>
                    </a:solidFill>
                    <a:effectLst/>
                    <a:uLnTx/>
                    <a:uFillTx/>
                    <a:latin typeface="Arial" panose="020B0604020202090204" pitchFamily="34" charset="0"/>
                    <a:ea typeface="宋体" pitchFamily="2" charset="-122"/>
                    <a:cs typeface="+mn-cs"/>
                  </a:endParaRPr>
                </a:p>
              </p:txBody>
            </p:sp>
            <p:sp>
              <p:nvSpPr>
                <p:cNvPr id="123" name="Text Box 72"/>
                <p:cNvSpPr txBox="1">
                  <a:spLocks noChangeArrowheads="1"/>
                </p:cNvSpPr>
                <p:nvPr/>
              </p:nvSpPr>
              <p:spPr bwMode="auto">
                <a:xfrm>
                  <a:off x="4515" y="1071"/>
                  <a:ext cx="280" cy="441"/>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r>
                    <a:rPr kumimoji="1" lang="en-US" altLang="zh-CN" sz="2000" b="1" i="0" u="none" strike="noStrike" kern="1200" cap="none" spc="0" normalizeH="0" baseline="0" noProof="0" dirty="0">
                      <a:ln>
                        <a:noFill/>
                      </a:ln>
                      <a:solidFill>
                        <a:schemeClr val="tx1"/>
                      </a:solidFill>
                      <a:effectLst/>
                      <a:uLnTx/>
                      <a:uFillTx/>
                      <a:latin typeface="Arial" panose="020B0604020202090204" pitchFamily="34" charset="0"/>
                      <a:ea typeface="宋体" pitchFamily="2" charset="-122"/>
                      <a:cs typeface="+mn-cs"/>
                    </a:rPr>
                    <a:t>89</a:t>
                  </a:r>
                  <a:endParaRPr kumimoji="1" lang="en-US" altLang="zh-CN" sz="2000" b="1" i="0" u="none" strike="noStrike" kern="1200" cap="none" spc="0" normalizeH="0" baseline="0" noProof="0" dirty="0">
                    <a:ln>
                      <a:noFill/>
                    </a:ln>
                    <a:solidFill>
                      <a:schemeClr val="tx1"/>
                    </a:solidFill>
                    <a:effectLst/>
                    <a:uLnTx/>
                    <a:uFillTx/>
                    <a:latin typeface="Arial" panose="020B0604020202090204" pitchFamily="34" charset="0"/>
                    <a:ea typeface="宋体" pitchFamily="2" charset="-122"/>
                    <a:cs typeface="+mn-cs"/>
                  </a:endParaRPr>
                </a:p>
              </p:txBody>
            </p:sp>
            <p:sp>
              <p:nvSpPr>
                <p:cNvPr id="124" name="Text Box 73"/>
                <p:cNvSpPr txBox="1">
                  <a:spLocks noChangeArrowheads="1"/>
                </p:cNvSpPr>
                <p:nvPr/>
              </p:nvSpPr>
              <p:spPr bwMode="auto">
                <a:xfrm>
                  <a:off x="5195" y="1091"/>
                  <a:ext cx="280" cy="441"/>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r>
                    <a:rPr kumimoji="1" lang="en-US" altLang="zh-CN" sz="2000" b="1" i="0" u="none" strike="noStrike" kern="1200" cap="none" spc="0" normalizeH="0" baseline="0" noProof="0" dirty="0">
                      <a:ln>
                        <a:noFill/>
                      </a:ln>
                      <a:solidFill>
                        <a:schemeClr val="tx1"/>
                      </a:solidFill>
                      <a:effectLst/>
                      <a:uLnTx/>
                      <a:uFillTx/>
                      <a:latin typeface="Arial" panose="020B0604020202090204" pitchFamily="34" charset="0"/>
                      <a:ea typeface="宋体" pitchFamily="2" charset="-122"/>
                      <a:cs typeface="+mn-cs"/>
                    </a:rPr>
                    <a:t>66</a:t>
                  </a:r>
                  <a:endParaRPr kumimoji="1" lang="en-US" altLang="zh-CN" sz="2000" b="1" i="0" u="none" strike="noStrike" kern="1200" cap="none" spc="0" normalizeH="0" baseline="0" noProof="0" dirty="0">
                    <a:ln>
                      <a:noFill/>
                    </a:ln>
                    <a:solidFill>
                      <a:schemeClr val="tx1"/>
                    </a:solidFill>
                    <a:effectLst/>
                    <a:uLnTx/>
                    <a:uFillTx/>
                    <a:latin typeface="Arial" panose="020B0604020202090204" pitchFamily="34" charset="0"/>
                    <a:ea typeface="宋体" pitchFamily="2" charset="-122"/>
                    <a:cs typeface="+mn-cs"/>
                  </a:endParaRPr>
                </a:p>
              </p:txBody>
            </p:sp>
          </p:grpSp>
          <p:grpSp>
            <p:nvGrpSpPr>
              <p:cNvPr id="7" name="Group 74"/>
              <p:cNvGrpSpPr/>
              <p:nvPr/>
            </p:nvGrpSpPr>
            <p:grpSpPr bwMode="auto">
              <a:xfrm>
                <a:off x="295" y="2576"/>
                <a:ext cx="5373" cy="606"/>
                <a:chOff x="68" y="813"/>
                <a:chExt cx="5553" cy="712"/>
              </a:xfrm>
            </p:grpSpPr>
            <p:sp>
              <p:nvSpPr>
                <p:cNvPr id="83" name="Rectangle 75"/>
                <p:cNvSpPr>
                  <a:spLocks noChangeArrowheads="1"/>
                </p:cNvSpPr>
                <p:nvPr/>
              </p:nvSpPr>
              <p:spPr bwMode="auto">
                <a:xfrm>
                  <a:off x="86" y="829"/>
                  <a:ext cx="5535" cy="680"/>
                </a:xfrm>
                <a:prstGeom prst="rect">
                  <a:avLst/>
                </a:prstGeom>
                <a:solidFill>
                  <a:srgbClr val="FFFFCC"/>
                </a:solidFill>
                <a:ln w="9525">
                  <a:solidFill>
                    <a:schemeClr val="tx1"/>
                  </a:solidFill>
                  <a:miter lim="800000"/>
                </a:ln>
                <a:effectLst/>
              </p:spPr>
              <p:txBody>
                <a:bodyPr wrap="none" anchor="ct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1" lang="zh-CN" altLang="en-US" sz="2000" b="1"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
              <p:nvSpPr>
                <p:cNvPr id="84" name="Text Box 76"/>
                <p:cNvSpPr txBox="1">
                  <a:spLocks noChangeArrowheads="1"/>
                </p:cNvSpPr>
                <p:nvPr/>
              </p:nvSpPr>
              <p:spPr bwMode="auto">
                <a:xfrm>
                  <a:off x="68" y="1073"/>
                  <a:ext cx="520" cy="441"/>
                </a:xfrm>
                <a:prstGeom prst="rect">
                  <a:avLst/>
                </a:prstGeom>
                <a:noFill/>
                <a:ln w="9525">
                  <a:noFill/>
                  <a:miter lim="800000"/>
                </a:ln>
                <a:effectLst/>
              </p:spPr>
              <p:txBody>
                <a:bodyPr>
                  <a:spAutoFit/>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r>
                    <a:rPr kumimoji="1" lang="en-US" altLang="zh-CN" sz="2000" b="1"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rPr>
                    <a:t>4</a:t>
                  </a:r>
                  <a:endParaRPr kumimoji="1" lang="en-US" altLang="zh-CN" sz="2000" b="1"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
              <p:nvSpPr>
                <p:cNvPr id="85" name="Text Box 77"/>
                <p:cNvSpPr txBox="1">
                  <a:spLocks noChangeArrowheads="1"/>
                </p:cNvSpPr>
                <p:nvPr/>
              </p:nvSpPr>
              <p:spPr bwMode="auto">
                <a:xfrm>
                  <a:off x="527" y="1072"/>
                  <a:ext cx="526" cy="408"/>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r>
                    <a:rPr kumimoji="1" lang="zh-CN" altLang="en-US" sz="1800" b="1" i="0" u="none" strike="noStrike" kern="1200" cap="none" spc="0" normalizeH="0" baseline="0" noProof="0" dirty="0">
                      <a:ln>
                        <a:noFill/>
                      </a:ln>
                      <a:solidFill>
                        <a:schemeClr val="tx1"/>
                      </a:solidFill>
                      <a:effectLst/>
                      <a:uLnTx/>
                      <a:uFillTx/>
                      <a:latin typeface="Arial" panose="020B0604020202090204" pitchFamily="34" charset="0"/>
                      <a:ea typeface="宋体" pitchFamily="2" charset="-122"/>
                      <a:cs typeface="+mn-cs"/>
                    </a:rPr>
                    <a:t>陈莉莉</a:t>
                  </a:r>
                  <a:endParaRPr kumimoji="1" lang="en-US" altLang="zh-CN" sz="1800" b="1" i="0" u="none" strike="noStrike" kern="1200" cap="none" spc="0" normalizeH="0" baseline="0" noProof="0" dirty="0">
                    <a:ln>
                      <a:noFill/>
                    </a:ln>
                    <a:solidFill>
                      <a:schemeClr val="tx1"/>
                    </a:solidFill>
                    <a:effectLst/>
                    <a:uLnTx/>
                    <a:uFillTx/>
                    <a:latin typeface="Arial" panose="020B0604020202090204" pitchFamily="34" charset="0"/>
                    <a:ea typeface="宋体" pitchFamily="2" charset="-122"/>
                    <a:cs typeface="+mn-cs"/>
                  </a:endParaRPr>
                </a:p>
              </p:txBody>
            </p:sp>
            <p:sp>
              <p:nvSpPr>
                <p:cNvPr id="86" name="Text Box 78"/>
                <p:cNvSpPr txBox="1">
                  <a:spLocks noChangeArrowheads="1"/>
                </p:cNvSpPr>
                <p:nvPr/>
              </p:nvSpPr>
              <p:spPr bwMode="auto">
                <a:xfrm>
                  <a:off x="1262" y="1063"/>
                  <a:ext cx="204" cy="441"/>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r>
                    <a:rPr kumimoji="1" lang="en-US" altLang="zh-CN" sz="2000" b="1" i="0" u="none" strike="noStrike" kern="1200" cap="none" spc="0" normalizeH="0" baseline="0" noProof="0" dirty="0">
                      <a:ln>
                        <a:noFill/>
                      </a:ln>
                      <a:solidFill>
                        <a:schemeClr val="tx1"/>
                      </a:solidFill>
                      <a:effectLst/>
                      <a:uLnTx/>
                      <a:uFillTx/>
                      <a:latin typeface="Arial" panose="020B0604020202090204" pitchFamily="34" charset="0"/>
                      <a:ea typeface="宋体" pitchFamily="2" charset="-122"/>
                      <a:cs typeface="+mn-cs"/>
                    </a:rPr>
                    <a:t>F</a:t>
                  </a:r>
                  <a:endParaRPr kumimoji="1" lang="zh-CN" altLang="en-US" sz="2000" b="1" i="0" u="none" strike="noStrike" kern="1200" cap="none" spc="0" normalizeH="0" baseline="0" noProof="0" dirty="0">
                    <a:ln>
                      <a:noFill/>
                    </a:ln>
                    <a:solidFill>
                      <a:schemeClr val="tx1"/>
                    </a:solidFill>
                    <a:effectLst/>
                    <a:uLnTx/>
                    <a:uFillTx/>
                    <a:latin typeface="Arial" panose="020B0604020202090204" pitchFamily="34" charset="0"/>
                    <a:ea typeface="宋体" pitchFamily="2" charset="-122"/>
                    <a:cs typeface="+mn-cs"/>
                  </a:endParaRPr>
                </a:p>
              </p:txBody>
            </p:sp>
            <p:sp>
              <p:nvSpPr>
                <p:cNvPr id="87" name="Text Box 79"/>
                <p:cNvSpPr txBox="1">
                  <a:spLocks noChangeArrowheads="1"/>
                </p:cNvSpPr>
                <p:nvPr/>
              </p:nvSpPr>
              <p:spPr bwMode="auto">
                <a:xfrm>
                  <a:off x="2483" y="833"/>
                  <a:ext cx="110" cy="441"/>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1" lang="zh-CN" altLang="en-US" sz="2000" b="1"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
              <p:nvSpPr>
                <p:cNvPr id="88" name="Text Box 80"/>
                <p:cNvSpPr txBox="1">
                  <a:spLocks noChangeArrowheads="1"/>
                </p:cNvSpPr>
                <p:nvPr/>
              </p:nvSpPr>
              <p:spPr bwMode="auto">
                <a:xfrm>
                  <a:off x="3255" y="832"/>
                  <a:ext cx="280" cy="685"/>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50000"/>
                    </a:lnSpc>
                    <a:spcBef>
                      <a:spcPts val="590"/>
                    </a:spcBef>
                    <a:spcAft>
                      <a:spcPts val="590"/>
                    </a:spcAft>
                    <a:buClr>
                      <a:schemeClr val="tx2"/>
                    </a:buClr>
                    <a:buSzPct val="80000"/>
                    <a:buFontTx/>
                    <a:buNone/>
                    <a:defRPr/>
                  </a:pPr>
                  <a:endParaRPr kumimoji="1" lang="en-US" altLang="zh-CN" sz="2000" b="1" i="0" u="none" strike="noStrike" kern="1200" cap="none" spc="0" normalizeH="0" baseline="0" noProof="0" dirty="0">
                    <a:ln>
                      <a:noFill/>
                    </a:ln>
                    <a:solidFill>
                      <a:schemeClr val="tx1"/>
                    </a:solidFill>
                    <a:effectLst/>
                    <a:uLnTx/>
                    <a:uFillTx/>
                    <a:latin typeface="Arial" panose="020B0604020202090204" pitchFamily="34" charset="0"/>
                    <a:ea typeface="宋体" pitchFamily="2" charset="-122"/>
                    <a:cs typeface="+mn-cs"/>
                  </a:endParaRPr>
                </a:p>
                <a:p>
                  <a:pPr marL="0" marR="0" lvl="0" indent="0" algn="l" defTabSz="914400" rtl="0" eaLnBrk="1" fontAlgn="base" latinLnBrk="0" hangingPunct="1">
                    <a:lnSpc>
                      <a:spcPct val="50000"/>
                    </a:lnSpc>
                    <a:spcBef>
                      <a:spcPts val="590"/>
                    </a:spcBef>
                    <a:spcAft>
                      <a:spcPts val="590"/>
                    </a:spcAft>
                    <a:buClr>
                      <a:schemeClr val="tx2"/>
                    </a:buClr>
                    <a:buSzPct val="80000"/>
                    <a:buFontTx/>
                    <a:buNone/>
                    <a:defRPr/>
                  </a:pPr>
                  <a:r>
                    <a:rPr kumimoji="1" lang="en-US" altLang="zh-CN" sz="2000" b="1" i="0" u="none" strike="noStrike" kern="1200" cap="none" spc="0" normalizeH="0" baseline="0" noProof="0" dirty="0">
                      <a:ln>
                        <a:noFill/>
                      </a:ln>
                      <a:solidFill>
                        <a:schemeClr val="tx1"/>
                      </a:solidFill>
                      <a:effectLst/>
                      <a:uLnTx/>
                      <a:uFillTx/>
                      <a:latin typeface="Arial" panose="020B0604020202090204" pitchFamily="34" charset="0"/>
                      <a:ea typeface="宋体" pitchFamily="2" charset="-122"/>
                      <a:cs typeface="+mn-cs"/>
                    </a:rPr>
                    <a:t>87</a:t>
                  </a:r>
                  <a:endParaRPr kumimoji="1" lang="en-US" altLang="zh-CN" sz="2000" b="1" i="0" u="none" strike="noStrike" kern="1200" cap="none" spc="0" normalizeH="0" baseline="0" noProof="0" dirty="0">
                    <a:ln>
                      <a:noFill/>
                    </a:ln>
                    <a:solidFill>
                      <a:schemeClr val="tx1"/>
                    </a:solidFill>
                    <a:effectLst/>
                    <a:uLnTx/>
                    <a:uFillTx/>
                    <a:latin typeface="Arial" panose="020B0604020202090204" pitchFamily="34" charset="0"/>
                    <a:ea typeface="宋体" pitchFamily="2" charset="-122"/>
                    <a:cs typeface="+mn-cs"/>
                  </a:endParaRPr>
                </a:p>
              </p:txBody>
            </p:sp>
            <p:sp>
              <p:nvSpPr>
                <p:cNvPr id="89" name="Line 81"/>
                <p:cNvSpPr>
                  <a:spLocks noChangeShapeType="1"/>
                </p:cNvSpPr>
                <p:nvPr/>
              </p:nvSpPr>
              <p:spPr bwMode="auto">
                <a:xfrm flipH="1">
                  <a:off x="551" y="813"/>
                  <a:ext cx="0" cy="681"/>
                </a:xfrm>
                <a:prstGeom prst="line">
                  <a:avLst/>
                </a:prstGeom>
                <a:noFill/>
                <a:ln w="9525">
                  <a:solidFill>
                    <a:schemeClr val="tx1"/>
                  </a:solidFill>
                  <a:round/>
                </a:ln>
                <a:effectLst/>
              </p:spPr>
              <p:txBody>
                <a:bodyPr wrap="none" anchor="ct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90" name="Line 82"/>
                <p:cNvSpPr>
                  <a:spLocks noChangeShapeType="1"/>
                </p:cNvSpPr>
                <p:nvPr/>
              </p:nvSpPr>
              <p:spPr bwMode="auto">
                <a:xfrm>
                  <a:off x="1129" y="828"/>
                  <a:ext cx="0" cy="680"/>
                </a:xfrm>
                <a:prstGeom prst="line">
                  <a:avLst/>
                </a:prstGeom>
                <a:noFill/>
                <a:ln w="9525">
                  <a:solidFill>
                    <a:schemeClr val="tx1"/>
                  </a:solidFill>
                  <a:round/>
                </a:ln>
                <a:effectLst/>
              </p:spPr>
              <p:txBody>
                <a:bodyPr wrap="none" anchor="ct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91" name="Line 83"/>
                <p:cNvSpPr>
                  <a:spLocks noChangeShapeType="1"/>
                </p:cNvSpPr>
                <p:nvPr/>
              </p:nvSpPr>
              <p:spPr bwMode="auto">
                <a:xfrm>
                  <a:off x="1650" y="813"/>
                  <a:ext cx="0" cy="680"/>
                </a:xfrm>
                <a:prstGeom prst="line">
                  <a:avLst/>
                </a:prstGeom>
                <a:noFill/>
                <a:ln w="9525">
                  <a:solidFill>
                    <a:schemeClr val="tx1"/>
                  </a:solidFill>
                  <a:round/>
                </a:ln>
                <a:effectLst/>
              </p:spPr>
              <p:txBody>
                <a:bodyPr wrap="none" anchor="ct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92" name="Line 84"/>
                <p:cNvSpPr>
                  <a:spLocks noChangeShapeType="1"/>
                </p:cNvSpPr>
                <p:nvPr/>
              </p:nvSpPr>
              <p:spPr bwMode="auto">
                <a:xfrm flipH="1">
                  <a:off x="3080" y="813"/>
                  <a:ext cx="0" cy="680"/>
                </a:xfrm>
                <a:prstGeom prst="line">
                  <a:avLst/>
                </a:prstGeom>
                <a:noFill/>
                <a:ln w="9525">
                  <a:solidFill>
                    <a:schemeClr val="tx1"/>
                  </a:solidFill>
                  <a:round/>
                </a:ln>
                <a:effectLst/>
              </p:spPr>
              <p:txBody>
                <a:bodyPr wrap="none" anchor="ct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93" name="Line 86"/>
                <p:cNvSpPr>
                  <a:spLocks noChangeAspect="1" noChangeShapeType="1"/>
                </p:cNvSpPr>
                <p:nvPr/>
              </p:nvSpPr>
              <p:spPr bwMode="auto">
                <a:xfrm>
                  <a:off x="2113" y="832"/>
                  <a:ext cx="2" cy="668"/>
                </a:xfrm>
                <a:prstGeom prst="line">
                  <a:avLst/>
                </a:prstGeom>
                <a:noFill/>
                <a:ln w="9525">
                  <a:solidFill>
                    <a:schemeClr val="tx1"/>
                  </a:solidFill>
                  <a:round/>
                </a:ln>
                <a:effectLst/>
              </p:spPr>
              <p:txBody>
                <a:bodyPr wrap="none" anchor="ct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94" name="Line 87"/>
                <p:cNvSpPr>
                  <a:spLocks noChangeShapeType="1"/>
                </p:cNvSpPr>
                <p:nvPr/>
              </p:nvSpPr>
              <p:spPr bwMode="auto">
                <a:xfrm>
                  <a:off x="2626" y="821"/>
                  <a:ext cx="0" cy="668"/>
                </a:xfrm>
                <a:prstGeom prst="line">
                  <a:avLst/>
                </a:prstGeom>
                <a:noFill/>
                <a:ln w="9525">
                  <a:solidFill>
                    <a:schemeClr val="tx1"/>
                  </a:solidFill>
                  <a:round/>
                </a:ln>
                <a:effectLst/>
              </p:spPr>
              <p:txBody>
                <a:bodyPr wrap="none" anchor="ct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95" name="Line 88"/>
                <p:cNvSpPr>
                  <a:spLocks noChangeShapeType="1"/>
                </p:cNvSpPr>
                <p:nvPr/>
              </p:nvSpPr>
              <p:spPr bwMode="auto">
                <a:xfrm>
                  <a:off x="3696" y="823"/>
                  <a:ext cx="0" cy="657"/>
                </a:xfrm>
                <a:prstGeom prst="line">
                  <a:avLst/>
                </a:prstGeom>
                <a:noFill/>
                <a:ln w="9525">
                  <a:solidFill>
                    <a:schemeClr val="tx1"/>
                  </a:solidFill>
                  <a:round/>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96" name="Rectangle 89"/>
                <p:cNvSpPr>
                  <a:spLocks noChangeArrowheads="1"/>
                </p:cNvSpPr>
                <p:nvPr/>
              </p:nvSpPr>
              <p:spPr bwMode="auto">
                <a:xfrm>
                  <a:off x="1676" y="1084"/>
                  <a:ext cx="450" cy="441"/>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r>
                    <a:rPr kumimoji="1" lang="en-US" altLang="zh-CN" sz="2000" b="1" i="0" u="none" strike="noStrike" kern="1200" cap="none" spc="0" normalizeH="0" baseline="0" noProof="0" dirty="0">
                      <a:ln>
                        <a:noFill/>
                      </a:ln>
                      <a:solidFill>
                        <a:schemeClr val="tx1"/>
                      </a:solidFill>
                      <a:effectLst/>
                      <a:uLnTx/>
                      <a:uFillTx/>
                      <a:latin typeface="Arial" panose="020B0604020202090204" pitchFamily="34" charset="0"/>
                      <a:ea typeface="宋体" pitchFamily="2" charset="-122"/>
                      <a:cs typeface="+mn-cs"/>
                    </a:rPr>
                    <a:t>1992</a:t>
                  </a:r>
                  <a:endParaRPr kumimoji="1" lang="en-US" altLang="zh-CN" sz="2000" b="1" i="0" u="none" strike="noStrike" kern="1200" cap="none" spc="0" normalizeH="0" baseline="0" noProof="0" dirty="0">
                    <a:ln>
                      <a:noFill/>
                    </a:ln>
                    <a:solidFill>
                      <a:schemeClr val="tx1"/>
                    </a:solidFill>
                    <a:effectLst/>
                    <a:uLnTx/>
                    <a:uFillTx/>
                    <a:latin typeface="Arial" panose="020B0604020202090204" pitchFamily="34" charset="0"/>
                    <a:ea typeface="宋体" pitchFamily="2" charset="-122"/>
                    <a:cs typeface="+mn-cs"/>
                  </a:endParaRPr>
                </a:p>
              </p:txBody>
            </p:sp>
            <p:sp>
              <p:nvSpPr>
                <p:cNvPr id="97" name="Rectangle 90"/>
                <p:cNvSpPr>
                  <a:spLocks noChangeArrowheads="1"/>
                </p:cNvSpPr>
                <p:nvPr/>
              </p:nvSpPr>
              <p:spPr bwMode="auto">
                <a:xfrm>
                  <a:off x="2300" y="1084"/>
                  <a:ext cx="195" cy="441"/>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r>
                    <a:rPr kumimoji="1" lang="en-US" altLang="zh-CN" sz="2000" b="1" i="0" u="none" strike="noStrike" kern="1200" cap="none" spc="0" normalizeH="0" baseline="0" noProof="0" dirty="0">
                      <a:ln>
                        <a:noFill/>
                      </a:ln>
                      <a:solidFill>
                        <a:schemeClr val="tx1"/>
                      </a:solidFill>
                      <a:effectLst/>
                      <a:uLnTx/>
                      <a:uFillTx/>
                      <a:latin typeface="Arial" panose="020B0604020202090204" pitchFamily="34" charset="0"/>
                      <a:ea typeface="宋体" pitchFamily="2" charset="-122"/>
                      <a:cs typeface="+mn-cs"/>
                    </a:rPr>
                    <a:t>3</a:t>
                  </a:r>
                  <a:endParaRPr kumimoji="1" lang="en-US" altLang="zh-CN" sz="2000" b="1" i="0" u="none" strike="noStrike" kern="1200" cap="none" spc="0" normalizeH="0" baseline="0" noProof="0" dirty="0">
                    <a:ln>
                      <a:noFill/>
                    </a:ln>
                    <a:solidFill>
                      <a:schemeClr val="tx1"/>
                    </a:solidFill>
                    <a:effectLst/>
                    <a:uLnTx/>
                    <a:uFillTx/>
                    <a:latin typeface="Arial" panose="020B0604020202090204" pitchFamily="34" charset="0"/>
                    <a:ea typeface="宋体" pitchFamily="2" charset="-122"/>
                    <a:cs typeface="+mn-cs"/>
                  </a:endParaRPr>
                </a:p>
              </p:txBody>
            </p:sp>
            <p:sp>
              <p:nvSpPr>
                <p:cNvPr id="98" name="Rectangle 91"/>
                <p:cNvSpPr>
                  <a:spLocks noChangeArrowheads="1"/>
                </p:cNvSpPr>
                <p:nvPr/>
              </p:nvSpPr>
              <p:spPr bwMode="auto">
                <a:xfrm>
                  <a:off x="2712" y="1084"/>
                  <a:ext cx="280" cy="441"/>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r>
                    <a:rPr kumimoji="1" lang="en-US" altLang="zh-CN" sz="2000" b="1" i="0" u="none" strike="noStrike" kern="1200" cap="none" spc="0" normalizeH="0" baseline="0" noProof="0" dirty="0">
                      <a:ln>
                        <a:noFill/>
                      </a:ln>
                      <a:solidFill>
                        <a:schemeClr val="tx1"/>
                      </a:solidFill>
                      <a:effectLst/>
                      <a:uLnTx/>
                      <a:uFillTx/>
                      <a:latin typeface="Arial" panose="020B0604020202090204" pitchFamily="34" charset="0"/>
                      <a:ea typeface="宋体" pitchFamily="2" charset="-122"/>
                      <a:cs typeface="+mn-cs"/>
                    </a:rPr>
                    <a:t>22</a:t>
                  </a:r>
                  <a:endParaRPr kumimoji="1" lang="en-US" altLang="zh-CN" sz="2000" b="1" i="0" u="none" strike="noStrike" kern="1200" cap="none" spc="0" normalizeH="0" baseline="0" noProof="0" dirty="0">
                    <a:ln>
                      <a:noFill/>
                    </a:ln>
                    <a:solidFill>
                      <a:schemeClr val="tx1"/>
                    </a:solidFill>
                    <a:effectLst/>
                    <a:uLnTx/>
                    <a:uFillTx/>
                    <a:latin typeface="Arial" panose="020B0604020202090204" pitchFamily="34" charset="0"/>
                    <a:ea typeface="宋体" pitchFamily="2" charset="-122"/>
                    <a:cs typeface="+mn-cs"/>
                  </a:endParaRPr>
                </a:p>
              </p:txBody>
            </p:sp>
            <p:sp>
              <p:nvSpPr>
                <p:cNvPr id="99" name="Line 92"/>
                <p:cNvSpPr>
                  <a:spLocks noChangeShapeType="1"/>
                </p:cNvSpPr>
                <p:nvPr/>
              </p:nvSpPr>
              <p:spPr bwMode="auto">
                <a:xfrm>
                  <a:off x="4349" y="823"/>
                  <a:ext cx="0" cy="657"/>
                </a:xfrm>
                <a:prstGeom prst="line">
                  <a:avLst/>
                </a:prstGeom>
                <a:noFill/>
                <a:ln w="9525">
                  <a:solidFill>
                    <a:schemeClr val="tx1"/>
                  </a:solidFill>
                  <a:round/>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100" name="Line 93"/>
                <p:cNvSpPr>
                  <a:spLocks noChangeShapeType="1"/>
                </p:cNvSpPr>
                <p:nvPr/>
              </p:nvSpPr>
              <p:spPr bwMode="auto">
                <a:xfrm>
                  <a:off x="5003" y="823"/>
                  <a:ext cx="0" cy="657"/>
                </a:xfrm>
                <a:prstGeom prst="line">
                  <a:avLst/>
                </a:prstGeom>
                <a:noFill/>
                <a:ln w="9525">
                  <a:solidFill>
                    <a:schemeClr val="tx1"/>
                  </a:solidFill>
                  <a:round/>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101" name="Text Box 94"/>
                <p:cNvSpPr txBox="1">
                  <a:spLocks noChangeArrowheads="1"/>
                </p:cNvSpPr>
                <p:nvPr/>
              </p:nvSpPr>
              <p:spPr bwMode="auto">
                <a:xfrm>
                  <a:off x="3863" y="1082"/>
                  <a:ext cx="280" cy="441"/>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r>
                    <a:rPr kumimoji="1" lang="en-US" altLang="zh-CN" sz="2000" b="1" i="0" u="none" strike="noStrike" kern="1200" cap="none" spc="0" normalizeH="0" baseline="0" noProof="0" dirty="0">
                      <a:ln>
                        <a:noFill/>
                      </a:ln>
                      <a:solidFill>
                        <a:schemeClr val="tx1"/>
                      </a:solidFill>
                      <a:effectLst/>
                      <a:uLnTx/>
                      <a:uFillTx/>
                      <a:latin typeface="Arial" panose="020B0604020202090204" pitchFamily="34" charset="0"/>
                      <a:ea typeface="宋体" pitchFamily="2" charset="-122"/>
                      <a:cs typeface="+mn-cs"/>
                    </a:rPr>
                    <a:t>95</a:t>
                  </a:r>
                  <a:endParaRPr kumimoji="1" lang="en-US" altLang="zh-CN" sz="2000" b="1" i="0" u="none" strike="noStrike" kern="1200" cap="none" spc="0" normalizeH="0" baseline="0" noProof="0" dirty="0">
                    <a:ln>
                      <a:noFill/>
                    </a:ln>
                    <a:solidFill>
                      <a:schemeClr val="tx1"/>
                    </a:solidFill>
                    <a:effectLst/>
                    <a:uLnTx/>
                    <a:uFillTx/>
                    <a:latin typeface="Arial" panose="020B0604020202090204" pitchFamily="34" charset="0"/>
                    <a:ea typeface="宋体" pitchFamily="2" charset="-122"/>
                    <a:cs typeface="+mn-cs"/>
                  </a:endParaRPr>
                </a:p>
              </p:txBody>
            </p:sp>
            <p:sp>
              <p:nvSpPr>
                <p:cNvPr id="102" name="Text Box 95"/>
                <p:cNvSpPr txBox="1">
                  <a:spLocks noChangeArrowheads="1"/>
                </p:cNvSpPr>
                <p:nvPr/>
              </p:nvSpPr>
              <p:spPr bwMode="auto">
                <a:xfrm>
                  <a:off x="4515" y="1071"/>
                  <a:ext cx="280" cy="441"/>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r>
                    <a:rPr kumimoji="1" lang="en-US" altLang="zh-CN" sz="2000" b="1" i="0" u="none" strike="noStrike" kern="1200" cap="none" spc="0" normalizeH="0" baseline="0" noProof="0" dirty="0">
                      <a:ln>
                        <a:noFill/>
                      </a:ln>
                      <a:solidFill>
                        <a:schemeClr val="tx1"/>
                      </a:solidFill>
                      <a:effectLst/>
                      <a:uLnTx/>
                      <a:uFillTx/>
                      <a:latin typeface="Arial" panose="020B0604020202090204" pitchFamily="34" charset="0"/>
                      <a:ea typeface="宋体" pitchFamily="2" charset="-122"/>
                      <a:cs typeface="+mn-cs"/>
                    </a:rPr>
                    <a:t>78</a:t>
                  </a:r>
                  <a:endParaRPr kumimoji="1" lang="en-US" altLang="zh-CN" sz="2000" b="1" i="0" u="none" strike="noStrike" kern="1200" cap="none" spc="0" normalizeH="0" baseline="0" noProof="0" dirty="0">
                    <a:ln>
                      <a:noFill/>
                    </a:ln>
                    <a:solidFill>
                      <a:schemeClr val="tx1"/>
                    </a:solidFill>
                    <a:effectLst/>
                    <a:uLnTx/>
                    <a:uFillTx/>
                    <a:latin typeface="Arial" panose="020B0604020202090204" pitchFamily="34" charset="0"/>
                    <a:ea typeface="宋体" pitchFamily="2" charset="-122"/>
                    <a:cs typeface="+mn-cs"/>
                  </a:endParaRPr>
                </a:p>
              </p:txBody>
            </p:sp>
            <p:sp>
              <p:nvSpPr>
                <p:cNvPr id="103" name="Text Box 96"/>
                <p:cNvSpPr txBox="1">
                  <a:spLocks noChangeArrowheads="1"/>
                </p:cNvSpPr>
                <p:nvPr/>
              </p:nvSpPr>
              <p:spPr bwMode="auto">
                <a:xfrm>
                  <a:off x="5195" y="1076"/>
                  <a:ext cx="280" cy="441"/>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r>
                    <a:rPr kumimoji="1" lang="en-US" altLang="zh-CN" sz="2000" b="1" i="0" u="none" strike="noStrike" kern="1200" cap="none" spc="0" normalizeH="0" baseline="0" noProof="0" dirty="0">
                      <a:ln>
                        <a:noFill/>
                      </a:ln>
                      <a:solidFill>
                        <a:schemeClr val="tx1"/>
                      </a:solidFill>
                      <a:effectLst/>
                      <a:uLnTx/>
                      <a:uFillTx/>
                      <a:latin typeface="Arial" panose="020B0604020202090204" pitchFamily="34" charset="0"/>
                      <a:ea typeface="宋体" pitchFamily="2" charset="-122"/>
                      <a:cs typeface="+mn-cs"/>
                    </a:rPr>
                    <a:t>90</a:t>
                  </a:r>
                  <a:endParaRPr kumimoji="1" lang="en-US" altLang="zh-CN" sz="2000" b="1" i="0" u="none" strike="noStrike" kern="1200" cap="none" spc="0" normalizeH="0" baseline="0" noProof="0" dirty="0">
                    <a:ln>
                      <a:noFill/>
                    </a:ln>
                    <a:solidFill>
                      <a:schemeClr val="tx1"/>
                    </a:solidFill>
                    <a:effectLst/>
                    <a:uLnTx/>
                    <a:uFillTx/>
                    <a:latin typeface="Arial" panose="020B0604020202090204" pitchFamily="34" charset="0"/>
                    <a:ea typeface="宋体" pitchFamily="2" charset="-122"/>
                    <a:cs typeface="+mn-cs"/>
                  </a:endParaRPr>
                </a:p>
              </p:txBody>
            </p:sp>
          </p:grpSp>
        </p:grpSp>
        <p:grpSp>
          <p:nvGrpSpPr>
            <p:cNvPr id="8" name="Group 5"/>
            <p:cNvGrpSpPr/>
            <p:nvPr/>
          </p:nvGrpSpPr>
          <p:grpSpPr bwMode="auto">
            <a:xfrm>
              <a:off x="459076" y="-121349"/>
              <a:ext cx="8530925" cy="1061149"/>
              <a:chOff x="68" y="802"/>
              <a:chExt cx="5554" cy="784"/>
            </a:xfrm>
          </p:grpSpPr>
          <p:sp>
            <p:nvSpPr>
              <p:cNvPr id="57" name="Rectangle 6"/>
              <p:cNvSpPr>
                <a:spLocks noChangeArrowheads="1"/>
              </p:cNvSpPr>
              <p:nvPr/>
            </p:nvSpPr>
            <p:spPr bwMode="auto">
              <a:xfrm>
                <a:off x="87" y="845"/>
                <a:ext cx="5535" cy="680"/>
              </a:xfrm>
              <a:prstGeom prst="rect">
                <a:avLst/>
              </a:prstGeom>
              <a:solidFill>
                <a:srgbClr val="FFFFCC"/>
              </a:solidFill>
              <a:ln w="9525">
                <a:solidFill>
                  <a:schemeClr val="tx1"/>
                </a:solidFill>
                <a:miter lim="800000"/>
              </a:ln>
              <a:effectLst/>
            </p:spPr>
            <p:txBody>
              <a:bodyPr wrap="none" anchor="ct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1" lang="zh-CN" altLang="en-US" sz="2000" b="1"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
            <p:nvSpPr>
              <p:cNvPr id="58" name="Text Box 7"/>
              <p:cNvSpPr txBox="1">
                <a:spLocks noChangeArrowheads="1"/>
              </p:cNvSpPr>
              <p:nvPr/>
            </p:nvSpPr>
            <p:spPr bwMode="auto">
              <a:xfrm>
                <a:off x="68" y="1072"/>
                <a:ext cx="520" cy="408"/>
              </a:xfrm>
              <a:prstGeom prst="rect">
                <a:avLst/>
              </a:prstGeom>
              <a:noFill/>
              <a:ln w="9525">
                <a:noFill/>
                <a:miter lim="800000"/>
              </a:ln>
              <a:effectLst/>
            </p:spPr>
            <p:txBody>
              <a:bodyPr>
                <a:spAutoFit/>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r>
                  <a:rPr kumimoji="1" lang="zh-CN" altLang="en-US" sz="1800" b="1" i="0" u="none" strike="noStrike" kern="1200" cap="none" spc="0" normalizeH="0" baseline="0" noProof="0" dirty="0">
                    <a:ln>
                      <a:noFill/>
                    </a:ln>
                    <a:solidFill>
                      <a:schemeClr val="tx1"/>
                    </a:solidFill>
                    <a:effectLst/>
                    <a:uLnTx/>
                    <a:uFillTx/>
                    <a:latin typeface="Arial" panose="020B0604020202090204" pitchFamily="34" charset="0"/>
                    <a:ea typeface="宋体" pitchFamily="2" charset="-122"/>
                    <a:cs typeface="+mn-cs"/>
                  </a:rPr>
                  <a:t>学号</a:t>
                </a:r>
                <a:endParaRPr kumimoji="1" lang="zh-CN" altLang="en-US" sz="1800" b="1" i="0" u="none" strike="noStrike" kern="1200" cap="none" spc="0" normalizeH="0" baseline="0" noProof="0" dirty="0">
                  <a:ln>
                    <a:noFill/>
                  </a:ln>
                  <a:solidFill>
                    <a:schemeClr val="tx1"/>
                  </a:solidFill>
                  <a:effectLst/>
                  <a:uLnTx/>
                  <a:uFillTx/>
                  <a:latin typeface="Arial" panose="020B0604020202090204" pitchFamily="34" charset="0"/>
                  <a:ea typeface="宋体" pitchFamily="2" charset="-122"/>
                  <a:cs typeface="+mn-cs"/>
                </a:endParaRPr>
              </a:p>
            </p:txBody>
          </p:sp>
          <p:sp>
            <p:nvSpPr>
              <p:cNvPr id="59" name="Text Box 8"/>
              <p:cNvSpPr txBox="1">
                <a:spLocks noChangeArrowheads="1"/>
              </p:cNvSpPr>
              <p:nvPr/>
            </p:nvSpPr>
            <p:spPr bwMode="auto">
              <a:xfrm>
                <a:off x="610" y="1072"/>
                <a:ext cx="387" cy="407"/>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r>
                  <a:rPr kumimoji="1" lang="zh-CN" altLang="en-US" sz="1800" b="1" i="0" u="none" strike="noStrike" kern="1200" cap="none" spc="0" normalizeH="0" baseline="0" noProof="0" dirty="0">
                    <a:ln>
                      <a:noFill/>
                    </a:ln>
                    <a:solidFill>
                      <a:schemeClr val="tx1"/>
                    </a:solidFill>
                    <a:effectLst/>
                    <a:uLnTx/>
                    <a:uFillTx/>
                    <a:latin typeface="Arial" panose="020B0604020202090204" pitchFamily="34" charset="0"/>
                    <a:ea typeface="宋体" pitchFamily="2" charset="-122"/>
                    <a:cs typeface="+mn-cs"/>
                  </a:rPr>
                  <a:t>姓名</a:t>
                </a:r>
                <a:endParaRPr kumimoji="1" lang="en-US" altLang="zh-CN" sz="1800" b="1" i="0" u="none" strike="noStrike" kern="1200" cap="none" spc="0" normalizeH="0" baseline="0" noProof="0" dirty="0">
                  <a:ln>
                    <a:noFill/>
                  </a:ln>
                  <a:solidFill>
                    <a:schemeClr val="tx1"/>
                  </a:solidFill>
                  <a:effectLst/>
                  <a:uLnTx/>
                  <a:uFillTx/>
                  <a:latin typeface="Arial" panose="020B0604020202090204" pitchFamily="34" charset="0"/>
                  <a:ea typeface="宋体" pitchFamily="2" charset="-122"/>
                  <a:cs typeface="+mn-cs"/>
                </a:endParaRPr>
              </a:p>
            </p:txBody>
          </p:sp>
          <p:sp>
            <p:nvSpPr>
              <p:cNvPr id="60" name="Text Box 9"/>
              <p:cNvSpPr txBox="1">
                <a:spLocks noChangeArrowheads="1"/>
              </p:cNvSpPr>
              <p:nvPr/>
            </p:nvSpPr>
            <p:spPr bwMode="auto">
              <a:xfrm>
                <a:off x="1148" y="1063"/>
                <a:ext cx="387" cy="407"/>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r>
                  <a:rPr kumimoji="1" lang="zh-CN" altLang="en-US" sz="1800" b="1" i="0" u="none" strike="noStrike" kern="1200" cap="none" spc="0" normalizeH="0" baseline="0" noProof="0" dirty="0">
                    <a:ln>
                      <a:noFill/>
                    </a:ln>
                    <a:solidFill>
                      <a:schemeClr val="tx1"/>
                    </a:solidFill>
                    <a:effectLst/>
                    <a:uLnTx/>
                    <a:uFillTx/>
                    <a:latin typeface="Arial" panose="020B0604020202090204" pitchFamily="34" charset="0"/>
                    <a:ea typeface="宋体" pitchFamily="2" charset="-122"/>
                    <a:cs typeface="+mn-cs"/>
                  </a:rPr>
                  <a:t>性别</a:t>
                </a:r>
                <a:endParaRPr kumimoji="1" lang="en-US" altLang="zh-CN" sz="1800" b="1" i="0" u="none" strike="noStrike" kern="1200" cap="none" spc="0" normalizeH="0" baseline="0" noProof="0" dirty="0">
                  <a:ln>
                    <a:noFill/>
                  </a:ln>
                  <a:solidFill>
                    <a:schemeClr val="tx1"/>
                  </a:solidFill>
                  <a:effectLst/>
                  <a:uLnTx/>
                  <a:uFillTx/>
                  <a:latin typeface="Arial" panose="020B0604020202090204" pitchFamily="34" charset="0"/>
                  <a:ea typeface="宋体" pitchFamily="2" charset="-122"/>
                  <a:cs typeface="+mn-cs"/>
                </a:endParaRPr>
              </a:p>
            </p:txBody>
          </p:sp>
          <p:sp>
            <p:nvSpPr>
              <p:cNvPr id="61" name="Text Box 10"/>
              <p:cNvSpPr txBox="1">
                <a:spLocks noChangeArrowheads="1"/>
              </p:cNvSpPr>
              <p:nvPr/>
            </p:nvSpPr>
            <p:spPr bwMode="auto">
              <a:xfrm>
                <a:off x="1966" y="802"/>
                <a:ext cx="665" cy="407"/>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r>
                  <a:rPr kumimoji="1" lang="zh-CN" altLang="en-US" sz="1800" b="1" i="0" u="none" strike="noStrike" kern="1200" cap="none" spc="0" normalizeH="0" baseline="0" noProof="0" dirty="0">
                    <a:ln>
                      <a:noFill/>
                    </a:ln>
                    <a:solidFill>
                      <a:schemeClr val="tx1"/>
                    </a:solidFill>
                    <a:effectLst/>
                    <a:uLnTx/>
                    <a:uFillTx/>
                    <a:latin typeface="Arial" panose="020B0604020202090204" pitchFamily="34" charset="0"/>
                    <a:ea typeface="宋体" pitchFamily="2" charset="-122"/>
                    <a:cs typeface="+mn-cs"/>
                  </a:rPr>
                  <a:t>出生日期</a:t>
                </a:r>
                <a:endParaRPr kumimoji="1" lang="zh-CN" altLang="en-US" sz="1800" b="1" i="0" u="none" strike="noStrike" kern="1200" cap="none" spc="0" normalizeH="0" baseline="0" noProof="0" dirty="0">
                  <a:ln>
                    <a:noFill/>
                  </a:ln>
                  <a:solidFill>
                    <a:schemeClr val="tx1"/>
                  </a:solidFill>
                  <a:effectLst/>
                  <a:uLnTx/>
                  <a:uFillTx/>
                  <a:latin typeface="Arial" panose="020B0604020202090204" pitchFamily="34" charset="0"/>
                  <a:ea typeface="宋体" pitchFamily="2" charset="-122"/>
                  <a:cs typeface="+mn-cs"/>
                </a:endParaRPr>
              </a:p>
            </p:txBody>
          </p:sp>
          <p:sp>
            <p:nvSpPr>
              <p:cNvPr id="62" name="Text Box 11"/>
              <p:cNvSpPr txBox="1">
                <a:spLocks noChangeArrowheads="1"/>
              </p:cNvSpPr>
              <p:nvPr/>
            </p:nvSpPr>
            <p:spPr bwMode="auto">
              <a:xfrm>
                <a:off x="3161" y="1049"/>
                <a:ext cx="387" cy="407"/>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r>
                  <a:rPr kumimoji="1" lang="zh-CN" altLang="en-US" sz="1800" b="1" i="0" u="none" strike="noStrike" kern="1200" cap="none" spc="0" normalizeH="0" baseline="0" noProof="0" dirty="0">
                    <a:ln>
                      <a:noFill/>
                    </a:ln>
                    <a:solidFill>
                      <a:schemeClr val="tx1"/>
                    </a:solidFill>
                    <a:effectLst/>
                    <a:uLnTx/>
                    <a:uFillTx/>
                    <a:latin typeface="Arial" panose="020B0604020202090204" pitchFamily="34" charset="0"/>
                    <a:ea typeface="宋体" pitchFamily="2" charset="-122"/>
                    <a:cs typeface="+mn-cs"/>
                  </a:rPr>
                  <a:t>数学</a:t>
                </a:r>
                <a:endParaRPr kumimoji="1" lang="zh-CN" altLang="en-US" sz="1800" b="1" i="0" u="none" strike="noStrike" kern="1200" cap="none" spc="0" normalizeH="0" baseline="0" noProof="0" dirty="0">
                  <a:ln>
                    <a:noFill/>
                  </a:ln>
                  <a:solidFill>
                    <a:schemeClr val="tx1"/>
                  </a:solidFill>
                  <a:effectLst/>
                  <a:uLnTx/>
                  <a:uFillTx/>
                  <a:latin typeface="Arial" panose="020B0604020202090204" pitchFamily="34" charset="0"/>
                  <a:ea typeface="宋体" pitchFamily="2" charset="-122"/>
                  <a:cs typeface="+mn-cs"/>
                </a:endParaRPr>
              </a:p>
            </p:txBody>
          </p:sp>
          <p:sp>
            <p:nvSpPr>
              <p:cNvPr id="63" name="Line 12"/>
              <p:cNvSpPr>
                <a:spLocks noChangeShapeType="1"/>
              </p:cNvSpPr>
              <p:nvPr/>
            </p:nvSpPr>
            <p:spPr bwMode="auto">
              <a:xfrm flipH="1">
                <a:off x="562" y="844"/>
                <a:ext cx="0" cy="681"/>
              </a:xfrm>
              <a:prstGeom prst="line">
                <a:avLst/>
              </a:prstGeom>
              <a:noFill/>
              <a:ln w="9525">
                <a:solidFill>
                  <a:schemeClr val="tx1"/>
                </a:solidFill>
                <a:round/>
              </a:ln>
              <a:effectLst/>
            </p:spPr>
            <p:txBody>
              <a:bodyPr wrap="none" anchor="ct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64" name="Line 13"/>
              <p:cNvSpPr>
                <a:spLocks noChangeShapeType="1"/>
              </p:cNvSpPr>
              <p:nvPr/>
            </p:nvSpPr>
            <p:spPr bwMode="auto">
              <a:xfrm>
                <a:off x="1139" y="844"/>
                <a:ext cx="0" cy="680"/>
              </a:xfrm>
              <a:prstGeom prst="line">
                <a:avLst/>
              </a:prstGeom>
              <a:noFill/>
              <a:ln w="9525">
                <a:solidFill>
                  <a:schemeClr val="tx1"/>
                </a:solidFill>
                <a:round/>
              </a:ln>
              <a:effectLst/>
            </p:spPr>
            <p:txBody>
              <a:bodyPr wrap="none" anchor="ct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65" name="Line 14"/>
              <p:cNvSpPr>
                <a:spLocks noChangeShapeType="1"/>
              </p:cNvSpPr>
              <p:nvPr/>
            </p:nvSpPr>
            <p:spPr bwMode="auto">
              <a:xfrm>
                <a:off x="1650" y="844"/>
                <a:ext cx="0" cy="680"/>
              </a:xfrm>
              <a:prstGeom prst="line">
                <a:avLst/>
              </a:prstGeom>
              <a:noFill/>
              <a:ln w="9525">
                <a:solidFill>
                  <a:schemeClr val="tx1"/>
                </a:solidFill>
                <a:round/>
              </a:ln>
              <a:effectLst/>
            </p:spPr>
            <p:txBody>
              <a:bodyPr wrap="none" anchor="ct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66" name="Line 15"/>
              <p:cNvSpPr>
                <a:spLocks noChangeShapeType="1"/>
              </p:cNvSpPr>
              <p:nvPr/>
            </p:nvSpPr>
            <p:spPr bwMode="auto">
              <a:xfrm flipH="1">
                <a:off x="3080" y="844"/>
                <a:ext cx="0" cy="680"/>
              </a:xfrm>
              <a:prstGeom prst="line">
                <a:avLst/>
              </a:prstGeom>
              <a:noFill/>
              <a:ln w="9525">
                <a:solidFill>
                  <a:schemeClr val="tx1"/>
                </a:solidFill>
                <a:round/>
              </a:ln>
              <a:effectLst/>
            </p:spPr>
            <p:txBody>
              <a:bodyPr wrap="none" anchor="ct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67" name="Line 16"/>
              <p:cNvSpPr>
                <a:spLocks noChangeShapeType="1"/>
              </p:cNvSpPr>
              <p:nvPr/>
            </p:nvSpPr>
            <p:spPr bwMode="auto">
              <a:xfrm>
                <a:off x="1650" y="1148"/>
                <a:ext cx="1428" cy="0"/>
              </a:xfrm>
              <a:prstGeom prst="line">
                <a:avLst/>
              </a:prstGeom>
              <a:noFill/>
              <a:ln w="9525">
                <a:solidFill>
                  <a:schemeClr val="tx1"/>
                </a:solidFill>
                <a:round/>
              </a:ln>
              <a:effectLst/>
            </p:spPr>
            <p:txBody>
              <a:bodyPr wrap="none" anchor="ct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68" name="Line 17"/>
              <p:cNvSpPr>
                <a:spLocks noChangeAspect="1" noChangeShapeType="1"/>
              </p:cNvSpPr>
              <p:nvPr/>
            </p:nvSpPr>
            <p:spPr bwMode="auto">
              <a:xfrm>
                <a:off x="2113" y="1163"/>
                <a:ext cx="1" cy="390"/>
              </a:xfrm>
              <a:prstGeom prst="line">
                <a:avLst/>
              </a:prstGeom>
              <a:noFill/>
              <a:ln w="9525">
                <a:solidFill>
                  <a:schemeClr val="tx1"/>
                </a:solidFill>
                <a:round/>
              </a:ln>
              <a:effectLst/>
            </p:spPr>
            <p:txBody>
              <a:bodyPr wrap="none" anchor="ct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69" name="Line 18"/>
              <p:cNvSpPr>
                <a:spLocks noChangeShapeType="1"/>
              </p:cNvSpPr>
              <p:nvPr/>
            </p:nvSpPr>
            <p:spPr bwMode="auto">
              <a:xfrm>
                <a:off x="2626" y="1163"/>
                <a:ext cx="0" cy="390"/>
              </a:xfrm>
              <a:prstGeom prst="line">
                <a:avLst/>
              </a:prstGeom>
              <a:noFill/>
              <a:ln w="9525">
                <a:solidFill>
                  <a:schemeClr val="tx1"/>
                </a:solidFill>
                <a:round/>
              </a:ln>
              <a:effectLst/>
            </p:spPr>
            <p:txBody>
              <a:bodyPr wrap="none" anchor="ct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70" name="Line 19"/>
              <p:cNvSpPr>
                <a:spLocks noChangeShapeType="1"/>
              </p:cNvSpPr>
              <p:nvPr/>
            </p:nvSpPr>
            <p:spPr bwMode="auto">
              <a:xfrm>
                <a:off x="3706" y="854"/>
                <a:ext cx="0" cy="657"/>
              </a:xfrm>
              <a:prstGeom prst="line">
                <a:avLst/>
              </a:prstGeom>
              <a:noFill/>
              <a:ln w="9525">
                <a:solidFill>
                  <a:schemeClr val="tx1"/>
                </a:solidFill>
                <a:round/>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71" name="Rectangle 20"/>
              <p:cNvSpPr>
                <a:spLocks noChangeArrowheads="1"/>
              </p:cNvSpPr>
              <p:nvPr/>
            </p:nvSpPr>
            <p:spPr bwMode="auto">
              <a:xfrm>
                <a:off x="1759" y="1176"/>
                <a:ext cx="249" cy="407"/>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r>
                  <a:rPr kumimoji="1" lang="zh-CN" altLang="en-US" sz="1800" b="1" i="0" u="none" strike="noStrike" kern="1200" cap="none" spc="0" normalizeH="0" baseline="0" noProof="0" dirty="0">
                    <a:ln>
                      <a:noFill/>
                    </a:ln>
                    <a:solidFill>
                      <a:schemeClr val="tx1"/>
                    </a:solidFill>
                    <a:effectLst/>
                    <a:uLnTx/>
                    <a:uFillTx/>
                    <a:latin typeface="Arial" panose="020B0604020202090204" pitchFamily="34" charset="0"/>
                    <a:ea typeface="宋体" pitchFamily="2" charset="-122"/>
                    <a:cs typeface="+mn-cs"/>
                  </a:rPr>
                  <a:t>年</a:t>
                </a:r>
                <a:endParaRPr kumimoji="1" lang="zh-CN" altLang="en-US" sz="1800" b="1" i="0" u="none" strike="noStrike" kern="1200" cap="none" spc="0" normalizeH="0" baseline="0" noProof="0" dirty="0">
                  <a:ln>
                    <a:noFill/>
                  </a:ln>
                  <a:solidFill>
                    <a:schemeClr val="tx1"/>
                  </a:solidFill>
                  <a:effectLst/>
                  <a:uLnTx/>
                  <a:uFillTx/>
                  <a:latin typeface="Arial" panose="020B0604020202090204" pitchFamily="34" charset="0"/>
                  <a:ea typeface="宋体" pitchFamily="2" charset="-122"/>
                  <a:cs typeface="+mn-cs"/>
                </a:endParaRPr>
              </a:p>
            </p:txBody>
          </p:sp>
          <p:sp>
            <p:nvSpPr>
              <p:cNvPr id="72" name="Rectangle 21"/>
              <p:cNvSpPr>
                <a:spLocks noChangeArrowheads="1"/>
              </p:cNvSpPr>
              <p:nvPr/>
            </p:nvSpPr>
            <p:spPr bwMode="auto">
              <a:xfrm>
                <a:off x="2259" y="1176"/>
                <a:ext cx="249" cy="407"/>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r>
                  <a:rPr kumimoji="1" lang="zh-CN" altLang="en-US" sz="1800" b="1" i="0" u="none" strike="noStrike" kern="1200" cap="none" spc="0" normalizeH="0" baseline="0" noProof="0" dirty="0">
                    <a:ln>
                      <a:noFill/>
                    </a:ln>
                    <a:solidFill>
                      <a:schemeClr val="tx1"/>
                    </a:solidFill>
                    <a:effectLst/>
                    <a:uLnTx/>
                    <a:uFillTx/>
                    <a:latin typeface="Arial" panose="020B0604020202090204" pitchFamily="34" charset="0"/>
                    <a:ea typeface="宋体" pitchFamily="2" charset="-122"/>
                    <a:cs typeface="+mn-cs"/>
                  </a:rPr>
                  <a:t>月</a:t>
                </a:r>
                <a:endParaRPr kumimoji="1" lang="zh-CN" altLang="en-US" sz="1800" b="1" i="0" u="none" strike="noStrike" kern="1200" cap="none" spc="0" normalizeH="0" baseline="0" noProof="0" dirty="0">
                  <a:ln>
                    <a:noFill/>
                  </a:ln>
                  <a:solidFill>
                    <a:schemeClr val="tx1"/>
                  </a:solidFill>
                  <a:effectLst/>
                  <a:uLnTx/>
                  <a:uFillTx/>
                  <a:latin typeface="Arial" panose="020B0604020202090204" pitchFamily="34" charset="0"/>
                  <a:ea typeface="宋体" pitchFamily="2" charset="-122"/>
                  <a:cs typeface="+mn-cs"/>
                </a:endParaRPr>
              </a:p>
            </p:txBody>
          </p:sp>
          <p:sp>
            <p:nvSpPr>
              <p:cNvPr id="73" name="Rectangle 22"/>
              <p:cNvSpPr>
                <a:spLocks noChangeArrowheads="1"/>
              </p:cNvSpPr>
              <p:nvPr/>
            </p:nvSpPr>
            <p:spPr bwMode="auto">
              <a:xfrm>
                <a:off x="2712" y="1176"/>
                <a:ext cx="249" cy="407"/>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r>
                  <a:rPr kumimoji="1" lang="zh-CN" altLang="en-US" sz="1800" b="1" i="0" u="none" strike="noStrike" kern="1200" cap="none" spc="0" normalizeH="0" baseline="0" noProof="0" dirty="0">
                    <a:ln>
                      <a:noFill/>
                    </a:ln>
                    <a:solidFill>
                      <a:schemeClr val="tx1"/>
                    </a:solidFill>
                    <a:effectLst/>
                    <a:uLnTx/>
                    <a:uFillTx/>
                    <a:latin typeface="Arial" panose="020B0604020202090204" pitchFamily="34" charset="0"/>
                    <a:ea typeface="宋体" pitchFamily="2" charset="-122"/>
                    <a:cs typeface="+mn-cs"/>
                  </a:rPr>
                  <a:t>日</a:t>
                </a:r>
                <a:endParaRPr kumimoji="1" lang="zh-CN" altLang="en-US" sz="1800" b="1" i="0" u="none" strike="noStrike" kern="1200" cap="none" spc="0" normalizeH="0" baseline="0" noProof="0" dirty="0">
                  <a:ln>
                    <a:noFill/>
                  </a:ln>
                  <a:solidFill>
                    <a:schemeClr val="tx1"/>
                  </a:solidFill>
                  <a:effectLst/>
                  <a:uLnTx/>
                  <a:uFillTx/>
                  <a:latin typeface="Arial" panose="020B0604020202090204" pitchFamily="34" charset="0"/>
                  <a:ea typeface="宋体" pitchFamily="2" charset="-122"/>
                  <a:cs typeface="+mn-cs"/>
                </a:endParaRPr>
              </a:p>
            </p:txBody>
          </p:sp>
          <p:sp>
            <p:nvSpPr>
              <p:cNvPr id="74" name="Line 23"/>
              <p:cNvSpPr>
                <a:spLocks noChangeShapeType="1"/>
              </p:cNvSpPr>
              <p:nvPr/>
            </p:nvSpPr>
            <p:spPr bwMode="auto">
              <a:xfrm>
                <a:off x="4349" y="854"/>
                <a:ext cx="0" cy="657"/>
              </a:xfrm>
              <a:prstGeom prst="line">
                <a:avLst/>
              </a:prstGeom>
              <a:noFill/>
              <a:ln w="9525">
                <a:solidFill>
                  <a:schemeClr val="tx1"/>
                </a:solidFill>
                <a:round/>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75" name="Line 24"/>
              <p:cNvSpPr>
                <a:spLocks noChangeShapeType="1"/>
              </p:cNvSpPr>
              <p:nvPr/>
            </p:nvSpPr>
            <p:spPr bwMode="auto">
              <a:xfrm>
                <a:off x="5003" y="854"/>
                <a:ext cx="0" cy="657"/>
              </a:xfrm>
              <a:prstGeom prst="line">
                <a:avLst/>
              </a:prstGeom>
              <a:noFill/>
              <a:ln w="9525">
                <a:solidFill>
                  <a:schemeClr val="tx1"/>
                </a:solidFill>
                <a:round/>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76" name="Text Box 25"/>
              <p:cNvSpPr txBox="1">
                <a:spLocks noChangeArrowheads="1"/>
              </p:cNvSpPr>
              <p:nvPr/>
            </p:nvSpPr>
            <p:spPr bwMode="auto">
              <a:xfrm>
                <a:off x="3799" y="1058"/>
                <a:ext cx="387" cy="407"/>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r>
                  <a:rPr kumimoji="1" lang="zh-CN" altLang="en-US" sz="1800" b="1" i="0" u="none" strike="noStrike" kern="1200" cap="none" spc="0" normalizeH="0" baseline="0" noProof="0" dirty="0">
                    <a:ln>
                      <a:noFill/>
                    </a:ln>
                    <a:solidFill>
                      <a:schemeClr val="tx1"/>
                    </a:solidFill>
                    <a:effectLst/>
                    <a:uLnTx/>
                    <a:uFillTx/>
                    <a:latin typeface="Arial" panose="020B0604020202090204" pitchFamily="34" charset="0"/>
                    <a:ea typeface="宋体" pitchFamily="2" charset="-122"/>
                    <a:cs typeface="+mn-cs"/>
                  </a:rPr>
                  <a:t>英语</a:t>
                </a:r>
                <a:endParaRPr kumimoji="1" lang="zh-CN" altLang="en-US" sz="1800" b="1" i="0" u="none" strike="noStrike" kern="1200" cap="none" spc="0" normalizeH="0" baseline="0" noProof="0" dirty="0">
                  <a:ln>
                    <a:noFill/>
                  </a:ln>
                  <a:solidFill>
                    <a:schemeClr val="tx1"/>
                  </a:solidFill>
                  <a:effectLst/>
                  <a:uLnTx/>
                  <a:uFillTx/>
                  <a:latin typeface="Arial" panose="020B0604020202090204" pitchFamily="34" charset="0"/>
                  <a:ea typeface="宋体" pitchFamily="2" charset="-122"/>
                  <a:cs typeface="+mn-cs"/>
                </a:endParaRPr>
              </a:p>
            </p:txBody>
          </p:sp>
          <p:sp>
            <p:nvSpPr>
              <p:cNvPr id="77" name="Text Box 26"/>
              <p:cNvSpPr txBox="1">
                <a:spLocks noChangeArrowheads="1"/>
              </p:cNvSpPr>
              <p:nvPr/>
            </p:nvSpPr>
            <p:spPr bwMode="auto">
              <a:xfrm>
                <a:off x="4328" y="873"/>
                <a:ext cx="698" cy="713"/>
              </a:xfrm>
              <a:prstGeom prst="rect">
                <a:avLst/>
              </a:prstGeom>
              <a:noFill/>
              <a:ln w="9525">
                <a:noFill/>
                <a:miter lim="800000"/>
              </a:ln>
              <a:effectLst/>
            </p:spPr>
            <p:txBody>
              <a:bodyPr>
                <a:spAutoFit/>
              </a:bodyPr>
              <a:lstStyle/>
              <a:p>
                <a:pPr marL="0" marR="0" lvl="0" indent="0" algn="ctr" defTabSz="914400" rtl="0" eaLnBrk="1" fontAlgn="base" latinLnBrk="0" hangingPunct="1">
                  <a:lnSpc>
                    <a:spcPct val="90000"/>
                  </a:lnSpc>
                  <a:spcBef>
                    <a:spcPts val="590"/>
                  </a:spcBef>
                  <a:spcAft>
                    <a:spcPts val="590"/>
                  </a:spcAft>
                  <a:buClr>
                    <a:schemeClr val="tx2"/>
                  </a:buClr>
                  <a:buSzPct val="80000"/>
                  <a:buFontTx/>
                  <a:buNone/>
                  <a:defRPr/>
                </a:pPr>
                <a:r>
                  <a:rPr kumimoji="1" lang="zh-CN" altLang="en-US" sz="1800" b="1" i="0" u="none" strike="noStrike" kern="1200" cap="none" spc="0" normalizeH="0" baseline="0" noProof="0" dirty="0">
                    <a:ln>
                      <a:noFill/>
                    </a:ln>
                    <a:solidFill>
                      <a:schemeClr val="tx1"/>
                    </a:solidFill>
                    <a:effectLst/>
                    <a:uLnTx/>
                    <a:uFillTx/>
                    <a:latin typeface="Arial" panose="020B0604020202090204" pitchFamily="34" charset="0"/>
                    <a:ea typeface="宋体" pitchFamily="2" charset="-122"/>
                    <a:cs typeface="+mn-cs"/>
                  </a:rPr>
                  <a:t>计算机  原理</a:t>
                </a:r>
                <a:endParaRPr kumimoji="1" lang="zh-CN" altLang="en-US" sz="1800" b="1" i="0" u="none" strike="noStrike" kern="1200" cap="none" spc="0" normalizeH="0" baseline="0" noProof="0" dirty="0">
                  <a:ln>
                    <a:noFill/>
                  </a:ln>
                  <a:solidFill>
                    <a:schemeClr val="tx1"/>
                  </a:solidFill>
                  <a:effectLst/>
                  <a:uLnTx/>
                  <a:uFillTx/>
                  <a:latin typeface="Arial" panose="020B0604020202090204" pitchFamily="34" charset="0"/>
                  <a:ea typeface="宋体" pitchFamily="2" charset="-122"/>
                  <a:cs typeface="+mn-cs"/>
                </a:endParaRPr>
              </a:p>
            </p:txBody>
          </p:sp>
          <p:sp>
            <p:nvSpPr>
              <p:cNvPr id="78" name="Text Box 27"/>
              <p:cNvSpPr txBox="1">
                <a:spLocks noChangeArrowheads="1"/>
              </p:cNvSpPr>
              <p:nvPr/>
            </p:nvSpPr>
            <p:spPr bwMode="auto">
              <a:xfrm>
                <a:off x="5062" y="861"/>
                <a:ext cx="535" cy="713"/>
              </a:xfrm>
              <a:prstGeom prst="rect">
                <a:avLst/>
              </a:prstGeom>
              <a:noFill/>
              <a:ln w="9525">
                <a:noFill/>
                <a:miter lim="800000"/>
              </a:ln>
              <a:effectLst/>
            </p:spPr>
            <p:txBody>
              <a:bodyPr>
                <a:spAutoFit/>
              </a:bodyPr>
              <a:lstStyle/>
              <a:p>
                <a:pPr marL="0" marR="0" lvl="0" indent="0" algn="ctr" defTabSz="914400" rtl="0" eaLnBrk="1" fontAlgn="base" latinLnBrk="0" hangingPunct="1">
                  <a:lnSpc>
                    <a:spcPct val="90000"/>
                  </a:lnSpc>
                  <a:spcBef>
                    <a:spcPts val="590"/>
                  </a:spcBef>
                  <a:spcAft>
                    <a:spcPts val="590"/>
                  </a:spcAft>
                  <a:buClr>
                    <a:schemeClr val="tx2"/>
                  </a:buClr>
                  <a:buSzPct val="80000"/>
                  <a:buFontTx/>
                  <a:buNone/>
                  <a:defRPr/>
                </a:pPr>
                <a:r>
                  <a:rPr kumimoji="1" lang="zh-CN" altLang="en-US" sz="1800" b="1" i="0" u="none" strike="noStrike" kern="1200" cap="none" spc="0" normalizeH="0" baseline="0" noProof="0" dirty="0">
                    <a:ln>
                      <a:noFill/>
                    </a:ln>
                    <a:solidFill>
                      <a:schemeClr val="tx1"/>
                    </a:solidFill>
                    <a:effectLst/>
                    <a:uLnTx/>
                    <a:uFillTx/>
                    <a:latin typeface="Arial" panose="020B0604020202090204" pitchFamily="34" charset="0"/>
                    <a:ea typeface="宋体" pitchFamily="2" charset="-122"/>
                    <a:cs typeface="+mn-cs"/>
                  </a:rPr>
                  <a:t>程序 设计</a:t>
                </a:r>
                <a:endParaRPr kumimoji="1" lang="zh-CN" altLang="en-US" sz="1800" b="1" i="0" u="none" strike="noStrike" kern="1200" cap="none" spc="0" normalizeH="0" baseline="0" noProof="0" dirty="0">
                  <a:ln>
                    <a:noFill/>
                  </a:ln>
                  <a:solidFill>
                    <a:schemeClr val="tx1"/>
                  </a:solidFill>
                  <a:effectLst/>
                  <a:uLnTx/>
                  <a:uFillTx/>
                  <a:latin typeface="Arial" panose="020B0604020202090204" pitchFamily="34" charset="0"/>
                  <a:ea typeface="宋体" pitchFamily="2" charset="-122"/>
                  <a:cs typeface="+mn-cs"/>
                </a:endParaRPr>
              </a:p>
            </p:txBody>
          </p:sp>
        </p:grpSp>
      </p:grpSp>
      <p:sp>
        <p:nvSpPr>
          <p:cNvPr id="167" name="Text Box 97"/>
          <p:cNvSpPr txBox="1"/>
          <p:nvPr/>
        </p:nvSpPr>
        <p:spPr>
          <a:xfrm>
            <a:off x="2424113" y="6021388"/>
            <a:ext cx="7704137" cy="423862"/>
          </a:xfrm>
          <a:prstGeom prst="rect">
            <a:avLst/>
          </a:prstGeom>
          <a:solidFill>
            <a:schemeClr val="bg2"/>
          </a:solidFill>
          <a:ln w="38100" cap="flat" cmpd="sng">
            <a:solidFill>
              <a:srgbClr val="33CC33"/>
            </a:solidFill>
            <a:prstDash val="solid"/>
            <a:miter/>
            <a:headEnd type="none" w="med" len="med"/>
            <a:tailEnd type="none" w="med" len="med"/>
          </a:ln>
        </p:spPr>
        <p:txBody>
          <a:bodyPr>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ts val="590"/>
              </a:spcBef>
              <a:spcAft>
                <a:spcPts val="590"/>
              </a:spcAft>
              <a:buClr>
                <a:schemeClr val="accent2"/>
              </a:buClr>
              <a:buSzPct val="80000"/>
              <a:buNone/>
            </a:pPr>
            <a:r>
              <a:rPr lang="zh-CN" altLang="en-US" sz="2400" b="1" dirty="0">
                <a:latin typeface="黑体" panose="02010609060101010101" pitchFamily="49" charset="-122"/>
              </a:rPr>
              <a:t>建立了数据库中的多条记录，每条对应一个学生信息</a:t>
            </a:r>
            <a:endParaRPr lang="zh-CN" altLang="en-US" sz="2400" b="1" dirty="0">
              <a:latin typeface="黑体" panose="02010609060101010101" pitchFamily="49" charset="-122"/>
            </a:endParaRPr>
          </a:p>
        </p:txBody>
      </p:sp>
      <p:sp>
        <p:nvSpPr>
          <p:cNvPr id="108549" name="Rectangle 4"/>
          <p:cNvSpPr/>
          <p:nvPr/>
        </p:nvSpPr>
        <p:spPr>
          <a:xfrm>
            <a:off x="1881188" y="333375"/>
            <a:ext cx="8447087" cy="839788"/>
          </a:xfrm>
          <a:prstGeom prst="rect">
            <a:avLst/>
          </a:prstGeom>
          <a:noFill/>
          <a:ln w="9525">
            <a:noFill/>
          </a:ln>
        </p:spPr>
        <p:txBody>
          <a:bodyPr anchor="ctr" anchorCtr="0"/>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algn="ctr" eaLnBrk="1" hangingPunct="1">
              <a:lnSpc>
                <a:spcPct val="100000"/>
              </a:lnSpc>
              <a:spcBef>
                <a:spcPct val="0"/>
              </a:spcBef>
              <a:buClrTx/>
              <a:buSzTx/>
              <a:buFontTx/>
              <a:buNone/>
            </a:pPr>
            <a:r>
              <a:rPr lang="en-US" altLang="zh-CN" sz="4000" dirty="0"/>
              <a:t>3.4.4 </a:t>
            </a:r>
            <a:r>
              <a:rPr lang="zh-CN" altLang="en-US" sz="4000" dirty="0"/>
              <a:t>结构体数组的定义和初始化</a:t>
            </a:r>
            <a:endParaRPr lang="en-US" altLang="zh-CN" sz="4000" dirty="0">
              <a:latin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167"/>
                                        </p:tgtEl>
                                        <p:attrNameLst>
                                          <p:attrName>style.visibility</p:attrName>
                                        </p:attrNameLst>
                                      </p:cBhvr>
                                      <p:to>
                                        <p:strVal val="visible"/>
                                      </p:to>
                                    </p:set>
                                    <p:anim calcmode="lin" valueType="num">
                                      <p:cBhvr>
                                        <p:cTn id="14" dur="500" fill="hold"/>
                                        <p:tgtEl>
                                          <p:spTgt spid="167"/>
                                        </p:tgtEl>
                                        <p:attrNameLst>
                                          <p:attrName>ppt_w</p:attrName>
                                        </p:attrNameLst>
                                      </p:cBhvr>
                                      <p:tavLst>
                                        <p:tav tm="0">
                                          <p:val>
                                            <p:fltVal val="0"/>
                                          </p:val>
                                        </p:tav>
                                        <p:tav tm="100000">
                                          <p:val>
                                            <p:strVal val="#ppt_w"/>
                                          </p:val>
                                        </p:tav>
                                      </p:tavLst>
                                    </p:anim>
                                    <p:anim calcmode="lin" valueType="num">
                                      <p:cBhvr>
                                        <p:cTn id="15" dur="500" fill="hold"/>
                                        <p:tgtEl>
                                          <p:spTgt spid="167"/>
                                        </p:tgtEl>
                                        <p:attrNameLst>
                                          <p:attrName>ppt_h</p:attrName>
                                        </p:attrNameLst>
                                      </p:cBhvr>
                                      <p:tavLst>
                                        <p:tav tm="0">
                                          <p:val>
                                            <p:fltVal val="0"/>
                                          </p:val>
                                        </p:tav>
                                        <p:tav tm="100000">
                                          <p:val>
                                            <p:strVal val="#ppt_h"/>
                                          </p:val>
                                        </p:tav>
                                      </p:tavLst>
                                    </p:anim>
                                    <p:animEffect transition="in" filter="fade">
                                      <p:cBhvr>
                                        <p:cTn id="16" dur="500"/>
                                        <p:tgtEl>
                                          <p:spTgt spid="1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7" grpId="0" animBg="1"/>
    </p:bldLst>
  </p:timing>
</p:sld>
</file>

<file path=ppt/slides/slide7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09570" name="Picture 7"/>
          <p:cNvPicPr>
            <a:picLocks noChangeAspect="1"/>
          </p:cNvPicPr>
          <p:nvPr/>
        </p:nvPicPr>
        <p:blipFill>
          <a:blip r:embed="rId1"/>
          <a:stretch>
            <a:fillRect/>
          </a:stretch>
        </p:blipFill>
        <p:spPr>
          <a:xfrm>
            <a:off x="1271588" y="115888"/>
            <a:ext cx="6911975" cy="6553200"/>
          </a:xfrm>
          <a:prstGeom prst="rect">
            <a:avLst/>
          </a:prstGeom>
          <a:noFill/>
          <a:ln w="50800" cap="flat" cmpd="thickThin">
            <a:solidFill>
              <a:srgbClr val="000080"/>
            </a:solidFill>
            <a:prstDash val="solid"/>
            <a:miter/>
            <a:headEnd type="none" w="med" len="med"/>
            <a:tailEnd type="none" w="med" len="med"/>
          </a:ln>
        </p:spPr>
      </p:pic>
      <p:sp>
        <p:nvSpPr>
          <p:cNvPr id="109571" name="Rectangle 2"/>
          <p:cNvSpPr>
            <a:spLocks noGrp="1"/>
          </p:cNvSpPr>
          <p:nvPr>
            <p:ph idx="1"/>
          </p:nvPr>
        </p:nvSpPr>
        <p:spPr>
          <a:xfrm>
            <a:off x="8183563" y="1411288"/>
            <a:ext cx="2827337" cy="1946275"/>
          </a:xfrm>
        </p:spPr>
        <p:txBody>
          <a:bodyPr vert="horz" wrap="square" lIns="91440" tIns="45720" rIns="91440" bIns="45720" anchor="t" anchorCtr="0"/>
          <a:lstStyle/>
          <a:p>
            <a:pPr eaLnBrk="1">
              <a:buSzPct val="50000"/>
              <a:buFont typeface="Monotype Sorts"/>
              <a:buNone/>
            </a:pPr>
            <a:r>
              <a:rPr lang="en-US" altLang="zh-CN" kern="1200" dirty="0">
                <a:latin typeface="Times New Roman" panose="02020503050405090304" pitchFamily="18" charset="0"/>
                <a:ea typeface="黑体" panose="02010609060101010101" pitchFamily="49" charset="-122"/>
                <a:cs typeface="Times New Roman" panose="02020503050405090304" pitchFamily="18" charset="0"/>
              </a:rPr>
              <a:t>   </a:t>
            </a:r>
            <a:r>
              <a:rPr lang="en-US" altLang="zh-CN" kern="1200" dirty="0">
                <a:latin typeface="Arial" panose="020B0604020202090204" pitchFamily="34" charset="0"/>
                <a:ea typeface="黑体" panose="02010609060101010101" pitchFamily="49" charset="-122"/>
                <a:cs typeface="Times New Roman" panose="02020503050405090304" pitchFamily="18" charset="0"/>
              </a:rPr>
              <a:t>【</a:t>
            </a:r>
            <a:r>
              <a:rPr lang="zh-CN" altLang="en-US" kern="1200" dirty="0">
                <a:latin typeface="Arial" panose="020B0604020202090204" pitchFamily="34" charset="0"/>
                <a:ea typeface="黑体" panose="02010609060101010101" pitchFamily="49" charset="-122"/>
                <a:cs typeface="Times New Roman" panose="02020503050405090304" pitchFamily="18" charset="0"/>
              </a:rPr>
              <a:t>例</a:t>
            </a:r>
            <a:r>
              <a:rPr lang="en-US" altLang="zh-CN" kern="1200" dirty="0">
                <a:latin typeface="Arial" panose="020B0604020202090204" pitchFamily="34" charset="0"/>
                <a:ea typeface="黑体" panose="02010609060101010101" pitchFamily="49" charset="-122"/>
                <a:cs typeface="Times New Roman" panose="02020503050405090304" pitchFamily="18" charset="0"/>
              </a:rPr>
              <a:t>】</a:t>
            </a:r>
            <a:r>
              <a:rPr lang="zh-CN" altLang="en-US" kern="1200" dirty="0">
                <a:latin typeface="Arial" panose="020B0604020202090204" pitchFamily="34" charset="0"/>
                <a:ea typeface="黑体" panose="02010609060101010101" pitchFamily="49" charset="-122"/>
                <a:cs typeface="Times New Roman" panose="02020503050405090304" pitchFamily="18" charset="0"/>
              </a:rPr>
              <a:t>利用结构体数组，计算每个学生的平均分</a:t>
            </a:r>
            <a:endParaRPr lang="zh-CN" altLang="en-US" kern="1200" dirty="0">
              <a:latin typeface="Arial" panose="020B0604020202090204" pitchFamily="34" charset="0"/>
              <a:ea typeface="Times New Roman" panose="02020503050405090304" pitchFamily="18" charset="0"/>
              <a:cs typeface="+mn-cs"/>
            </a:endParaRPr>
          </a:p>
        </p:txBody>
      </p:sp>
      <p:pic>
        <p:nvPicPr>
          <p:cNvPr id="466947" name="Picture 3"/>
          <p:cNvPicPr>
            <a:picLocks noChangeAspect="1" noChangeArrowheads="1"/>
          </p:cNvPicPr>
          <p:nvPr/>
        </p:nvPicPr>
        <p:blipFill>
          <a:blip r:embed="rId2"/>
          <a:srcRect/>
          <a:stretch>
            <a:fillRect/>
          </a:stretch>
        </p:blipFill>
        <p:spPr bwMode="auto">
          <a:xfrm>
            <a:off x="5121275" y="4149725"/>
            <a:ext cx="5695950" cy="1038225"/>
          </a:xfrm>
          <a:prstGeom prst="rect">
            <a:avLst/>
          </a:prstGeom>
          <a:noFill/>
          <a:ln w="38100">
            <a:solidFill>
              <a:srgbClr val="33CC33"/>
            </a:solidFill>
            <a:miter lim="800000"/>
            <a:headEnd type="none" w="sm" len="sm"/>
            <a:tailEnd type="none" w="sm" len="sm"/>
          </a:ln>
          <a:effectLst>
            <a:outerShdw blurRad="63500" dist="38100" dir="2700000" algn="tl" rotWithShape="0">
              <a:srgbClr val="000000">
                <a:alpha val="39999"/>
              </a:srgbClr>
            </a:outerShdw>
          </a:effectLst>
        </p:spPr>
      </p:pic>
      <p:sp>
        <p:nvSpPr>
          <p:cNvPr id="8" name="椭圆 7"/>
          <p:cNvSpPr/>
          <p:nvPr/>
        </p:nvSpPr>
        <p:spPr>
          <a:xfrm>
            <a:off x="10056813" y="6465888"/>
            <a:ext cx="71438" cy="7143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lt1"/>
              </a:solidFill>
              <a:effectLst/>
              <a:uLnTx/>
              <a:uFillTx/>
              <a:latin typeface="+mn-lt"/>
              <a:ea typeface="+mn-ea"/>
              <a:cs typeface="+mn-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0" fill="hold" nodeType="clickEffect">
                                  <p:stCondLst>
                                    <p:cond delay="0"/>
                                  </p:stCondLst>
                                  <p:childTnLst>
                                    <p:set>
                                      <p:cBhvr>
                                        <p:cTn id="6" dur="1" fill="hold">
                                          <p:stCondLst>
                                            <p:cond delay="0"/>
                                          </p:stCondLst>
                                        </p:cTn>
                                        <p:tgtEl>
                                          <p:spTgt spid="466947"/>
                                        </p:tgtEl>
                                        <p:attrNameLst>
                                          <p:attrName>style.visibility</p:attrName>
                                        </p:attrNameLst>
                                      </p:cBhvr>
                                      <p:to>
                                        <p:strVal val="visible"/>
                                      </p:to>
                                    </p:set>
                                    <p:anim calcmode="lin" valueType="num">
                                      <p:cBhvr>
                                        <p:cTn id="7" dur="500" fill="hold"/>
                                        <p:tgtEl>
                                          <p:spTgt spid="466947"/>
                                        </p:tgtEl>
                                        <p:attrNameLst>
                                          <p:attrName>ppt_w</p:attrName>
                                        </p:attrNameLst>
                                      </p:cBhvr>
                                      <p:tavLst>
                                        <p:tav tm="0">
                                          <p:val>
                                            <p:fltVal val="0"/>
                                          </p:val>
                                        </p:tav>
                                        <p:tav tm="100000">
                                          <p:val>
                                            <p:strVal val="#ppt_w"/>
                                          </p:val>
                                        </p:tav>
                                      </p:tavLst>
                                    </p:anim>
                                    <p:anim calcmode="lin" valueType="num">
                                      <p:cBhvr>
                                        <p:cTn id="8" dur="500" fill="hold"/>
                                        <p:tgtEl>
                                          <p:spTgt spid="466947"/>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0594" name="Rectangle 2"/>
          <p:cNvSpPr>
            <a:spLocks noGrp="1"/>
          </p:cNvSpPr>
          <p:nvPr>
            <p:ph type="title"/>
          </p:nvPr>
        </p:nvSpPr>
        <p:spPr>
          <a:xfrm>
            <a:off x="1881188" y="333375"/>
            <a:ext cx="8447087" cy="839788"/>
          </a:xfrm>
        </p:spPr>
        <p:txBody>
          <a:bodyPr vert="horz" wrap="square" lIns="91440" tIns="45720" rIns="91440" bIns="45720" anchor="ctr" anchorCtr="0"/>
          <a:lstStyle/>
          <a:p>
            <a:r>
              <a:rPr lang="en-US" altLang="zh-CN" sz="4000" kern="1200" dirty="0">
                <a:solidFill>
                  <a:schemeClr val="tx1"/>
                </a:solidFill>
                <a:latin typeface="Arial" panose="020B0604020202090204" pitchFamily="34" charset="0"/>
                <a:ea typeface="黑体" panose="02010609060101010101" pitchFamily="49" charset="-122"/>
                <a:cs typeface="Arial" panose="020B0604020202090204" pitchFamily="34" charset="0"/>
              </a:rPr>
              <a:t>3.4.5 </a:t>
            </a:r>
            <a:r>
              <a:rPr lang="zh-CN" altLang="en-US" sz="4000" kern="1200" dirty="0">
                <a:solidFill>
                  <a:schemeClr val="tx1"/>
                </a:solidFill>
                <a:latin typeface="Arial" panose="020B0604020202090204" pitchFamily="34" charset="0"/>
                <a:ea typeface="黑体" panose="02010609060101010101" pitchFamily="49" charset="-122"/>
                <a:cs typeface="Arial" panose="020B0604020202090204" pitchFamily="34" charset="0"/>
              </a:rPr>
              <a:t>结构体</a:t>
            </a:r>
            <a:r>
              <a:rPr lang="zh-CN" altLang="en-US" sz="4000" kern="1200" dirty="0">
                <a:solidFill>
                  <a:srgbClr val="C00000"/>
                </a:solidFill>
                <a:latin typeface="Arial" panose="020B0604020202090204" pitchFamily="34" charset="0"/>
                <a:ea typeface="黑体" panose="02010609060101010101" pitchFamily="49" charset="-122"/>
                <a:cs typeface="Arial" panose="020B0604020202090204" pitchFamily="34" charset="0"/>
              </a:rPr>
              <a:t>指针</a:t>
            </a:r>
            <a:r>
              <a:rPr lang="zh-CN" altLang="en-US" sz="4000" kern="1200" dirty="0">
                <a:solidFill>
                  <a:schemeClr val="tx1"/>
                </a:solidFill>
                <a:latin typeface="Arial" panose="020B0604020202090204" pitchFamily="34" charset="0"/>
                <a:ea typeface="黑体" panose="02010609060101010101" pitchFamily="49" charset="-122"/>
                <a:cs typeface="Arial" panose="020B0604020202090204" pitchFamily="34" charset="0"/>
              </a:rPr>
              <a:t>的定义和初始化</a:t>
            </a:r>
            <a:endParaRPr lang="en-US" altLang="zh-CN" sz="4000" kern="1200" dirty="0">
              <a:solidFill>
                <a:schemeClr val="tx1"/>
              </a:solidFill>
              <a:latin typeface="Arial" panose="020B0604020202090204" pitchFamily="34" charset="0"/>
              <a:ea typeface="黑体" panose="02010609060101010101" pitchFamily="49" charset="-122"/>
              <a:cs typeface="Arial" panose="020B0604020202090204" pitchFamily="34" charset="0"/>
            </a:endParaRPr>
          </a:p>
        </p:txBody>
      </p:sp>
      <p:sp>
        <p:nvSpPr>
          <p:cNvPr id="380935" name="Text Box 7"/>
          <p:cNvSpPr txBox="1"/>
          <p:nvPr/>
        </p:nvSpPr>
        <p:spPr>
          <a:xfrm>
            <a:off x="8293100" y="1763713"/>
            <a:ext cx="1403350" cy="376237"/>
          </a:xfrm>
          <a:prstGeom prst="rect">
            <a:avLst/>
          </a:prstGeom>
          <a:noFill/>
          <a:ln w="12700">
            <a:noFill/>
          </a:ln>
        </p:spPr>
        <p:txBody>
          <a:bodyPr>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ct val="50000"/>
              </a:spcBef>
              <a:spcAft>
                <a:spcPts val="590"/>
              </a:spcAft>
              <a:buSzPct val="80000"/>
              <a:buNone/>
            </a:pPr>
            <a:r>
              <a:rPr lang="en-US" altLang="zh-CN" sz="2000" b="1" dirty="0">
                <a:latin typeface="Courier New" panose="02070409020205090404" pitchFamily="49" charset="0"/>
                <a:ea typeface="宋体" pitchFamily="2" charset="-122"/>
              </a:rPr>
              <a:t>pt</a:t>
            </a:r>
            <a:endParaRPr lang="en-US" altLang="zh-CN" sz="2000" b="1" dirty="0">
              <a:latin typeface="Courier New" panose="02070409020205090404" pitchFamily="49" charset="0"/>
              <a:ea typeface="宋体" pitchFamily="2" charset="-122"/>
            </a:endParaRPr>
          </a:p>
        </p:txBody>
      </p:sp>
      <p:sp>
        <p:nvSpPr>
          <p:cNvPr id="380936" name="Text Box 8"/>
          <p:cNvSpPr txBox="1"/>
          <p:nvPr/>
        </p:nvSpPr>
        <p:spPr>
          <a:xfrm>
            <a:off x="9432925" y="1403350"/>
            <a:ext cx="1403350" cy="376238"/>
          </a:xfrm>
          <a:prstGeom prst="rect">
            <a:avLst/>
          </a:prstGeom>
          <a:noFill/>
          <a:ln w="12700">
            <a:noFill/>
          </a:ln>
        </p:spPr>
        <p:txBody>
          <a:bodyPr>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ct val="50000"/>
              </a:spcBef>
              <a:spcAft>
                <a:spcPts val="590"/>
              </a:spcAft>
              <a:buSzPct val="80000"/>
              <a:buNone/>
            </a:pPr>
            <a:r>
              <a:rPr lang="en-US" altLang="zh-CN" sz="2000" b="1" dirty="0">
                <a:latin typeface="Courier New" panose="02070409020205090404" pitchFamily="49" charset="0"/>
                <a:ea typeface="宋体" pitchFamily="2" charset="-122"/>
              </a:rPr>
              <a:t>stu1</a:t>
            </a:r>
            <a:endParaRPr lang="en-US" altLang="zh-CN" sz="2000" b="1" dirty="0">
              <a:latin typeface="Courier New" panose="02070409020205090404" pitchFamily="49" charset="0"/>
              <a:ea typeface="宋体" pitchFamily="2" charset="-122"/>
            </a:endParaRPr>
          </a:p>
        </p:txBody>
      </p:sp>
      <p:sp>
        <p:nvSpPr>
          <p:cNvPr id="380937" name="Line 9"/>
          <p:cNvSpPr>
            <a:spLocks noChangeShapeType="1"/>
          </p:cNvSpPr>
          <p:nvPr/>
        </p:nvSpPr>
        <p:spPr bwMode="auto">
          <a:xfrm>
            <a:off x="8748713" y="1933575"/>
            <a:ext cx="701675" cy="0"/>
          </a:xfrm>
          <a:prstGeom prst="line">
            <a:avLst/>
          </a:prstGeom>
          <a:noFill/>
          <a:ln w="57150">
            <a:solidFill>
              <a:srgbClr val="000080"/>
            </a:solidFill>
            <a:round/>
            <a:headEnd type="none" w="sm" len="sm"/>
            <a:tailEnd type="triangle" w="sm" len="sm"/>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380939" name="Rectangle 11"/>
          <p:cNvSpPr>
            <a:spLocks noGrp="1"/>
          </p:cNvSpPr>
          <p:nvPr>
            <p:ph idx="1"/>
          </p:nvPr>
        </p:nvSpPr>
        <p:spPr>
          <a:xfrm>
            <a:off x="1576388" y="2060575"/>
            <a:ext cx="5378450" cy="1298575"/>
          </a:xfrm>
        </p:spPr>
        <p:txBody>
          <a:bodyPr vert="horz" wrap="square" lIns="91440" tIns="45720" rIns="91440" bIns="45720" anchor="t" anchorCtr="0"/>
          <a:lstStyle/>
          <a:p>
            <a:pPr eaLnBrk="1">
              <a:lnSpc>
                <a:spcPct val="80000"/>
              </a:lnSpc>
              <a:buSzPct val="50000"/>
              <a:buFont typeface="Monotype Sorts"/>
              <a:buNone/>
            </a:pPr>
            <a:r>
              <a:rPr lang="en-US" altLang="zh-CN" sz="2400" kern="1200" dirty="0">
                <a:solidFill>
                  <a:schemeClr val="accent2"/>
                </a:solidFill>
                <a:latin typeface="Courier New" panose="02070409020205090404" pitchFamily="49" charset="0"/>
                <a:ea typeface="宋体" pitchFamily="2" charset="-122"/>
                <a:cs typeface="+mn-cs"/>
              </a:rPr>
              <a:t>  </a:t>
            </a:r>
            <a:r>
              <a:rPr lang="fr-FR" altLang="zh-CN" sz="2400" b="1" kern="1200" dirty="0">
                <a:solidFill>
                  <a:srgbClr val="CC0000"/>
                </a:solidFill>
                <a:latin typeface="Courier New" panose="02070409020205090404" pitchFamily="49" charset="0"/>
                <a:ea typeface="宋体" pitchFamily="2" charset="-122"/>
                <a:cs typeface="+mn-cs"/>
              </a:rPr>
              <a:t>STUDENT</a:t>
            </a:r>
            <a:r>
              <a:rPr lang="en-US" altLang="zh-CN" sz="2400" b="1" kern="1200" dirty="0">
                <a:solidFill>
                  <a:srgbClr val="CC0000"/>
                </a:solidFill>
                <a:latin typeface="Times New Roman" panose="02020503050405090304" pitchFamily="18" charset="0"/>
                <a:ea typeface="宋体" pitchFamily="2" charset="-122"/>
                <a:cs typeface="+mn-cs"/>
              </a:rPr>
              <a:t>  </a:t>
            </a:r>
            <a:r>
              <a:rPr lang="en-US" altLang="zh-CN" sz="2400" b="1" kern="1200" dirty="0">
                <a:latin typeface="Times New Roman" panose="02020503050405090304" pitchFamily="18" charset="0"/>
                <a:ea typeface="宋体" pitchFamily="2" charset="-122"/>
                <a:cs typeface="+mn-cs"/>
              </a:rPr>
              <a:t>  </a:t>
            </a:r>
            <a:r>
              <a:rPr lang="en-US" altLang="zh-CN" sz="2400" b="1" kern="1200" dirty="0">
                <a:solidFill>
                  <a:srgbClr val="000000"/>
                </a:solidFill>
                <a:latin typeface="Courier New" panose="02070409020205090404" pitchFamily="49" charset="0"/>
                <a:ea typeface="宋体" pitchFamily="2" charset="-122"/>
                <a:cs typeface="+mn-cs"/>
              </a:rPr>
              <a:t>stu1;</a:t>
            </a:r>
            <a:r>
              <a:rPr lang="en-US" altLang="zh-CN" sz="2400" b="1" kern="1200" dirty="0">
                <a:solidFill>
                  <a:srgbClr val="008800"/>
                </a:solidFill>
                <a:latin typeface="Courier New" panose="02070409020205090404" pitchFamily="49" charset="0"/>
                <a:ea typeface="宋体" pitchFamily="2" charset="-122"/>
                <a:cs typeface="+mn-cs"/>
              </a:rPr>
              <a:t> </a:t>
            </a:r>
            <a:endParaRPr lang="en-US" altLang="zh-CN" sz="2400" b="1" kern="1200" dirty="0">
              <a:solidFill>
                <a:srgbClr val="000000"/>
              </a:solidFill>
              <a:latin typeface="Courier New" panose="02070409020205090404" pitchFamily="49" charset="0"/>
              <a:ea typeface="宋体" pitchFamily="2" charset="-122"/>
              <a:cs typeface="+mn-cs"/>
            </a:endParaRPr>
          </a:p>
          <a:p>
            <a:pPr eaLnBrk="1">
              <a:lnSpc>
                <a:spcPct val="80000"/>
              </a:lnSpc>
              <a:buSzPct val="50000"/>
              <a:buFont typeface="Monotype Sorts"/>
              <a:buNone/>
            </a:pPr>
            <a:r>
              <a:rPr lang="en-US" altLang="zh-CN" sz="2400" b="1" kern="1200" dirty="0">
                <a:solidFill>
                  <a:srgbClr val="0000FF"/>
                </a:solidFill>
                <a:latin typeface="Courier New" panose="02070409020205090404" pitchFamily="49" charset="0"/>
                <a:ea typeface="宋体" pitchFamily="2" charset="-122"/>
                <a:cs typeface="+mn-cs"/>
              </a:rPr>
              <a:t>  </a:t>
            </a:r>
            <a:r>
              <a:rPr lang="fr-FR" altLang="zh-CN" sz="2400" b="1" kern="1200" dirty="0">
                <a:solidFill>
                  <a:srgbClr val="CC0000"/>
                </a:solidFill>
                <a:latin typeface="Courier New" panose="02070409020205090404" pitchFamily="49" charset="0"/>
                <a:ea typeface="宋体" pitchFamily="2" charset="-122"/>
                <a:cs typeface="+mn-cs"/>
              </a:rPr>
              <a:t>STUDENT</a:t>
            </a:r>
            <a:r>
              <a:rPr lang="en-US" altLang="zh-CN" sz="2400" b="1" kern="1200" dirty="0">
                <a:solidFill>
                  <a:srgbClr val="CC0000"/>
                </a:solidFill>
                <a:latin typeface="Times New Roman" panose="02020503050405090304" pitchFamily="18" charset="0"/>
                <a:ea typeface="宋体" pitchFamily="2" charset="-122"/>
                <a:cs typeface="+mn-cs"/>
              </a:rPr>
              <a:t>    </a:t>
            </a:r>
            <a:r>
              <a:rPr lang="en-US" altLang="zh-CN" sz="2400" b="1" kern="1200" dirty="0">
                <a:solidFill>
                  <a:srgbClr val="CC0000"/>
                </a:solidFill>
                <a:latin typeface="Courier New" panose="02070409020205090404" pitchFamily="49" charset="0"/>
                <a:ea typeface="宋体" pitchFamily="2" charset="-122"/>
                <a:cs typeface="+mn-cs"/>
              </a:rPr>
              <a:t>*</a:t>
            </a:r>
            <a:r>
              <a:rPr lang="en-US" altLang="zh-CN" sz="2400" b="1" kern="1200" dirty="0">
                <a:solidFill>
                  <a:srgbClr val="000000"/>
                </a:solidFill>
                <a:latin typeface="Courier New" panose="02070409020205090404" pitchFamily="49" charset="0"/>
                <a:ea typeface="宋体" pitchFamily="2" charset="-122"/>
                <a:cs typeface="+mn-cs"/>
              </a:rPr>
              <a:t>pt; </a:t>
            </a:r>
            <a:endParaRPr lang="en-US" altLang="zh-CN" sz="2400" b="1" kern="1200" dirty="0">
              <a:solidFill>
                <a:srgbClr val="000000"/>
              </a:solidFill>
              <a:latin typeface="Courier New" panose="02070409020205090404" pitchFamily="49" charset="0"/>
              <a:ea typeface="宋体" pitchFamily="2" charset="-122"/>
              <a:cs typeface="+mn-cs"/>
            </a:endParaRPr>
          </a:p>
          <a:p>
            <a:pPr eaLnBrk="1">
              <a:lnSpc>
                <a:spcPct val="80000"/>
              </a:lnSpc>
              <a:buSzPct val="50000"/>
              <a:buFont typeface="Monotype Sorts"/>
              <a:buNone/>
            </a:pPr>
            <a:r>
              <a:rPr lang="en-US" altLang="zh-CN" sz="2400" b="1" kern="1200" dirty="0">
                <a:solidFill>
                  <a:srgbClr val="000000"/>
                </a:solidFill>
                <a:latin typeface="Courier New" panose="02070409020205090404" pitchFamily="49" charset="0"/>
                <a:ea typeface="宋体" pitchFamily="2" charset="-122"/>
                <a:cs typeface="+mn-cs"/>
              </a:rPr>
              <a:t>  pt = </a:t>
            </a:r>
            <a:r>
              <a:rPr lang="en-US" altLang="zh-CN" sz="2400" b="1" kern="1200" dirty="0">
                <a:solidFill>
                  <a:srgbClr val="CC0000"/>
                </a:solidFill>
                <a:latin typeface="Courier New" panose="02070409020205090404" pitchFamily="49" charset="0"/>
                <a:ea typeface="宋体" pitchFamily="2" charset="-122"/>
                <a:cs typeface="+mn-cs"/>
              </a:rPr>
              <a:t>&amp;</a:t>
            </a:r>
            <a:r>
              <a:rPr lang="en-US" altLang="zh-CN" sz="2400" b="1" kern="1200" dirty="0">
                <a:solidFill>
                  <a:srgbClr val="000000"/>
                </a:solidFill>
                <a:latin typeface="Courier New" panose="02070409020205090404" pitchFamily="49" charset="0"/>
                <a:ea typeface="宋体" pitchFamily="2" charset="-122"/>
                <a:cs typeface="+mn-cs"/>
              </a:rPr>
              <a:t>stu1;</a:t>
            </a:r>
            <a:endParaRPr lang="zh-CN" altLang="en-US" sz="2400" b="1" kern="1200" dirty="0">
              <a:solidFill>
                <a:srgbClr val="000000"/>
              </a:solidFill>
              <a:latin typeface="Courier New" panose="02070409020205090404" pitchFamily="49" charset="0"/>
              <a:ea typeface="宋体" pitchFamily="2" charset="-122"/>
              <a:cs typeface="+mn-cs"/>
            </a:endParaRPr>
          </a:p>
        </p:txBody>
      </p:sp>
      <p:grpSp>
        <p:nvGrpSpPr>
          <p:cNvPr id="2" name="组合 23"/>
          <p:cNvGrpSpPr/>
          <p:nvPr/>
        </p:nvGrpSpPr>
        <p:grpSpPr>
          <a:xfrm>
            <a:off x="9450388" y="1736725"/>
            <a:ext cx="893762" cy="2997200"/>
            <a:chOff x="7667625" y="1741473"/>
            <a:chExt cx="1296988" cy="3803607"/>
          </a:xfrm>
        </p:grpSpPr>
        <p:grpSp>
          <p:nvGrpSpPr>
            <p:cNvPr id="110606" name="Group 46"/>
            <p:cNvGrpSpPr/>
            <p:nvPr/>
          </p:nvGrpSpPr>
          <p:grpSpPr>
            <a:xfrm>
              <a:off x="7667625" y="1741473"/>
              <a:ext cx="1296988" cy="3800475"/>
              <a:chOff x="4830" y="996"/>
              <a:chExt cx="817" cy="2394"/>
            </a:xfrm>
          </p:grpSpPr>
          <p:grpSp>
            <p:nvGrpSpPr>
              <p:cNvPr id="110608" name="Group 44"/>
              <p:cNvGrpSpPr/>
              <p:nvPr/>
            </p:nvGrpSpPr>
            <p:grpSpPr>
              <a:xfrm>
                <a:off x="4830" y="996"/>
                <a:ext cx="817" cy="2380"/>
                <a:chOff x="4830" y="996"/>
                <a:chExt cx="817" cy="2380"/>
              </a:xfrm>
            </p:grpSpPr>
            <p:grpSp>
              <p:nvGrpSpPr>
                <p:cNvPr id="110610" name="Group 4"/>
                <p:cNvGrpSpPr/>
                <p:nvPr/>
              </p:nvGrpSpPr>
              <p:grpSpPr>
                <a:xfrm>
                  <a:off x="4831" y="996"/>
                  <a:ext cx="816" cy="605"/>
                  <a:chOff x="4604" y="996"/>
                  <a:chExt cx="816" cy="605"/>
                </a:xfrm>
              </p:grpSpPr>
              <p:sp>
                <p:nvSpPr>
                  <p:cNvPr id="110618" name="Text Box 5"/>
                  <p:cNvSpPr txBox="1"/>
                  <p:nvPr/>
                </p:nvSpPr>
                <p:spPr>
                  <a:xfrm>
                    <a:off x="4604" y="996"/>
                    <a:ext cx="816" cy="303"/>
                  </a:xfrm>
                  <a:prstGeom prst="rect">
                    <a:avLst/>
                  </a:prstGeom>
                  <a:solidFill>
                    <a:schemeClr val="bg2"/>
                  </a:solidFill>
                  <a:ln w="12700" cap="flat" cmpd="sng">
                    <a:solidFill>
                      <a:schemeClr val="tx1"/>
                    </a:solidFill>
                    <a:prstDash val="solid"/>
                    <a:miter/>
                    <a:headEnd type="none" w="sm" len="sm"/>
                    <a:tailEnd type="none" w="sm" len="sm"/>
                  </a:ln>
                </p:spPr>
                <p:txBody>
                  <a:bodyPr>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ct val="50000"/>
                      </a:spcBef>
                      <a:spcAft>
                        <a:spcPts val="590"/>
                      </a:spcAft>
                      <a:buSzPct val="80000"/>
                      <a:buNone/>
                    </a:pPr>
                    <a:r>
                      <a:rPr lang="zh-CN" altLang="en-US" sz="2000" b="1" dirty="0">
                        <a:cs typeface="Arial" panose="020B0604020202090204" pitchFamily="34" charset="0"/>
                      </a:rPr>
                      <a:t>成员</a:t>
                    </a:r>
                    <a:r>
                      <a:rPr lang="en-US" altLang="zh-CN" sz="2000" b="1" dirty="0">
                        <a:cs typeface="Arial" panose="020B0604020202090204" pitchFamily="34" charset="0"/>
                      </a:rPr>
                      <a:t>1</a:t>
                    </a:r>
                    <a:endParaRPr lang="en-US" altLang="zh-CN" sz="2000" b="1" dirty="0">
                      <a:ea typeface="Arial" panose="020B0604020202090204" pitchFamily="34" charset="0"/>
                    </a:endParaRPr>
                  </a:p>
                </p:txBody>
              </p:sp>
              <p:sp>
                <p:nvSpPr>
                  <p:cNvPr id="110619" name="Text Box 6"/>
                  <p:cNvSpPr txBox="1"/>
                  <p:nvPr/>
                </p:nvSpPr>
                <p:spPr>
                  <a:xfrm>
                    <a:off x="4604" y="1298"/>
                    <a:ext cx="816" cy="303"/>
                  </a:xfrm>
                  <a:prstGeom prst="rect">
                    <a:avLst/>
                  </a:prstGeom>
                  <a:solidFill>
                    <a:schemeClr val="bg2"/>
                  </a:solidFill>
                  <a:ln w="12700" cap="flat" cmpd="sng">
                    <a:solidFill>
                      <a:schemeClr val="tx1"/>
                    </a:solidFill>
                    <a:prstDash val="solid"/>
                    <a:miter/>
                    <a:headEnd type="none" w="sm" len="sm"/>
                    <a:tailEnd type="none" w="sm" len="sm"/>
                  </a:ln>
                </p:spPr>
                <p:txBody>
                  <a:bodyPr>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ct val="50000"/>
                      </a:spcBef>
                      <a:spcAft>
                        <a:spcPts val="590"/>
                      </a:spcAft>
                      <a:buSzPct val="80000"/>
                      <a:buNone/>
                    </a:pPr>
                    <a:r>
                      <a:rPr lang="zh-CN" altLang="en-US" sz="2000" b="1" dirty="0">
                        <a:cs typeface="Arial" panose="020B0604020202090204" pitchFamily="34" charset="0"/>
                      </a:rPr>
                      <a:t>成员</a:t>
                    </a:r>
                    <a:r>
                      <a:rPr lang="en-US" altLang="zh-CN" sz="2000" b="1" dirty="0">
                        <a:cs typeface="Arial" panose="020B0604020202090204" pitchFamily="34" charset="0"/>
                      </a:rPr>
                      <a:t>2</a:t>
                    </a:r>
                    <a:endParaRPr lang="en-US" altLang="zh-CN" sz="2000" b="1" dirty="0">
                      <a:ea typeface="Arial" panose="020B0604020202090204" pitchFamily="34" charset="0"/>
                    </a:endParaRPr>
                  </a:p>
                </p:txBody>
              </p:sp>
            </p:grpSp>
            <p:grpSp>
              <p:nvGrpSpPr>
                <p:cNvPr id="110611" name="Group 35"/>
                <p:cNvGrpSpPr/>
                <p:nvPr/>
              </p:nvGrpSpPr>
              <p:grpSpPr>
                <a:xfrm>
                  <a:off x="4830" y="1598"/>
                  <a:ext cx="816" cy="605"/>
                  <a:chOff x="4604" y="996"/>
                  <a:chExt cx="816" cy="605"/>
                </a:xfrm>
              </p:grpSpPr>
              <p:sp>
                <p:nvSpPr>
                  <p:cNvPr id="110616" name="Text Box 36"/>
                  <p:cNvSpPr txBox="1"/>
                  <p:nvPr/>
                </p:nvSpPr>
                <p:spPr>
                  <a:xfrm>
                    <a:off x="4604" y="996"/>
                    <a:ext cx="816" cy="303"/>
                  </a:xfrm>
                  <a:prstGeom prst="rect">
                    <a:avLst/>
                  </a:prstGeom>
                  <a:solidFill>
                    <a:schemeClr val="bg2"/>
                  </a:solidFill>
                  <a:ln w="12700" cap="flat" cmpd="sng">
                    <a:solidFill>
                      <a:schemeClr val="tx1"/>
                    </a:solidFill>
                    <a:prstDash val="solid"/>
                    <a:miter/>
                    <a:headEnd type="none" w="sm" len="sm"/>
                    <a:tailEnd type="none" w="sm" len="sm"/>
                  </a:ln>
                </p:spPr>
                <p:txBody>
                  <a:bodyPr>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ct val="50000"/>
                      </a:spcBef>
                      <a:spcAft>
                        <a:spcPts val="590"/>
                      </a:spcAft>
                      <a:buSzPct val="80000"/>
                      <a:buNone/>
                    </a:pPr>
                    <a:r>
                      <a:rPr lang="zh-CN" altLang="en-US" sz="2000" b="1" dirty="0">
                        <a:cs typeface="Arial" panose="020B0604020202090204" pitchFamily="34" charset="0"/>
                      </a:rPr>
                      <a:t>成员</a:t>
                    </a:r>
                    <a:r>
                      <a:rPr lang="en-US" altLang="zh-CN" sz="2000" b="1" dirty="0">
                        <a:cs typeface="Arial" panose="020B0604020202090204" pitchFamily="34" charset="0"/>
                      </a:rPr>
                      <a:t>3</a:t>
                    </a:r>
                    <a:endParaRPr lang="en-US" altLang="zh-CN" sz="2000" b="1" dirty="0">
                      <a:ea typeface="Arial" panose="020B0604020202090204" pitchFamily="34" charset="0"/>
                    </a:endParaRPr>
                  </a:p>
                </p:txBody>
              </p:sp>
              <p:sp>
                <p:nvSpPr>
                  <p:cNvPr id="110617" name="Text Box 37"/>
                  <p:cNvSpPr txBox="1"/>
                  <p:nvPr/>
                </p:nvSpPr>
                <p:spPr>
                  <a:xfrm>
                    <a:off x="4604" y="1298"/>
                    <a:ext cx="816" cy="303"/>
                  </a:xfrm>
                  <a:prstGeom prst="rect">
                    <a:avLst/>
                  </a:prstGeom>
                  <a:solidFill>
                    <a:schemeClr val="bg2"/>
                  </a:solidFill>
                  <a:ln w="12700" cap="flat" cmpd="sng">
                    <a:solidFill>
                      <a:schemeClr val="tx1"/>
                    </a:solidFill>
                    <a:prstDash val="solid"/>
                    <a:miter/>
                    <a:headEnd type="none" w="sm" len="sm"/>
                    <a:tailEnd type="none" w="sm" len="sm"/>
                  </a:ln>
                </p:spPr>
                <p:txBody>
                  <a:bodyPr>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ct val="50000"/>
                      </a:spcBef>
                      <a:spcAft>
                        <a:spcPts val="590"/>
                      </a:spcAft>
                      <a:buSzPct val="80000"/>
                      <a:buNone/>
                    </a:pPr>
                    <a:r>
                      <a:rPr lang="zh-CN" altLang="en-US" sz="2000" b="1" dirty="0">
                        <a:cs typeface="Arial" panose="020B0604020202090204" pitchFamily="34" charset="0"/>
                      </a:rPr>
                      <a:t>成员</a:t>
                    </a:r>
                    <a:r>
                      <a:rPr lang="en-US" altLang="zh-CN" sz="2000" b="1" dirty="0">
                        <a:cs typeface="Arial" panose="020B0604020202090204" pitchFamily="34" charset="0"/>
                      </a:rPr>
                      <a:t>4</a:t>
                    </a:r>
                    <a:endParaRPr lang="en-US" altLang="zh-CN" sz="2000" b="1" dirty="0">
                      <a:ea typeface="Arial" panose="020B0604020202090204" pitchFamily="34" charset="0"/>
                    </a:endParaRPr>
                  </a:p>
                </p:txBody>
              </p:sp>
            </p:grpSp>
            <p:sp>
              <p:nvSpPr>
                <p:cNvPr id="110612" name="Text Box 39"/>
                <p:cNvSpPr txBox="1"/>
                <p:nvPr/>
              </p:nvSpPr>
              <p:spPr>
                <a:xfrm>
                  <a:off x="4831" y="2196"/>
                  <a:ext cx="816" cy="303"/>
                </a:xfrm>
                <a:prstGeom prst="rect">
                  <a:avLst/>
                </a:prstGeom>
                <a:solidFill>
                  <a:schemeClr val="bg2"/>
                </a:solidFill>
                <a:ln w="12700" cap="flat" cmpd="sng">
                  <a:solidFill>
                    <a:schemeClr val="tx1"/>
                  </a:solidFill>
                  <a:prstDash val="solid"/>
                  <a:miter/>
                  <a:headEnd type="none" w="sm" len="sm"/>
                  <a:tailEnd type="none" w="sm" len="sm"/>
                </a:ln>
              </p:spPr>
              <p:txBody>
                <a:bodyPr>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ct val="50000"/>
                    </a:spcBef>
                    <a:spcAft>
                      <a:spcPts val="590"/>
                    </a:spcAft>
                    <a:buSzPct val="80000"/>
                    <a:buNone/>
                  </a:pPr>
                  <a:endParaRPr lang="en-US" altLang="zh-CN" sz="2000" b="1" dirty="0">
                    <a:latin typeface="Courier New" panose="02070409020205090404" pitchFamily="49" charset="0"/>
                    <a:ea typeface="宋体" pitchFamily="2" charset="-122"/>
                  </a:endParaRPr>
                </a:p>
              </p:txBody>
            </p:sp>
            <p:sp>
              <p:nvSpPr>
                <p:cNvPr id="110613" name="Text Box 40"/>
                <p:cNvSpPr txBox="1"/>
                <p:nvPr/>
              </p:nvSpPr>
              <p:spPr>
                <a:xfrm>
                  <a:off x="4831" y="2489"/>
                  <a:ext cx="816" cy="303"/>
                </a:xfrm>
                <a:prstGeom prst="rect">
                  <a:avLst/>
                </a:prstGeom>
                <a:solidFill>
                  <a:schemeClr val="bg2"/>
                </a:solidFill>
                <a:ln w="12700" cap="flat" cmpd="sng">
                  <a:solidFill>
                    <a:schemeClr val="tx1"/>
                  </a:solidFill>
                  <a:prstDash val="solid"/>
                  <a:miter/>
                  <a:headEnd type="none" w="sm" len="sm"/>
                  <a:tailEnd type="none" w="sm" len="sm"/>
                </a:ln>
              </p:spPr>
              <p:txBody>
                <a:bodyPr>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ct val="50000"/>
                    </a:spcBef>
                    <a:spcAft>
                      <a:spcPts val="590"/>
                    </a:spcAft>
                    <a:buSzPct val="80000"/>
                    <a:buNone/>
                  </a:pPr>
                  <a:endParaRPr lang="en-US" altLang="zh-CN" sz="2000" b="1" dirty="0">
                    <a:latin typeface="Courier New" panose="02070409020205090404" pitchFamily="49" charset="0"/>
                    <a:ea typeface="宋体" pitchFamily="2" charset="-122"/>
                  </a:endParaRPr>
                </a:p>
              </p:txBody>
            </p:sp>
            <p:sp>
              <p:nvSpPr>
                <p:cNvPr id="110614" name="Text Box 42"/>
                <p:cNvSpPr txBox="1"/>
                <p:nvPr/>
              </p:nvSpPr>
              <p:spPr>
                <a:xfrm>
                  <a:off x="4830" y="2779"/>
                  <a:ext cx="816" cy="304"/>
                </a:xfrm>
                <a:prstGeom prst="rect">
                  <a:avLst/>
                </a:prstGeom>
                <a:solidFill>
                  <a:schemeClr val="bg2"/>
                </a:solidFill>
                <a:ln w="12700" cap="flat" cmpd="sng">
                  <a:solidFill>
                    <a:schemeClr val="tx1"/>
                  </a:solidFill>
                  <a:prstDash val="solid"/>
                  <a:miter/>
                  <a:headEnd type="none" w="sm" len="sm"/>
                  <a:tailEnd type="none" w="sm" len="sm"/>
                </a:ln>
              </p:spPr>
              <p:txBody>
                <a:bodyPr>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ct val="50000"/>
                    </a:spcBef>
                    <a:spcAft>
                      <a:spcPts val="590"/>
                    </a:spcAft>
                    <a:buSzPct val="80000"/>
                    <a:buNone/>
                  </a:pPr>
                  <a:endParaRPr lang="en-US" altLang="zh-CN" sz="2000" b="1" dirty="0">
                    <a:latin typeface="Courier New" panose="02070409020205090404" pitchFamily="49" charset="0"/>
                    <a:ea typeface="宋体" pitchFamily="2" charset="-122"/>
                  </a:endParaRPr>
                </a:p>
              </p:txBody>
            </p:sp>
            <p:sp>
              <p:nvSpPr>
                <p:cNvPr id="110615" name="Text Box 43"/>
                <p:cNvSpPr txBox="1"/>
                <p:nvPr/>
              </p:nvSpPr>
              <p:spPr>
                <a:xfrm>
                  <a:off x="4830" y="3073"/>
                  <a:ext cx="816" cy="303"/>
                </a:xfrm>
                <a:prstGeom prst="rect">
                  <a:avLst/>
                </a:prstGeom>
                <a:solidFill>
                  <a:schemeClr val="bg2"/>
                </a:solidFill>
                <a:ln w="12700" cap="flat" cmpd="sng">
                  <a:solidFill>
                    <a:schemeClr val="tx1"/>
                  </a:solidFill>
                  <a:prstDash val="solid"/>
                  <a:miter/>
                  <a:headEnd type="none" w="sm" len="sm"/>
                  <a:tailEnd type="none" w="sm" len="sm"/>
                </a:ln>
              </p:spPr>
              <p:txBody>
                <a:bodyPr>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ct val="50000"/>
                    </a:spcBef>
                    <a:spcAft>
                      <a:spcPts val="590"/>
                    </a:spcAft>
                    <a:buSzPct val="80000"/>
                    <a:buNone/>
                  </a:pPr>
                  <a:endParaRPr lang="en-US" altLang="zh-CN" sz="2000" b="1" dirty="0">
                    <a:latin typeface="Courier New" panose="02070409020205090404" pitchFamily="49" charset="0"/>
                    <a:ea typeface="宋体" pitchFamily="2" charset="-122"/>
                  </a:endParaRPr>
                </a:p>
              </p:txBody>
            </p:sp>
          </p:grpSp>
          <p:sp>
            <p:nvSpPr>
              <p:cNvPr id="380973" name="Rectangle 45"/>
              <p:cNvSpPr>
                <a:spLocks noChangeArrowheads="1"/>
              </p:cNvSpPr>
              <p:nvPr/>
            </p:nvSpPr>
            <p:spPr bwMode="auto">
              <a:xfrm>
                <a:off x="4830" y="1001"/>
                <a:ext cx="817" cy="2388"/>
              </a:xfrm>
              <a:prstGeom prst="rect">
                <a:avLst/>
              </a:prstGeom>
              <a:noFill/>
              <a:ln w="25400">
                <a:solidFill>
                  <a:srgbClr val="3333CC"/>
                </a:solidFill>
                <a:miter lim="800000"/>
                <a:headEnd type="none" w="sm" len="sm"/>
                <a:tailEnd type="none" w="sm" len="sm"/>
              </a:ln>
              <a:effectLst/>
            </p:spPr>
            <p:txBody>
              <a:bodyPr wrap="none" anchor="ct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grpSp>
        <p:sp>
          <p:nvSpPr>
            <p:cNvPr id="110607" name="Text Box 39"/>
            <p:cNvSpPr txBox="1"/>
            <p:nvPr/>
          </p:nvSpPr>
          <p:spPr>
            <a:xfrm>
              <a:off x="8000300" y="3787032"/>
              <a:ext cx="571554" cy="1758048"/>
            </a:xfrm>
            <a:prstGeom prst="rect">
              <a:avLst/>
            </a:prstGeom>
            <a:noFill/>
            <a:ln w="12700">
              <a:noFill/>
            </a:ln>
          </p:spPr>
          <p:txBody>
            <a:bodyPr>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ct val="50000"/>
                </a:spcBef>
                <a:spcAft>
                  <a:spcPts val="590"/>
                </a:spcAft>
                <a:buSzPct val="80000"/>
                <a:buNone/>
              </a:pPr>
              <a:r>
                <a:rPr lang="zh-CN" altLang="en-US" sz="2000" b="1" dirty="0">
                  <a:cs typeface="Arial" panose="020B0604020202090204" pitchFamily="34" charset="0"/>
                </a:rPr>
                <a:t>成</a:t>
              </a:r>
              <a:endParaRPr lang="en-US" altLang="zh-CN" sz="2000" b="1" dirty="0">
                <a:cs typeface="Arial" panose="020B0604020202090204" pitchFamily="34" charset="0"/>
              </a:endParaRPr>
            </a:p>
            <a:p>
              <a:pPr marL="0" lvl="0" indent="0" eaLnBrk="1" hangingPunct="1">
                <a:lnSpc>
                  <a:spcPct val="90000"/>
                </a:lnSpc>
                <a:spcBef>
                  <a:spcPct val="50000"/>
                </a:spcBef>
                <a:spcAft>
                  <a:spcPts val="590"/>
                </a:spcAft>
                <a:buSzPct val="80000"/>
                <a:buNone/>
              </a:pPr>
              <a:r>
                <a:rPr lang="zh-CN" altLang="en-US" sz="2000" b="1" dirty="0">
                  <a:cs typeface="Arial" panose="020B0604020202090204" pitchFamily="34" charset="0"/>
                </a:rPr>
                <a:t>员</a:t>
              </a:r>
              <a:endParaRPr lang="en-US" altLang="zh-CN" sz="2000" b="1" dirty="0">
                <a:cs typeface="Arial" panose="020B0604020202090204" pitchFamily="34" charset="0"/>
              </a:endParaRPr>
            </a:p>
            <a:p>
              <a:pPr marL="0" lvl="0" indent="0" eaLnBrk="1" hangingPunct="1">
                <a:lnSpc>
                  <a:spcPct val="90000"/>
                </a:lnSpc>
                <a:spcBef>
                  <a:spcPct val="50000"/>
                </a:spcBef>
                <a:spcAft>
                  <a:spcPts val="590"/>
                </a:spcAft>
                <a:buSzPct val="80000"/>
                <a:buNone/>
              </a:pPr>
              <a:r>
                <a:rPr lang="en-US" altLang="zh-CN" sz="2000" b="1" dirty="0">
                  <a:cs typeface="Arial" panose="020B0604020202090204" pitchFamily="34" charset="0"/>
                </a:rPr>
                <a:t>5</a:t>
              </a:r>
              <a:endParaRPr lang="en-US" altLang="zh-CN" sz="2000" b="1" dirty="0">
                <a:ea typeface="Arial" panose="020B0604020202090204" pitchFamily="34" charset="0"/>
              </a:endParaRPr>
            </a:p>
          </p:txBody>
        </p:sp>
      </p:grpSp>
      <p:sp>
        <p:nvSpPr>
          <p:cNvPr id="462850" name="Rectangle 2"/>
          <p:cNvSpPr>
            <a:spLocks noChangeArrowheads="1"/>
          </p:cNvSpPr>
          <p:nvPr/>
        </p:nvSpPr>
        <p:spPr bwMode="auto">
          <a:xfrm>
            <a:off x="1571625" y="1411288"/>
            <a:ext cx="6551613" cy="1081088"/>
          </a:xfrm>
          <a:prstGeom prst="rect">
            <a:avLst/>
          </a:prstGeom>
          <a:noFill/>
          <a:ln w="9525">
            <a:noFill/>
            <a:miter lim="800000"/>
          </a:ln>
        </p:spPr>
        <p:txBody>
          <a:bodyPr lIns="92075" tIns="46037" rIns="92075" bIns="46037"/>
          <a:lstStyle>
            <a:lvl1pPr marL="374650" indent="-374650">
              <a:spcBef>
                <a:spcPct val="20000"/>
              </a:spcBef>
              <a:buClr>
                <a:schemeClr val="tx2"/>
              </a:buClr>
              <a:buSzPct val="50000"/>
              <a:buFont typeface="Wingdings" panose="05000000000000000000" pitchFamily="2" charset="2"/>
              <a:buChar char="n"/>
              <a:defRPr sz="3200">
                <a:solidFill>
                  <a:schemeClr val="tx1"/>
                </a:solidFill>
                <a:latin typeface="Franklin Gothic Book" pitchFamily="34" charset="0"/>
              </a:defRPr>
            </a:lvl1pPr>
            <a:lvl2pPr marL="742950" indent="-285750">
              <a:spcBef>
                <a:spcPct val="20000"/>
              </a:spcBef>
              <a:buClr>
                <a:schemeClr val="tx2"/>
              </a:buClr>
              <a:buSzPct val="50000"/>
              <a:buFont typeface="Wingdings 2" panose="05020102010507070707" pitchFamily="18" charset="2"/>
              <a:buChar char="Þ"/>
              <a:defRPr sz="2800">
                <a:solidFill>
                  <a:srgbClr val="333399"/>
                </a:solidFill>
                <a:latin typeface="Times New Roman" panose="02020503050405090304" pitchFamily="18" charset="0"/>
                <a:cs typeface="Times New Roman" panose="02020503050405090304" pitchFamily="18" charset="0"/>
              </a:defRPr>
            </a:lvl2pPr>
            <a:lvl3pPr marL="1143000" indent="-228600">
              <a:spcBef>
                <a:spcPct val="20000"/>
              </a:spcBef>
              <a:buClr>
                <a:schemeClr val="tx2"/>
              </a:buClr>
              <a:buSzPct val="50000"/>
              <a:buFont typeface="Wingdings 2" panose="05020102010507070707" pitchFamily="18" charset="2"/>
              <a:buChar char=""/>
              <a:defRPr sz="2400">
                <a:solidFill>
                  <a:srgbClr val="3333CC"/>
                </a:solidFill>
                <a:latin typeface="Times New Roman" panose="02020503050405090304" pitchFamily="18" charset="0"/>
                <a:cs typeface="Times New Roman" panose="02020503050405090304" pitchFamily="18" charset="0"/>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Times New Roman" panose="02020503050405090304" pitchFamily="18" charset="0"/>
                <a:cs typeface="Times New Roman" panose="02020503050405090304" pitchFamily="18" charset="0"/>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Times New Roman" panose="02020503050405090304" pitchFamily="18" charset="0"/>
                <a:cs typeface="Times New Roman" panose="02020503050405090304" pitchFamily="18" charset="0"/>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503050405090304" pitchFamily="18" charset="0"/>
                <a:cs typeface="Times New Roman" panose="02020503050405090304" pitchFamily="18" charset="0"/>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503050405090304" pitchFamily="18" charset="0"/>
                <a:cs typeface="Times New Roman" panose="02020503050405090304" pitchFamily="18" charset="0"/>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503050405090304" pitchFamily="18" charset="0"/>
                <a:cs typeface="Times New Roman" panose="02020503050405090304" pitchFamily="18" charset="0"/>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503050405090304" pitchFamily="18" charset="0"/>
                <a:cs typeface="Times New Roman" panose="02020503050405090304" pitchFamily="18" charset="0"/>
              </a:defRPr>
            </a:lvl9pPr>
          </a:lstStyle>
          <a:p>
            <a:pPr marL="374650" marR="0" lvl="0" indent="-374650" algn="l" defTabSz="914400" rtl="0" eaLnBrk="1" fontAlgn="base" latinLnBrk="0" hangingPunct="1">
              <a:lnSpc>
                <a:spcPct val="95000"/>
              </a:lnSpc>
              <a:spcBef>
                <a:spcPct val="20000"/>
              </a:spcBef>
              <a:spcAft>
                <a:spcPts val="590"/>
              </a:spcAft>
              <a:buClr>
                <a:schemeClr val="tx1"/>
              </a:buClr>
              <a:buSzPct val="50000"/>
              <a:buFont typeface="Wingdings" panose="05000000000000000000" pitchFamily="2" charset="2"/>
              <a:buChar char="n"/>
              <a:defRPr/>
            </a:pPr>
            <a:r>
              <a:rPr kumimoji="0" lang="zh-CN" altLang="en-US" sz="2800" b="0" i="0" u="none" strike="noStrike" kern="1200" cap="none" spc="0" normalizeH="0" baseline="0" noProof="0">
                <a:ln>
                  <a:noFill/>
                </a:ln>
                <a:solidFill>
                  <a:srgbClr val="000066"/>
                </a:solidFill>
                <a:effectLst/>
                <a:uLnTx/>
                <a:uFillTx/>
                <a:latin typeface="Arial" panose="020B0604020202090204" pitchFamily="34" charset="0"/>
                <a:ea typeface="黑体" panose="02010609060101010101" pitchFamily="49" charset="-122"/>
                <a:cs typeface="+mn-cs"/>
              </a:rPr>
              <a:t>如何定义指向</a:t>
            </a:r>
            <a:r>
              <a:rPr kumimoji="0" lang="zh-CN" altLang="en-US" sz="2800" b="0" i="0" u="none" strike="noStrike" kern="1200" cap="none" spc="0" normalizeH="0" baseline="0" noProof="0">
                <a:ln>
                  <a:noFill/>
                </a:ln>
                <a:solidFill>
                  <a:srgbClr val="C00000"/>
                </a:solidFill>
                <a:effectLst/>
                <a:uLnTx/>
                <a:uFillTx/>
                <a:latin typeface="Arial" panose="020B0604020202090204" pitchFamily="34" charset="0"/>
                <a:ea typeface="黑体" panose="02010609060101010101" pitchFamily="49" charset="-122"/>
                <a:cs typeface="+mn-cs"/>
              </a:rPr>
              <a:t>结构体变量</a:t>
            </a:r>
            <a:r>
              <a:rPr kumimoji="0" lang="zh-CN" altLang="en-US" sz="2800" b="0" i="0" u="none" strike="noStrike" kern="1200" cap="none" spc="0" normalizeH="0" baseline="0" noProof="0">
                <a:ln>
                  <a:noFill/>
                </a:ln>
                <a:solidFill>
                  <a:srgbClr val="000066"/>
                </a:solidFill>
                <a:effectLst/>
                <a:uLnTx/>
                <a:uFillTx/>
                <a:latin typeface="Arial" panose="020B0604020202090204" pitchFamily="34" charset="0"/>
                <a:ea typeface="黑体" panose="02010609060101010101" pitchFamily="49" charset="-122"/>
                <a:cs typeface="+mn-cs"/>
              </a:rPr>
              <a:t>的指针？</a:t>
            </a:r>
            <a:r>
              <a:rPr kumimoji="0" lang="zh-CN" altLang="en-US" sz="2800" b="1" i="0" u="none" strike="noStrike" kern="1200" cap="none" spc="0" normalizeH="0" baseline="0" noProof="0">
                <a:ln>
                  <a:noFill/>
                </a:ln>
                <a:solidFill>
                  <a:srgbClr val="000066"/>
                </a:solidFill>
                <a:effectLst>
                  <a:outerShdw blurRad="38100" dist="38100" dir="2700000" algn="tl">
                    <a:srgbClr val="C0C0C0"/>
                  </a:outerShdw>
                </a:effectLst>
                <a:uLnTx/>
                <a:uFillTx/>
                <a:latin typeface="Arial" panose="020B0604020202090204" pitchFamily="34" charset="0"/>
                <a:ea typeface="宋体" pitchFamily="2" charset="-122"/>
                <a:cs typeface="+mn-cs"/>
              </a:rPr>
              <a:t> </a:t>
            </a:r>
            <a:endParaRPr kumimoji="0" lang="zh-CN" altLang="en-US" sz="2800" b="1" i="0" u="none" strike="noStrike" kern="1200" cap="none" spc="0" normalizeH="0" baseline="0" noProof="0">
              <a:ln>
                <a:noFill/>
              </a:ln>
              <a:solidFill>
                <a:srgbClr val="000066"/>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3" name="Rectangle 11"/>
          <p:cNvSpPr>
            <a:spLocks noChangeArrowheads="1"/>
          </p:cNvSpPr>
          <p:nvPr/>
        </p:nvSpPr>
        <p:spPr bwMode="auto">
          <a:xfrm>
            <a:off x="1962150" y="4005263"/>
            <a:ext cx="4603750" cy="576263"/>
          </a:xfrm>
          <a:prstGeom prst="rect">
            <a:avLst/>
          </a:prstGeom>
          <a:noFill/>
          <a:ln w="9525">
            <a:noFill/>
            <a:miter lim="800000"/>
          </a:ln>
        </p:spPr>
        <p:txBody>
          <a:bodyPr lIns="92075" tIns="46037" rIns="92075" bIns="46037"/>
          <a:lstStyle/>
          <a:p>
            <a:pPr marL="374650" marR="0" lvl="0" indent="-374650" algn="l" defTabSz="914400" rtl="0" eaLnBrk="1" fontAlgn="base" latinLnBrk="0" hangingPunct="1">
              <a:lnSpc>
                <a:spcPct val="80000"/>
              </a:lnSpc>
              <a:spcBef>
                <a:spcPct val="20000"/>
              </a:spcBef>
              <a:spcAft>
                <a:spcPts val="590"/>
              </a:spcAft>
              <a:buClr>
                <a:srgbClr val="FFCC66"/>
              </a:buClr>
              <a:buSzPct val="80000"/>
              <a:buFontTx/>
              <a:buNone/>
              <a:defRPr/>
            </a:pPr>
            <a:r>
              <a:rPr kumimoji="1" lang="fr-FR" altLang="zh-CN" sz="2400" b="1" i="0" u="none" strike="noStrike" kern="1200" cap="none" spc="0" normalizeH="0" baseline="0" noProof="0">
                <a:ln>
                  <a:noFill/>
                </a:ln>
                <a:solidFill>
                  <a:srgbClr val="CC0000"/>
                </a:solidFill>
                <a:effectLst>
                  <a:outerShdw blurRad="38100" dist="38100" dir="2700000" algn="tl">
                    <a:srgbClr val="C0C0C0"/>
                  </a:outerShdw>
                </a:effectLst>
                <a:uLnTx/>
                <a:uFillTx/>
                <a:latin typeface="Courier New" panose="02070409020205090404" pitchFamily="49" charset="0"/>
                <a:ea typeface="宋体" pitchFamily="2" charset="-122"/>
                <a:cs typeface="+mn-cs"/>
              </a:rPr>
              <a:t>STUDENT</a:t>
            </a:r>
            <a:r>
              <a:rPr kumimoji="0" lang="en-US" altLang="zh-CN" sz="2400" b="1" i="0" u="none" strike="noStrike" kern="1200" cap="none" spc="0" normalizeH="0" baseline="0" noProof="0">
                <a:ln>
                  <a:noFill/>
                </a:ln>
                <a:solidFill>
                  <a:srgbClr val="CC0000"/>
                </a:solidFill>
                <a:effectLst>
                  <a:outerShdw blurRad="38100" dist="38100" dir="2700000" algn="tl">
                    <a:srgbClr val="C0C0C0"/>
                  </a:outerShdw>
                </a:effectLst>
                <a:uLnTx/>
                <a:uFillTx/>
                <a:latin typeface="Arial" panose="020B0604020202090204" pitchFamily="34" charset="0"/>
                <a:ea typeface="宋体" pitchFamily="2" charset="-122"/>
                <a:cs typeface="+mn-cs"/>
              </a:rPr>
              <a:t>    </a:t>
            </a:r>
            <a:r>
              <a:rPr kumimoji="0" lang="en-US" altLang="zh-CN" sz="2400" b="1" i="0" u="none" strike="noStrike" kern="1200" cap="none" spc="0" normalizeH="0" baseline="0" noProof="0">
                <a:ln>
                  <a:noFill/>
                </a:ln>
                <a:solidFill>
                  <a:srgbClr val="CC0000"/>
                </a:solidFill>
                <a:effectLst>
                  <a:outerShdw blurRad="38100" dist="38100" dir="2700000" algn="tl">
                    <a:srgbClr val="C0C0C0"/>
                  </a:outerShdw>
                </a:effectLst>
                <a:uLnTx/>
                <a:uFillTx/>
                <a:latin typeface="Courier New" panose="02070409020205090404" pitchFamily="49" charset="0"/>
                <a:ea typeface="宋体" pitchFamily="2" charset="-122"/>
                <a:cs typeface="+mn-cs"/>
              </a:rPr>
              <a:t>*</a:t>
            </a:r>
            <a:r>
              <a:rPr kumimoji="0" lang="en-US" altLang="zh-CN" sz="2400" b="1" i="0" u="none" strike="noStrike" kern="1200" cap="none" spc="0" normalizeH="0" baseline="0" noProof="0">
                <a:ln>
                  <a:noFill/>
                </a:ln>
                <a:solidFill>
                  <a:srgbClr val="000000"/>
                </a:solidFill>
                <a:effectLst>
                  <a:outerShdw blurRad="38100" dist="38100" dir="2700000" algn="tl">
                    <a:srgbClr val="C0C0C0"/>
                  </a:outerShdw>
                </a:effectLst>
                <a:uLnTx/>
                <a:uFillTx/>
                <a:latin typeface="Courier New" panose="02070409020205090404" pitchFamily="49" charset="0"/>
                <a:ea typeface="宋体" pitchFamily="2" charset="-122"/>
                <a:cs typeface="+mn-cs"/>
              </a:rPr>
              <a:t>pt = </a:t>
            </a:r>
            <a:r>
              <a:rPr kumimoji="0" lang="en-US" altLang="zh-CN" sz="2400" b="1" i="0" u="none" strike="noStrike" kern="1200" cap="none" spc="0" normalizeH="0" baseline="0" noProof="0">
                <a:ln>
                  <a:noFill/>
                </a:ln>
                <a:solidFill>
                  <a:srgbClr val="CC0000"/>
                </a:solidFill>
                <a:effectLst>
                  <a:outerShdw blurRad="38100" dist="38100" dir="2700000" algn="tl">
                    <a:srgbClr val="C0C0C0"/>
                  </a:outerShdw>
                </a:effectLst>
                <a:uLnTx/>
                <a:uFillTx/>
                <a:latin typeface="Courier New" panose="02070409020205090404" pitchFamily="49" charset="0"/>
                <a:ea typeface="宋体" pitchFamily="2" charset="-122"/>
                <a:cs typeface="+mn-cs"/>
              </a:rPr>
              <a:t>&amp;</a:t>
            </a:r>
            <a:r>
              <a:rPr kumimoji="0" lang="en-US" altLang="zh-CN" sz="2400" b="1" i="0" u="none" strike="noStrike" kern="1200" cap="none" spc="0" normalizeH="0" baseline="0" noProof="0">
                <a:ln>
                  <a:noFill/>
                </a:ln>
                <a:solidFill>
                  <a:srgbClr val="000000"/>
                </a:solidFill>
                <a:effectLst>
                  <a:outerShdw blurRad="38100" dist="38100" dir="2700000" algn="tl">
                    <a:srgbClr val="C0C0C0"/>
                  </a:outerShdw>
                </a:effectLst>
                <a:uLnTx/>
                <a:uFillTx/>
                <a:latin typeface="Courier New" panose="02070409020205090404" pitchFamily="49" charset="0"/>
                <a:ea typeface="宋体" pitchFamily="2" charset="-122"/>
                <a:cs typeface="+mn-cs"/>
              </a:rPr>
              <a:t>stu1;</a:t>
            </a:r>
            <a:endParaRPr kumimoji="0" lang="zh-CN" altLang="en-US" sz="2400" b="1" i="0" u="none" strike="noStrike" kern="1200" cap="none" spc="0" normalizeH="0" baseline="0" noProof="0">
              <a:ln>
                <a:noFill/>
              </a:ln>
              <a:solidFill>
                <a:srgbClr val="000000"/>
              </a:solidFill>
              <a:effectLst>
                <a:outerShdw blurRad="38100" dist="38100" dir="2700000" algn="tl">
                  <a:srgbClr val="C0C0C0"/>
                </a:outerShdw>
              </a:effectLst>
              <a:uLnTx/>
              <a:uFillTx/>
              <a:latin typeface="Courier New" panose="02070409020205090404" pitchFamily="49" charset="0"/>
              <a:ea typeface="宋体" pitchFamily="2" charset="-122"/>
              <a:cs typeface="+mn-cs"/>
            </a:endParaRPr>
          </a:p>
        </p:txBody>
      </p:sp>
      <p:sp>
        <p:nvSpPr>
          <p:cNvPr id="460802" name="Text Box 2"/>
          <p:cNvSpPr txBox="1"/>
          <p:nvPr/>
        </p:nvSpPr>
        <p:spPr>
          <a:xfrm>
            <a:off x="2038350" y="3422650"/>
            <a:ext cx="950913" cy="366713"/>
          </a:xfrm>
          <a:prstGeom prst="rect">
            <a:avLst/>
          </a:prstGeom>
          <a:noFill/>
          <a:ln w="9525">
            <a:noFill/>
          </a:ln>
        </p:spPr>
        <p:txBody>
          <a:bodyPr wrap="none">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ts val="590"/>
              </a:spcBef>
              <a:spcAft>
                <a:spcPts val="590"/>
              </a:spcAft>
              <a:buClr>
                <a:schemeClr val="accent2"/>
              </a:buClr>
              <a:buSzPct val="80000"/>
              <a:buNone/>
            </a:pPr>
            <a:r>
              <a:rPr lang="zh-CN" altLang="en-US" sz="2000" b="1" dirty="0">
                <a:solidFill>
                  <a:srgbClr val="0033CC"/>
                </a:solidFill>
                <a:latin typeface="黑体" panose="02010609060101010101" pitchFamily="49" charset="-122"/>
              </a:rPr>
              <a:t>等价于</a:t>
            </a:r>
            <a:endParaRPr lang="zh-CN" altLang="en-US" sz="2000" b="1" dirty="0">
              <a:solidFill>
                <a:srgbClr val="0033CC"/>
              </a:solidFill>
              <a:latin typeface="黑体" panose="02010609060101010101" pitchFamily="49" charset="-122"/>
            </a:endParaRPr>
          </a:p>
        </p:txBody>
      </p:sp>
      <p:pic>
        <p:nvPicPr>
          <p:cNvPr id="110603" name="Picture 12"/>
          <p:cNvPicPr>
            <a:picLocks noChangeAspect="1"/>
          </p:cNvPicPr>
          <p:nvPr/>
        </p:nvPicPr>
        <p:blipFill>
          <a:blip r:embed="rId1"/>
          <a:stretch>
            <a:fillRect/>
          </a:stretch>
        </p:blipFill>
        <p:spPr>
          <a:xfrm>
            <a:off x="4535488" y="5265738"/>
            <a:ext cx="1809750" cy="1254125"/>
          </a:xfrm>
          <a:prstGeom prst="rect">
            <a:avLst/>
          </a:prstGeom>
          <a:noFill/>
          <a:ln w="25400" cap="flat" cmpd="thickThin">
            <a:solidFill>
              <a:srgbClr val="000080"/>
            </a:solidFill>
            <a:prstDash val="solid"/>
            <a:miter/>
            <a:headEnd type="none" w="sm" len="sm"/>
            <a:tailEnd type="none" w="sm" len="sm"/>
          </a:ln>
        </p:spPr>
      </p:pic>
      <p:pic>
        <p:nvPicPr>
          <p:cNvPr id="110604" name="Picture 13"/>
          <p:cNvPicPr>
            <a:picLocks noChangeAspect="1"/>
          </p:cNvPicPr>
          <p:nvPr/>
        </p:nvPicPr>
        <p:blipFill>
          <a:blip r:embed="rId2"/>
          <a:stretch>
            <a:fillRect/>
          </a:stretch>
        </p:blipFill>
        <p:spPr>
          <a:xfrm>
            <a:off x="6797675" y="4941888"/>
            <a:ext cx="2262188" cy="1577975"/>
          </a:xfrm>
          <a:prstGeom prst="rect">
            <a:avLst/>
          </a:prstGeom>
          <a:noFill/>
          <a:ln w="25400" cap="flat" cmpd="thickThin">
            <a:solidFill>
              <a:srgbClr val="000080"/>
            </a:solidFill>
            <a:prstDash val="solid"/>
            <a:miter/>
            <a:headEnd type="none" w="sm" len="sm"/>
            <a:tailEnd type="none" w="sm" len="sm"/>
          </a:ln>
        </p:spPr>
      </p:pic>
      <p:pic>
        <p:nvPicPr>
          <p:cNvPr id="110605" name="Picture 13" descr="E:\剪贴画\问号小人.jpg"/>
          <p:cNvPicPr>
            <a:picLocks noChangeAspect="1"/>
          </p:cNvPicPr>
          <p:nvPr/>
        </p:nvPicPr>
        <p:blipFill>
          <a:blip r:embed="rId3">
            <a:clrChange>
              <a:clrFrom>
                <a:srgbClr val="FFFFFF"/>
              </a:clrFrom>
              <a:clrTo>
                <a:srgbClr val="FFFFFF">
                  <a:alpha val="0"/>
                </a:srgbClr>
              </a:clrTo>
            </a:clrChange>
          </a:blip>
          <a:stretch>
            <a:fillRect/>
          </a:stretch>
        </p:blipFill>
        <p:spPr>
          <a:xfrm>
            <a:off x="1684338" y="4857750"/>
            <a:ext cx="1547812" cy="1428750"/>
          </a:xfrm>
          <a:prstGeom prst="rect">
            <a:avLst/>
          </a:prstGeom>
          <a:noFill/>
          <a:ln w="9525">
            <a:no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380939">
                                            <p:txEl>
                                              <p:pRg st="0" end="0"/>
                                            </p:txEl>
                                          </p:spTgt>
                                        </p:tgtEl>
                                        <p:attrNameLst>
                                          <p:attrName>style.visibility</p:attrName>
                                        </p:attrNameLst>
                                      </p:cBhvr>
                                      <p:to>
                                        <p:strVal val="visible"/>
                                      </p:to>
                                    </p:set>
                                    <p:anim calcmode="lin" valueType="num">
                                      <p:cBhvr>
                                        <p:cTn id="7" dur="500" fill="hold"/>
                                        <p:tgtEl>
                                          <p:spTgt spid="380939">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380939">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380939">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22" presetClass="entr" presetSubtype="1" fill="hold" grpId="0" nodeType="clickEffect">
                                  <p:stCondLst>
                                    <p:cond delay="0"/>
                                  </p:stCondLst>
                                  <p:childTnLst>
                                    <p:set>
                                      <p:cBhvr>
                                        <p:cTn id="13" dur="1" fill="hold">
                                          <p:stCondLst>
                                            <p:cond delay="0"/>
                                          </p:stCondLst>
                                        </p:cTn>
                                        <p:tgtEl>
                                          <p:spTgt spid="380936"/>
                                        </p:tgtEl>
                                        <p:attrNameLst>
                                          <p:attrName>style.visibility</p:attrName>
                                        </p:attrNameLst>
                                      </p:cBhvr>
                                      <p:to>
                                        <p:strVal val="visible"/>
                                      </p:to>
                                    </p:set>
                                    <p:animEffect transition="in" filter="wipe(up)">
                                      <p:cBhvr>
                                        <p:cTn id="14" dur="500"/>
                                        <p:tgtEl>
                                          <p:spTgt spid="380936"/>
                                        </p:tgtEl>
                                      </p:cBhvr>
                                    </p:animEffect>
                                  </p:childTnLst>
                                </p:cTn>
                              </p:par>
                            </p:childTnLst>
                          </p:cTn>
                        </p:par>
                        <p:par>
                          <p:cTn id="15" fill="hold">
                            <p:stCondLst>
                              <p:cond delay="500"/>
                            </p:stCondLst>
                            <p:childTnLst>
                              <p:par>
                                <p:cTn id="16" presetID="17" presetClass="entr" presetSubtype="1" fill="hold" nodeType="afterEffect">
                                  <p:stCondLst>
                                    <p:cond delay="0"/>
                                  </p:stCondLst>
                                  <p:childTnLst>
                                    <p:set>
                                      <p:cBhvr>
                                        <p:cTn id="17" dur="1" fill="hold">
                                          <p:stCondLst>
                                            <p:cond delay="0"/>
                                          </p:stCondLst>
                                        </p:cTn>
                                        <p:tgtEl>
                                          <p:spTgt spid="2"/>
                                        </p:tgtEl>
                                        <p:attrNameLst>
                                          <p:attrName>style.visibility</p:attrName>
                                        </p:attrNameLst>
                                      </p:cBhvr>
                                      <p:to>
                                        <p:strVal val="visible"/>
                                      </p:to>
                                    </p:set>
                                    <p:anim calcmode="lin" valueType="num">
                                      <p:cBhvr>
                                        <p:cTn id="18" dur="500" fill="hold"/>
                                        <p:tgtEl>
                                          <p:spTgt spid="2"/>
                                        </p:tgtEl>
                                        <p:attrNameLst>
                                          <p:attrName>ppt_x</p:attrName>
                                        </p:attrNameLst>
                                      </p:cBhvr>
                                      <p:tavLst>
                                        <p:tav tm="0">
                                          <p:val>
                                            <p:strVal val="#ppt_x"/>
                                          </p:val>
                                        </p:tav>
                                        <p:tav tm="100000">
                                          <p:val>
                                            <p:strVal val="#ppt_x"/>
                                          </p:val>
                                        </p:tav>
                                      </p:tavLst>
                                    </p:anim>
                                    <p:anim calcmode="lin" valueType="num">
                                      <p:cBhvr>
                                        <p:cTn id="19" dur="500" fill="hold"/>
                                        <p:tgtEl>
                                          <p:spTgt spid="2"/>
                                        </p:tgtEl>
                                        <p:attrNameLst>
                                          <p:attrName>ppt_y</p:attrName>
                                        </p:attrNameLst>
                                      </p:cBhvr>
                                      <p:tavLst>
                                        <p:tav tm="0">
                                          <p:val>
                                            <p:strVal val="#ppt_y-#ppt_h/2"/>
                                          </p:val>
                                        </p:tav>
                                        <p:tav tm="100000">
                                          <p:val>
                                            <p:strVal val="#ppt_y"/>
                                          </p:val>
                                        </p:tav>
                                      </p:tavLst>
                                    </p:anim>
                                    <p:anim calcmode="lin" valueType="num">
                                      <p:cBhvr>
                                        <p:cTn id="20" dur="500" fill="hold"/>
                                        <p:tgtEl>
                                          <p:spTgt spid="2"/>
                                        </p:tgtEl>
                                        <p:attrNameLst>
                                          <p:attrName>ppt_w</p:attrName>
                                        </p:attrNameLst>
                                      </p:cBhvr>
                                      <p:tavLst>
                                        <p:tav tm="0">
                                          <p:val>
                                            <p:strVal val="#ppt_w"/>
                                          </p:val>
                                        </p:tav>
                                        <p:tav tm="100000">
                                          <p:val>
                                            <p:strVal val="#ppt_w"/>
                                          </p:val>
                                        </p:tav>
                                      </p:tavLst>
                                    </p:anim>
                                    <p:anim calcmode="lin" valueType="num">
                                      <p:cBhvr>
                                        <p:cTn id="21" dur="500" fill="hold"/>
                                        <p:tgtEl>
                                          <p:spTgt spid="2"/>
                                        </p:tgtEl>
                                        <p:attrNameLst>
                                          <p:attrName>ppt_h</p:attrName>
                                        </p:attrNameLst>
                                      </p:cBhvr>
                                      <p:tavLst>
                                        <p:tav tm="0">
                                          <p:val>
                                            <p:fltVal val="0"/>
                                          </p:val>
                                        </p:tav>
                                        <p:tav tm="100000">
                                          <p:val>
                                            <p:strVal val="#ppt_h"/>
                                          </p:val>
                                        </p:tav>
                                      </p:tavLst>
                                    </p:anim>
                                  </p:childTnLst>
                                </p:cTn>
                              </p:par>
                            </p:childTnLst>
                          </p:cTn>
                        </p:par>
                      </p:childTnLst>
                    </p:cTn>
                  </p:par>
                  <p:par>
                    <p:cTn id="22" fill="hold">
                      <p:stCondLst>
                        <p:cond delay="indefinite"/>
                      </p:stCondLst>
                      <p:childTnLst>
                        <p:par>
                          <p:cTn id="23" fill="hold">
                            <p:stCondLst>
                              <p:cond delay="0"/>
                            </p:stCondLst>
                            <p:childTnLst>
                              <p:par>
                                <p:cTn id="24" presetID="12" presetClass="entr" presetSubtype="8" fill="hold" grpId="0" nodeType="clickEffect">
                                  <p:stCondLst>
                                    <p:cond delay="0"/>
                                  </p:stCondLst>
                                  <p:childTnLst>
                                    <p:set>
                                      <p:cBhvr>
                                        <p:cTn id="25" dur="1" fill="hold">
                                          <p:stCondLst>
                                            <p:cond delay="0"/>
                                          </p:stCondLst>
                                        </p:cTn>
                                        <p:tgtEl>
                                          <p:spTgt spid="380935"/>
                                        </p:tgtEl>
                                        <p:attrNameLst>
                                          <p:attrName>style.visibility</p:attrName>
                                        </p:attrNameLst>
                                      </p:cBhvr>
                                      <p:to>
                                        <p:strVal val="visible"/>
                                      </p:to>
                                    </p:set>
                                    <p:animEffect transition="in" filter="slide(fromLeft)">
                                      <p:cBhvr>
                                        <p:cTn id="26" dur="500"/>
                                        <p:tgtEl>
                                          <p:spTgt spid="380935"/>
                                        </p:tgtEl>
                                      </p:cBhvr>
                                    </p:animEffect>
                                  </p:childTnLst>
                                </p:cTn>
                              </p:par>
                            </p:childTnLst>
                          </p:cTn>
                        </p:par>
                        <p:par>
                          <p:cTn id="27" fill="hold">
                            <p:stCondLst>
                              <p:cond delay="500"/>
                            </p:stCondLst>
                            <p:childTnLst>
                              <p:par>
                                <p:cTn id="28" presetID="12" presetClass="entr" presetSubtype="8" fill="hold" nodeType="afterEffect">
                                  <p:stCondLst>
                                    <p:cond delay="0"/>
                                  </p:stCondLst>
                                  <p:childTnLst>
                                    <p:set>
                                      <p:cBhvr>
                                        <p:cTn id="29" dur="1" fill="hold">
                                          <p:stCondLst>
                                            <p:cond delay="0"/>
                                          </p:stCondLst>
                                        </p:cTn>
                                        <p:tgtEl>
                                          <p:spTgt spid="380937"/>
                                        </p:tgtEl>
                                        <p:attrNameLst>
                                          <p:attrName>style.visibility</p:attrName>
                                        </p:attrNameLst>
                                      </p:cBhvr>
                                      <p:to>
                                        <p:strVal val="visible"/>
                                      </p:to>
                                    </p:set>
                                    <p:animEffect transition="in" filter="slide(fromLeft)">
                                      <p:cBhvr>
                                        <p:cTn id="30" dur="500"/>
                                        <p:tgtEl>
                                          <p:spTgt spid="380937"/>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nodeType="clickEffect">
                                  <p:stCondLst>
                                    <p:cond delay="0"/>
                                  </p:stCondLst>
                                  <p:childTnLst>
                                    <p:set>
                                      <p:cBhvr>
                                        <p:cTn id="34" dur="1" fill="hold">
                                          <p:stCondLst>
                                            <p:cond delay="0"/>
                                          </p:stCondLst>
                                        </p:cTn>
                                        <p:tgtEl>
                                          <p:spTgt spid="380939">
                                            <p:txEl>
                                              <p:pRg st="1" end="1"/>
                                            </p:txEl>
                                          </p:spTgt>
                                        </p:tgtEl>
                                        <p:attrNameLst>
                                          <p:attrName>style.visibility</p:attrName>
                                        </p:attrNameLst>
                                      </p:cBhvr>
                                      <p:to>
                                        <p:strVal val="visible"/>
                                      </p:to>
                                    </p:set>
                                    <p:animEffect transition="in" filter="wipe(left)">
                                      <p:cBhvr>
                                        <p:cTn id="35" dur="500"/>
                                        <p:tgtEl>
                                          <p:spTgt spid="380939">
                                            <p:txEl>
                                              <p:pRg st="1" end="1"/>
                                            </p:txEl>
                                          </p:spTgt>
                                        </p:tgtEl>
                                      </p:cBhvr>
                                    </p:animEffect>
                                  </p:childTnLst>
                                </p:cTn>
                              </p:par>
                            </p:childTnLst>
                          </p:cTn>
                        </p:par>
                        <p:par>
                          <p:cTn id="36" fill="hold">
                            <p:stCondLst>
                              <p:cond delay="500"/>
                            </p:stCondLst>
                            <p:childTnLst>
                              <p:par>
                                <p:cTn id="37" presetID="22" presetClass="entr" presetSubtype="8" fill="hold" nodeType="afterEffect">
                                  <p:stCondLst>
                                    <p:cond delay="0"/>
                                  </p:stCondLst>
                                  <p:childTnLst>
                                    <p:set>
                                      <p:cBhvr>
                                        <p:cTn id="38" dur="1" fill="hold">
                                          <p:stCondLst>
                                            <p:cond delay="0"/>
                                          </p:stCondLst>
                                        </p:cTn>
                                        <p:tgtEl>
                                          <p:spTgt spid="380939">
                                            <p:txEl>
                                              <p:pRg st="2" end="2"/>
                                            </p:txEl>
                                          </p:spTgt>
                                        </p:tgtEl>
                                        <p:attrNameLst>
                                          <p:attrName>style.visibility</p:attrName>
                                        </p:attrNameLst>
                                      </p:cBhvr>
                                      <p:to>
                                        <p:strVal val="visible"/>
                                      </p:to>
                                    </p:set>
                                    <p:animEffect transition="in" filter="wipe(left)">
                                      <p:cBhvr>
                                        <p:cTn id="39" dur="500"/>
                                        <p:tgtEl>
                                          <p:spTgt spid="380939">
                                            <p:txEl>
                                              <p:pRg st="2" end="2"/>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4" presetClass="entr" presetSubtype="32" fill="hold" grpId="0" nodeType="clickEffect">
                                  <p:stCondLst>
                                    <p:cond delay="0"/>
                                  </p:stCondLst>
                                  <p:childTnLst>
                                    <p:set>
                                      <p:cBhvr>
                                        <p:cTn id="43" dur="1" fill="hold">
                                          <p:stCondLst>
                                            <p:cond delay="0"/>
                                          </p:stCondLst>
                                        </p:cTn>
                                        <p:tgtEl>
                                          <p:spTgt spid="460802"/>
                                        </p:tgtEl>
                                        <p:attrNameLst>
                                          <p:attrName>style.visibility</p:attrName>
                                        </p:attrNameLst>
                                      </p:cBhvr>
                                      <p:to>
                                        <p:strVal val="visible"/>
                                      </p:to>
                                    </p:set>
                                    <p:animEffect transition="in" filter="box(out)">
                                      <p:cBhvr>
                                        <p:cTn id="44" dur="500"/>
                                        <p:tgtEl>
                                          <p:spTgt spid="460802"/>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nodeType="clickEffect">
                                  <p:stCondLst>
                                    <p:cond delay="0"/>
                                  </p:stCondLst>
                                  <p:childTnLst>
                                    <p:set>
                                      <p:cBhvr>
                                        <p:cTn id="48" dur="1" fill="hold">
                                          <p:stCondLst>
                                            <p:cond delay="0"/>
                                          </p:stCondLst>
                                        </p:cTn>
                                        <p:tgtEl>
                                          <p:spTgt spid="3">
                                            <p:txEl>
                                              <p:pRg st="0" end="0"/>
                                            </p:txEl>
                                          </p:spTgt>
                                        </p:tgtEl>
                                        <p:attrNameLst>
                                          <p:attrName>style.visibility</p:attrName>
                                        </p:attrNameLst>
                                      </p:cBhvr>
                                      <p:to>
                                        <p:strVal val="visible"/>
                                      </p:to>
                                    </p:set>
                                    <p:animEffect transition="in" filter="wipe(left)">
                                      <p:cBhvr>
                                        <p:cTn id="49"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0935" grpId="0"/>
      <p:bldP spid="380936" grpId="0"/>
      <p:bldP spid="460802" grpId="0"/>
    </p:bldLst>
  </p:timing>
</p:sld>
</file>

<file path=ppt/slides/slide8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2642" name="Rectangle 2"/>
          <p:cNvSpPr/>
          <p:nvPr/>
        </p:nvSpPr>
        <p:spPr>
          <a:xfrm>
            <a:off x="1571625" y="1411288"/>
            <a:ext cx="6684963" cy="1081087"/>
          </a:xfrm>
          <a:prstGeom prst="rect">
            <a:avLst/>
          </a:prstGeom>
          <a:noFill/>
          <a:ln w="9525">
            <a:noFill/>
          </a:ln>
        </p:spPr>
        <p:txBody>
          <a:bodyPr lIns="92075" tIns="46037" rIns="92075" bIns="46037"/>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374650" lvl="0" indent="-374650" eaLnBrk="1" hangingPunct="1">
              <a:spcBef>
                <a:spcPct val="20000"/>
              </a:spcBef>
              <a:spcAft>
                <a:spcPts val="590"/>
              </a:spcAft>
              <a:buClr>
                <a:schemeClr val="tx1"/>
              </a:buClr>
            </a:pPr>
            <a:r>
              <a:rPr lang="zh-CN" altLang="en-US" sz="2800" dirty="0">
                <a:solidFill>
                  <a:srgbClr val="000066"/>
                </a:solidFill>
                <a:latin typeface="黑体" panose="02010609060101010101" pitchFamily="49" charset="-122"/>
              </a:rPr>
              <a:t>如何访问</a:t>
            </a:r>
            <a:r>
              <a:rPr lang="zh-CN" altLang="en-US" sz="2800" dirty="0">
                <a:solidFill>
                  <a:srgbClr val="C00000"/>
                </a:solidFill>
                <a:latin typeface="黑体" panose="02010609060101010101" pitchFamily="49" charset="-122"/>
              </a:rPr>
              <a:t>结构体指针变量</a:t>
            </a:r>
            <a:r>
              <a:rPr lang="zh-CN" altLang="en-US" sz="2800" dirty="0">
                <a:solidFill>
                  <a:srgbClr val="000066"/>
                </a:solidFill>
                <a:latin typeface="黑体" panose="02010609060101010101" pitchFamily="49" charset="-122"/>
              </a:rPr>
              <a:t>指向的结构体成员呢？ </a:t>
            </a:r>
            <a:endParaRPr lang="zh-CN" altLang="en-US" sz="2800" dirty="0">
              <a:solidFill>
                <a:srgbClr val="000066"/>
              </a:solidFill>
              <a:latin typeface="黑体" panose="02010609060101010101" pitchFamily="49" charset="-122"/>
            </a:endParaRPr>
          </a:p>
        </p:txBody>
      </p:sp>
      <p:sp>
        <p:nvSpPr>
          <p:cNvPr id="112643" name="Text Box 7"/>
          <p:cNvSpPr txBox="1"/>
          <p:nvPr/>
        </p:nvSpPr>
        <p:spPr>
          <a:xfrm>
            <a:off x="8293100" y="1763713"/>
            <a:ext cx="1403350" cy="376237"/>
          </a:xfrm>
          <a:prstGeom prst="rect">
            <a:avLst/>
          </a:prstGeom>
          <a:noFill/>
          <a:ln w="12700">
            <a:noFill/>
          </a:ln>
        </p:spPr>
        <p:txBody>
          <a:bodyPr>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ct val="50000"/>
              </a:spcBef>
              <a:spcAft>
                <a:spcPts val="590"/>
              </a:spcAft>
              <a:buSzPct val="80000"/>
              <a:buNone/>
            </a:pPr>
            <a:r>
              <a:rPr lang="en-US" altLang="zh-CN" sz="2000" b="1" dirty="0">
                <a:latin typeface="Courier New" panose="02070409020205090404" pitchFamily="49" charset="0"/>
                <a:ea typeface="宋体" pitchFamily="2" charset="-122"/>
              </a:rPr>
              <a:t>pt</a:t>
            </a:r>
            <a:endParaRPr lang="en-US" altLang="zh-CN" sz="2000" b="1" dirty="0">
              <a:latin typeface="Courier New" panose="02070409020205090404" pitchFamily="49" charset="0"/>
              <a:ea typeface="宋体" pitchFamily="2" charset="-122"/>
            </a:endParaRPr>
          </a:p>
        </p:txBody>
      </p:sp>
      <p:sp>
        <p:nvSpPr>
          <p:cNvPr id="112644" name="Text Box 8"/>
          <p:cNvSpPr txBox="1"/>
          <p:nvPr/>
        </p:nvSpPr>
        <p:spPr>
          <a:xfrm>
            <a:off x="9432925" y="1403350"/>
            <a:ext cx="1403350" cy="376238"/>
          </a:xfrm>
          <a:prstGeom prst="rect">
            <a:avLst/>
          </a:prstGeom>
          <a:noFill/>
          <a:ln w="12700">
            <a:noFill/>
          </a:ln>
        </p:spPr>
        <p:txBody>
          <a:bodyPr>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ct val="50000"/>
              </a:spcBef>
              <a:spcAft>
                <a:spcPts val="590"/>
              </a:spcAft>
              <a:buSzPct val="80000"/>
              <a:buNone/>
            </a:pPr>
            <a:r>
              <a:rPr lang="en-US" altLang="zh-CN" sz="2000" b="1" dirty="0">
                <a:latin typeface="Courier New" panose="02070409020205090404" pitchFamily="49" charset="0"/>
                <a:ea typeface="宋体" pitchFamily="2" charset="-122"/>
              </a:rPr>
              <a:t>stu1</a:t>
            </a:r>
            <a:endParaRPr lang="en-US" altLang="zh-CN" sz="2000" b="1" dirty="0">
              <a:latin typeface="Courier New" panose="02070409020205090404" pitchFamily="49" charset="0"/>
              <a:ea typeface="宋体" pitchFamily="2" charset="-122"/>
            </a:endParaRPr>
          </a:p>
        </p:txBody>
      </p:sp>
      <p:sp>
        <p:nvSpPr>
          <p:cNvPr id="380937" name="Line 9"/>
          <p:cNvSpPr>
            <a:spLocks noChangeShapeType="1"/>
          </p:cNvSpPr>
          <p:nvPr/>
        </p:nvSpPr>
        <p:spPr bwMode="auto">
          <a:xfrm>
            <a:off x="8748713" y="1933575"/>
            <a:ext cx="701675" cy="0"/>
          </a:xfrm>
          <a:prstGeom prst="line">
            <a:avLst/>
          </a:prstGeom>
          <a:noFill/>
          <a:ln w="57150">
            <a:solidFill>
              <a:srgbClr val="000080"/>
            </a:solidFill>
            <a:round/>
            <a:headEnd type="none" w="sm" len="sm"/>
            <a:tailEnd type="triangle" w="sm" len="sm"/>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grpSp>
        <p:nvGrpSpPr>
          <p:cNvPr id="112646" name="组合 23"/>
          <p:cNvGrpSpPr/>
          <p:nvPr/>
        </p:nvGrpSpPr>
        <p:grpSpPr>
          <a:xfrm>
            <a:off x="9450388" y="1736725"/>
            <a:ext cx="893762" cy="2998788"/>
            <a:chOff x="7667625" y="1741473"/>
            <a:chExt cx="1296988" cy="3806825"/>
          </a:xfrm>
        </p:grpSpPr>
        <p:grpSp>
          <p:nvGrpSpPr>
            <p:cNvPr id="112652" name="Group 46"/>
            <p:cNvGrpSpPr/>
            <p:nvPr/>
          </p:nvGrpSpPr>
          <p:grpSpPr>
            <a:xfrm>
              <a:off x="7667625" y="1741473"/>
              <a:ext cx="1296988" cy="3806825"/>
              <a:chOff x="4830" y="996"/>
              <a:chExt cx="817" cy="2398"/>
            </a:xfrm>
          </p:grpSpPr>
          <p:grpSp>
            <p:nvGrpSpPr>
              <p:cNvPr id="112654" name="Group 44"/>
              <p:cNvGrpSpPr/>
              <p:nvPr/>
            </p:nvGrpSpPr>
            <p:grpSpPr>
              <a:xfrm>
                <a:off x="4830" y="996"/>
                <a:ext cx="817" cy="2382"/>
                <a:chOff x="4830" y="996"/>
                <a:chExt cx="817" cy="2382"/>
              </a:xfrm>
            </p:grpSpPr>
            <p:grpSp>
              <p:nvGrpSpPr>
                <p:cNvPr id="112656" name="Group 4"/>
                <p:cNvGrpSpPr/>
                <p:nvPr/>
              </p:nvGrpSpPr>
              <p:grpSpPr>
                <a:xfrm>
                  <a:off x="4831" y="996"/>
                  <a:ext cx="816" cy="605"/>
                  <a:chOff x="4604" y="996"/>
                  <a:chExt cx="816" cy="605"/>
                </a:xfrm>
              </p:grpSpPr>
              <p:sp>
                <p:nvSpPr>
                  <p:cNvPr id="112664" name="Text Box 5"/>
                  <p:cNvSpPr txBox="1"/>
                  <p:nvPr/>
                </p:nvSpPr>
                <p:spPr>
                  <a:xfrm>
                    <a:off x="4604" y="996"/>
                    <a:ext cx="816" cy="304"/>
                  </a:xfrm>
                  <a:prstGeom prst="rect">
                    <a:avLst/>
                  </a:prstGeom>
                  <a:solidFill>
                    <a:schemeClr val="bg2"/>
                  </a:solidFill>
                  <a:ln w="12700" cap="flat" cmpd="sng">
                    <a:solidFill>
                      <a:schemeClr val="tx1"/>
                    </a:solidFill>
                    <a:prstDash val="solid"/>
                    <a:miter/>
                    <a:headEnd type="none" w="sm" len="sm"/>
                    <a:tailEnd type="none" w="sm" len="sm"/>
                  </a:ln>
                </p:spPr>
                <p:txBody>
                  <a:bodyPr>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ct val="50000"/>
                      </a:spcBef>
                      <a:spcAft>
                        <a:spcPts val="590"/>
                      </a:spcAft>
                      <a:buSzPct val="80000"/>
                      <a:buNone/>
                    </a:pPr>
                    <a:r>
                      <a:rPr lang="zh-CN" altLang="en-US" sz="2000" b="1" dirty="0">
                        <a:cs typeface="Arial" panose="020B0604020202090204" pitchFamily="34" charset="0"/>
                      </a:rPr>
                      <a:t>成员</a:t>
                    </a:r>
                    <a:r>
                      <a:rPr lang="en-US" altLang="zh-CN" sz="2000" b="1" dirty="0">
                        <a:cs typeface="Arial" panose="020B0604020202090204" pitchFamily="34" charset="0"/>
                      </a:rPr>
                      <a:t>1</a:t>
                    </a:r>
                    <a:endParaRPr lang="en-US" altLang="zh-CN" sz="2000" b="1" dirty="0">
                      <a:ea typeface="Arial" panose="020B0604020202090204" pitchFamily="34" charset="0"/>
                    </a:endParaRPr>
                  </a:p>
                </p:txBody>
              </p:sp>
              <p:sp>
                <p:nvSpPr>
                  <p:cNvPr id="112665" name="Text Box 6"/>
                  <p:cNvSpPr txBox="1"/>
                  <p:nvPr/>
                </p:nvSpPr>
                <p:spPr>
                  <a:xfrm>
                    <a:off x="4604" y="1298"/>
                    <a:ext cx="816" cy="303"/>
                  </a:xfrm>
                  <a:prstGeom prst="rect">
                    <a:avLst/>
                  </a:prstGeom>
                  <a:solidFill>
                    <a:schemeClr val="bg2"/>
                  </a:solidFill>
                  <a:ln w="12700" cap="flat" cmpd="sng">
                    <a:solidFill>
                      <a:schemeClr val="tx1"/>
                    </a:solidFill>
                    <a:prstDash val="solid"/>
                    <a:miter/>
                    <a:headEnd type="none" w="sm" len="sm"/>
                    <a:tailEnd type="none" w="sm" len="sm"/>
                  </a:ln>
                </p:spPr>
                <p:txBody>
                  <a:bodyPr>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ct val="50000"/>
                      </a:spcBef>
                      <a:spcAft>
                        <a:spcPts val="590"/>
                      </a:spcAft>
                      <a:buSzPct val="80000"/>
                      <a:buNone/>
                    </a:pPr>
                    <a:r>
                      <a:rPr lang="zh-CN" altLang="en-US" sz="2000" b="1" dirty="0">
                        <a:cs typeface="Arial" panose="020B0604020202090204" pitchFamily="34" charset="0"/>
                      </a:rPr>
                      <a:t>成员</a:t>
                    </a:r>
                    <a:r>
                      <a:rPr lang="en-US" altLang="zh-CN" sz="2000" b="1" dirty="0">
                        <a:cs typeface="Arial" panose="020B0604020202090204" pitchFamily="34" charset="0"/>
                      </a:rPr>
                      <a:t>2</a:t>
                    </a:r>
                    <a:endParaRPr lang="en-US" altLang="zh-CN" sz="2000" b="1" dirty="0">
                      <a:ea typeface="Arial" panose="020B0604020202090204" pitchFamily="34" charset="0"/>
                    </a:endParaRPr>
                  </a:p>
                </p:txBody>
              </p:sp>
            </p:grpSp>
            <p:grpSp>
              <p:nvGrpSpPr>
                <p:cNvPr id="112657" name="Group 35"/>
                <p:cNvGrpSpPr/>
                <p:nvPr/>
              </p:nvGrpSpPr>
              <p:grpSpPr>
                <a:xfrm>
                  <a:off x="4830" y="1598"/>
                  <a:ext cx="816" cy="605"/>
                  <a:chOff x="4604" y="996"/>
                  <a:chExt cx="816" cy="605"/>
                </a:xfrm>
              </p:grpSpPr>
              <p:sp>
                <p:nvSpPr>
                  <p:cNvPr id="112662" name="Text Box 36"/>
                  <p:cNvSpPr txBox="1"/>
                  <p:nvPr/>
                </p:nvSpPr>
                <p:spPr>
                  <a:xfrm>
                    <a:off x="4604" y="996"/>
                    <a:ext cx="816" cy="303"/>
                  </a:xfrm>
                  <a:prstGeom prst="rect">
                    <a:avLst/>
                  </a:prstGeom>
                  <a:solidFill>
                    <a:schemeClr val="bg2"/>
                  </a:solidFill>
                  <a:ln w="12700" cap="flat" cmpd="sng">
                    <a:solidFill>
                      <a:schemeClr val="tx1"/>
                    </a:solidFill>
                    <a:prstDash val="solid"/>
                    <a:miter/>
                    <a:headEnd type="none" w="sm" len="sm"/>
                    <a:tailEnd type="none" w="sm" len="sm"/>
                  </a:ln>
                </p:spPr>
                <p:txBody>
                  <a:bodyPr>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ct val="50000"/>
                      </a:spcBef>
                      <a:spcAft>
                        <a:spcPts val="590"/>
                      </a:spcAft>
                      <a:buSzPct val="80000"/>
                      <a:buNone/>
                    </a:pPr>
                    <a:r>
                      <a:rPr lang="zh-CN" altLang="en-US" sz="2000" b="1" dirty="0">
                        <a:cs typeface="Arial" panose="020B0604020202090204" pitchFamily="34" charset="0"/>
                      </a:rPr>
                      <a:t>成员</a:t>
                    </a:r>
                    <a:r>
                      <a:rPr lang="en-US" altLang="zh-CN" sz="2000" b="1" dirty="0">
                        <a:cs typeface="Arial" panose="020B0604020202090204" pitchFamily="34" charset="0"/>
                      </a:rPr>
                      <a:t>3</a:t>
                    </a:r>
                    <a:endParaRPr lang="en-US" altLang="zh-CN" sz="2000" b="1" dirty="0">
                      <a:ea typeface="Arial" panose="020B0604020202090204" pitchFamily="34" charset="0"/>
                    </a:endParaRPr>
                  </a:p>
                </p:txBody>
              </p:sp>
              <p:sp>
                <p:nvSpPr>
                  <p:cNvPr id="112663" name="Text Box 37"/>
                  <p:cNvSpPr txBox="1"/>
                  <p:nvPr/>
                </p:nvSpPr>
                <p:spPr>
                  <a:xfrm>
                    <a:off x="4604" y="1298"/>
                    <a:ext cx="816" cy="303"/>
                  </a:xfrm>
                  <a:prstGeom prst="rect">
                    <a:avLst/>
                  </a:prstGeom>
                  <a:solidFill>
                    <a:schemeClr val="bg2"/>
                  </a:solidFill>
                  <a:ln w="12700" cap="flat" cmpd="sng">
                    <a:solidFill>
                      <a:schemeClr val="tx1"/>
                    </a:solidFill>
                    <a:prstDash val="solid"/>
                    <a:miter/>
                    <a:headEnd type="none" w="sm" len="sm"/>
                    <a:tailEnd type="none" w="sm" len="sm"/>
                  </a:ln>
                </p:spPr>
                <p:txBody>
                  <a:bodyPr>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ct val="50000"/>
                      </a:spcBef>
                      <a:spcAft>
                        <a:spcPts val="590"/>
                      </a:spcAft>
                      <a:buSzPct val="80000"/>
                      <a:buNone/>
                    </a:pPr>
                    <a:r>
                      <a:rPr lang="zh-CN" altLang="en-US" sz="2000" b="1" dirty="0">
                        <a:cs typeface="Arial" panose="020B0604020202090204" pitchFamily="34" charset="0"/>
                      </a:rPr>
                      <a:t>成员</a:t>
                    </a:r>
                    <a:r>
                      <a:rPr lang="en-US" altLang="zh-CN" sz="2000" b="1" dirty="0">
                        <a:cs typeface="Arial" panose="020B0604020202090204" pitchFamily="34" charset="0"/>
                      </a:rPr>
                      <a:t>4</a:t>
                    </a:r>
                    <a:endParaRPr lang="en-US" altLang="zh-CN" sz="2000" b="1" dirty="0">
                      <a:ea typeface="Arial" panose="020B0604020202090204" pitchFamily="34" charset="0"/>
                    </a:endParaRPr>
                  </a:p>
                </p:txBody>
              </p:sp>
            </p:grpSp>
            <p:sp>
              <p:nvSpPr>
                <p:cNvPr id="112658" name="Text Box 39"/>
                <p:cNvSpPr txBox="1"/>
                <p:nvPr/>
              </p:nvSpPr>
              <p:spPr>
                <a:xfrm>
                  <a:off x="4831" y="2195"/>
                  <a:ext cx="816" cy="303"/>
                </a:xfrm>
                <a:prstGeom prst="rect">
                  <a:avLst/>
                </a:prstGeom>
                <a:solidFill>
                  <a:schemeClr val="bg2"/>
                </a:solidFill>
                <a:ln w="12700" cap="flat" cmpd="sng">
                  <a:solidFill>
                    <a:schemeClr val="tx1"/>
                  </a:solidFill>
                  <a:prstDash val="solid"/>
                  <a:miter/>
                  <a:headEnd type="none" w="sm" len="sm"/>
                  <a:tailEnd type="none" w="sm" len="sm"/>
                </a:ln>
              </p:spPr>
              <p:txBody>
                <a:bodyPr>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ct val="50000"/>
                    </a:spcBef>
                    <a:spcAft>
                      <a:spcPts val="590"/>
                    </a:spcAft>
                    <a:buSzPct val="80000"/>
                    <a:buNone/>
                  </a:pPr>
                  <a:endParaRPr lang="en-US" altLang="zh-CN" sz="2000" b="1" dirty="0">
                    <a:latin typeface="Courier New" panose="02070409020205090404" pitchFamily="49" charset="0"/>
                    <a:ea typeface="宋体" pitchFamily="2" charset="-122"/>
                  </a:endParaRPr>
                </a:p>
              </p:txBody>
            </p:sp>
            <p:sp>
              <p:nvSpPr>
                <p:cNvPr id="112659" name="Text Box 40"/>
                <p:cNvSpPr txBox="1"/>
                <p:nvPr/>
              </p:nvSpPr>
              <p:spPr>
                <a:xfrm>
                  <a:off x="4831" y="2489"/>
                  <a:ext cx="816" cy="304"/>
                </a:xfrm>
                <a:prstGeom prst="rect">
                  <a:avLst/>
                </a:prstGeom>
                <a:solidFill>
                  <a:schemeClr val="bg2"/>
                </a:solidFill>
                <a:ln w="12700" cap="flat" cmpd="sng">
                  <a:solidFill>
                    <a:schemeClr val="tx1"/>
                  </a:solidFill>
                  <a:prstDash val="solid"/>
                  <a:miter/>
                  <a:headEnd type="none" w="sm" len="sm"/>
                  <a:tailEnd type="none" w="sm" len="sm"/>
                </a:ln>
              </p:spPr>
              <p:txBody>
                <a:bodyPr>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ct val="50000"/>
                    </a:spcBef>
                    <a:spcAft>
                      <a:spcPts val="590"/>
                    </a:spcAft>
                    <a:buSzPct val="80000"/>
                    <a:buNone/>
                  </a:pPr>
                  <a:endParaRPr lang="en-US" altLang="zh-CN" sz="2000" b="1" dirty="0">
                    <a:latin typeface="Courier New" panose="02070409020205090404" pitchFamily="49" charset="0"/>
                    <a:ea typeface="宋体" pitchFamily="2" charset="-122"/>
                  </a:endParaRPr>
                </a:p>
              </p:txBody>
            </p:sp>
            <p:sp>
              <p:nvSpPr>
                <p:cNvPr id="112660" name="Text Box 42"/>
                <p:cNvSpPr txBox="1"/>
                <p:nvPr/>
              </p:nvSpPr>
              <p:spPr>
                <a:xfrm>
                  <a:off x="4830" y="2781"/>
                  <a:ext cx="816" cy="304"/>
                </a:xfrm>
                <a:prstGeom prst="rect">
                  <a:avLst/>
                </a:prstGeom>
                <a:solidFill>
                  <a:schemeClr val="bg2"/>
                </a:solidFill>
                <a:ln w="12700" cap="flat" cmpd="sng">
                  <a:solidFill>
                    <a:schemeClr val="tx1"/>
                  </a:solidFill>
                  <a:prstDash val="solid"/>
                  <a:miter/>
                  <a:headEnd type="none" w="sm" len="sm"/>
                  <a:tailEnd type="none" w="sm" len="sm"/>
                </a:ln>
              </p:spPr>
              <p:txBody>
                <a:bodyPr>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ct val="50000"/>
                    </a:spcBef>
                    <a:spcAft>
                      <a:spcPts val="590"/>
                    </a:spcAft>
                    <a:buSzPct val="80000"/>
                    <a:buNone/>
                  </a:pPr>
                  <a:endParaRPr lang="en-US" altLang="zh-CN" sz="2000" b="1" dirty="0">
                    <a:latin typeface="Courier New" panose="02070409020205090404" pitchFamily="49" charset="0"/>
                    <a:ea typeface="宋体" pitchFamily="2" charset="-122"/>
                  </a:endParaRPr>
                </a:p>
              </p:txBody>
            </p:sp>
            <p:sp>
              <p:nvSpPr>
                <p:cNvPr id="112661" name="Text Box 43"/>
                <p:cNvSpPr txBox="1"/>
                <p:nvPr/>
              </p:nvSpPr>
              <p:spPr>
                <a:xfrm>
                  <a:off x="4830" y="3074"/>
                  <a:ext cx="816" cy="304"/>
                </a:xfrm>
                <a:prstGeom prst="rect">
                  <a:avLst/>
                </a:prstGeom>
                <a:solidFill>
                  <a:schemeClr val="bg2"/>
                </a:solidFill>
                <a:ln w="12700" cap="flat" cmpd="sng">
                  <a:solidFill>
                    <a:schemeClr val="tx1"/>
                  </a:solidFill>
                  <a:prstDash val="solid"/>
                  <a:miter/>
                  <a:headEnd type="none" w="sm" len="sm"/>
                  <a:tailEnd type="none" w="sm" len="sm"/>
                </a:ln>
              </p:spPr>
              <p:txBody>
                <a:bodyPr>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ct val="50000"/>
                    </a:spcBef>
                    <a:spcAft>
                      <a:spcPts val="590"/>
                    </a:spcAft>
                    <a:buSzPct val="80000"/>
                    <a:buNone/>
                  </a:pPr>
                  <a:endParaRPr lang="en-US" altLang="zh-CN" sz="2000" b="1" dirty="0">
                    <a:latin typeface="Courier New" panose="02070409020205090404" pitchFamily="49" charset="0"/>
                    <a:ea typeface="宋体" pitchFamily="2" charset="-122"/>
                  </a:endParaRPr>
                </a:p>
              </p:txBody>
            </p:sp>
          </p:grpSp>
          <p:sp>
            <p:nvSpPr>
              <p:cNvPr id="380973" name="Rectangle 45"/>
              <p:cNvSpPr>
                <a:spLocks noChangeArrowheads="1"/>
              </p:cNvSpPr>
              <p:nvPr/>
            </p:nvSpPr>
            <p:spPr bwMode="auto">
              <a:xfrm>
                <a:off x="4830" y="1005"/>
                <a:ext cx="817" cy="2389"/>
              </a:xfrm>
              <a:prstGeom prst="rect">
                <a:avLst/>
              </a:prstGeom>
              <a:noFill/>
              <a:ln w="25400">
                <a:solidFill>
                  <a:srgbClr val="3333CC"/>
                </a:solidFill>
                <a:miter lim="800000"/>
                <a:headEnd type="none" w="sm" len="sm"/>
                <a:tailEnd type="none" w="sm" len="sm"/>
              </a:ln>
              <a:effectLst/>
            </p:spPr>
            <p:txBody>
              <a:bodyPr wrap="none" anchor="ct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grpSp>
        <p:sp>
          <p:nvSpPr>
            <p:cNvPr id="112653" name="Text Box 39"/>
            <p:cNvSpPr txBox="1"/>
            <p:nvPr/>
          </p:nvSpPr>
          <p:spPr>
            <a:xfrm>
              <a:off x="8000300" y="3787031"/>
              <a:ext cx="571554" cy="1758188"/>
            </a:xfrm>
            <a:prstGeom prst="rect">
              <a:avLst/>
            </a:prstGeom>
            <a:noFill/>
            <a:ln w="12700">
              <a:noFill/>
            </a:ln>
          </p:spPr>
          <p:txBody>
            <a:bodyPr>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ct val="50000"/>
                </a:spcBef>
                <a:spcAft>
                  <a:spcPts val="590"/>
                </a:spcAft>
                <a:buSzPct val="80000"/>
                <a:buNone/>
              </a:pPr>
              <a:r>
                <a:rPr lang="zh-CN" altLang="en-US" sz="2000" b="1" dirty="0">
                  <a:cs typeface="Arial" panose="020B0604020202090204" pitchFamily="34" charset="0"/>
                </a:rPr>
                <a:t>成</a:t>
              </a:r>
              <a:endParaRPr lang="en-US" altLang="zh-CN" sz="2000" b="1" dirty="0">
                <a:cs typeface="Arial" panose="020B0604020202090204" pitchFamily="34" charset="0"/>
              </a:endParaRPr>
            </a:p>
            <a:p>
              <a:pPr marL="0" lvl="0" indent="0" eaLnBrk="1" hangingPunct="1">
                <a:lnSpc>
                  <a:spcPct val="90000"/>
                </a:lnSpc>
                <a:spcBef>
                  <a:spcPct val="50000"/>
                </a:spcBef>
                <a:spcAft>
                  <a:spcPts val="590"/>
                </a:spcAft>
                <a:buSzPct val="80000"/>
                <a:buNone/>
              </a:pPr>
              <a:r>
                <a:rPr lang="zh-CN" altLang="en-US" sz="2000" b="1" dirty="0">
                  <a:cs typeface="Arial" panose="020B0604020202090204" pitchFamily="34" charset="0"/>
                </a:rPr>
                <a:t>员</a:t>
              </a:r>
              <a:endParaRPr lang="en-US" altLang="zh-CN" sz="2000" b="1" dirty="0">
                <a:cs typeface="Arial" panose="020B0604020202090204" pitchFamily="34" charset="0"/>
              </a:endParaRPr>
            </a:p>
            <a:p>
              <a:pPr marL="0" lvl="0" indent="0" eaLnBrk="1" hangingPunct="1">
                <a:lnSpc>
                  <a:spcPct val="90000"/>
                </a:lnSpc>
                <a:spcBef>
                  <a:spcPct val="50000"/>
                </a:spcBef>
                <a:spcAft>
                  <a:spcPts val="590"/>
                </a:spcAft>
                <a:buSzPct val="80000"/>
                <a:buNone/>
              </a:pPr>
              <a:r>
                <a:rPr lang="en-US" altLang="zh-CN" sz="2000" b="1" dirty="0">
                  <a:cs typeface="Arial" panose="020B0604020202090204" pitchFamily="34" charset="0"/>
                </a:rPr>
                <a:t>5</a:t>
              </a:r>
              <a:endParaRPr lang="en-US" altLang="zh-CN" sz="2000" b="1" dirty="0">
                <a:ea typeface="Arial" panose="020B0604020202090204" pitchFamily="34" charset="0"/>
              </a:endParaRPr>
            </a:p>
          </p:txBody>
        </p:sp>
      </p:grpSp>
      <p:sp>
        <p:nvSpPr>
          <p:cNvPr id="386071" name="Rectangle 23"/>
          <p:cNvSpPr>
            <a:spLocks noChangeArrowheads="1"/>
          </p:cNvSpPr>
          <p:nvPr/>
        </p:nvSpPr>
        <p:spPr bwMode="auto">
          <a:xfrm>
            <a:off x="1571625" y="2349500"/>
            <a:ext cx="9398000" cy="2665413"/>
          </a:xfrm>
          <a:prstGeom prst="rect">
            <a:avLst/>
          </a:prstGeom>
          <a:noFill/>
          <a:ln w="9525">
            <a:noFill/>
            <a:miter lim="800000"/>
          </a:ln>
          <a:effectLst/>
        </p:spPr>
        <p:txBody>
          <a:bodyPr lIns="92075" tIns="46037" rIns="92075" bIns="46037"/>
          <a:lstStyle>
            <a:lvl1pPr marL="374650" indent="-374650">
              <a:spcBef>
                <a:spcPct val="20000"/>
              </a:spcBef>
              <a:buClr>
                <a:schemeClr val="tx2"/>
              </a:buClr>
              <a:buSzPct val="50000"/>
              <a:buFont typeface="Wingdings" panose="05000000000000000000" pitchFamily="2" charset="2"/>
              <a:buChar char="n"/>
              <a:defRPr sz="3200">
                <a:solidFill>
                  <a:schemeClr val="tx1"/>
                </a:solidFill>
                <a:latin typeface="Franklin Gothic Book" pitchFamily="34" charset="0"/>
              </a:defRPr>
            </a:lvl1pPr>
            <a:lvl2pPr marL="850900" indent="-285750">
              <a:spcBef>
                <a:spcPct val="20000"/>
              </a:spcBef>
              <a:buClr>
                <a:schemeClr val="tx2"/>
              </a:buClr>
              <a:buSzPct val="50000"/>
              <a:buFont typeface="Wingdings 2" panose="05020102010507070707" pitchFamily="18" charset="2"/>
              <a:buChar char="Þ"/>
              <a:defRPr sz="2800">
                <a:solidFill>
                  <a:srgbClr val="333399"/>
                </a:solidFill>
                <a:latin typeface="Times New Roman" panose="02020503050405090304" pitchFamily="18" charset="0"/>
                <a:cs typeface="Times New Roman" panose="02020503050405090304" pitchFamily="18" charset="0"/>
              </a:defRPr>
            </a:lvl2pPr>
            <a:lvl3pPr marL="1143000" indent="-228600">
              <a:spcBef>
                <a:spcPct val="20000"/>
              </a:spcBef>
              <a:buClr>
                <a:schemeClr val="tx2"/>
              </a:buClr>
              <a:buSzPct val="50000"/>
              <a:buFont typeface="Wingdings 2" panose="05020102010507070707" pitchFamily="18" charset="2"/>
              <a:buChar char=""/>
              <a:defRPr sz="2400">
                <a:solidFill>
                  <a:srgbClr val="3333CC"/>
                </a:solidFill>
                <a:latin typeface="Times New Roman" panose="02020503050405090304" pitchFamily="18" charset="0"/>
                <a:cs typeface="Times New Roman" panose="02020503050405090304" pitchFamily="18" charset="0"/>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Times New Roman" panose="02020503050405090304" pitchFamily="18" charset="0"/>
                <a:cs typeface="Times New Roman" panose="02020503050405090304" pitchFamily="18" charset="0"/>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Times New Roman" panose="02020503050405090304" pitchFamily="18" charset="0"/>
                <a:cs typeface="Times New Roman" panose="02020503050405090304" pitchFamily="18" charset="0"/>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503050405090304" pitchFamily="18" charset="0"/>
                <a:cs typeface="Times New Roman" panose="02020503050405090304" pitchFamily="18" charset="0"/>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503050405090304" pitchFamily="18" charset="0"/>
                <a:cs typeface="Times New Roman" panose="02020503050405090304" pitchFamily="18" charset="0"/>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503050405090304" pitchFamily="18" charset="0"/>
                <a:cs typeface="Times New Roman" panose="02020503050405090304" pitchFamily="18" charset="0"/>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503050405090304" pitchFamily="18" charset="0"/>
                <a:cs typeface="Times New Roman" panose="02020503050405090304" pitchFamily="18" charset="0"/>
              </a:defRPr>
            </a:lvl9pPr>
          </a:lstStyle>
          <a:p>
            <a:pPr marL="374650" marR="0" lvl="0" indent="-374650" algn="l" defTabSz="914400" rtl="0" eaLnBrk="1" fontAlgn="base" latinLnBrk="0" hangingPunct="1">
              <a:lnSpc>
                <a:spcPct val="90000"/>
              </a:lnSpc>
              <a:spcBef>
                <a:spcPts val="600"/>
              </a:spcBef>
              <a:spcAft>
                <a:spcPts val="600"/>
              </a:spcAft>
              <a:buClr>
                <a:schemeClr val="tx1"/>
              </a:buClr>
              <a:buSzPct val="50000"/>
              <a:buFont typeface="Wingdings" panose="05000000000000000000" pitchFamily="2" charset="2"/>
              <a:buChar char="n"/>
              <a:defRPr/>
            </a:pPr>
            <a:r>
              <a:rPr kumimoji="0" lang="zh-CN" altLang="en-US" sz="2800" b="0" i="0" u="none" strike="noStrike" kern="1200" cap="none" spc="0" normalizeH="0" baseline="0" noProof="0">
                <a:ln>
                  <a:noFill/>
                </a:ln>
                <a:solidFill>
                  <a:srgbClr val="000066"/>
                </a:solidFill>
                <a:effectLst/>
                <a:uLnTx/>
                <a:uFillTx/>
                <a:latin typeface="Courier New" panose="02070409020205090404" pitchFamily="49" charset="0"/>
                <a:ea typeface="黑体" panose="02010609060101010101" pitchFamily="49" charset="-122"/>
                <a:cs typeface="+mn-cs"/>
              </a:rPr>
              <a:t>通过</a:t>
            </a:r>
            <a:r>
              <a:rPr kumimoji="0" lang="zh-CN" altLang="en-US" sz="2800" b="0" i="0" u="none" strike="noStrike" kern="1200" cap="none" spc="0" normalizeH="0" baseline="0" noProof="0">
                <a:ln>
                  <a:noFill/>
                </a:ln>
                <a:solidFill>
                  <a:srgbClr val="C00000"/>
                </a:solidFill>
                <a:effectLst/>
                <a:uLnTx/>
                <a:uFillTx/>
                <a:latin typeface="Courier New" panose="02070409020205090404" pitchFamily="49" charset="0"/>
                <a:ea typeface="黑体" panose="02010609060101010101" pitchFamily="49" charset="-122"/>
                <a:cs typeface="+mn-cs"/>
              </a:rPr>
              <a:t>成员选择运算符</a:t>
            </a:r>
            <a:r>
              <a:rPr kumimoji="0" lang="zh-CN" altLang="en-US" sz="2800" b="0" i="0" u="none" strike="noStrike" kern="1200" cap="none" spc="0" normalizeH="0" baseline="0" noProof="0">
                <a:ln>
                  <a:noFill/>
                </a:ln>
                <a:solidFill>
                  <a:srgbClr val="000066"/>
                </a:solidFill>
                <a:effectLst/>
                <a:uLnTx/>
                <a:uFillTx/>
                <a:latin typeface="Courier New" panose="02070409020205090404" pitchFamily="49" charset="0"/>
                <a:ea typeface="黑体" panose="02010609060101010101" pitchFamily="49" charset="-122"/>
                <a:cs typeface="+mn-cs"/>
              </a:rPr>
              <a:t>访问</a:t>
            </a:r>
            <a:endParaRPr kumimoji="0" lang="zh-CN" altLang="en-US" sz="2800" b="0" i="0" u="none" strike="noStrike" kern="1200" cap="none" spc="0" normalizeH="0" baseline="0" noProof="0">
              <a:ln>
                <a:noFill/>
              </a:ln>
              <a:solidFill>
                <a:srgbClr val="000066"/>
              </a:solidFill>
              <a:effectLst/>
              <a:uLnTx/>
              <a:uFillTx/>
              <a:latin typeface="Courier New" panose="02070409020205090404" pitchFamily="49" charset="0"/>
              <a:ea typeface="黑体" panose="02010609060101010101" pitchFamily="49" charset="-122"/>
              <a:cs typeface="+mn-cs"/>
            </a:endParaRPr>
          </a:p>
          <a:p>
            <a:pPr marL="850900" marR="0" lvl="1" indent="-285750" algn="l" defTabSz="914400" rtl="0" eaLnBrk="1" fontAlgn="base" latinLnBrk="0" hangingPunct="1">
              <a:lnSpc>
                <a:spcPct val="90000"/>
              </a:lnSpc>
              <a:spcBef>
                <a:spcPts val="600"/>
              </a:spcBef>
              <a:spcAft>
                <a:spcPts val="600"/>
              </a:spcAft>
              <a:buClr>
                <a:srgbClr val="FFCC66"/>
              </a:buClr>
              <a:buSzPct val="115000"/>
              <a:buFont typeface="Wingdings 2" panose="05020102010507070707" pitchFamily="18" charset="2"/>
              <a:buNone/>
              <a:defRPr/>
            </a:pPr>
            <a:r>
              <a:rPr kumimoji="0" lang="en-US" altLang="zh-CN" sz="2400" b="1" i="0" u="none" strike="noStrike" kern="1200" cap="none" spc="0" normalizeH="0" baseline="0" noProof="0">
                <a:ln>
                  <a:noFill/>
                </a:ln>
                <a:solidFill>
                  <a:srgbClr val="CC0000"/>
                </a:solidFill>
                <a:effectLst>
                  <a:outerShdw blurRad="38100" dist="38100" dir="2700000" algn="tl">
                    <a:srgbClr val="C0C0C0"/>
                  </a:outerShdw>
                </a:effectLst>
                <a:uLnTx/>
                <a:uFillTx/>
                <a:latin typeface="Courier New" panose="02070409020205090404" pitchFamily="49" charset="0"/>
                <a:ea typeface="宋体" pitchFamily="2" charset="-122"/>
                <a:cs typeface="Times New Roman" panose="02020503050405090304" pitchFamily="18" charset="0"/>
              </a:rPr>
              <a:t>(*pt).</a:t>
            </a:r>
            <a:r>
              <a:rPr kumimoji="0" lang="en-US" altLang="zh-CN" sz="2400" b="1" i="0" u="none" strike="noStrike" kern="1200" cap="none" spc="0" normalizeH="0" baseline="0" noProof="0">
                <a:ln>
                  <a:noFill/>
                </a:ln>
                <a:solidFill>
                  <a:srgbClr val="000000"/>
                </a:solidFill>
                <a:effectLst>
                  <a:outerShdw blurRad="38100" dist="38100" dir="2700000" algn="tl">
                    <a:srgbClr val="C0C0C0"/>
                  </a:outerShdw>
                </a:effectLst>
                <a:uLnTx/>
                <a:uFillTx/>
                <a:latin typeface="Courier New" panose="02070409020205090404" pitchFamily="49" charset="0"/>
                <a:ea typeface="宋体" pitchFamily="2" charset="-122"/>
                <a:cs typeface="Times New Roman" panose="02020503050405090304" pitchFamily="18" charset="0"/>
              </a:rPr>
              <a:t> studentID = 1;</a:t>
            </a:r>
            <a:endParaRPr kumimoji="0" lang="en-US" altLang="zh-CN" sz="2400" b="1" i="0" u="none" strike="noStrike" kern="1200" cap="none" spc="0" normalizeH="0" baseline="0" noProof="0">
              <a:ln>
                <a:noFill/>
              </a:ln>
              <a:solidFill>
                <a:srgbClr val="000000"/>
              </a:solidFill>
              <a:effectLst>
                <a:outerShdw blurRad="38100" dist="38100" dir="2700000" algn="tl">
                  <a:srgbClr val="C0C0C0"/>
                </a:outerShdw>
              </a:effectLst>
              <a:uLnTx/>
              <a:uFillTx/>
              <a:latin typeface="Courier New" panose="02070409020205090404" pitchFamily="49" charset="0"/>
              <a:ea typeface="宋体" pitchFamily="2" charset="-122"/>
              <a:cs typeface="Times New Roman" panose="02020503050405090304" pitchFamily="18" charset="0"/>
            </a:endParaRPr>
          </a:p>
          <a:p>
            <a:pPr marL="850900" marR="0" lvl="1" indent="-285750" algn="l" defTabSz="914400" rtl="0" eaLnBrk="1" fontAlgn="base" latinLnBrk="0" hangingPunct="1">
              <a:lnSpc>
                <a:spcPct val="90000"/>
              </a:lnSpc>
              <a:spcBef>
                <a:spcPts val="600"/>
              </a:spcBef>
              <a:spcAft>
                <a:spcPts val="600"/>
              </a:spcAft>
              <a:buClr>
                <a:srgbClr val="FFCC66"/>
              </a:buClr>
              <a:buSzPct val="115000"/>
              <a:buFont typeface="Wingdings 2" panose="05020102010507070707" pitchFamily="18" charset="2"/>
              <a:buNone/>
              <a:defRPr/>
            </a:pPr>
            <a:r>
              <a:rPr kumimoji="0" lang="en-US" altLang="zh-CN" sz="2400" b="1" i="0" u="none" strike="noStrike" kern="1200" cap="none" spc="0" normalizeH="0" baseline="0" noProof="0">
                <a:ln>
                  <a:noFill/>
                </a:ln>
                <a:solidFill>
                  <a:schemeClr val="accent2"/>
                </a:solidFill>
                <a:effectLst>
                  <a:outerShdw blurRad="38100" dist="38100" dir="2700000" algn="tl">
                    <a:srgbClr val="C0C0C0"/>
                  </a:outerShdw>
                </a:effectLst>
                <a:uLnTx/>
                <a:uFillTx/>
                <a:latin typeface="Courier New" panose="02070409020205090404" pitchFamily="49" charset="0"/>
                <a:ea typeface="宋体" pitchFamily="2" charset="-122"/>
                <a:cs typeface="Times New Roman" panose="02020503050405090304" pitchFamily="18" charset="0"/>
              </a:rPr>
              <a:t> </a:t>
            </a:r>
            <a:r>
              <a:rPr kumimoji="0" lang="en-US" altLang="zh-CN" sz="2400" b="1" i="0" u="none" strike="noStrike" kern="1200" cap="none" spc="0" normalizeH="0" baseline="0" noProof="0">
                <a:ln>
                  <a:noFill/>
                </a:ln>
                <a:solidFill>
                  <a:srgbClr val="CC0000"/>
                </a:solidFill>
                <a:effectLst>
                  <a:outerShdw blurRad="38100" dist="38100" dir="2700000" algn="tl">
                    <a:srgbClr val="C0C0C0"/>
                  </a:outerShdw>
                </a:effectLst>
                <a:uLnTx/>
                <a:uFillTx/>
                <a:latin typeface="Courier New" panose="02070409020205090404" pitchFamily="49" charset="0"/>
                <a:ea typeface="宋体" pitchFamily="2" charset="-122"/>
                <a:cs typeface="Times New Roman" panose="02020503050405090304" pitchFamily="18" charset="0"/>
              </a:rPr>
              <a:t>stu1.</a:t>
            </a:r>
            <a:r>
              <a:rPr kumimoji="0" lang="en-US" altLang="zh-CN" sz="2400" b="1" i="0" u="none" strike="noStrike" kern="1200" cap="none" spc="0" normalizeH="0" baseline="0" noProof="0">
                <a:ln>
                  <a:noFill/>
                </a:ln>
                <a:solidFill>
                  <a:srgbClr val="000000"/>
                </a:solidFill>
                <a:effectLst>
                  <a:outerShdw blurRad="38100" dist="38100" dir="2700000" algn="tl">
                    <a:srgbClr val="C0C0C0"/>
                  </a:outerShdw>
                </a:effectLst>
                <a:uLnTx/>
                <a:uFillTx/>
                <a:latin typeface="Courier New" panose="02070409020205090404" pitchFamily="49" charset="0"/>
                <a:ea typeface="宋体" pitchFamily="2" charset="-122"/>
                <a:cs typeface="Times New Roman" panose="02020503050405090304" pitchFamily="18" charset="0"/>
              </a:rPr>
              <a:t> studentID = 1; </a:t>
            </a:r>
            <a:endParaRPr kumimoji="0" lang="en-US" altLang="zh-CN" sz="2400" b="1" i="0" u="none" strike="noStrike" kern="1200" cap="none" spc="0" normalizeH="0" baseline="0" noProof="0">
              <a:ln>
                <a:noFill/>
              </a:ln>
              <a:solidFill>
                <a:srgbClr val="000000"/>
              </a:solidFill>
              <a:effectLst>
                <a:outerShdw blurRad="38100" dist="38100" dir="2700000" algn="tl">
                  <a:srgbClr val="C0C0C0"/>
                </a:outerShdw>
              </a:effectLst>
              <a:uLnTx/>
              <a:uFillTx/>
              <a:latin typeface="Courier New" panose="02070409020205090404" pitchFamily="49" charset="0"/>
              <a:ea typeface="宋体" pitchFamily="2" charset="-122"/>
              <a:cs typeface="Times New Roman" panose="02020503050405090304" pitchFamily="18" charset="0"/>
            </a:endParaRPr>
          </a:p>
          <a:p>
            <a:pPr marL="374650" marR="0" lvl="0" indent="-374650" algn="l" defTabSz="914400" rtl="0" eaLnBrk="1" fontAlgn="base" latinLnBrk="0" hangingPunct="1">
              <a:lnSpc>
                <a:spcPct val="90000"/>
              </a:lnSpc>
              <a:spcBef>
                <a:spcPts val="600"/>
              </a:spcBef>
              <a:spcAft>
                <a:spcPts val="600"/>
              </a:spcAft>
              <a:buClr>
                <a:schemeClr val="tx1"/>
              </a:buClr>
              <a:buSzPct val="50000"/>
              <a:buFont typeface="Wingdings" panose="05000000000000000000" pitchFamily="2" charset="2"/>
              <a:buChar char="n"/>
              <a:defRPr/>
            </a:pPr>
            <a:r>
              <a:rPr kumimoji="0" lang="zh-CN" altLang="en-US" sz="2800" b="0" i="0" u="none" strike="noStrike" kern="1200" cap="none" spc="0" normalizeH="0" baseline="0" noProof="0">
                <a:ln>
                  <a:noFill/>
                </a:ln>
                <a:solidFill>
                  <a:srgbClr val="000066"/>
                </a:solidFill>
                <a:effectLst/>
                <a:uLnTx/>
                <a:uFillTx/>
                <a:latin typeface="Courier New" panose="02070409020205090404" pitchFamily="49" charset="0"/>
                <a:ea typeface="黑体" panose="02010609060101010101" pitchFamily="49" charset="-122"/>
                <a:cs typeface="+mn-cs"/>
              </a:rPr>
              <a:t>通过</a:t>
            </a:r>
            <a:r>
              <a:rPr kumimoji="0" lang="zh-CN" altLang="en-US" sz="2800" b="0" i="0" u="none" strike="noStrike" kern="1200" cap="none" spc="0" normalizeH="0" baseline="0" noProof="0">
                <a:ln>
                  <a:noFill/>
                </a:ln>
                <a:solidFill>
                  <a:srgbClr val="C00000"/>
                </a:solidFill>
                <a:effectLst/>
                <a:uLnTx/>
                <a:uFillTx/>
                <a:latin typeface="Courier New" panose="02070409020205090404" pitchFamily="49" charset="0"/>
                <a:ea typeface="黑体" panose="02010609060101010101" pitchFamily="49" charset="-122"/>
                <a:cs typeface="+mn-cs"/>
              </a:rPr>
              <a:t>指向运算符</a:t>
            </a:r>
            <a:r>
              <a:rPr kumimoji="0" lang="zh-CN" altLang="en-US" sz="2800" b="0" i="0" u="none" strike="noStrike" kern="1200" cap="none" spc="0" normalizeH="0" baseline="0" noProof="0">
                <a:ln>
                  <a:noFill/>
                </a:ln>
                <a:solidFill>
                  <a:srgbClr val="000066"/>
                </a:solidFill>
                <a:effectLst/>
                <a:uLnTx/>
                <a:uFillTx/>
                <a:latin typeface="Courier New" panose="02070409020205090404" pitchFamily="49" charset="0"/>
                <a:ea typeface="黑体" panose="02010609060101010101" pitchFamily="49" charset="-122"/>
                <a:cs typeface="+mn-cs"/>
              </a:rPr>
              <a:t>访问</a:t>
            </a:r>
            <a:endParaRPr kumimoji="0" lang="zh-CN" altLang="en-US" sz="2800" b="0" i="0" u="none" strike="noStrike" kern="1200" cap="none" spc="0" normalizeH="0" baseline="0" noProof="0">
              <a:ln>
                <a:noFill/>
              </a:ln>
              <a:solidFill>
                <a:srgbClr val="000066"/>
              </a:solidFill>
              <a:effectLst/>
              <a:uLnTx/>
              <a:uFillTx/>
              <a:latin typeface="Courier New" panose="02070409020205090404" pitchFamily="49" charset="0"/>
              <a:ea typeface="黑体" panose="02010609060101010101" pitchFamily="49" charset="-122"/>
              <a:cs typeface="+mn-cs"/>
            </a:endParaRPr>
          </a:p>
          <a:p>
            <a:pPr marL="850900" marR="0" lvl="1" indent="-285750" algn="l" defTabSz="914400" rtl="0" eaLnBrk="1" fontAlgn="base" latinLnBrk="0" hangingPunct="1">
              <a:lnSpc>
                <a:spcPct val="90000"/>
              </a:lnSpc>
              <a:spcBef>
                <a:spcPts val="600"/>
              </a:spcBef>
              <a:spcAft>
                <a:spcPts val="600"/>
              </a:spcAft>
              <a:buClr>
                <a:srgbClr val="FFCC66"/>
              </a:buClr>
              <a:buSzPct val="115000"/>
              <a:buFont typeface="Wingdings 2" panose="05020102010507070707" pitchFamily="18" charset="2"/>
              <a:buNone/>
              <a:defRPr/>
            </a:pPr>
            <a:r>
              <a:rPr kumimoji="0" lang="en-US" altLang="zh-CN" sz="2400" b="1" i="0" u="none" strike="noStrike" kern="1200" cap="none" spc="0" normalizeH="0" baseline="0" noProof="0">
                <a:ln>
                  <a:noFill/>
                </a:ln>
                <a:solidFill>
                  <a:srgbClr val="CC0000"/>
                </a:solidFill>
                <a:effectLst>
                  <a:outerShdw blurRad="38100" dist="38100" dir="2700000" algn="tl">
                    <a:srgbClr val="C0C0C0"/>
                  </a:outerShdw>
                </a:effectLst>
                <a:uLnTx/>
                <a:uFillTx/>
                <a:latin typeface="Courier New" panose="02070409020205090404" pitchFamily="49" charset="0"/>
                <a:ea typeface="宋体" pitchFamily="2" charset="-122"/>
                <a:cs typeface="Times New Roman" panose="02020503050405090304" pitchFamily="18" charset="0"/>
              </a:rPr>
              <a:t>pt -&gt;</a:t>
            </a:r>
            <a:r>
              <a:rPr kumimoji="0" lang="en-US" altLang="zh-CN" sz="2400" b="1" i="0" u="none" strike="noStrike" kern="1200" cap="none" spc="0" normalizeH="0" baseline="0" noProof="0">
                <a:ln>
                  <a:noFill/>
                </a:ln>
                <a:solidFill>
                  <a:srgbClr val="000000"/>
                </a:solidFill>
                <a:effectLst>
                  <a:outerShdw blurRad="38100" dist="38100" dir="2700000" algn="tl">
                    <a:srgbClr val="C0C0C0"/>
                  </a:outerShdw>
                </a:effectLst>
                <a:uLnTx/>
                <a:uFillTx/>
                <a:latin typeface="Courier New" panose="02070409020205090404" pitchFamily="49" charset="0"/>
                <a:ea typeface="宋体" pitchFamily="2" charset="-122"/>
                <a:cs typeface="Times New Roman" panose="02020503050405090304" pitchFamily="18" charset="0"/>
              </a:rPr>
              <a:t> studentID = 1;</a:t>
            </a:r>
            <a:endParaRPr kumimoji="0" lang="en-US" altLang="zh-CN" sz="2400" b="1" i="0" u="none" strike="noStrike" kern="1200" cap="none" spc="0" normalizeH="0" baseline="0" noProof="0">
              <a:ln>
                <a:noFill/>
              </a:ln>
              <a:solidFill>
                <a:srgbClr val="000000"/>
              </a:solidFill>
              <a:effectLst>
                <a:outerShdw blurRad="38100" dist="38100" dir="2700000" algn="tl">
                  <a:srgbClr val="C0C0C0"/>
                </a:outerShdw>
              </a:effectLst>
              <a:uLnTx/>
              <a:uFillTx/>
              <a:latin typeface="Courier New" panose="02070409020205090404" pitchFamily="49" charset="0"/>
              <a:ea typeface="宋体" pitchFamily="2" charset="-122"/>
              <a:cs typeface="Times New Roman" panose="02020503050405090304" pitchFamily="18" charset="0"/>
            </a:endParaRPr>
          </a:p>
        </p:txBody>
      </p:sp>
      <p:pic>
        <p:nvPicPr>
          <p:cNvPr id="112648" name="Picture 12"/>
          <p:cNvPicPr>
            <a:picLocks noChangeAspect="1"/>
          </p:cNvPicPr>
          <p:nvPr/>
        </p:nvPicPr>
        <p:blipFill>
          <a:blip r:embed="rId1"/>
          <a:stretch>
            <a:fillRect/>
          </a:stretch>
        </p:blipFill>
        <p:spPr>
          <a:xfrm>
            <a:off x="4535488" y="5265738"/>
            <a:ext cx="1809750" cy="1254125"/>
          </a:xfrm>
          <a:prstGeom prst="rect">
            <a:avLst/>
          </a:prstGeom>
          <a:noFill/>
          <a:ln w="25400" cap="flat" cmpd="thickThin">
            <a:solidFill>
              <a:srgbClr val="000080"/>
            </a:solidFill>
            <a:prstDash val="solid"/>
            <a:miter/>
            <a:headEnd type="none" w="sm" len="sm"/>
            <a:tailEnd type="none" w="sm" len="sm"/>
          </a:ln>
        </p:spPr>
      </p:pic>
      <p:pic>
        <p:nvPicPr>
          <p:cNvPr id="112649" name="Picture 13"/>
          <p:cNvPicPr>
            <a:picLocks noChangeAspect="1"/>
          </p:cNvPicPr>
          <p:nvPr/>
        </p:nvPicPr>
        <p:blipFill>
          <a:blip r:embed="rId2"/>
          <a:stretch>
            <a:fillRect/>
          </a:stretch>
        </p:blipFill>
        <p:spPr>
          <a:xfrm>
            <a:off x="6797675" y="4941888"/>
            <a:ext cx="2262188" cy="1577975"/>
          </a:xfrm>
          <a:prstGeom prst="rect">
            <a:avLst/>
          </a:prstGeom>
          <a:noFill/>
          <a:ln w="25400" cap="flat" cmpd="thickThin">
            <a:solidFill>
              <a:srgbClr val="000080"/>
            </a:solidFill>
            <a:prstDash val="solid"/>
            <a:miter/>
            <a:headEnd type="none" w="sm" len="sm"/>
            <a:tailEnd type="none" w="sm" len="sm"/>
          </a:ln>
        </p:spPr>
      </p:pic>
      <p:sp>
        <p:nvSpPr>
          <p:cNvPr id="112650" name="Rectangle 2"/>
          <p:cNvSpPr/>
          <p:nvPr/>
        </p:nvSpPr>
        <p:spPr>
          <a:xfrm>
            <a:off x="1881188" y="333375"/>
            <a:ext cx="8447087" cy="839788"/>
          </a:xfrm>
          <a:prstGeom prst="rect">
            <a:avLst/>
          </a:prstGeom>
          <a:noFill/>
          <a:ln w="9525">
            <a:noFill/>
          </a:ln>
        </p:spPr>
        <p:txBody>
          <a:bodyPr anchor="ctr" anchorCtr="0"/>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algn="ctr" eaLnBrk="1" hangingPunct="1">
              <a:lnSpc>
                <a:spcPct val="100000"/>
              </a:lnSpc>
              <a:spcBef>
                <a:spcPct val="0"/>
              </a:spcBef>
              <a:buClrTx/>
              <a:buSzTx/>
              <a:buFontTx/>
              <a:buNone/>
            </a:pPr>
            <a:r>
              <a:rPr lang="en-US" altLang="zh-CN" sz="4000" dirty="0"/>
              <a:t>3.4.5 </a:t>
            </a:r>
            <a:r>
              <a:rPr lang="zh-CN" altLang="en-US" sz="4000" dirty="0"/>
              <a:t>结构体指针的定义和初始化</a:t>
            </a:r>
            <a:endParaRPr lang="en-US" altLang="zh-CN" sz="4000" dirty="0">
              <a:latin typeface="黑体" panose="02010609060101010101" pitchFamily="49" charset="-122"/>
            </a:endParaRPr>
          </a:p>
        </p:txBody>
      </p:sp>
      <p:pic>
        <p:nvPicPr>
          <p:cNvPr id="112651" name="Picture 12" descr="E:\剪贴画\思考问题的卡通男孩.jpg"/>
          <p:cNvPicPr>
            <a:picLocks noChangeAspect="1"/>
          </p:cNvPicPr>
          <p:nvPr/>
        </p:nvPicPr>
        <p:blipFill>
          <a:blip r:embed="rId3">
            <a:clrChange>
              <a:clrFrom>
                <a:srgbClr val="FFFFFF"/>
              </a:clrFrom>
              <a:clrTo>
                <a:srgbClr val="FFFFFF">
                  <a:alpha val="0"/>
                </a:srgbClr>
              </a:clrTo>
            </a:clrChange>
          </a:blip>
          <a:stretch>
            <a:fillRect/>
          </a:stretch>
        </p:blipFill>
        <p:spPr>
          <a:xfrm>
            <a:off x="1684338" y="4833938"/>
            <a:ext cx="982662" cy="1474787"/>
          </a:xfrm>
          <a:prstGeom prst="rect">
            <a:avLst/>
          </a:prstGeom>
          <a:noFill/>
          <a:ln w="9525">
            <a:no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86071">
                                            <p:txEl>
                                              <p:pRg st="0" end="0"/>
                                            </p:txEl>
                                          </p:spTgt>
                                        </p:tgtEl>
                                        <p:attrNameLst>
                                          <p:attrName>style.visibility</p:attrName>
                                        </p:attrNameLst>
                                      </p:cBhvr>
                                      <p:to>
                                        <p:strVal val="visible"/>
                                      </p:to>
                                    </p:set>
                                    <p:animEffect transition="in" filter="wipe(left)">
                                      <p:cBhvr>
                                        <p:cTn id="7" dur="500"/>
                                        <p:tgtEl>
                                          <p:spTgt spid="386071">
                                            <p:txEl>
                                              <p:pRg st="0" end="0"/>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86071">
                                            <p:txEl>
                                              <p:pRg st="1" end="1"/>
                                            </p:txEl>
                                          </p:spTgt>
                                        </p:tgtEl>
                                        <p:attrNameLst>
                                          <p:attrName>style.visibility</p:attrName>
                                        </p:attrNameLst>
                                      </p:cBhvr>
                                      <p:to>
                                        <p:strVal val="visible"/>
                                      </p:to>
                                    </p:set>
                                    <p:animEffect transition="in" filter="wipe(left)">
                                      <p:cBhvr>
                                        <p:cTn id="10" dur="500"/>
                                        <p:tgtEl>
                                          <p:spTgt spid="386071">
                                            <p:txEl>
                                              <p:pRg st="1" end="1"/>
                                            </p:txEl>
                                          </p:spTgt>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386071">
                                            <p:txEl>
                                              <p:pRg st="2" end="2"/>
                                            </p:txEl>
                                          </p:spTgt>
                                        </p:tgtEl>
                                        <p:attrNameLst>
                                          <p:attrName>style.visibility</p:attrName>
                                        </p:attrNameLst>
                                      </p:cBhvr>
                                      <p:to>
                                        <p:strVal val="visible"/>
                                      </p:to>
                                    </p:set>
                                    <p:animEffect transition="in" filter="wipe(left)">
                                      <p:cBhvr>
                                        <p:cTn id="13" dur="500"/>
                                        <p:tgtEl>
                                          <p:spTgt spid="386071">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386071">
                                            <p:txEl>
                                              <p:pRg st="3" end="3"/>
                                            </p:txEl>
                                          </p:spTgt>
                                        </p:tgtEl>
                                        <p:attrNameLst>
                                          <p:attrName>style.visibility</p:attrName>
                                        </p:attrNameLst>
                                      </p:cBhvr>
                                      <p:to>
                                        <p:strVal val="visible"/>
                                      </p:to>
                                    </p:set>
                                    <p:animEffect transition="in" filter="wipe(left)">
                                      <p:cBhvr>
                                        <p:cTn id="18" dur="500"/>
                                        <p:tgtEl>
                                          <p:spTgt spid="386071">
                                            <p:txEl>
                                              <p:pRg st="3" end="3"/>
                                            </p:txEl>
                                          </p:spTgt>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386071">
                                            <p:txEl>
                                              <p:pRg st="4" end="4"/>
                                            </p:txEl>
                                          </p:spTgt>
                                        </p:tgtEl>
                                        <p:attrNameLst>
                                          <p:attrName>style.visibility</p:attrName>
                                        </p:attrNameLst>
                                      </p:cBhvr>
                                      <p:to>
                                        <p:strVal val="visible"/>
                                      </p:to>
                                    </p:set>
                                    <p:animEffect transition="in" filter="wipe(left)">
                                      <p:cBhvr>
                                        <p:cTn id="21" dur="500"/>
                                        <p:tgtEl>
                                          <p:spTgt spid="38607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6071" grpId="0" build="p"/>
    </p:bldLst>
  </p:timing>
</p:sld>
</file>

<file path=ppt/slides/slide8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3666" name="Text Box 7"/>
          <p:cNvSpPr txBox="1"/>
          <p:nvPr/>
        </p:nvSpPr>
        <p:spPr>
          <a:xfrm>
            <a:off x="8328025" y="1763713"/>
            <a:ext cx="1403350" cy="376237"/>
          </a:xfrm>
          <a:prstGeom prst="rect">
            <a:avLst/>
          </a:prstGeom>
          <a:noFill/>
          <a:ln w="12700">
            <a:noFill/>
          </a:ln>
        </p:spPr>
        <p:txBody>
          <a:bodyPr>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ct val="50000"/>
              </a:spcBef>
              <a:spcAft>
                <a:spcPts val="590"/>
              </a:spcAft>
              <a:buSzPct val="80000"/>
              <a:buNone/>
            </a:pPr>
            <a:r>
              <a:rPr lang="en-US" altLang="zh-CN" sz="2000" b="1" dirty="0">
                <a:latin typeface="Courier New" panose="02070409020205090404" pitchFamily="49" charset="0"/>
                <a:ea typeface="宋体" pitchFamily="2" charset="-122"/>
              </a:rPr>
              <a:t>pt</a:t>
            </a:r>
            <a:endParaRPr lang="en-US" altLang="zh-CN" sz="2000" b="1" dirty="0">
              <a:latin typeface="Courier New" panose="02070409020205090404" pitchFamily="49" charset="0"/>
              <a:ea typeface="宋体" pitchFamily="2" charset="-122"/>
            </a:endParaRPr>
          </a:p>
        </p:txBody>
      </p:sp>
      <p:sp>
        <p:nvSpPr>
          <p:cNvPr id="113667" name="Text Box 8"/>
          <p:cNvSpPr txBox="1"/>
          <p:nvPr/>
        </p:nvSpPr>
        <p:spPr>
          <a:xfrm>
            <a:off x="9445625" y="1412875"/>
            <a:ext cx="1403350" cy="376238"/>
          </a:xfrm>
          <a:prstGeom prst="rect">
            <a:avLst/>
          </a:prstGeom>
          <a:noFill/>
          <a:ln w="12700">
            <a:noFill/>
          </a:ln>
        </p:spPr>
        <p:txBody>
          <a:bodyPr>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ct val="50000"/>
              </a:spcBef>
              <a:spcAft>
                <a:spcPts val="590"/>
              </a:spcAft>
              <a:buSzPct val="80000"/>
              <a:buNone/>
            </a:pPr>
            <a:r>
              <a:rPr lang="en-US" altLang="zh-CN" sz="2000" b="1" dirty="0">
                <a:latin typeface="Courier New" panose="02070409020205090404" pitchFamily="49" charset="0"/>
                <a:ea typeface="宋体" pitchFamily="2" charset="-122"/>
              </a:rPr>
              <a:t>stu1</a:t>
            </a:r>
            <a:endParaRPr lang="en-US" altLang="zh-CN" sz="2000" b="1" dirty="0">
              <a:latin typeface="Courier New" panose="02070409020205090404" pitchFamily="49" charset="0"/>
              <a:ea typeface="宋体" pitchFamily="2" charset="-122"/>
            </a:endParaRPr>
          </a:p>
        </p:txBody>
      </p:sp>
      <p:sp>
        <p:nvSpPr>
          <p:cNvPr id="380937" name="Line 9"/>
          <p:cNvSpPr>
            <a:spLocks noChangeShapeType="1"/>
          </p:cNvSpPr>
          <p:nvPr/>
        </p:nvSpPr>
        <p:spPr bwMode="auto">
          <a:xfrm>
            <a:off x="8748713" y="1933575"/>
            <a:ext cx="701675" cy="0"/>
          </a:xfrm>
          <a:prstGeom prst="line">
            <a:avLst/>
          </a:prstGeom>
          <a:noFill/>
          <a:ln w="57150">
            <a:solidFill>
              <a:srgbClr val="000080"/>
            </a:solidFill>
            <a:round/>
            <a:headEnd type="none" w="sm" len="sm"/>
            <a:tailEnd type="triangle" w="sm" len="sm"/>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grpSp>
        <p:nvGrpSpPr>
          <p:cNvPr id="113669" name="组合 23"/>
          <p:cNvGrpSpPr/>
          <p:nvPr/>
        </p:nvGrpSpPr>
        <p:grpSpPr>
          <a:xfrm>
            <a:off x="9450388" y="1760538"/>
            <a:ext cx="893762" cy="2984500"/>
            <a:chOff x="7667625" y="1717660"/>
            <a:chExt cx="1296988" cy="3860360"/>
          </a:xfrm>
        </p:grpSpPr>
        <p:grpSp>
          <p:nvGrpSpPr>
            <p:cNvPr id="113676" name="Group 46"/>
            <p:cNvGrpSpPr/>
            <p:nvPr/>
          </p:nvGrpSpPr>
          <p:grpSpPr>
            <a:xfrm>
              <a:off x="7667625" y="1717660"/>
              <a:ext cx="1296988" cy="3816350"/>
              <a:chOff x="4830" y="981"/>
              <a:chExt cx="817" cy="2404"/>
            </a:xfrm>
          </p:grpSpPr>
          <p:grpSp>
            <p:nvGrpSpPr>
              <p:cNvPr id="113678" name="Group 44"/>
              <p:cNvGrpSpPr/>
              <p:nvPr/>
            </p:nvGrpSpPr>
            <p:grpSpPr>
              <a:xfrm>
                <a:off x="4830" y="996"/>
                <a:ext cx="817" cy="2388"/>
                <a:chOff x="4830" y="996"/>
                <a:chExt cx="817" cy="2388"/>
              </a:xfrm>
            </p:grpSpPr>
            <p:grpSp>
              <p:nvGrpSpPr>
                <p:cNvPr id="113680" name="Group 4"/>
                <p:cNvGrpSpPr/>
                <p:nvPr/>
              </p:nvGrpSpPr>
              <p:grpSpPr>
                <a:xfrm>
                  <a:off x="4831" y="996"/>
                  <a:ext cx="816" cy="610"/>
                  <a:chOff x="4604" y="996"/>
                  <a:chExt cx="816" cy="610"/>
                </a:xfrm>
              </p:grpSpPr>
              <p:sp>
                <p:nvSpPr>
                  <p:cNvPr id="113688" name="Text Box 5"/>
                  <p:cNvSpPr txBox="1"/>
                  <p:nvPr/>
                </p:nvSpPr>
                <p:spPr>
                  <a:xfrm>
                    <a:off x="4604" y="996"/>
                    <a:ext cx="816" cy="309"/>
                  </a:xfrm>
                  <a:prstGeom prst="rect">
                    <a:avLst/>
                  </a:prstGeom>
                  <a:solidFill>
                    <a:schemeClr val="bg2"/>
                  </a:solidFill>
                  <a:ln w="12700" cap="flat" cmpd="sng">
                    <a:solidFill>
                      <a:schemeClr val="tx1"/>
                    </a:solidFill>
                    <a:prstDash val="solid"/>
                    <a:miter/>
                    <a:headEnd type="none" w="sm" len="sm"/>
                    <a:tailEnd type="none" w="sm" len="sm"/>
                  </a:ln>
                </p:spPr>
                <p:txBody>
                  <a:bodyPr>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ct val="50000"/>
                      </a:spcBef>
                      <a:spcAft>
                        <a:spcPts val="590"/>
                      </a:spcAft>
                      <a:buSzPct val="80000"/>
                      <a:buNone/>
                    </a:pPr>
                    <a:r>
                      <a:rPr lang="zh-CN" altLang="en-US" sz="2000" b="1" dirty="0">
                        <a:cs typeface="Arial" panose="020B0604020202090204" pitchFamily="34" charset="0"/>
                      </a:rPr>
                      <a:t>成员</a:t>
                    </a:r>
                    <a:r>
                      <a:rPr lang="en-US" altLang="zh-CN" sz="2000" b="1" dirty="0">
                        <a:cs typeface="Arial" panose="020B0604020202090204" pitchFamily="34" charset="0"/>
                      </a:rPr>
                      <a:t>1</a:t>
                    </a:r>
                    <a:endParaRPr lang="en-US" altLang="zh-CN" sz="2000" b="1" dirty="0">
                      <a:ea typeface="Arial" panose="020B0604020202090204" pitchFamily="34" charset="0"/>
                    </a:endParaRPr>
                  </a:p>
                </p:txBody>
              </p:sp>
              <p:sp>
                <p:nvSpPr>
                  <p:cNvPr id="113689" name="Text Box 6"/>
                  <p:cNvSpPr txBox="1"/>
                  <p:nvPr/>
                </p:nvSpPr>
                <p:spPr>
                  <a:xfrm>
                    <a:off x="4604" y="1297"/>
                    <a:ext cx="816" cy="309"/>
                  </a:xfrm>
                  <a:prstGeom prst="rect">
                    <a:avLst/>
                  </a:prstGeom>
                  <a:solidFill>
                    <a:schemeClr val="bg2"/>
                  </a:solidFill>
                  <a:ln w="12700" cap="flat" cmpd="sng">
                    <a:solidFill>
                      <a:schemeClr val="tx1"/>
                    </a:solidFill>
                    <a:prstDash val="solid"/>
                    <a:miter/>
                    <a:headEnd type="none" w="sm" len="sm"/>
                    <a:tailEnd type="none" w="sm" len="sm"/>
                  </a:ln>
                </p:spPr>
                <p:txBody>
                  <a:bodyPr>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ct val="50000"/>
                      </a:spcBef>
                      <a:spcAft>
                        <a:spcPts val="590"/>
                      </a:spcAft>
                      <a:buSzPct val="80000"/>
                      <a:buNone/>
                    </a:pPr>
                    <a:r>
                      <a:rPr lang="zh-CN" altLang="en-US" sz="2000" b="1" dirty="0">
                        <a:cs typeface="Arial" panose="020B0604020202090204" pitchFamily="34" charset="0"/>
                      </a:rPr>
                      <a:t>成员</a:t>
                    </a:r>
                    <a:r>
                      <a:rPr lang="en-US" altLang="zh-CN" sz="2000" b="1" dirty="0">
                        <a:cs typeface="Arial" panose="020B0604020202090204" pitchFamily="34" charset="0"/>
                      </a:rPr>
                      <a:t>2</a:t>
                    </a:r>
                    <a:endParaRPr lang="en-US" altLang="zh-CN" sz="2000" b="1" dirty="0">
                      <a:ea typeface="Arial" panose="020B0604020202090204" pitchFamily="34" charset="0"/>
                    </a:endParaRPr>
                  </a:p>
                </p:txBody>
              </p:sp>
            </p:grpSp>
            <p:grpSp>
              <p:nvGrpSpPr>
                <p:cNvPr id="113681" name="Group 35"/>
                <p:cNvGrpSpPr/>
                <p:nvPr/>
              </p:nvGrpSpPr>
              <p:grpSpPr>
                <a:xfrm>
                  <a:off x="4830" y="1598"/>
                  <a:ext cx="816" cy="610"/>
                  <a:chOff x="4604" y="996"/>
                  <a:chExt cx="816" cy="610"/>
                </a:xfrm>
              </p:grpSpPr>
              <p:sp>
                <p:nvSpPr>
                  <p:cNvPr id="113686" name="Text Box 36"/>
                  <p:cNvSpPr txBox="1"/>
                  <p:nvPr/>
                </p:nvSpPr>
                <p:spPr>
                  <a:xfrm>
                    <a:off x="4604" y="996"/>
                    <a:ext cx="816" cy="309"/>
                  </a:xfrm>
                  <a:prstGeom prst="rect">
                    <a:avLst/>
                  </a:prstGeom>
                  <a:solidFill>
                    <a:schemeClr val="bg2"/>
                  </a:solidFill>
                  <a:ln w="12700" cap="flat" cmpd="sng">
                    <a:solidFill>
                      <a:schemeClr val="tx1"/>
                    </a:solidFill>
                    <a:prstDash val="solid"/>
                    <a:miter/>
                    <a:headEnd type="none" w="sm" len="sm"/>
                    <a:tailEnd type="none" w="sm" len="sm"/>
                  </a:ln>
                </p:spPr>
                <p:txBody>
                  <a:bodyPr>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ct val="50000"/>
                      </a:spcBef>
                      <a:spcAft>
                        <a:spcPts val="590"/>
                      </a:spcAft>
                      <a:buSzPct val="80000"/>
                      <a:buNone/>
                    </a:pPr>
                    <a:r>
                      <a:rPr lang="zh-CN" altLang="en-US" sz="2000" b="1" dirty="0">
                        <a:cs typeface="Arial" panose="020B0604020202090204" pitchFamily="34" charset="0"/>
                      </a:rPr>
                      <a:t>成员</a:t>
                    </a:r>
                    <a:r>
                      <a:rPr lang="en-US" altLang="zh-CN" sz="2000" b="1" dirty="0">
                        <a:cs typeface="Arial" panose="020B0604020202090204" pitchFamily="34" charset="0"/>
                      </a:rPr>
                      <a:t>3</a:t>
                    </a:r>
                    <a:endParaRPr lang="en-US" altLang="zh-CN" sz="2000" b="1" dirty="0">
                      <a:ea typeface="Arial" panose="020B0604020202090204" pitchFamily="34" charset="0"/>
                    </a:endParaRPr>
                  </a:p>
                </p:txBody>
              </p:sp>
              <p:sp>
                <p:nvSpPr>
                  <p:cNvPr id="113687" name="Text Box 37"/>
                  <p:cNvSpPr txBox="1"/>
                  <p:nvPr/>
                </p:nvSpPr>
                <p:spPr>
                  <a:xfrm>
                    <a:off x="4604" y="1297"/>
                    <a:ext cx="816" cy="309"/>
                  </a:xfrm>
                  <a:prstGeom prst="rect">
                    <a:avLst/>
                  </a:prstGeom>
                  <a:solidFill>
                    <a:schemeClr val="bg2"/>
                  </a:solidFill>
                  <a:ln w="12700" cap="flat" cmpd="sng">
                    <a:solidFill>
                      <a:schemeClr val="tx1"/>
                    </a:solidFill>
                    <a:prstDash val="solid"/>
                    <a:miter/>
                    <a:headEnd type="none" w="sm" len="sm"/>
                    <a:tailEnd type="none" w="sm" len="sm"/>
                  </a:ln>
                </p:spPr>
                <p:txBody>
                  <a:bodyPr>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ct val="50000"/>
                      </a:spcBef>
                      <a:spcAft>
                        <a:spcPts val="590"/>
                      </a:spcAft>
                      <a:buSzPct val="80000"/>
                      <a:buNone/>
                    </a:pPr>
                    <a:r>
                      <a:rPr lang="zh-CN" altLang="en-US" sz="2000" b="1" dirty="0">
                        <a:cs typeface="Arial" panose="020B0604020202090204" pitchFamily="34" charset="0"/>
                      </a:rPr>
                      <a:t>成员</a:t>
                    </a:r>
                    <a:r>
                      <a:rPr lang="en-US" altLang="zh-CN" sz="2000" b="1" dirty="0">
                        <a:cs typeface="Arial" panose="020B0604020202090204" pitchFamily="34" charset="0"/>
                      </a:rPr>
                      <a:t>4</a:t>
                    </a:r>
                    <a:endParaRPr lang="en-US" altLang="zh-CN" sz="2000" b="1" dirty="0">
                      <a:ea typeface="Arial" panose="020B0604020202090204" pitchFamily="34" charset="0"/>
                    </a:endParaRPr>
                  </a:p>
                </p:txBody>
              </p:sp>
            </p:grpSp>
            <p:sp>
              <p:nvSpPr>
                <p:cNvPr id="113682" name="Text Box 39"/>
                <p:cNvSpPr txBox="1"/>
                <p:nvPr/>
              </p:nvSpPr>
              <p:spPr>
                <a:xfrm>
                  <a:off x="4831" y="2196"/>
                  <a:ext cx="816" cy="310"/>
                </a:xfrm>
                <a:prstGeom prst="rect">
                  <a:avLst/>
                </a:prstGeom>
                <a:solidFill>
                  <a:schemeClr val="bg2"/>
                </a:solidFill>
                <a:ln w="12700" cap="flat" cmpd="sng">
                  <a:solidFill>
                    <a:schemeClr val="tx1"/>
                  </a:solidFill>
                  <a:prstDash val="solid"/>
                  <a:miter/>
                  <a:headEnd type="none" w="sm" len="sm"/>
                  <a:tailEnd type="none" w="sm" len="sm"/>
                </a:ln>
              </p:spPr>
              <p:txBody>
                <a:bodyPr>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ct val="50000"/>
                    </a:spcBef>
                    <a:spcAft>
                      <a:spcPts val="590"/>
                    </a:spcAft>
                    <a:buSzPct val="80000"/>
                    <a:buNone/>
                  </a:pPr>
                  <a:endParaRPr lang="en-US" altLang="zh-CN" sz="2000" b="1" dirty="0">
                    <a:latin typeface="Courier New" panose="02070409020205090404" pitchFamily="49" charset="0"/>
                    <a:ea typeface="宋体" pitchFamily="2" charset="-122"/>
                  </a:endParaRPr>
                </a:p>
              </p:txBody>
            </p:sp>
            <p:sp>
              <p:nvSpPr>
                <p:cNvPr id="113683" name="Text Box 40"/>
                <p:cNvSpPr txBox="1"/>
                <p:nvPr/>
              </p:nvSpPr>
              <p:spPr>
                <a:xfrm>
                  <a:off x="4831" y="2489"/>
                  <a:ext cx="816" cy="309"/>
                </a:xfrm>
                <a:prstGeom prst="rect">
                  <a:avLst/>
                </a:prstGeom>
                <a:solidFill>
                  <a:schemeClr val="bg2"/>
                </a:solidFill>
                <a:ln w="12700" cap="flat" cmpd="sng">
                  <a:solidFill>
                    <a:schemeClr val="tx1"/>
                  </a:solidFill>
                  <a:prstDash val="solid"/>
                  <a:miter/>
                  <a:headEnd type="none" w="sm" len="sm"/>
                  <a:tailEnd type="none" w="sm" len="sm"/>
                </a:ln>
              </p:spPr>
              <p:txBody>
                <a:bodyPr>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ct val="50000"/>
                    </a:spcBef>
                    <a:spcAft>
                      <a:spcPts val="590"/>
                    </a:spcAft>
                    <a:buSzPct val="80000"/>
                    <a:buNone/>
                  </a:pPr>
                  <a:endParaRPr lang="en-US" altLang="zh-CN" sz="2000" b="1" dirty="0">
                    <a:latin typeface="Courier New" panose="02070409020205090404" pitchFamily="49" charset="0"/>
                    <a:ea typeface="宋体" pitchFamily="2" charset="-122"/>
                  </a:endParaRPr>
                </a:p>
              </p:txBody>
            </p:sp>
            <p:sp>
              <p:nvSpPr>
                <p:cNvPr id="113684" name="Text Box 42"/>
                <p:cNvSpPr txBox="1"/>
                <p:nvPr/>
              </p:nvSpPr>
              <p:spPr>
                <a:xfrm>
                  <a:off x="4830" y="2779"/>
                  <a:ext cx="816" cy="309"/>
                </a:xfrm>
                <a:prstGeom prst="rect">
                  <a:avLst/>
                </a:prstGeom>
                <a:solidFill>
                  <a:schemeClr val="bg2"/>
                </a:solidFill>
                <a:ln w="12700" cap="flat" cmpd="sng">
                  <a:solidFill>
                    <a:schemeClr val="tx1"/>
                  </a:solidFill>
                  <a:prstDash val="solid"/>
                  <a:miter/>
                  <a:headEnd type="none" w="sm" len="sm"/>
                  <a:tailEnd type="none" w="sm" len="sm"/>
                </a:ln>
              </p:spPr>
              <p:txBody>
                <a:bodyPr>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ct val="50000"/>
                    </a:spcBef>
                    <a:spcAft>
                      <a:spcPts val="590"/>
                    </a:spcAft>
                    <a:buSzPct val="80000"/>
                    <a:buNone/>
                  </a:pPr>
                  <a:endParaRPr lang="en-US" altLang="zh-CN" sz="2000" b="1" dirty="0">
                    <a:latin typeface="Courier New" panose="02070409020205090404" pitchFamily="49" charset="0"/>
                    <a:ea typeface="宋体" pitchFamily="2" charset="-122"/>
                  </a:endParaRPr>
                </a:p>
              </p:txBody>
            </p:sp>
            <p:sp>
              <p:nvSpPr>
                <p:cNvPr id="113685" name="Text Box 43"/>
                <p:cNvSpPr txBox="1"/>
                <p:nvPr/>
              </p:nvSpPr>
              <p:spPr>
                <a:xfrm>
                  <a:off x="4830" y="3075"/>
                  <a:ext cx="816" cy="309"/>
                </a:xfrm>
                <a:prstGeom prst="rect">
                  <a:avLst/>
                </a:prstGeom>
                <a:solidFill>
                  <a:schemeClr val="bg2"/>
                </a:solidFill>
                <a:ln w="12700" cap="flat" cmpd="sng">
                  <a:solidFill>
                    <a:schemeClr val="tx1"/>
                  </a:solidFill>
                  <a:prstDash val="solid"/>
                  <a:miter/>
                  <a:headEnd type="none" w="sm" len="sm"/>
                  <a:tailEnd type="none" w="sm" len="sm"/>
                </a:ln>
              </p:spPr>
              <p:txBody>
                <a:bodyPr>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ct val="50000"/>
                    </a:spcBef>
                    <a:spcAft>
                      <a:spcPts val="590"/>
                    </a:spcAft>
                    <a:buSzPct val="80000"/>
                    <a:buNone/>
                  </a:pPr>
                  <a:endParaRPr lang="en-US" altLang="zh-CN" sz="2000" b="1" dirty="0">
                    <a:latin typeface="Courier New" panose="02070409020205090404" pitchFamily="49" charset="0"/>
                    <a:ea typeface="宋体" pitchFamily="2" charset="-122"/>
                  </a:endParaRPr>
                </a:p>
              </p:txBody>
            </p:sp>
          </p:grpSp>
          <p:sp>
            <p:nvSpPr>
              <p:cNvPr id="380973" name="Rectangle 45"/>
              <p:cNvSpPr>
                <a:spLocks noChangeArrowheads="1"/>
              </p:cNvSpPr>
              <p:nvPr/>
            </p:nvSpPr>
            <p:spPr bwMode="auto">
              <a:xfrm>
                <a:off x="4830" y="981"/>
                <a:ext cx="817" cy="2405"/>
              </a:xfrm>
              <a:prstGeom prst="rect">
                <a:avLst/>
              </a:prstGeom>
              <a:noFill/>
              <a:ln w="25400">
                <a:solidFill>
                  <a:srgbClr val="3333CC"/>
                </a:solidFill>
                <a:miter lim="800000"/>
                <a:headEnd type="none" w="sm" len="sm"/>
                <a:tailEnd type="none" w="sm" len="sm"/>
              </a:ln>
              <a:effectLst/>
            </p:spPr>
            <p:txBody>
              <a:bodyPr wrap="none" anchor="ct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grpSp>
        <p:sp>
          <p:nvSpPr>
            <p:cNvPr id="113677" name="Text Box 39"/>
            <p:cNvSpPr txBox="1"/>
            <p:nvPr/>
          </p:nvSpPr>
          <p:spPr>
            <a:xfrm>
              <a:off x="8000300" y="3786988"/>
              <a:ext cx="571554" cy="1791032"/>
            </a:xfrm>
            <a:prstGeom prst="rect">
              <a:avLst/>
            </a:prstGeom>
            <a:noFill/>
            <a:ln w="12700">
              <a:noFill/>
            </a:ln>
          </p:spPr>
          <p:txBody>
            <a:bodyPr>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ct val="50000"/>
                </a:spcBef>
                <a:spcAft>
                  <a:spcPts val="590"/>
                </a:spcAft>
                <a:buSzPct val="80000"/>
                <a:buNone/>
              </a:pPr>
              <a:r>
                <a:rPr lang="zh-CN" altLang="en-US" sz="2000" b="1" dirty="0">
                  <a:cs typeface="Arial" panose="020B0604020202090204" pitchFamily="34" charset="0"/>
                </a:rPr>
                <a:t>成</a:t>
              </a:r>
              <a:endParaRPr lang="en-US" altLang="zh-CN" sz="2000" b="1" dirty="0">
                <a:cs typeface="Arial" panose="020B0604020202090204" pitchFamily="34" charset="0"/>
              </a:endParaRPr>
            </a:p>
            <a:p>
              <a:pPr marL="0" lvl="0" indent="0" eaLnBrk="1" hangingPunct="1">
                <a:lnSpc>
                  <a:spcPct val="90000"/>
                </a:lnSpc>
                <a:spcBef>
                  <a:spcPct val="50000"/>
                </a:spcBef>
                <a:spcAft>
                  <a:spcPts val="590"/>
                </a:spcAft>
                <a:buSzPct val="80000"/>
                <a:buNone/>
              </a:pPr>
              <a:r>
                <a:rPr lang="zh-CN" altLang="en-US" sz="2000" b="1" dirty="0">
                  <a:cs typeface="Arial" panose="020B0604020202090204" pitchFamily="34" charset="0"/>
                </a:rPr>
                <a:t>员</a:t>
              </a:r>
              <a:endParaRPr lang="en-US" altLang="zh-CN" sz="2000" b="1" dirty="0">
                <a:cs typeface="Arial" panose="020B0604020202090204" pitchFamily="34" charset="0"/>
              </a:endParaRPr>
            </a:p>
            <a:p>
              <a:pPr marL="0" lvl="0" indent="0" eaLnBrk="1" hangingPunct="1">
                <a:lnSpc>
                  <a:spcPct val="90000"/>
                </a:lnSpc>
                <a:spcBef>
                  <a:spcPct val="50000"/>
                </a:spcBef>
                <a:spcAft>
                  <a:spcPts val="590"/>
                </a:spcAft>
                <a:buSzPct val="80000"/>
                <a:buNone/>
              </a:pPr>
              <a:r>
                <a:rPr lang="en-US" altLang="zh-CN" sz="2000" b="1" dirty="0">
                  <a:cs typeface="Arial" panose="020B0604020202090204" pitchFamily="34" charset="0"/>
                </a:rPr>
                <a:t>5</a:t>
              </a:r>
              <a:endParaRPr lang="en-US" altLang="zh-CN" sz="2000" b="1" dirty="0">
                <a:ea typeface="Arial" panose="020B0604020202090204" pitchFamily="34" charset="0"/>
              </a:endParaRPr>
            </a:p>
          </p:txBody>
        </p:sp>
      </p:grpSp>
      <p:pic>
        <p:nvPicPr>
          <p:cNvPr id="113670" name="Picture 12"/>
          <p:cNvPicPr>
            <a:picLocks noChangeAspect="1"/>
          </p:cNvPicPr>
          <p:nvPr/>
        </p:nvPicPr>
        <p:blipFill>
          <a:blip r:embed="rId1"/>
          <a:stretch>
            <a:fillRect/>
          </a:stretch>
        </p:blipFill>
        <p:spPr>
          <a:xfrm>
            <a:off x="4535488" y="5265738"/>
            <a:ext cx="1809750" cy="1254125"/>
          </a:xfrm>
          <a:prstGeom prst="rect">
            <a:avLst/>
          </a:prstGeom>
          <a:noFill/>
          <a:ln w="25400" cap="flat" cmpd="thickThin">
            <a:solidFill>
              <a:srgbClr val="000080"/>
            </a:solidFill>
            <a:prstDash val="solid"/>
            <a:miter/>
            <a:headEnd type="none" w="sm" len="sm"/>
            <a:tailEnd type="none" w="sm" len="sm"/>
          </a:ln>
        </p:spPr>
      </p:pic>
      <p:sp>
        <p:nvSpPr>
          <p:cNvPr id="11" name="Rectangle 2"/>
          <p:cNvSpPr txBox="1"/>
          <p:nvPr/>
        </p:nvSpPr>
        <p:spPr>
          <a:xfrm>
            <a:off x="1571625" y="1411288"/>
            <a:ext cx="6629400" cy="1081087"/>
          </a:xfrm>
          <a:prstGeom prst="rect">
            <a:avLst/>
          </a:prstGeom>
          <a:noFill/>
          <a:ln w="9525">
            <a:noFill/>
          </a:ln>
        </p:spPr>
        <p:txBody>
          <a:bodyPr lIns="92075" tIns="46037" rIns="92075" bIns="46037"/>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374650" lvl="0" indent="-374650" eaLnBrk="1" hangingPunct="1">
              <a:spcBef>
                <a:spcPct val="20000"/>
              </a:spcBef>
              <a:spcAft>
                <a:spcPts val="590"/>
              </a:spcAft>
              <a:buClr>
                <a:schemeClr val="tx1"/>
              </a:buClr>
            </a:pPr>
            <a:r>
              <a:rPr lang="zh-CN" altLang="en-US" sz="2800" dirty="0">
                <a:solidFill>
                  <a:srgbClr val="000066"/>
                </a:solidFill>
              </a:rPr>
              <a:t>当结构体</a:t>
            </a:r>
            <a:r>
              <a:rPr lang="zh-CN" altLang="en-US" sz="2800" dirty="0">
                <a:solidFill>
                  <a:srgbClr val="C00000"/>
                </a:solidFill>
              </a:rPr>
              <a:t>嵌套</a:t>
            </a:r>
            <a:r>
              <a:rPr lang="zh-CN" altLang="en-US" sz="2800" dirty="0">
                <a:solidFill>
                  <a:srgbClr val="000066"/>
                </a:solidFill>
              </a:rPr>
              <a:t>时，如何访问结构体指针变量所指向的结构体成员？</a:t>
            </a:r>
            <a:endParaRPr lang="zh-CN" altLang="en-US" sz="2800" dirty="0">
              <a:solidFill>
                <a:srgbClr val="000066"/>
              </a:solidFill>
            </a:endParaRPr>
          </a:p>
        </p:txBody>
      </p:sp>
      <p:sp>
        <p:nvSpPr>
          <p:cNvPr id="387093" name="Rectangle 21"/>
          <p:cNvSpPr>
            <a:spLocks noChangeArrowheads="1"/>
          </p:cNvSpPr>
          <p:nvPr/>
        </p:nvSpPr>
        <p:spPr bwMode="auto">
          <a:xfrm>
            <a:off x="1414463" y="2565400"/>
            <a:ext cx="9399588" cy="2592388"/>
          </a:xfrm>
          <a:prstGeom prst="rect">
            <a:avLst/>
          </a:prstGeom>
          <a:noFill/>
          <a:ln w="9525">
            <a:noFill/>
            <a:miter lim="800000"/>
          </a:ln>
          <a:effectLst/>
        </p:spPr>
        <p:txBody>
          <a:bodyPr lIns="92075" tIns="46037" rIns="92075" bIns="46037"/>
          <a:lstStyle/>
          <a:p>
            <a:pPr marL="850900" marR="0" lvl="1" indent="-285750" algn="l" defTabSz="914400" rtl="0" eaLnBrk="1" fontAlgn="base" latinLnBrk="0" hangingPunct="1">
              <a:lnSpc>
                <a:spcPct val="90000"/>
              </a:lnSpc>
              <a:spcBef>
                <a:spcPct val="20000"/>
              </a:spcBef>
              <a:spcAft>
                <a:spcPts val="590"/>
              </a:spcAft>
              <a:buClr>
                <a:srgbClr val="FFCC66"/>
              </a:buClr>
              <a:buSzPct val="115000"/>
              <a:buFontTx/>
              <a:buNone/>
              <a:defRPr/>
            </a:pPr>
            <a:r>
              <a:rPr kumimoji="0" lang="en-US" altLang="zh-CN" sz="2000" b="1" i="0" u="none" strike="noStrike" kern="1200" cap="none" spc="0" normalizeH="0" baseline="0" noProof="0" dirty="0">
                <a:ln>
                  <a:noFill/>
                </a:ln>
                <a:solidFill>
                  <a:schemeClr val="accent2"/>
                </a:solidFill>
                <a:effectLst>
                  <a:outerShdw blurRad="38100" dist="38100" dir="2700000" algn="tl">
                    <a:srgbClr val="C0C0C0"/>
                  </a:outerShdw>
                </a:effectLst>
                <a:uLnTx/>
                <a:uFillTx/>
                <a:latin typeface="Courier New" panose="02070409020205090404" pitchFamily="49" charset="0"/>
                <a:ea typeface="宋体" pitchFamily="2" charset="-122"/>
                <a:cs typeface="+mn-cs"/>
              </a:rPr>
              <a:t> </a:t>
            </a:r>
            <a:r>
              <a:rPr kumimoji="0" lang="en-US" altLang="zh-CN" sz="2400" b="1" i="0" u="none" strike="noStrike" kern="1200" cap="none" spc="0" normalizeH="0" baseline="0" noProof="0" dirty="0">
                <a:ln>
                  <a:noFill/>
                </a:ln>
                <a:solidFill>
                  <a:srgbClr val="0000CC"/>
                </a:solidFill>
                <a:effectLst>
                  <a:outerShdw blurRad="38100" dist="38100" dir="2700000" algn="tl">
                    <a:srgbClr val="C0C0C0"/>
                  </a:outerShdw>
                </a:effectLst>
                <a:uLnTx/>
                <a:uFillTx/>
                <a:latin typeface="Courier New" panose="02070409020205090404" pitchFamily="49" charset="0"/>
                <a:ea typeface="宋体" pitchFamily="2" charset="-122"/>
                <a:cs typeface="+mn-cs"/>
              </a:rPr>
              <a:t>stu1.</a:t>
            </a:r>
            <a:r>
              <a:rPr kumimoji="0" lang="en-US" altLang="zh-CN" sz="2400" b="1" i="0" u="none" strike="noStrike" kern="1200" cap="none" spc="0" normalizeH="0" baseline="0" noProof="0" dirty="0">
                <a:ln>
                  <a:noFill/>
                </a:ln>
                <a:solidFill>
                  <a:srgbClr val="000000"/>
                </a:solidFill>
                <a:effectLst>
                  <a:outerShdw blurRad="38100" dist="38100" dir="2700000" algn="tl">
                    <a:srgbClr val="C0C0C0"/>
                  </a:outerShdw>
                </a:effectLst>
                <a:uLnTx/>
                <a:uFillTx/>
                <a:latin typeface="Courier New" panose="02070409020205090404" pitchFamily="49" charset="0"/>
                <a:ea typeface="宋体" pitchFamily="2" charset="-122"/>
                <a:cs typeface="+mn-cs"/>
              </a:rPr>
              <a:t> </a:t>
            </a:r>
            <a:r>
              <a:rPr kumimoji="1" lang="fr-FR" altLang="zh-CN" sz="2400" b="1" i="0" u="none" strike="noStrike" kern="1200" cap="none" spc="0" normalizeH="0" baseline="0" noProof="0" dirty="0">
                <a:ln>
                  <a:noFill/>
                </a:ln>
                <a:solidFill>
                  <a:srgbClr val="C00000"/>
                </a:solidFill>
                <a:effectLst>
                  <a:outerShdw blurRad="38100" dist="38100" dir="2700000" algn="tl">
                    <a:srgbClr val="C0C0C0"/>
                  </a:outerShdw>
                </a:effectLst>
                <a:uLnTx/>
                <a:uFillTx/>
                <a:latin typeface="Courier New" panose="02070409020205090404" pitchFamily="49" charset="0"/>
                <a:ea typeface="宋体" pitchFamily="2" charset="-122"/>
                <a:cs typeface="+mn-cs"/>
              </a:rPr>
              <a:t>birthday.</a:t>
            </a:r>
            <a:r>
              <a:rPr kumimoji="0" lang="zh-CN" altLang="en-US" sz="2400" b="1" i="0" u="none" strike="noStrike" kern="1200" cap="none" spc="0" normalizeH="0" baseline="0" noProof="0" dirty="0">
                <a:ln>
                  <a:noFill/>
                </a:ln>
                <a:solidFill>
                  <a:srgbClr val="000066"/>
                </a:solidFill>
                <a:effectLst>
                  <a:outerShdw blurRad="38100" dist="38100" dir="2700000" algn="tl">
                    <a:srgbClr val="C0C0C0"/>
                  </a:outerShdw>
                </a:effectLst>
                <a:uLnTx/>
                <a:uFillTx/>
                <a:latin typeface="Arial" panose="020B0604020202090204" pitchFamily="34" charset="0"/>
                <a:ea typeface="宋体" pitchFamily="2" charset="-122"/>
                <a:cs typeface="+mn-cs"/>
              </a:rPr>
              <a:t> </a:t>
            </a:r>
            <a:r>
              <a:rPr kumimoji="0" lang="en-US" altLang="zh-CN" sz="2400" b="1" i="0" u="none" strike="noStrike" kern="1200" cap="none" spc="0" normalizeH="0" baseline="0" noProof="0" dirty="0">
                <a:ln>
                  <a:noFill/>
                </a:ln>
                <a:solidFill>
                  <a:srgbClr val="000000"/>
                </a:solidFill>
                <a:effectLst>
                  <a:outerShdw blurRad="38100" dist="38100" dir="2700000" algn="tl">
                    <a:srgbClr val="C0C0C0"/>
                  </a:outerShdw>
                </a:effectLst>
                <a:uLnTx/>
                <a:uFillTx/>
                <a:latin typeface="Courier New" panose="02070409020205090404" pitchFamily="49" charset="0"/>
                <a:ea typeface="宋体" pitchFamily="2" charset="-122"/>
                <a:cs typeface="+mn-cs"/>
              </a:rPr>
              <a:t> year = 1999; </a:t>
            </a:r>
            <a:endParaRPr kumimoji="0" lang="en-US" altLang="zh-CN" sz="2400" b="1" i="0" u="none" strike="noStrike" kern="1200" cap="none" spc="0" normalizeH="0" baseline="0" noProof="0" dirty="0">
              <a:ln>
                <a:noFill/>
              </a:ln>
              <a:solidFill>
                <a:srgbClr val="000000"/>
              </a:solidFill>
              <a:effectLst>
                <a:outerShdw blurRad="38100" dist="38100" dir="2700000" algn="tl">
                  <a:srgbClr val="C0C0C0"/>
                </a:outerShdw>
              </a:effectLst>
              <a:uLnTx/>
              <a:uFillTx/>
              <a:latin typeface="Courier New" panose="02070409020205090404" pitchFamily="49" charset="0"/>
              <a:ea typeface="宋体" pitchFamily="2" charset="-122"/>
              <a:cs typeface="+mn-cs"/>
            </a:endParaRPr>
          </a:p>
          <a:p>
            <a:pPr marL="850900" marR="0" lvl="1" indent="-285750" algn="l" defTabSz="914400" rtl="0" eaLnBrk="1" fontAlgn="base" latinLnBrk="0" hangingPunct="1">
              <a:lnSpc>
                <a:spcPct val="90000"/>
              </a:lnSpc>
              <a:spcBef>
                <a:spcPct val="20000"/>
              </a:spcBef>
              <a:spcAft>
                <a:spcPts val="590"/>
              </a:spcAft>
              <a:buClr>
                <a:srgbClr val="FFCC66"/>
              </a:buClr>
              <a:buSzPct val="115000"/>
              <a:buFontTx/>
              <a:buNone/>
              <a:defRPr/>
            </a:pPr>
            <a:r>
              <a:rPr kumimoji="0" lang="en-US" altLang="zh-CN" sz="2400" b="1" i="0" u="none" strike="noStrike" kern="1200" cap="none" spc="0" normalizeH="0" baseline="0" noProof="0" dirty="0">
                <a:ln>
                  <a:noFill/>
                </a:ln>
                <a:solidFill>
                  <a:srgbClr val="0000CC"/>
                </a:solidFill>
                <a:effectLst>
                  <a:outerShdw blurRad="38100" dist="38100" dir="2700000" algn="tl">
                    <a:srgbClr val="C0C0C0"/>
                  </a:outerShdw>
                </a:effectLst>
                <a:uLnTx/>
                <a:uFillTx/>
                <a:latin typeface="Courier New" panose="02070409020205090404" pitchFamily="49" charset="0"/>
                <a:ea typeface="宋体" pitchFamily="2" charset="-122"/>
                <a:cs typeface="+mn-cs"/>
              </a:rPr>
              <a:t>(*pt).</a:t>
            </a:r>
            <a:r>
              <a:rPr kumimoji="0" lang="en-US" altLang="zh-CN" sz="2400" b="1" i="0" u="none" strike="noStrike" kern="1200" cap="none" spc="0" normalizeH="0" baseline="0" noProof="0" dirty="0">
                <a:ln>
                  <a:noFill/>
                </a:ln>
                <a:solidFill>
                  <a:srgbClr val="000000"/>
                </a:solidFill>
                <a:effectLst>
                  <a:outerShdw blurRad="38100" dist="38100" dir="2700000" algn="tl">
                    <a:srgbClr val="C0C0C0"/>
                  </a:outerShdw>
                </a:effectLst>
                <a:uLnTx/>
                <a:uFillTx/>
                <a:latin typeface="Courier New" panose="02070409020205090404" pitchFamily="49" charset="0"/>
                <a:ea typeface="宋体" pitchFamily="2" charset="-122"/>
                <a:cs typeface="+mn-cs"/>
              </a:rPr>
              <a:t> </a:t>
            </a:r>
            <a:r>
              <a:rPr kumimoji="1" lang="fr-FR" altLang="zh-CN" sz="2400" b="1" i="0" u="none" strike="noStrike" kern="1200" cap="none" spc="0" normalizeH="0" baseline="0" noProof="0" dirty="0">
                <a:ln>
                  <a:noFill/>
                </a:ln>
                <a:solidFill>
                  <a:srgbClr val="C00000"/>
                </a:solidFill>
                <a:effectLst>
                  <a:outerShdw blurRad="38100" dist="38100" dir="2700000" algn="tl">
                    <a:srgbClr val="C0C0C0"/>
                  </a:outerShdw>
                </a:effectLst>
                <a:uLnTx/>
                <a:uFillTx/>
                <a:latin typeface="Courier New" panose="02070409020205090404" pitchFamily="49" charset="0"/>
                <a:ea typeface="宋体" pitchFamily="2" charset="-122"/>
                <a:cs typeface="+mn-cs"/>
              </a:rPr>
              <a:t>birthday.</a:t>
            </a:r>
            <a:r>
              <a:rPr kumimoji="0" lang="zh-CN" altLang="en-US" sz="2400" b="1" i="0" u="none" strike="noStrike" kern="1200" cap="none" spc="0" normalizeH="0" baseline="0" noProof="0" dirty="0">
                <a:ln>
                  <a:noFill/>
                </a:ln>
                <a:solidFill>
                  <a:srgbClr val="000066"/>
                </a:solidFill>
                <a:effectLst>
                  <a:outerShdw blurRad="38100" dist="38100" dir="2700000" algn="tl">
                    <a:srgbClr val="C0C0C0"/>
                  </a:outerShdw>
                </a:effectLst>
                <a:uLnTx/>
                <a:uFillTx/>
                <a:latin typeface="Arial" panose="020B0604020202090204" pitchFamily="34" charset="0"/>
                <a:ea typeface="宋体" pitchFamily="2" charset="-122"/>
                <a:cs typeface="+mn-cs"/>
              </a:rPr>
              <a:t> </a:t>
            </a:r>
            <a:r>
              <a:rPr kumimoji="0" lang="en-US" altLang="zh-CN" sz="2400" b="1" i="0" u="none" strike="noStrike" kern="1200" cap="none" spc="0" normalizeH="0" baseline="0" noProof="0" dirty="0">
                <a:ln>
                  <a:noFill/>
                </a:ln>
                <a:solidFill>
                  <a:srgbClr val="000000"/>
                </a:solidFill>
                <a:effectLst>
                  <a:outerShdw blurRad="38100" dist="38100" dir="2700000" algn="tl">
                    <a:srgbClr val="C0C0C0"/>
                  </a:outerShdw>
                </a:effectLst>
                <a:uLnTx/>
                <a:uFillTx/>
                <a:latin typeface="Courier New" panose="02070409020205090404" pitchFamily="49" charset="0"/>
                <a:ea typeface="宋体" pitchFamily="2" charset="-122"/>
                <a:cs typeface="+mn-cs"/>
              </a:rPr>
              <a:t> year = 1999;</a:t>
            </a:r>
            <a:endParaRPr kumimoji="0" lang="en-US" altLang="zh-CN" sz="2400" b="1" i="0" u="none" strike="noStrike" kern="1200" cap="none" spc="0" normalizeH="0" baseline="0" noProof="0" dirty="0">
              <a:ln>
                <a:noFill/>
              </a:ln>
              <a:solidFill>
                <a:srgbClr val="000000"/>
              </a:solidFill>
              <a:effectLst>
                <a:outerShdw blurRad="38100" dist="38100" dir="2700000" algn="tl">
                  <a:srgbClr val="C0C0C0"/>
                </a:outerShdw>
              </a:effectLst>
              <a:uLnTx/>
              <a:uFillTx/>
              <a:latin typeface="Courier New" panose="02070409020205090404" pitchFamily="49" charset="0"/>
              <a:ea typeface="宋体" pitchFamily="2" charset="-122"/>
              <a:cs typeface="+mn-cs"/>
            </a:endParaRPr>
          </a:p>
          <a:p>
            <a:pPr marL="850900" marR="0" lvl="1" indent="-285750" algn="l" defTabSz="914400" rtl="0" eaLnBrk="1" fontAlgn="base" latinLnBrk="0" hangingPunct="1">
              <a:lnSpc>
                <a:spcPct val="90000"/>
              </a:lnSpc>
              <a:spcBef>
                <a:spcPct val="20000"/>
              </a:spcBef>
              <a:spcAft>
                <a:spcPts val="590"/>
              </a:spcAft>
              <a:buClr>
                <a:srgbClr val="FFCC66"/>
              </a:buClr>
              <a:buSzPct val="115000"/>
              <a:buFontTx/>
              <a:buNone/>
              <a:defRPr/>
            </a:pPr>
            <a:r>
              <a:rPr kumimoji="0" lang="en-US" altLang="zh-CN" sz="2400" b="1" i="0" u="none" strike="noStrike" kern="1200" cap="none" spc="0" normalizeH="0" baseline="0" noProof="0" dirty="0">
                <a:ln>
                  <a:noFill/>
                </a:ln>
                <a:solidFill>
                  <a:schemeClr val="accent2"/>
                </a:solidFill>
                <a:effectLst>
                  <a:outerShdw blurRad="38100" dist="38100" dir="2700000" algn="tl">
                    <a:srgbClr val="C0C0C0"/>
                  </a:outerShdw>
                </a:effectLst>
                <a:uLnTx/>
                <a:uFillTx/>
                <a:latin typeface="Courier New" panose="02070409020205090404" pitchFamily="49" charset="0"/>
                <a:ea typeface="宋体" pitchFamily="2" charset="-122"/>
                <a:cs typeface="+mn-cs"/>
              </a:rPr>
              <a:t> </a:t>
            </a:r>
            <a:r>
              <a:rPr kumimoji="0" lang="en-US" altLang="zh-CN" sz="2400" b="1" i="0" u="none" strike="noStrike" kern="1200" cap="none" spc="0" normalizeH="0" baseline="0" noProof="0" dirty="0">
                <a:ln>
                  <a:noFill/>
                </a:ln>
                <a:solidFill>
                  <a:srgbClr val="0000CC"/>
                </a:solidFill>
                <a:effectLst>
                  <a:outerShdw blurRad="38100" dist="38100" dir="2700000" algn="tl">
                    <a:srgbClr val="C0C0C0"/>
                  </a:outerShdw>
                </a:effectLst>
                <a:uLnTx/>
                <a:uFillTx/>
                <a:latin typeface="Courier New" panose="02070409020205090404" pitchFamily="49" charset="0"/>
                <a:ea typeface="宋体" pitchFamily="2" charset="-122"/>
                <a:cs typeface="+mn-cs"/>
              </a:rPr>
              <a:t>pt -&gt;</a:t>
            </a:r>
            <a:r>
              <a:rPr kumimoji="0" lang="en-US" altLang="zh-CN" sz="2400" b="1" i="0" u="none" strike="noStrike" kern="1200" cap="none" spc="0" normalizeH="0" baseline="0" noProof="0" dirty="0">
                <a:ln>
                  <a:noFill/>
                </a:ln>
                <a:solidFill>
                  <a:srgbClr val="000000"/>
                </a:solidFill>
                <a:effectLst>
                  <a:outerShdw blurRad="38100" dist="38100" dir="2700000" algn="tl">
                    <a:srgbClr val="C0C0C0"/>
                  </a:outerShdw>
                </a:effectLst>
                <a:uLnTx/>
                <a:uFillTx/>
                <a:latin typeface="Courier New" panose="02070409020205090404" pitchFamily="49" charset="0"/>
                <a:ea typeface="宋体" pitchFamily="2" charset="-122"/>
                <a:cs typeface="+mn-cs"/>
              </a:rPr>
              <a:t> </a:t>
            </a:r>
            <a:r>
              <a:rPr kumimoji="1" lang="fr-FR" altLang="zh-CN" sz="2400" b="1" i="0" u="none" strike="noStrike" kern="1200" cap="none" spc="0" normalizeH="0" baseline="0" noProof="0" dirty="0">
                <a:ln>
                  <a:noFill/>
                </a:ln>
                <a:solidFill>
                  <a:srgbClr val="C00000"/>
                </a:solidFill>
                <a:effectLst>
                  <a:outerShdw blurRad="38100" dist="38100" dir="2700000" algn="tl">
                    <a:srgbClr val="C0C0C0"/>
                  </a:outerShdw>
                </a:effectLst>
                <a:uLnTx/>
                <a:uFillTx/>
                <a:latin typeface="Courier New" panose="02070409020205090404" pitchFamily="49" charset="0"/>
                <a:ea typeface="宋体" pitchFamily="2" charset="-122"/>
                <a:cs typeface="+mn-cs"/>
              </a:rPr>
              <a:t>birthday.</a:t>
            </a:r>
            <a:r>
              <a:rPr kumimoji="0" lang="zh-CN" altLang="en-US" sz="2400" b="1" i="0" u="none" strike="noStrike" kern="1200" cap="none" spc="0" normalizeH="0" baseline="0" noProof="0" dirty="0">
                <a:ln>
                  <a:noFill/>
                </a:ln>
                <a:solidFill>
                  <a:srgbClr val="000066"/>
                </a:solidFill>
                <a:effectLst>
                  <a:outerShdw blurRad="38100" dist="38100" dir="2700000" algn="tl">
                    <a:srgbClr val="C0C0C0"/>
                  </a:outerShdw>
                </a:effectLst>
                <a:uLnTx/>
                <a:uFillTx/>
                <a:latin typeface="Arial" panose="020B0604020202090204" pitchFamily="34" charset="0"/>
                <a:ea typeface="宋体" pitchFamily="2" charset="-122"/>
                <a:cs typeface="+mn-cs"/>
              </a:rPr>
              <a:t> </a:t>
            </a:r>
            <a:r>
              <a:rPr kumimoji="0" lang="en-US" altLang="zh-CN" sz="2400" b="1" i="0" u="none" strike="noStrike" kern="1200" cap="none" spc="0" normalizeH="0" baseline="0" noProof="0" dirty="0">
                <a:ln>
                  <a:noFill/>
                </a:ln>
                <a:solidFill>
                  <a:srgbClr val="000000"/>
                </a:solidFill>
                <a:effectLst>
                  <a:outerShdw blurRad="38100" dist="38100" dir="2700000" algn="tl">
                    <a:srgbClr val="C0C0C0"/>
                  </a:outerShdw>
                </a:effectLst>
                <a:uLnTx/>
                <a:uFillTx/>
                <a:latin typeface="Courier New" panose="02070409020205090404" pitchFamily="49" charset="0"/>
                <a:ea typeface="宋体" pitchFamily="2" charset="-122"/>
                <a:cs typeface="+mn-cs"/>
              </a:rPr>
              <a:t> year = 1999;</a:t>
            </a:r>
            <a:endParaRPr kumimoji="0" lang="en-US" altLang="zh-CN" sz="2400" b="1" i="0" u="none" strike="noStrike" kern="1200" cap="none" spc="0" normalizeH="0" baseline="0" noProof="0" dirty="0">
              <a:ln>
                <a:noFill/>
              </a:ln>
              <a:solidFill>
                <a:srgbClr val="000000"/>
              </a:solidFill>
              <a:effectLst>
                <a:outerShdw blurRad="38100" dist="38100" dir="2700000" algn="tl">
                  <a:srgbClr val="C0C0C0"/>
                </a:outerShdw>
              </a:effectLst>
              <a:uLnTx/>
              <a:uFillTx/>
              <a:latin typeface="Courier New" panose="02070409020205090404" pitchFamily="49" charset="0"/>
              <a:ea typeface="宋体" pitchFamily="2" charset="-122"/>
              <a:cs typeface="+mn-cs"/>
            </a:endParaRPr>
          </a:p>
        </p:txBody>
      </p:sp>
      <p:pic>
        <p:nvPicPr>
          <p:cNvPr id="113673" name="Picture 13"/>
          <p:cNvPicPr>
            <a:picLocks noChangeAspect="1"/>
          </p:cNvPicPr>
          <p:nvPr/>
        </p:nvPicPr>
        <p:blipFill>
          <a:blip r:embed="rId2"/>
          <a:stretch>
            <a:fillRect/>
          </a:stretch>
        </p:blipFill>
        <p:spPr>
          <a:xfrm>
            <a:off x="6797675" y="4941888"/>
            <a:ext cx="2262188" cy="1577975"/>
          </a:xfrm>
          <a:prstGeom prst="rect">
            <a:avLst/>
          </a:prstGeom>
          <a:noFill/>
          <a:ln w="25400" cap="flat" cmpd="thickThin">
            <a:solidFill>
              <a:srgbClr val="000080"/>
            </a:solidFill>
            <a:prstDash val="solid"/>
            <a:miter/>
            <a:headEnd type="none" w="sm" len="sm"/>
            <a:tailEnd type="none" w="sm" len="sm"/>
          </a:ln>
        </p:spPr>
      </p:pic>
      <p:pic>
        <p:nvPicPr>
          <p:cNvPr id="113674" name="Picture 12" descr="E:\剪贴画\思考问题的卡通男孩.jpg"/>
          <p:cNvPicPr>
            <a:picLocks noChangeAspect="1"/>
          </p:cNvPicPr>
          <p:nvPr/>
        </p:nvPicPr>
        <p:blipFill>
          <a:blip r:embed="rId3">
            <a:clrChange>
              <a:clrFrom>
                <a:srgbClr val="FFFFFF"/>
              </a:clrFrom>
              <a:clrTo>
                <a:srgbClr val="FFFFFF">
                  <a:alpha val="0"/>
                </a:srgbClr>
              </a:clrTo>
            </a:clrChange>
          </a:blip>
          <a:stretch>
            <a:fillRect/>
          </a:stretch>
        </p:blipFill>
        <p:spPr>
          <a:xfrm>
            <a:off x="1684338" y="4833938"/>
            <a:ext cx="982662" cy="1474787"/>
          </a:xfrm>
          <a:prstGeom prst="rect">
            <a:avLst/>
          </a:prstGeom>
          <a:noFill/>
          <a:ln w="9525">
            <a:noFill/>
          </a:ln>
        </p:spPr>
      </p:pic>
      <p:sp>
        <p:nvSpPr>
          <p:cNvPr id="113675" name="Rectangle 2"/>
          <p:cNvSpPr/>
          <p:nvPr/>
        </p:nvSpPr>
        <p:spPr>
          <a:xfrm>
            <a:off x="1881188" y="333375"/>
            <a:ext cx="8447087" cy="839788"/>
          </a:xfrm>
          <a:prstGeom prst="rect">
            <a:avLst/>
          </a:prstGeom>
          <a:noFill/>
          <a:ln w="9525">
            <a:noFill/>
          </a:ln>
        </p:spPr>
        <p:txBody>
          <a:bodyPr anchor="ctr" anchorCtr="0"/>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algn="ctr" eaLnBrk="1" hangingPunct="1">
              <a:lnSpc>
                <a:spcPct val="100000"/>
              </a:lnSpc>
              <a:spcBef>
                <a:spcPct val="0"/>
              </a:spcBef>
              <a:buClrTx/>
              <a:buSzTx/>
              <a:buFontTx/>
              <a:buNone/>
            </a:pPr>
            <a:r>
              <a:rPr lang="en-US" altLang="zh-CN" sz="4000" dirty="0"/>
              <a:t>3.4.5 </a:t>
            </a:r>
            <a:r>
              <a:rPr lang="zh-CN" altLang="en-US" sz="4000" dirty="0"/>
              <a:t>结构体指针的定义和初始化</a:t>
            </a:r>
            <a:endParaRPr lang="en-US" altLang="zh-CN" sz="4000" dirty="0">
              <a:latin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with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 calcmode="lin" valueType="num">
                                      <p:cBhvr>
                                        <p:cTn id="7" dur="500" fill="hold"/>
                                        <p:tgtEl>
                                          <p:spTgt spid="11">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11">
                                            <p:txEl>
                                              <p:pRg st="0" end="0"/>
                                            </p:txEl>
                                          </p:spTgt>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387093">
                                            <p:txEl>
                                              <p:pRg st="0" end="0"/>
                                            </p:txEl>
                                          </p:spTgt>
                                        </p:tgtEl>
                                        <p:attrNameLst>
                                          <p:attrName>style.visibility</p:attrName>
                                        </p:attrNameLst>
                                      </p:cBhvr>
                                      <p:to>
                                        <p:strVal val="visible"/>
                                      </p:to>
                                    </p:set>
                                    <p:animEffect transition="in" filter="wipe(left)">
                                      <p:cBhvr>
                                        <p:cTn id="13" dur="500"/>
                                        <p:tgtEl>
                                          <p:spTgt spid="387093">
                                            <p:txEl>
                                              <p:pRg st="0" end="0"/>
                                            </p:txEl>
                                          </p:spTgt>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387093">
                                            <p:txEl>
                                              <p:pRg st="1" end="1"/>
                                            </p:txEl>
                                          </p:spTgt>
                                        </p:tgtEl>
                                        <p:attrNameLst>
                                          <p:attrName>style.visibility</p:attrName>
                                        </p:attrNameLst>
                                      </p:cBhvr>
                                      <p:to>
                                        <p:strVal val="visible"/>
                                      </p:to>
                                    </p:set>
                                    <p:animEffect transition="in" filter="wipe(left)">
                                      <p:cBhvr>
                                        <p:cTn id="16" dur="500"/>
                                        <p:tgtEl>
                                          <p:spTgt spid="387093">
                                            <p:txEl>
                                              <p:pRg st="1" end="1"/>
                                            </p:txEl>
                                          </p:spTgt>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387093">
                                            <p:txEl>
                                              <p:pRg st="2" end="2"/>
                                            </p:txEl>
                                          </p:spTgt>
                                        </p:tgtEl>
                                        <p:attrNameLst>
                                          <p:attrName>style.visibility</p:attrName>
                                        </p:attrNameLst>
                                      </p:cBhvr>
                                      <p:to>
                                        <p:strVal val="visible"/>
                                      </p:to>
                                    </p:set>
                                    <p:animEffect transition="in" filter="wipe(left)">
                                      <p:cBhvr>
                                        <p:cTn id="19" dur="500"/>
                                        <p:tgtEl>
                                          <p:spTgt spid="38709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7093" grpId="0" build="p"/>
    </p:bldLst>
  </p:timing>
</p:sld>
</file>

<file path=ppt/slides/slide8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8" name="Rectangle 11"/>
          <p:cNvSpPr txBox="1"/>
          <p:nvPr/>
        </p:nvSpPr>
        <p:spPr>
          <a:xfrm>
            <a:off x="1576388" y="2060575"/>
            <a:ext cx="5378450" cy="1298575"/>
          </a:xfrm>
          <a:prstGeom prst="rect">
            <a:avLst/>
          </a:prstGeom>
          <a:noFill/>
          <a:ln w="9525">
            <a:noFill/>
          </a:ln>
        </p:spPr>
        <p:txBody>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342900" lvl="0" indent="-342900" eaLnBrk="1" hangingPunct="1">
              <a:lnSpc>
                <a:spcPct val="80000"/>
              </a:lnSpc>
              <a:spcBef>
                <a:spcPct val="20000"/>
              </a:spcBef>
              <a:buFont typeface="Monotype Sorts"/>
              <a:buNone/>
            </a:pPr>
            <a:r>
              <a:rPr lang="en-US" altLang="zh-CN" sz="2400" dirty="0">
                <a:solidFill>
                  <a:schemeClr val="accent2"/>
                </a:solidFill>
                <a:latin typeface="Courier New" panose="02070409020205090404" pitchFamily="49" charset="0"/>
                <a:ea typeface="宋体" pitchFamily="2" charset="-122"/>
              </a:rPr>
              <a:t>  </a:t>
            </a:r>
            <a:r>
              <a:rPr lang="fr-FR" altLang="zh-CN" sz="2400" b="1" dirty="0">
                <a:solidFill>
                  <a:srgbClr val="CC0000"/>
                </a:solidFill>
                <a:latin typeface="Courier New" panose="02070409020205090404" pitchFamily="49" charset="0"/>
              </a:rPr>
              <a:t>STUDENT</a:t>
            </a:r>
            <a:r>
              <a:rPr lang="en-US" altLang="zh-CN" sz="2400" b="1" dirty="0">
                <a:solidFill>
                  <a:srgbClr val="CC0000"/>
                </a:solidFill>
                <a:latin typeface="Franklin Gothic Book" pitchFamily="34" charset="0"/>
              </a:rPr>
              <a:t> </a:t>
            </a:r>
            <a:r>
              <a:rPr lang="en-US" altLang="zh-CN" sz="2400" b="1" dirty="0">
                <a:latin typeface="Franklin Gothic Book" pitchFamily="34" charset="0"/>
              </a:rPr>
              <a:t>   </a:t>
            </a:r>
            <a:r>
              <a:rPr lang="en-US" altLang="zh-CN" sz="2400" b="1" dirty="0">
                <a:solidFill>
                  <a:srgbClr val="000000"/>
                </a:solidFill>
                <a:latin typeface="Courier New" panose="02070409020205090404" pitchFamily="49" charset="0"/>
                <a:ea typeface="宋体" pitchFamily="2" charset="-122"/>
              </a:rPr>
              <a:t>stu[30];</a:t>
            </a:r>
            <a:r>
              <a:rPr lang="en-US" altLang="zh-CN" sz="2400" b="1" dirty="0">
                <a:solidFill>
                  <a:srgbClr val="008800"/>
                </a:solidFill>
                <a:latin typeface="Courier New" panose="02070409020205090404" pitchFamily="49" charset="0"/>
                <a:ea typeface="宋体" pitchFamily="2" charset="-122"/>
              </a:rPr>
              <a:t> </a:t>
            </a:r>
            <a:endParaRPr lang="en-US" altLang="zh-CN" sz="2400" b="1" dirty="0">
              <a:solidFill>
                <a:srgbClr val="000000"/>
              </a:solidFill>
              <a:latin typeface="Courier New" panose="02070409020205090404" pitchFamily="49" charset="0"/>
              <a:ea typeface="宋体" pitchFamily="2" charset="-122"/>
            </a:endParaRPr>
          </a:p>
          <a:p>
            <a:pPr marL="342900" lvl="0" indent="-342900" eaLnBrk="1" hangingPunct="1">
              <a:lnSpc>
                <a:spcPct val="80000"/>
              </a:lnSpc>
              <a:spcBef>
                <a:spcPct val="20000"/>
              </a:spcBef>
              <a:buFont typeface="Monotype Sorts"/>
              <a:buNone/>
            </a:pPr>
            <a:r>
              <a:rPr lang="en-US" altLang="zh-CN" sz="2400" b="1" dirty="0">
                <a:solidFill>
                  <a:srgbClr val="0000FF"/>
                </a:solidFill>
                <a:latin typeface="Courier New" panose="02070409020205090404" pitchFamily="49" charset="0"/>
                <a:ea typeface="宋体" pitchFamily="2" charset="-122"/>
              </a:rPr>
              <a:t>  </a:t>
            </a:r>
            <a:r>
              <a:rPr lang="fr-FR" altLang="zh-CN" sz="2400" b="1" dirty="0">
                <a:solidFill>
                  <a:srgbClr val="CC0000"/>
                </a:solidFill>
                <a:latin typeface="Courier New" panose="02070409020205090404" pitchFamily="49" charset="0"/>
              </a:rPr>
              <a:t>STUDENT</a:t>
            </a:r>
            <a:r>
              <a:rPr lang="en-US" altLang="zh-CN" sz="2400" b="1" dirty="0">
                <a:solidFill>
                  <a:srgbClr val="CC0000"/>
                </a:solidFill>
                <a:latin typeface="Franklin Gothic Book" pitchFamily="34" charset="0"/>
              </a:rPr>
              <a:t>    </a:t>
            </a:r>
            <a:r>
              <a:rPr lang="en-US" altLang="zh-CN" sz="2400" b="1" dirty="0">
                <a:solidFill>
                  <a:srgbClr val="CC0000"/>
                </a:solidFill>
                <a:latin typeface="Courier New" panose="02070409020205090404" pitchFamily="49" charset="0"/>
                <a:ea typeface="宋体" pitchFamily="2" charset="-122"/>
              </a:rPr>
              <a:t>*</a:t>
            </a:r>
            <a:r>
              <a:rPr lang="en-US" altLang="zh-CN" sz="2400" b="1" dirty="0">
                <a:solidFill>
                  <a:srgbClr val="000000"/>
                </a:solidFill>
                <a:latin typeface="Courier New" panose="02070409020205090404" pitchFamily="49" charset="0"/>
                <a:ea typeface="宋体" pitchFamily="2" charset="-122"/>
              </a:rPr>
              <a:t>pt;</a:t>
            </a:r>
            <a:endParaRPr lang="en-US" altLang="zh-CN" sz="2400" b="1" dirty="0">
              <a:solidFill>
                <a:srgbClr val="000000"/>
              </a:solidFill>
              <a:latin typeface="Courier New" panose="02070409020205090404" pitchFamily="49" charset="0"/>
              <a:ea typeface="宋体" pitchFamily="2" charset="-122"/>
            </a:endParaRPr>
          </a:p>
          <a:p>
            <a:pPr marL="342900" lvl="0" indent="-342900" eaLnBrk="1" hangingPunct="1">
              <a:lnSpc>
                <a:spcPct val="80000"/>
              </a:lnSpc>
              <a:spcBef>
                <a:spcPct val="20000"/>
              </a:spcBef>
              <a:buFont typeface="Monotype Sorts"/>
              <a:buNone/>
            </a:pPr>
            <a:r>
              <a:rPr lang="en-US" altLang="zh-CN" sz="2400" b="1" dirty="0">
                <a:solidFill>
                  <a:srgbClr val="000000"/>
                </a:solidFill>
                <a:latin typeface="Courier New" panose="02070409020205090404" pitchFamily="49" charset="0"/>
                <a:ea typeface="宋体" pitchFamily="2" charset="-122"/>
              </a:rPr>
              <a:t>  pt = stu; </a:t>
            </a:r>
            <a:endParaRPr lang="en-US" altLang="zh-CN" sz="2400" b="1" dirty="0">
              <a:solidFill>
                <a:srgbClr val="000000"/>
              </a:solidFill>
              <a:latin typeface="Courier New" panose="02070409020205090404" pitchFamily="49" charset="0"/>
              <a:ea typeface="宋体" pitchFamily="2" charset="-122"/>
            </a:endParaRPr>
          </a:p>
          <a:p>
            <a:pPr marL="342900" lvl="0" indent="-342900" eaLnBrk="1" hangingPunct="1">
              <a:lnSpc>
                <a:spcPct val="80000"/>
              </a:lnSpc>
              <a:spcBef>
                <a:spcPct val="20000"/>
              </a:spcBef>
              <a:buFont typeface="Monotype Sorts"/>
              <a:buNone/>
            </a:pPr>
            <a:r>
              <a:rPr lang="en-US" altLang="zh-CN" sz="2400" dirty="0">
                <a:solidFill>
                  <a:srgbClr val="000000"/>
                </a:solidFill>
                <a:latin typeface="Courier New" panose="02070409020205090404" pitchFamily="49" charset="0"/>
                <a:ea typeface="宋体" pitchFamily="2" charset="-122"/>
              </a:rPr>
              <a:t>  </a:t>
            </a:r>
            <a:endParaRPr lang="zh-CN" altLang="en-US" sz="2400" dirty="0">
              <a:solidFill>
                <a:srgbClr val="000000"/>
              </a:solidFill>
              <a:latin typeface="Courier New" panose="02070409020205090404" pitchFamily="49" charset="0"/>
              <a:ea typeface="宋体" pitchFamily="2" charset="-122"/>
            </a:endParaRPr>
          </a:p>
        </p:txBody>
      </p:sp>
      <p:sp>
        <p:nvSpPr>
          <p:cNvPr id="29" name="Rectangle 2"/>
          <p:cNvSpPr>
            <a:spLocks noChangeArrowheads="1"/>
          </p:cNvSpPr>
          <p:nvPr/>
        </p:nvSpPr>
        <p:spPr bwMode="auto">
          <a:xfrm>
            <a:off x="1571625" y="1411288"/>
            <a:ext cx="6551613" cy="1081088"/>
          </a:xfrm>
          <a:prstGeom prst="rect">
            <a:avLst/>
          </a:prstGeom>
          <a:noFill/>
          <a:ln w="9525">
            <a:noFill/>
            <a:miter lim="800000"/>
          </a:ln>
        </p:spPr>
        <p:txBody>
          <a:bodyPr lIns="92075" tIns="46037" rIns="92075" bIns="46037"/>
          <a:lstStyle>
            <a:lvl1pPr marL="374650" indent="-374650">
              <a:spcBef>
                <a:spcPct val="20000"/>
              </a:spcBef>
              <a:buClr>
                <a:schemeClr val="tx2"/>
              </a:buClr>
              <a:buSzPct val="50000"/>
              <a:buFont typeface="Wingdings" panose="05000000000000000000" pitchFamily="2" charset="2"/>
              <a:buChar char="n"/>
              <a:defRPr sz="3200">
                <a:solidFill>
                  <a:schemeClr val="tx1"/>
                </a:solidFill>
                <a:latin typeface="Franklin Gothic Book" pitchFamily="34" charset="0"/>
              </a:defRPr>
            </a:lvl1pPr>
            <a:lvl2pPr marL="742950" indent="-285750">
              <a:spcBef>
                <a:spcPct val="20000"/>
              </a:spcBef>
              <a:buClr>
                <a:schemeClr val="tx2"/>
              </a:buClr>
              <a:buSzPct val="50000"/>
              <a:buFont typeface="Wingdings 2" panose="05020102010507070707" pitchFamily="18" charset="2"/>
              <a:buChar char="Þ"/>
              <a:defRPr sz="2800">
                <a:solidFill>
                  <a:srgbClr val="333399"/>
                </a:solidFill>
                <a:latin typeface="Times New Roman" panose="02020503050405090304" pitchFamily="18" charset="0"/>
                <a:cs typeface="Times New Roman" panose="02020503050405090304" pitchFamily="18" charset="0"/>
              </a:defRPr>
            </a:lvl2pPr>
            <a:lvl3pPr marL="1143000" indent="-228600">
              <a:spcBef>
                <a:spcPct val="20000"/>
              </a:spcBef>
              <a:buClr>
                <a:schemeClr val="tx2"/>
              </a:buClr>
              <a:buSzPct val="50000"/>
              <a:buFont typeface="Wingdings 2" panose="05020102010507070707" pitchFamily="18" charset="2"/>
              <a:buChar char=""/>
              <a:defRPr sz="2400">
                <a:solidFill>
                  <a:srgbClr val="3333CC"/>
                </a:solidFill>
                <a:latin typeface="Times New Roman" panose="02020503050405090304" pitchFamily="18" charset="0"/>
                <a:cs typeface="Times New Roman" panose="02020503050405090304" pitchFamily="18" charset="0"/>
              </a:defRPr>
            </a:lvl3pPr>
            <a:lvl4pPr marL="1600200" indent="-228600">
              <a:spcBef>
                <a:spcPct val="20000"/>
              </a:spcBef>
              <a:buClr>
                <a:schemeClr val="tx2"/>
              </a:buClr>
              <a:buSzPct val="50000"/>
              <a:buFont typeface="Wingdings 2" panose="05020102010507070707" pitchFamily="18" charset="2"/>
              <a:buChar char=""/>
              <a:defRPr sz="2000">
                <a:solidFill>
                  <a:schemeClr val="tx1"/>
                </a:solidFill>
                <a:latin typeface="Times New Roman" panose="02020503050405090304" pitchFamily="18" charset="0"/>
                <a:cs typeface="Times New Roman" panose="02020503050405090304" pitchFamily="18" charset="0"/>
              </a:defRPr>
            </a:lvl4pPr>
            <a:lvl5pPr marL="2057400" indent="-228600">
              <a:spcBef>
                <a:spcPct val="20000"/>
              </a:spcBef>
              <a:buClr>
                <a:schemeClr val="tx2"/>
              </a:buClr>
              <a:buSzPct val="50000"/>
              <a:buFont typeface="Wingdings 2" panose="05020102010507070707" pitchFamily="18" charset="2"/>
              <a:buChar char=""/>
              <a:defRPr sz="2000">
                <a:solidFill>
                  <a:schemeClr val="tx1"/>
                </a:solidFill>
                <a:latin typeface="Times New Roman" panose="02020503050405090304" pitchFamily="18" charset="0"/>
                <a:cs typeface="Times New Roman" panose="02020503050405090304" pitchFamily="18" charset="0"/>
              </a:defRPr>
            </a:lvl5pPr>
            <a:lvl6pPr marL="25146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503050405090304" pitchFamily="18" charset="0"/>
                <a:cs typeface="Times New Roman" panose="02020503050405090304" pitchFamily="18" charset="0"/>
              </a:defRPr>
            </a:lvl6pPr>
            <a:lvl7pPr marL="29718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503050405090304" pitchFamily="18" charset="0"/>
                <a:cs typeface="Times New Roman" panose="02020503050405090304" pitchFamily="18" charset="0"/>
              </a:defRPr>
            </a:lvl7pPr>
            <a:lvl8pPr marL="34290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503050405090304" pitchFamily="18" charset="0"/>
                <a:cs typeface="Times New Roman" panose="02020503050405090304" pitchFamily="18" charset="0"/>
              </a:defRPr>
            </a:lvl8pPr>
            <a:lvl9pPr marL="3886200" indent="-228600" eaLnBrk="0" fontAlgn="base" hangingPunct="0">
              <a:spcBef>
                <a:spcPct val="20000"/>
              </a:spcBef>
              <a:spcAft>
                <a:spcPct val="0"/>
              </a:spcAft>
              <a:buClr>
                <a:schemeClr val="tx2"/>
              </a:buClr>
              <a:buSzPct val="50000"/>
              <a:buFont typeface="Wingdings 2" panose="05020102010507070707" pitchFamily="18" charset="2"/>
              <a:buChar char=""/>
              <a:defRPr sz="2000">
                <a:solidFill>
                  <a:schemeClr val="tx1"/>
                </a:solidFill>
                <a:latin typeface="Times New Roman" panose="02020503050405090304" pitchFamily="18" charset="0"/>
                <a:cs typeface="Times New Roman" panose="02020503050405090304" pitchFamily="18" charset="0"/>
              </a:defRPr>
            </a:lvl9pPr>
          </a:lstStyle>
          <a:p>
            <a:pPr marL="374650" marR="0" lvl="0" indent="-374650" algn="l" defTabSz="914400" rtl="0" eaLnBrk="1" fontAlgn="base" latinLnBrk="0" hangingPunct="1">
              <a:lnSpc>
                <a:spcPct val="95000"/>
              </a:lnSpc>
              <a:spcBef>
                <a:spcPct val="20000"/>
              </a:spcBef>
              <a:spcAft>
                <a:spcPts val="590"/>
              </a:spcAft>
              <a:buClr>
                <a:schemeClr val="tx1"/>
              </a:buClr>
              <a:buSzPct val="50000"/>
              <a:buFont typeface="Wingdings" panose="05000000000000000000" pitchFamily="2" charset="2"/>
              <a:buChar char="n"/>
              <a:defRPr/>
            </a:pPr>
            <a:r>
              <a:rPr kumimoji="0" lang="zh-CN" altLang="en-US" sz="2800" b="0" i="0" u="none" strike="noStrike" kern="1200" cap="none" spc="0" normalizeH="0" baseline="0" noProof="0">
                <a:ln>
                  <a:noFill/>
                </a:ln>
                <a:solidFill>
                  <a:srgbClr val="000066"/>
                </a:solidFill>
                <a:effectLst/>
                <a:uLnTx/>
                <a:uFillTx/>
                <a:latin typeface="Arial" panose="020B0604020202090204" pitchFamily="34" charset="0"/>
                <a:ea typeface="黑体" panose="02010609060101010101" pitchFamily="49" charset="-122"/>
                <a:cs typeface="+mn-cs"/>
              </a:rPr>
              <a:t>如何定义指向</a:t>
            </a:r>
            <a:r>
              <a:rPr kumimoji="0" lang="zh-CN" altLang="en-US" sz="2800" b="0" i="0" u="none" strike="noStrike" kern="1200" cap="none" spc="0" normalizeH="0" baseline="0" noProof="0">
                <a:ln>
                  <a:noFill/>
                </a:ln>
                <a:solidFill>
                  <a:srgbClr val="C00000"/>
                </a:solidFill>
                <a:effectLst/>
                <a:uLnTx/>
                <a:uFillTx/>
                <a:latin typeface="Arial" panose="020B0604020202090204" pitchFamily="34" charset="0"/>
                <a:ea typeface="黑体" panose="02010609060101010101" pitchFamily="49" charset="-122"/>
                <a:cs typeface="+mn-cs"/>
              </a:rPr>
              <a:t>结构体数组</a:t>
            </a:r>
            <a:r>
              <a:rPr kumimoji="0" lang="zh-CN" altLang="en-US" sz="2800" b="0" i="0" u="none" strike="noStrike" kern="1200" cap="none" spc="0" normalizeH="0" baseline="0" noProof="0">
                <a:ln>
                  <a:noFill/>
                </a:ln>
                <a:solidFill>
                  <a:srgbClr val="000066"/>
                </a:solidFill>
                <a:effectLst/>
                <a:uLnTx/>
                <a:uFillTx/>
                <a:latin typeface="Arial" panose="020B0604020202090204" pitchFamily="34" charset="0"/>
                <a:ea typeface="黑体" panose="02010609060101010101" pitchFamily="49" charset="-122"/>
                <a:cs typeface="+mn-cs"/>
              </a:rPr>
              <a:t>的指针？</a:t>
            </a:r>
            <a:r>
              <a:rPr kumimoji="0" lang="zh-CN" altLang="en-US" sz="2800" b="1" i="0" u="none" strike="noStrike" kern="1200" cap="none" spc="0" normalizeH="0" baseline="0" noProof="0">
                <a:ln>
                  <a:noFill/>
                </a:ln>
                <a:solidFill>
                  <a:srgbClr val="000066"/>
                </a:solidFill>
                <a:effectLst>
                  <a:outerShdw blurRad="38100" dist="38100" dir="2700000" algn="tl">
                    <a:srgbClr val="C0C0C0"/>
                  </a:outerShdw>
                </a:effectLst>
                <a:uLnTx/>
                <a:uFillTx/>
                <a:latin typeface="Arial" panose="020B0604020202090204" pitchFamily="34" charset="0"/>
                <a:ea typeface="宋体" pitchFamily="2" charset="-122"/>
                <a:cs typeface="+mn-cs"/>
              </a:rPr>
              <a:t> </a:t>
            </a:r>
            <a:endParaRPr kumimoji="0" lang="zh-CN" altLang="en-US" sz="2800" b="1" i="0" u="none" strike="noStrike" kern="1200" cap="none" spc="0" normalizeH="0" baseline="0" noProof="0">
              <a:ln>
                <a:noFill/>
              </a:ln>
              <a:solidFill>
                <a:srgbClr val="000066"/>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pic>
        <p:nvPicPr>
          <p:cNvPr id="114692" name="Picture 12"/>
          <p:cNvPicPr>
            <a:picLocks noChangeAspect="1"/>
          </p:cNvPicPr>
          <p:nvPr/>
        </p:nvPicPr>
        <p:blipFill>
          <a:blip r:embed="rId1"/>
          <a:stretch>
            <a:fillRect/>
          </a:stretch>
        </p:blipFill>
        <p:spPr>
          <a:xfrm>
            <a:off x="4535488" y="5265738"/>
            <a:ext cx="1809750" cy="1254125"/>
          </a:xfrm>
          <a:prstGeom prst="rect">
            <a:avLst/>
          </a:prstGeom>
          <a:noFill/>
          <a:ln w="25400" cap="flat" cmpd="thickThin">
            <a:solidFill>
              <a:srgbClr val="000080"/>
            </a:solidFill>
            <a:prstDash val="solid"/>
            <a:miter/>
            <a:headEnd type="none" w="sm" len="sm"/>
            <a:tailEnd type="none" w="sm" len="sm"/>
          </a:ln>
        </p:spPr>
      </p:pic>
      <p:pic>
        <p:nvPicPr>
          <p:cNvPr id="114693" name="Picture 13"/>
          <p:cNvPicPr>
            <a:picLocks noChangeAspect="1"/>
          </p:cNvPicPr>
          <p:nvPr/>
        </p:nvPicPr>
        <p:blipFill>
          <a:blip r:embed="rId2"/>
          <a:stretch>
            <a:fillRect/>
          </a:stretch>
        </p:blipFill>
        <p:spPr>
          <a:xfrm>
            <a:off x="6797675" y="4941888"/>
            <a:ext cx="2262188" cy="1577975"/>
          </a:xfrm>
          <a:prstGeom prst="rect">
            <a:avLst/>
          </a:prstGeom>
          <a:noFill/>
          <a:ln w="25400" cap="flat" cmpd="thickThin">
            <a:solidFill>
              <a:srgbClr val="000080"/>
            </a:solidFill>
            <a:prstDash val="solid"/>
            <a:miter/>
            <a:headEnd type="none" w="sm" len="sm"/>
            <a:tailEnd type="none" w="sm" len="sm"/>
          </a:ln>
        </p:spPr>
      </p:pic>
      <p:sp>
        <p:nvSpPr>
          <p:cNvPr id="33" name="Rectangle 11"/>
          <p:cNvSpPr>
            <a:spLocks noChangeArrowheads="1"/>
          </p:cNvSpPr>
          <p:nvPr/>
        </p:nvSpPr>
        <p:spPr bwMode="auto">
          <a:xfrm>
            <a:off x="1962150" y="3716338"/>
            <a:ext cx="4603750" cy="576263"/>
          </a:xfrm>
          <a:prstGeom prst="rect">
            <a:avLst/>
          </a:prstGeom>
          <a:noFill/>
          <a:ln w="9525">
            <a:noFill/>
            <a:miter lim="800000"/>
          </a:ln>
        </p:spPr>
        <p:txBody>
          <a:bodyPr lIns="92075" tIns="46037" rIns="92075" bIns="46037"/>
          <a:lstStyle/>
          <a:p>
            <a:pPr marL="374650" marR="0" lvl="0" indent="-374650" algn="l" defTabSz="914400" rtl="0" eaLnBrk="1" fontAlgn="base" latinLnBrk="0" hangingPunct="1">
              <a:lnSpc>
                <a:spcPct val="80000"/>
              </a:lnSpc>
              <a:spcBef>
                <a:spcPct val="20000"/>
              </a:spcBef>
              <a:spcAft>
                <a:spcPts val="590"/>
              </a:spcAft>
              <a:buClr>
                <a:srgbClr val="FFCC66"/>
              </a:buClr>
              <a:buSzPct val="80000"/>
              <a:buFontTx/>
              <a:buNone/>
              <a:defRPr/>
            </a:pPr>
            <a:r>
              <a:rPr kumimoji="1" lang="fr-FR" altLang="zh-CN" sz="2400" b="1" i="0" u="none" strike="noStrike" kern="1200" cap="none" spc="0" normalizeH="0" baseline="0" noProof="0">
                <a:ln>
                  <a:noFill/>
                </a:ln>
                <a:solidFill>
                  <a:srgbClr val="CC0000"/>
                </a:solidFill>
                <a:effectLst>
                  <a:outerShdw blurRad="38100" dist="38100" dir="2700000" algn="tl">
                    <a:srgbClr val="C0C0C0"/>
                  </a:outerShdw>
                </a:effectLst>
                <a:uLnTx/>
                <a:uFillTx/>
                <a:latin typeface="Courier New" panose="02070409020205090404" pitchFamily="49" charset="0"/>
                <a:ea typeface="宋体" pitchFamily="2" charset="-122"/>
                <a:cs typeface="+mn-cs"/>
              </a:rPr>
              <a:t>STUDENT</a:t>
            </a:r>
            <a:r>
              <a:rPr kumimoji="0" lang="en-US" altLang="zh-CN" sz="2400" b="1" i="0" u="none" strike="noStrike" kern="1200" cap="none" spc="0" normalizeH="0" baseline="0" noProof="0">
                <a:ln>
                  <a:noFill/>
                </a:ln>
                <a:solidFill>
                  <a:srgbClr val="CC0000"/>
                </a:solidFill>
                <a:effectLst>
                  <a:outerShdw blurRad="38100" dist="38100" dir="2700000" algn="tl">
                    <a:srgbClr val="C0C0C0"/>
                  </a:outerShdw>
                </a:effectLst>
                <a:uLnTx/>
                <a:uFillTx/>
                <a:latin typeface="Arial" panose="020B0604020202090204" pitchFamily="34" charset="0"/>
                <a:ea typeface="宋体" pitchFamily="2" charset="-122"/>
                <a:cs typeface="+mn-cs"/>
              </a:rPr>
              <a:t>    </a:t>
            </a:r>
            <a:r>
              <a:rPr kumimoji="0" lang="en-US" altLang="zh-CN" sz="2400" b="1" i="0" u="none" strike="noStrike" kern="1200" cap="none" spc="0" normalizeH="0" baseline="0" noProof="0">
                <a:ln>
                  <a:noFill/>
                </a:ln>
                <a:solidFill>
                  <a:srgbClr val="CC0000"/>
                </a:solidFill>
                <a:effectLst>
                  <a:outerShdw blurRad="38100" dist="38100" dir="2700000" algn="tl">
                    <a:srgbClr val="C0C0C0"/>
                  </a:outerShdw>
                </a:effectLst>
                <a:uLnTx/>
                <a:uFillTx/>
                <a:latin typeface="Courier New" panose="02070409020205090404" pitchFamily="49" charset="0"/>
                <a:ea typeface="宋体" pitchFamily="2" charset="-122"/>
                <a:cs typeface="+mn-cs"/>
              </a:rPr>
              <a:t>*</a:t>
            </a:r>
            <a:r>
              <a:rPr kumimoji="0" lang="en-US" altLang="zh-CN" sz="2400" b="1" i="0" u="none" strike="noStrike" kern="1200" cap="none" spc="0" normalizeH="0" baseline="0" noProof="0">
                <a:ln>
                  <a:noFill/>
                </a:ln>
                <a:solidFill>
                  <a:srgbClr val="000000"/>
                </a:solidFill>
                <a:effectLst>
                  <a:outerShdw blurRad="38100" dist="38100" dir="2700000" algn="tl">
                    <a:srgbClr val="C0C0C0"/>
                  </a:outerShdw>
                </a:effectLst>
                <a:uLnTx/>
                <a:uFillTx/>
                <a:latin typeface="Courier New" panose="02070409020205090404" pitchFamily="49" charset="0"/>
                <a:ea typeface="宋体" pitchFamily="2" charset="-122"/>
                <a:cs typeface="+mn-cs"/>
              </a:rPr>
              <a:t>pt = stu;</a:t>
            </a:r>
            <a:endParaRPr kumimoji="0" lang="zh-CN" altLang="en-US" sz="2400" b="1" i="0" u="none" strike="noStrike" kern="1200" cap="none" spc="0" normalizeH="0" baseline="0" noProof="0">
              <a:ln>
                <a:noFill/>
              </a:ln>
              <a:solidFill>
                <a:srgbClr val="000000"/>
              </a:solidFill>
              <a:effectLst>
                <a:outerShdw blurRad="38100" dist="38100" dir="2700000" algn="tl">
                  <a:srgbClr val="C0C0C0"/>
                </a:outerShdw>
              </a:effectLst>
              <a:uLnTx/>
              <a:uFillTx/>
              <a:latin typeface="Courier New" panose="02070409020205090404" pitchFamily="49" charset="0"/>
              <a:ea typeface="宋体" pitchFamily="2" charset="-122"/>
              <a:cs typeface="+mn-cs"/>
            </a:endParaRPr>
          </a:p>
        </p:txBody>
      </p:sp>
      <p:sp>
        <p:nvSpPr>
          <p:cNvPr id="34" name="Text Box 2"/>
          <p:cNvSpPr txBox="1"/>
          <p:nvPr/>
        </p:nvSpPr>
        <p:spPr>
          <a:xfrm>
            <a:off x="2038350" y="3213100"/>
            <a:ext cx="950913" cy="366713"/>
          </a:xfrm>
          <a:prstGeom prst="rect">
            <a:avLst/>
          </a:prstGeom>
          <a:noFill/>
          <a:ln w="9525">
            <a:noFill/>
          </a:ln>
        </p:spPr>
        <p:txBody>
          <a:bodyPr wrap="none">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ts val="590"/>
              </a:spcBef>
              <a:spcAft>
                <a:spcPts val="590"/>
              </a:spcAft>
              <a:buClr>
                <a:schemeClr val="accent2"/>
              </a:buClr>
              <a:buSzPct val="80000"/>
              <a:buNone/>
            </a:pPr>
            <a:r>
              <a:rPr lang="zh-CN" altLang="en-US" sz="2000" b="1" dirty="0">
                <a:solidFill>
                  <a:srgbClr val="000066"/>
                </a:solidFill>
                <a:latin typeface="黑体" panose="02010609060101010101" pitchFamily="49" charset="-122"/>
              </a:rPr>
              <a:t>等价于</a:t>
            </a:r>
            <a:endParaRPr lang="zh-CN" altLang="en-US" sz="2000" b="1" dirty="0">
              <a:solidFill>
                <a:srgbClr val="000066"/>
              </a:solidFill>
              <a:latin typeface="黑体" panose="02010609060101010101" pitchFamily="49" charset="-122"/>
            </a:endParaRPr>
          </a:p>
        </p:txBody>
      </p:sp>
      <p:sp>
        <p:nvSpPr>
          <p:cNvPr id="35" name="Rectangle 11"/>
          <p:cNvSpPr>
            <a:spLocks noChangeArrowheads="1"/>
          </p:cNvSpPr>
          <p:nvPr/>
        </p:nvSpPr>
        <p:spPr bwMode="auto">
          <a:xfrm>
            <a:off x="1962150" y="4652963"/>
            <a:ext cx="6084888" cy="576263"/>
          </a:xfrm>
          <a:prstGeom prst="rect">
            <a:avLst/>
          </a:prstGeom>
          <a:noFill/>
          <a:ln w="9525">
            <a:noFill/>
            <a:miter lim="800000"/>
          </a:ln>
        </p:spPr>
        <p:txBody>
          <a:bodyPr lIns="92075" tIns="46037" rIns="92075" bIns="46037"/>
          <a:lstStyle/>
          <a:p>
            <a:pPr marL="374650" marR="0" lvl="0" indent="-374650" algn="l" defTabSz="914400" rtl="0" eaLnBrk="1" fontAlgn="base" latinLnBrk="0" hangingPunct="1">
              <a:lnSpc>
                <a:spcPct val="80000"/>
              </a:lnSpc>
              <a:spcBef>
                <a:spcPct val="20000"/>
              </a:spcBef>
              <a:spcAft>
                <a:spcPts val="590"/>
              </a:spcAft>
              <a:buClr>
                <a:srgbClr val="FFCC66"/>
              </a:buClr>
              <a:buSzPct val="80000"/>
              <a:buFontTx/>
              <a:buNone/>
              <a:defRPr/>
            </a:pPr>
            <a:r>
              <a:rPr kumimoji="1" lang="fr-FR" altLang="zh-CN" sz="2400" b="1" i="0" u="none" strike="noStrike" kern="1200" cap="none" spc="0" normalizeH="0" baseline="0" noProof="0">
                <a:ln>
                  <a:noFill/>
                </a:ln>
                <a:solidFill>
                  <a:srgbClr val="CC0000"/>
                </a:solidFill>
                <a:effectLst>
                  <a:outerShdw blurRad="38100" dist="38100" dir="2700000" algn="tl">
                    <a:srgbClr val="C0C0C0"/>
                  </a:outerShdw>
                </a:effectLst>
                <a:uLnTx/>
                <a:uFillTx/>
                <a:latin typeface="Courier New" panose="02070409020205090404" pitchFamily="49" charset="0"/>
                <a:ea typeface="宋体" pitchFamily="2" charset="-122"/>
                <a:cs typeface="+mn-cs"/>
              </a:rPr>
              <a:t>STUDENT</a:t>
            </a:r>
            <a:r>
              <a:rPr kumimoji="0" lang="en-US" altLang="zh-CN" sz="2400" b="1" i="0" u="none" strike="noStrike" kern="1200" cap="none" spc="0" normalizeH="0" baseline="0" noProof="0">
                <a:ln>
                  <a:noFill/>
                </a:ln>
                <a:solidFill>
                  <a:srgbClr val="CC0000"/>
                </a:solidFill>
                <a:effectLst>
                  <a:outerShdw blurRad="38100" dist="38100" dir="2700000" algn="tl">
                    <a:srgbClr val="C0C0C0"/>
                  </a:outerShdw>
                </a:effectLst>
                <a:uLnTx/>
                <a:uFillTx/>
                <a:latin typeface="Arial" panose="020B0604020202090204" pitchFamily="34" charset="0"/>
                <a:ea typeface="宋体" pitchFamily="2" charset="-122"/>
                <a:cs typeface="+mn-cs"/>
              </a:rPr>
              <a:t>    </a:t>
            </a:r>
            <a:r>
              <a:rPr kumimoji="0" lang="en-US" altLang="zh-CN" sz="2400" b="1" i="0" u="none" strike="noStrike" kern="1200" cap="none" spc="0" normalizeH="0" baseline="0" noProof="0">
                <a:ln>
                  <a:noFill/>
                </a:ln>
                <a:solidFill>
                  <a:srgbClr val="CC0000"/>
                </a:solidFill>
                <a:effectLst>
                  <a:outerShdw blurRad="38100" dist="38100" dir="2700000" algn="tl">
                    <a:srgbClr val="C0C0C0"/>
                  </a:outerShdw>
                </a:effectLst>
                <a:uLnTx/>
                <a:uFillTx/>
                <a:latin typeface="Courier New" panose="02070409020205090404" pitchFamily="49" charset="0"/>
                <a:ea typeface="宋体" pitchFamily="2" charset="-122"/>
                <a:cs typeface="+mn-cs"/>
              </a:rPr>
              <a:t>*</a:t>
            </a:r>
            <a:r>
              <a:rPr kumimoji="0" lang="en-US" altLang="zh-CN" sz="2400" b="1" i="0" u="none" strike="noStrike" kern="1200" cap="none" spc="0" normalizeH="0" baseline="0" noProof="0">
                <a:ln>
                  <a:noFill/>
                </a:ln>
                <a:solidFill>
                  <a:srgbClr val="000000"/>
                </a:solidFill>
                <a:effectLst>
                  <a:outerShdw blurRad="38100" dist="38100" dir="2700000" algn="tl">
                    <a:srgbClr val="C0C0C0"/>
                  </a:outerShdw>
                </a:effectLst>
                <a:uLnTx/>
                <a:uFillTx/>
                <a:latin typeface="Courier New" panose="02070409020205090404" pitchFamily="49" charset="0"/>
                <a:ea typeface="宋体" pitchFamily="2" charset="-122"/>
                <a:cs typeface="+mn-cs"/>
              </a:rPr>
              <a:t>pt = &amp;stu[0];</a:t>
            </a:r>
            <a:endParaRPr kumimoji="0" lang="zh-CN" altLang="en-US" sz="2400" b="1" i="0" u="none" strike="noStrike" kern="1200" cap="none" spc="0" normalizeH="0" baseline="0" noProof="0">
              <a:ln>
                <a:noFill/>
              </a:ln>
              <a:solidFill>
                <a:srgbClr val="000000"/>
              </a:solidFill>
              <a:effectLst>
                <a:outerShdw blurRad="38100" dist="38100" dir="2700000" algn="tl">
                  <a:srgbClr val="C0C0C0"/>
                </a:outerShdw>
              </a:effectLst>
              <a:uLnTx/>
              <a:uFillTx/>
              <a:latin typeface="Courier New" panose="02070409020205090404" pitchFamily="49" charset="0"/>
              <a:ea typeface="宋体" pitchFamily="2" charset="-122"/>
              <a:cs typeface="+mn-cs"/>
            </a:endParaRPr>
          </a:p>
        </p:txBody>
      </p:sp>
      <p:sp>
        <p:nvSpPr>
          <p:cNvPr id="36" name="Text Box 2"/>
          <p:cNvSpPr txBox="1"/>
          <p:nvPr/>
        </p:nvSpPr>
        <p:spPr>
          <a:xfrm>
            <a:off x="2038350" y="4197350"/>
            <a:ext cx="950913" cy="366713"/>
          </a:xfrm>
          <a:prstGeom prst="rect">
            <a:avLst/>
          </a:prstGeom>
          <a:noFill/>
          <a:ln w="9525">
            <a:noFill/>
          </a:ln>
        </p:spPr>
        <p:txBody>
          <a:bodyPr wrap="none">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ts val="590"/>
              </a:spcBef>
              <a:spcAft>
                <a:spcPts val="590"/>
              </a:spcAft>
              <a:buClr>
                <a:schemeClr val="accent2"/>
              </a:buClr>
              <a:buSzPct val="80000"/>
              <a:buNone/>
            </a:pPr>
            <a:r>
              <a:rPr lang="zh-CN" altLang="en-US" sz="2000" b="1" dirty="0">
                <a:solidFill>
                  <a:srgbClr val="0033CC"/>
                </a:solidFill>
                <a:latin typeface="黑体" panose="02010609060101010101" pitchFamily="49" charset="-122"/>
              </a:rPr>
              <a:t>等价于</a:t>
            </a:r>
            <a:endParaRPr lang="zh-CN" altLang="en-US" sz="2000" b="1" dirty="0">
              <a:solidFill>
                <a:srgbClr val="0033CC"/>
              </a:solidFill>
              <a:latin typeface="黑体" panose="02010609060101010101" pitchFamily="49" charset="-122"/>
            </a:endParaRPr>
          </a:p>
        </p:txBody>
      </p:sp>
      <p:sp>
        <p:nvSpPr>
          <p:cNvPr id="37" name="Text Box 125"/>
          <p:cNvSpPr txBox="1"/>
          <p:nvPr/>
        </p:nvSpPr>
        <p:spPr>
          <a:xfrm>
            <a:off x="8077200" y="1916113"/>
            <a:ext cx="1403350" cy="376237"/>
          </a:xfrm>
          <a:prstGeom prst="rect">
            <a:avLst/>
          </a:prstGeom>
          <a:noFill/>
          <a:ln w="12700">
            <a:noFill/>
          </a:ln>
        </p:spPr>
        <p:txBody>
          <a:bodyPr>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ct val="50000"/>
              </a:spcBef>
              <a:spcAft>
                <a:spcPts val="590"/>
              </a:spcAft>
              <a:buSzPct val="80000"/>
              <a:buNone/>
            </a:pPr>
            <a:r>
              <a:rPr lang="en-US" altLang="zh-CN" sz="2000" b="1" dirty="0">
                <a:latin typeface="Courier New" panose="02070409020205090404" pitchFamily="49" charset="0"/>
                <a:ea typeface="宋体" pitchFamily="2" charset="-122"/>
              </a:rPr>
              <a:t>pt</a:t>
            </a:r>
            <a:endParaRPr lang="en-US" altLang="zh-CN" sz="2000" b="1" dirty="0">
              <a:latin typeface="Courier New" panose="02070409020205090404" pitchFamily="49" charset="0"/>
              <a:ea typeface="宋体" pitchFamily="2" charset="-122"/>
            </a:endParaRPr>
          </a:p>
        </p:txBody>
      </p:sp>
      <p:sp>
        <p:nvSpPr>
          <p:cNvPr id="114699" name="Text Box 126"/>
          <p:cNvSpPr txBox="1"/>
          <p:nvPr/>
        </p:nvSpPr>
        <p:spPr>
          <a:xfrm>
            <a:off x="9215438" y="1414463"/>
            <a:ext cx="1833562" cy="376237"/>
          </a:xfrm>
          <a:prstGeom prst="rect">
            <a:avLst/>
          </a:prstGeom>
          <a:noFill/>
          <a:ln w="12700">
            <a:noFill/>
          </a:ln>
        </p:spPr>
        <p:txBody>
          <a:bodyPr>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ct val="50000"/>
              </a:spcBef>
              <a:spcAft>
                <a:spcPts val="590"/>
              </a:spcAft>
              <a:buSzPct val="80000"/>
              <a:buNone/>
            </a:pPr>
            <a:r>
              <a:rPr lang="en-US" altLang="zh-CN" sz="2000" b="1" dirty="0">
                <a:latin typeface="Courier New" panose="02070409020205090404" pitchFamily="49" charset="0"/>
                <a:ea typeface="宋体" pitchFamily="2" charset="-122"/>
              </a:rPr>
              <a:t>stu[30]</a:t>
            </a:r>
            <a:endParaRPr lang="en-US" altLang="zh-CN" sz="2000" b="1" dirty="0">
              <a:latin typeface="Courier New" panose="02070409020205090404" pitchFamily="49" charset="0"/>
              <a:ea typeface="宋体" pitchFamily="2" charset="-122"/>
            </a:endParaRPr>
          </a:p>
        </p:txBody>
      </p:sp>
      <p:sp>
        <p:nvSpPr>
          <p:cNvPr id="39" name="Line 127"/>
          <p:cNvSpPr>
            <a:spLocks noChangeShapeType="1"/>
          </p:cNvSpPr>
          <p:nvPr/>
        </p:nvSpPr>
        <p:spPr bwMode="auto">
          <a:xfrm>
            <a:off x="8524875" y="2128838"/>
            <a:ext cx="701675" cy="0"/>
          </a:xfrm>
          <a:prstGeom prst="line">
            <a:avLst/>
          </a:prstGeom>
          <a:noFill/>
          <a:ln w="57150">
            <a:solidFill>
              <a:srgbClr val="000080"/>
            </a:solidFill>
            <a:round/>
            <a:headEnd type="none" w="sm" len="sm"/>
            <a:tailEnd type="triangle" w="sm" len="sm"/>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grpSp>
        <p:nvGrpSpPr>
          <p:cNvPr id="114701" name="Group 57"/>
          <p:cNvGrpSpPr/>
          <p:nvPr/>
        </p:nvGrpSpPr>
        <p:grpSpPr>
          <a:xfrm>
            <a:off x="9226550" y="1846263"/>
            <a:ext cx="1406525" cy="3238500"/>
            <a:chOff x="4821" y="1163"/>
            <a:chExt cx="828" cy="2441"/>
          </a:xfrm>
        </p:grpSpPr>
        <p:grpSp>
          <p:nvGrpSpPr>
            <p:cNvPr id="114704" name="Group 147"/>
            <p:cNvGrpSpPr/>
            <p:nvPr/>
          </p:nvGrpSpPr>
          <p:grpSpPr>
            <a:xfrm>
              <a:off x="4821" y="1163"/>
              <a:ext cx="826" cy="1224"/>
              <a:chOff x="4821" y="981"/>
              <a:chExt cx="826" cy="1224"/>
            </a:xfrm>
          </p:grpSpPr>
          <p:grpSp>
            <p:nvGrpSpPr>
              <p:cNvPr id="114716" name="Group 132"/>
              <p:cNvGrpSpPr/>
              <p:nvPr/>
            </p:nvGrpSpPr>
            <p:grpSpPr>
              <a:xfrm>
                <a:off x="4831" y="996"/>
                <a:ext cx="816" cy="586"/>
                <a:chOff x="4604" y="996"/>
                <a:chExt cx="816" cy="586"/>
              </a:xfrm>
            </p:grpSpPr>
            <p:sp>
              <p:nvSpPr>
                <p:cNvPr id="114724" name="Text Box 133"/>
                <p:cNvSpPr txBox="1"/>
                <p:nvPr/>
              </p:nvSpPr>
              <p:spPr>
                <a:xfrm>
                  <a:off x="4604" y="996"/>
                  <a:ext cx="816" cy="284"/>
                </a:xfrm>
                <a:prstGeom prst="rect">
                  <a:avLst/>
                </a:prstGeom>
                <a:solidFill>
                  <a:schemeClr val="bg2"/>
                </a:solidFill>
                <a:ln w="12700">
                  <a:noFill/>
                </a:ln>
              </p:spPr>
              <p:txBody>
                <a:bodyPr>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ct val="50000"/>
                    </a:spcBef>
                    <a:spcAft>
                      <a:spcPts val="590"/>
                    </a:spcAft>
                    <a:buSzPct val="80000"/>
                    <a:buNone/>
                  </a:pPr>
                  <a:r>
                    <a:rPr lang="en-US" altLang="zh-CN" sz="2000" b="1" dirty="0">
                      <a:latin typeface="Courier New" panose="02070409020205090404" pitchFamily="49" charset="0"/>
                      <a:ea typeface="楷体_GB2312" pitchFamily="49" charset="-122"/>
                    </a:rPr>
                    <a:t>stu[0]</a:t>
                  </a:r>
                  <a:endParaRPr lang="en-US" altLang="zh-CN" sz="2000" b="1" dirty="0">
                    <a:latin typeface="Courier New" panose="02070409020205090404" pitchFamily="49" charset="0"/>
                    <a:ea typeface="楷体_GB2312" pitchFamily="49" charset="-122"/>
                  </a:endParaRPr>
                </a:p>
              </p:txBody>
            </p:sp>
            <p:sp>
              <p:nvSpPr>
                <p:cNvPr id="114725" name="Text Box 134"/>
                <p:cNvSpPr txBox="1"/>
                <p:nvPr/>
              </p:nvSpPr>
              <p:spPr>
                <a:xfrm>
                  <a:off x="4604" y="1298"/>
                  <a:ext cx="816" cy="284"/>
                </a:xfrm>
                <a:prstGeom prst="rect">
                  <a:avLst/>
                </a:prstGeom>
                <a:solidFill>
                  <a:schemeClr val="bg2"/>
                </a:solidFill>
                <a:ln w="12700">
                  <a:noFill/>
                </a:ln>
              </p:spPr>
              <p:txBody>
                <a:bodyPr>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ct val="50000"/>
                    </a:spcBef>
                    <a:spcAft>
                      <a:spcPts val="590"/>
                    </a:spcAft>
                    <a:buSzPct val="80000"/>
                    <a:buNone/>
                  </a:pPr>
                  <a:r>
                    <a:rPr lang="en-US" altLang="zh-CN" sz="2000" b="1" dirty="0">
                      <a:latin typeface="Courier New" panose="02070409020205090404" pitchFamily="49" charset="0"/>
                      <a:ea typeface="楷体_GB2312" pitchFamily="49" charset="-122"/>
                    </a:rPr>
                    <a:t>stu[1]</a:t>
                  </a:r>
                  <a:endParaRPr lang="en-US" altLang="zh-CN" sz="2000" b="1" dirty="0">
                    <a:latin typeface="Courier New" panose="02070409020205090404" pitchFamily="49" charset="0"/>
                    <a:ea typeface="楷体_GB2312" pitchFamily="49" charset="-122"/>
                  </a:endParaRPr>
                </a:p>
              </p:txBody>
            </p:sp>
          </p:grpSp>
          <p:grpSp>
            <p:nvGrpSpPr>
              <p:cNvPr id="114717" name="Group 135"/>
              <p:cNvGrpSpPr/>
              <p:nvPr/>
            </p:nvGrpSpPr>
            <p:grpSpPr>
              <a:xfrm>
                <a:off x="4830" y="1598"/>
                <a:ext cx="816" cy="586"/>
                <a:chOff x="4604" y="996"/>
                <a:chExt cx="816" cy="586"/>
              </a:xfrm>
            </p:grpSpPr>
            <p:sp>
              <p:nvSpPr>
                <p:cNvPr id="114722" name="Text Box 136"/>
                <p:cNvSpPr txBox="1"/>
                <p:nvPr/>
              </p:nvSpPr>
              <p:spPr>
                <a:xfrm>
                  <a:off x="4604" y="996"/>
                  <a:ext cx="816" cy="286"/>
                </a:xfrm>
                <a:prstGeom prst="rect">
                  <a:avLst/>
                </a:prstGeom>
                <a:solidFill>
                  <a:schemeClr val="bg2"/>
                </a:solidFill>
                <a:ln w="12700" cap="flat" cmpd="sng">
                  <a:solidFill>
                    <a:schemeClr val="tx1"/>
                  </a:solidFill>
                  <a:prstDash val="solid"/>
                  <a:miter/>
                  <a:headEnd type="none" w="sm" len="sm"/>
                  <a:tailEnd type="none" w="sm" len="sm"/>
                </a:ln>
              </p:spPr>
              <p:txBody>
                <a:bodyPr>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ct val="50000"/>
                    </a:spcBef>
                    <a:spcAft>
                      <a:spcPts val="590"/>
                    </a:spcAft>
                    <a:buSzPct val="80000"/>
                    <a:buNone/>
                  </a:pPr>
                  <a:r>
                    <a:rPr lang="en-US" altLang="zh-CN" sz="2000" b="1" dirty="0">
                      <a:latin typeface="Courier New" panose="02070409020205090404" pitchFamily="49" charset="0"/>
                      <a:ea typeface="楷体_GB2312" pitchFamily="49" charset="-122"/>
                    </a:rPr>
                    <a:t>stu[2]</a:t>
                  </a:r>
                  <a:endParaRPr lang="en-US" altLang="zh-CN" sz="2000" b="1" dirty="0">
                    <a:latin typeface="Courier New" panose="02070409020205090404" pitchFamily="49" charset="0"/>
                    <a:ea typeface="楷体_GB2312" pitchFamily="49" charset="-122"/>
                  </a:endParaRPr>
                </a:p>
              </p:txBody>
            </p:sp>
            <p:sp>
              <p:nvSpPr>
                <p:cNvPr id="114723" name="Text Box 137"/>
                <p:cNvSpPr txBox="1"/>
                <p:nvPr/>
              </p:nvSpPr>
              <p:spPr>
                <a:xfrm>
                  <a:off x="4604" y="1298"/>
                  <a:ext cx="816" cy="284"/>
                </a:xfrm>
                <a:prstGeom prst="rect">
                  <a:avLst/>
                </a:prstGeom>
                <a:solidFill>
                  <a:schemeClr val="bg2"/>
                </a:solidFill>
                <a:ln w="12700">
                  <a:noFill/>
                </a:ln>
              </p:spPr>
              <p:txBody>
                <a:bodyPr>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ct val="50000"/>
                    </a:spcBef>
                    <a:spcAft>
                      <a:spcPts val="590"/>
                    </a:spcAft>
                    <a:buSzPct val="80000"/>
                    <a:buNone/>
                  </a:pPr>
                  <a:r>
                    <a:rPr lang="en-US" altLang="zh-CN" sz="2000" b="1" dirty="0">
                      <a:latin typeface="Courier New" panose="02070409020205090404" pitchFamily="49" charset="0"/>
                      <a:ea typeface="楷体_GB2312" pitchFamily="49" charset="-122"/>
                    </a:rPr>
                    <a:t>stu[3]</a:t>
                  </a:r>
                  <a:endParaRPr lang="en-US" altLang="zh-CN" sz="2000" b="1" dirty="0">
                    <a:latin typeface="Courier New" panose="02070409020205090404" pitchFamily="49" charset="0"/>
                    <a:ea typeface="宋体" pitchFamily="2" charset="-122"/>
                  </a:endParaRPr>
                </a:p>
              </p:txBody>
            </p:sp>
          </p:grpSp>
          <p:sp>
            <p:nvSpPr>
              <p:cNvPr id="55" name="Rectangle 142"/>
              <p:cNvSpPr>
                <a:spLocks noChangeArrowheads="1"/>
              </p:cNvSpPr>
              <p:nvPr/>
            </p:nvSpPr>
            <p:spPr bwMode="auto">
              <a:xfrm>
                <a:off x="4830" y="981"/>
                <a:ext cx="817" cy="1224"/>
              </a:xfrm>
              <a:prstGeom prst="rect">
                <a:avLst/>
              </a:prstGeom>
              <a:noFill/>
              <a:ln w="25400">
                <a:solidFill>
                  <a:srgbClr val="3333CC"/>
                </a:solidFill>
                <a:miter lim="800000"/>
                <a:headEnd type="none" w="sm" len="sm"/>
                <a:tailEnd type="none" w="sm" len="sm"/>
              </a:ln>
              <a:effectLst/>
            </p:spPr>
            <p:txBody>
              <a:bodyPr wrap="none" anchor="ct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56" name="Line 143"/>
              <p:cNvSpPr>
                <a:spLocks noChangeShapeType="1"/>
              </p:cNvSpPr>
              <p:nvPr/>
            </p:nvSpPr>
            <p:spPr bwMode="auto">
              <a:xfrm>
                <a:off x="4821" y="1298"/>
                <a:ext cx="817" cy="0"/>
              </a:xfrm>
              <a:prstGeom prst="line">
                <a:avLst/>
              </a:prstGeom>
              <a:noFill/>
              <a:ln w="25400">
                <a:solidFill>
                  <a:srgbClr val="3333CC"/>
                </a:solidFill>
                <a:round/>
                <a:headEnd type="none" w="sm" len="sm"/>
                <a:tailEnd type="none" w="sm" len="sm"/>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57" name="Line 144"/>
              <p:cNvSpPr>
                <a:spLocks noChangeShapeType="1"/>
              </p:cNvSpPr>
              <p:nvPr/>
            </p:nvSpPr>
            <p:spPr bwMode="auto">
              <a:xfrm>
                <a:off x="4830" y="1588"/>
                <a:ext cx="817" cy="0"/>
              </a:xfrm>
              <a:prstGeom prst="line">
                <a:avLst/>
              </a:prstGeom>
              <a:noFill/>
              <a:ln w="25400">
                <a:solidFill>
                  <a:srgbClr val="3333CC"/>
                </a:solidFill>
                <a:round/>
                <a:headEnd type="none" w="sm" len="sm"/>
                <a:tailEnd type="none" w="sm" len="sm"/>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58" name="Line 146"/>
              <p:cNvSpPr>
                <a:spLocks noChangeShapeType="1"/>
              </p:cNvSpPr>
              <p:nvPr/>
            </p:nvSpPr>
            <p:spPr bwMode="auto">
              <a:xfrm>
                <a:off x="4821" y="1888"/>
                <a:ext cx="817" cy="0"/>
              </a:xfrm>
              <a:prstGeom prst="line">
                <a:avLst/>
              </a:prstGeom>
              <a:noFill/>
              <a:ln w="25400">
                <a:solidFill>
                  <a:srgbClr val="3333CC"/>
                </a:solidFill>
                <a:round/>
                <a:headEnd type="none" w="sm" len="sm"/>
                <a:tailEnd type="none" w="sm" len="sm"/>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grpSp>
        <p:grpSp>
          <p:nvGrpSpPr>
            <p:cNvPr id="114705" name="Group 147"/>
            <p:cNvGrpSpPr/>
            <p:nvPr/>
          </p:nvGrpSpPr>
          <p:grpSpPr>
            <a:xfrm>
              <a:off x="4823" y="2380"/>
              <a:ext cx="826" cy="1224"/>
              <a:chOff x="4821" y="981"/>
              <a:chExt cx="826" cy="1224"/>
            </a:xfrm>
          </p:grpSpPr>
          <p:grpSp>
            <p:nvGrpSpPr>
              <p:cNvPr id="114706" name="Group 132"/>
              <p:cNvGrpSpPr/>
              <p:nvPr/>
            </p:nvGrpSpPr>
            <p:grpSpPr>
              <a:xfrm>
                <a:off x="4831" y="996"/>
                <a:ext cx="816" cy="586"/>
                <a:chOff x="4604" y="996"/>
                <a:chExt cx="816" cy="586"/>
              </a:xfrm>
            </p:grpSpPr>
            <p:sp>
              <p:nvSpPr>
                <p:cNvPr id="114714" name="Text Box 133"/>
                <p:cNvSpPr txBox="1"/>
                <p:nvPr/>
              </p:nvSpPr>
              <p:spPr>
                <a:xfrm>
                  <a:off x="4604" y="996"/>
                  <a:ext cx="816" cy="284"/>
                </a:xfrm>
                <a:prstGeom prst="rect">
                  <a:avLst/>
                </a:prstGeom>
                <a:solidFill>
                  <a:schemeClr val="bg2"/>
                </a:solidFill>
                <a:ln w="12700">
                  <a:noFill/>
                </a:ln>
              </p:spPr>
              <p:txBody>
                <a:bodyPr>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ct val="50000"/>
                    </a:spcBef>
                    <a:spcAft>
                      <a:spcPts val="590"/>
                    </a:spcAft>
                    <a:buSzPct val="80000"/>
                    <a:buNone/>
                  </a:pPr>
                  <a:r>
                    <a:rPr lang="en-US" altLang="zh-CN" sz="2000" b="1" dirty="0">
                      <a:latin typeface="Courier New" panose="02070409020205090404" pitchFamily="49" charset="0"/>
                      <a:ea typeface="楷体_GB2312" pitchFamily="49" charset="-122"/>
                    </a:rPr>
                    <a:t>stu[4]</a:t>
                  </a:r>
                  <a:endParaRPr lang="en-US" altLang="zh-CN" sz="2000" b="1" dirty="0">
                    <a:latin typeface="Courier New" panose="02070409020205090404" pitchFamily="49" charset="0"/>
                    <a:ea typeface="楷体_GB2312" pitchFamily="49" charset="-122"/>
                  </a:endParaRPr>
                </a:p>
              </p:txBody>
            </p:sp>
            <p:sp>
              <p:nvSpPr>
                <p:cNvPr id="114715" name="Text Box 134"/>
                <p:cNvSpPr txBox="1"/>
                <p:nvPr/>
              </p:nvSpPr>
              <p:spPr>
                <a:xfrm>
                  <a:off x="4604" y="1298"/>
                  <a:ext cx="816" cy="284"/>
                </a:xfrm>
                <a:prstGeom prst="rect">
                  <a:avLst/>
                </a:prstGeom>
                <a:solidFill>
                  <a:schemeClr val="bg2"/>
                </a:solidFill>
                <a:ln w="12700">
                  <a:noFill/>
                </a:ln>
              </p:spPr>
              <p:txBody>
                <a:bodyPr>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ct val="50000"/>
                    </a:spcBef>
                    <a:spcAft>
                      <a:spcPts val="590"/>
                    </a:spcAft>
                    <a:buSzPct val="80000"/>
                    <a:buNone/>
                  </a:pPr>
                  <a:r>
                    <a:rPr lang="en-US" altLang="zh-CN" sz="2000" b="1" dirty="0">
                      <a:latin typeface="Courier New" panose="02070409020205090404" pitchFamily="49" charset="0"/>
                      <a:ea typeface="楷体_GB2312" pitchFamily="49" charset="-122"/>
                    </a:rPr>
                    <a:t>stu[5]</a:t>
                  </a:r>
                  <a:endParaRPr lang="en-US" altLang="zh-CN" sz="2000" b="1" dirty="0">
                    <a:latin typeface="Courier New" panose="02070409020205090404" pitchFamily="49" charset="0"/>
                    <a:ea typeface="楷体_GB2312" pitchFamily="49" charset="-122"/>
                  </a:endParaRPr>
                </a:p>
              </p:txBody>
            </p:sp>
          </p:grpSp>
          <p:grpSp>
            <p:nvGrpSpPr>
              <p:cNvPr id="114707" name="Group 135"/>
              <p:cNvGrpSpPr/>
              <p:nvPr/>
            </p:nvGrpSpPr>
            <p:grpSpPr>
              <a:xfrm>
                <a:off x="4830" y="1598"/>
                <a:ext cx="816" cy="586"/>
                <a:chOff x="4604" y="996"/>
                <a:chExt cx="816" cy="586"/>
              </a:xfrm>
            </p:grpSpPr>
            <p:sp>
              <p:nvSpPr>
                <p:cNvPr id="114712" name="Text Box 136"/>
                <p:cNvSpPr txBox="1"/>
                <p:nvPr/>
              </p:nvSpPr>
              <p:spPr>
                <a:xfrm>
                  <a:off x="4604" y="996"/>
                  <a:ext cx="816" cy="286"/>
                </a:xfrm>
                <a:prstGeom prst="rect">
                  <a:avLst/>
                </a:prstGeom>
                <a:solidFill>
                  <a:schemeClr val="bg2"/>
                </a:solidFill>
                <a:ln w="12700" cap="flat" cmpd="sng">
                  <a:solidFill>
                    <a:schemeClr val="tx1"/>
                  </a:solidFill>
                  <a:prstDash val="solid"/>
                  <a:miter/>
                  <a:headEnd type="none" w="sm" len="sm"/>
                  <a:tailEnd type="none" w="sm" len="sm"/>
                </a:ln>
              </p:spPr>
              <p:txBody>
                <a:bodyPr>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ct val="50000"/>
                    </a:spcBef>
                    <a:spcAft>
                      <a:spcPts val="590"/>
                    </a:spcAft>
                    <a:buSzPct val="80000"/>
                    <a:buNone/>
                  </a:pPr>
                  <a:r>
                    <a:rPr lang="en-US" altLang="zh-CN" sz="2000" b="1" dirty="0">
                      <a:latin typeface="Courier New" panose="02070409020205090404" pitchFamily="49" charset="0"/>
                      <a:ea typeface="楷体_GB2312" pitchFamily="49" charset="-122"/>
                    </a:rPr>
                    <a:t>......</a:t>
                  </a:r>
                  <a:endParaRPr lang="zh-CN" altLang="en-US" sz="2000" b="1" dirty="0">
                    <a:latin typeface="Courier New" panose="02070409020205090404" pitchFamily="49" charset="0"/>
                    <a:ea typeface="楷体_GB2312" pitchFamily="49" charset="-122"/>
                  </a:endParaRPr>
                </a:p>
              </p:txBody>
            </p:sp>
            <p:sp>
              <p:nvSpPr>
                <p:cNvPr id="114713" name="Text Box 137"/>
                <p:cNvSpPr txBox="1"/>
                <p:nvPr/>
              </p:nvSpPr>
              <p:spPr>
                <a:xfrm>
                  <a:off x="4604" y="1298"/>
                  <a:ext cx="816" cy="284"/>
                </a:xfrm>
                <a:prstGeom prst="rect">
                  <a:avLst/>
                </a:prstGeom>
                <a:solidFill>
                  <a:schemeClr val="bg2"/>
                </a:solidFill>
                <a:ln w="12700">
                  <a:noFill/>
                </a:ln>
              </p:spPr>
              <p:txBody>
                <a:bodyPr>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ct val="50000"/>
                    </a:spcBef>
                    <a:spcAft>
                      <a:spcPts val="590"/>
                    </a:spcAft>
                    <a:buSzPct val="80000"/>
                    <a:buNone/>
                  </a:pPr>
                  <a:r>
                    <a:rPr lang="en-US" altLang="zh-CN" sz="2000" b="1" dirty="0">
                      <a:latin typeface="Courier New" panose="02070409020205090404" pitchFamily="49" charset="0"/>
                      <a:ea typeface="楷体_GB2312" pitchFamily="49" charset="-122"/>
                    </a:rPr>
                    <a:t>stu[29]</a:t>
                  </a:r>
                  <a:endParaRPr lang="en-US" altLang="zh-CN" sz="2000" b="1" dirty="0">
                    <a:latin typeface="Courier New" panose="02070409020205090404" pitchFamily="49" charset="0"/>
                    <a:ea typeface="宋体" pitchFamily="2" charset="-122"/>
                  </a:endParaRPr>
                </a:p>
              </p:txBody>
            </p:sp>
          </p:grpSp>
          <p:sp>
            <p:nvSpPr>
              <p:cNvPr id="45" name="Rectangle 142"/>
              <p:cNvSpPr>
                <a:spLocks noChangeArrowheads="1"/>
              </p:cNvSpPr>
              <p:nvPr/>
            </p:nvSpPr>
            <p:spPr bwMode="auto">
              <a:xfrm>
                <a:off x="4830" y="981"/>
                <a:ext cx="817" cy="1224"/>
              </a:xfrm>
              <a:prstGeom prst="rect">
                <a:avLst/>
              </a:prstGeom>
              <a:noFill/>
              <a:ln w="25400">
                <a:solidFill>
                  <a:srgbClr val="3333CC"/>
                </a:solidFill>
                <a:miter lim="800000"/>
                <a:headEnd type="none" w="sm" len="sm"/>
                <a:tailEnd type="none" w="sm" len="sm"/>
              </a:ln>
              <a:effectLst/>
            </p:spPr>
            <p:txBody>
              <a:bodyPr wrap="none" anchor="ct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46" name="Line 143"/>
              <p:cNvSpPr>
                <a:spLocks noChangeShapeType="1"/>
              </p:cNvSpPr>
              <p:nvPr/>
            </p:nvSpPr>
            <p:spPr bwMode="auto">
              <a:xfrm>
                <a:off x="4821" y="1298"/>
                <a:ext cx="817" cy="0"/>
              </a:xfrm>
              <a:prstGeom prst="line">
                <a:avLst/>
              </a:prstGeom>
              <a:noFill/>
              <a:ln w="25400">
                <a:solidFill>
                  <a:srgbClr val="3333CC"/>
                </a:solidFill>
                <a:round/>
                <a:headEnd type="none" w="sm" len="sm"/>
                <a:tailEnd type="none" w="sm" len="sm"/>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47" name="Line 144"/>
              <p:cNvSpPr>
                <a:spLocks noChangeShapeType="1"/>
              </p:cNvSpPr>
              <p:nvPr/>
            </p:nvSpPr>
            <p:spPr bwMode="auto">
              <a:xfrm>
                <a:off x="4830" y="1588"/>
                <a:ext cx="817" cy="0"/>
              </a:xfrm>
              <a:prstGeom prst="line">
                <a:avLst/>
              </a:prstGeom>
              <a:noFill/>
              <a:ln w="25400">
                <a:solidFill>
                  <a:srgbClr val="3333CC"/>
                </a:solidFill>
                <a:round/>
                <a:headEnd type="none" w="sm" len="sm"/>
                <a:tailEnd type="none" w="sm" len="sm"/>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48" name="Line 146"/>
              <p:cNvSpPr>
                <a:spLocks noChangeShapeType="1"/>
              </p:cNvSpPr>
              <p:nvPr/>
            </p:nvSpPr>
            <p:spPr bwMode="auto">
              <a:xfrm>
                <a:off x="4821" y="1888"/>
                <a:ext cx="817" cy="0"/>
              </a:xfrm>
              <a:prstGeom prst="line">
                <a:avLst/>
              </a:prstGeom>
              <a:noFill/>
              <a:ln w="25400">
                <a:solidFill>
                  <a:srgbClr val="3333CC"/>
                </a:solidFill>
                <a:round/>
                <a:headEnd type="none" w="sm" len="sm"/>
                <a:tailEnd type="none" w="sm" len="sm"/>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grpSp>
      </p:grpSp>
      <p:sp>
        <p:nvSpPr>
          <p:cNvPr id="114702" name="Rectangle 2"/>
          <p:cNvSpPr/>
          <p:nvPr/>
        </p:nvSpPr>
        <p:spPr>
          <a:xfrm>
            <a:off x="1881188" y="333375"/>
            <a:ext cx="8447087" cy="839788"/>
          </a:xfrm>
          <a:prstGeom prst="rect">
            <a:avLst/>
          </a:prstGeom>
          <a:noFill/>
          <a:ln w="9525">
            <a:noFill/>
          </a:ln>
        </p:spPr>
        <p:txBody>
          <a:bodyPr anchor="ctr" anchorCtr="0"/>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algn="ctr" eaLnBrk="1" hangingPunct="1">
              <a:lnSpc>
                <a:spcPct val="100000"/>
              </a:lnSpc>
              <a:spcBef>
                <a:spcPct val="0"/>
              </a:spcBef>
              <a:buClrTx/>
              <a:buSzTx/>
              <a:buFontTx/>
              <a:buNone/>
            </a:pPr>
            <a:r>
              <a:rPr lang="en-US" altLang="zh-CN" sz="4000" dirty="0"/>
              <a:t>3.4.5 </a:t>
            </a:r>
            <a:r>
              <a:rPr lang="zh-CN" altLang="en-US" sz="4000" dirty="0"/>
              <a:t>结构体指针的定义和初始化</a:t>
            </a:r>
            <a:endParaRPr lang="en-US" altLang="zh-CN" sz="4000" dirty="0">
              <a:latin typeface="黑体" panose="02010609060101010101" pitchFamily="49" charset="-122"/>
            </a:endParaRPr>
          </a:p>
        </p:txBody>
      </p:sp>
      <p:pic>
        <p:nvPicPr>
          <p:cNvPr id="114703" name="Picture 12" descr="想问题的3D小人图片素材"/>
          <p:cNvPicPr>
            <a:picLocks noChangeAspect="1"/>
          </p:cNvPicPr>
          <p:nvPr/>
        </p:nvPicPr>
        <p:blipFill>
          <a:blip r:embed="rId3">
            <a:clrChange>
              <a:clrFrom>
                <a:srgbClr val="FFFFFF"/>
              </a:clrFrom>
              <a:clrTo>
                <a:srgbClr val="FFFFFF">
                  <a:alpha val="0"/>
                </a:srgbClr>
              </a:clrTo>
            </a:clrChange>
          </a:blip>
          <a:stretch>
            <a:fillRect/>
          </a:stretch>
        </p:blipFill>
        <p:spPr>
          <a:xfrm>
            <a:off x="1733550" y="5084763"/>
            <a:ext cx="1498600" cy="1384300"/>
          </a:xfrm>
          <a:prstGeom prst="rect">
            <a:avLst/>
          </a:prstGeom>
          <a:noFill/>
          <a:ln w="9525">
            <a:no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withEffect">
                                  <p:stCondLst>
                                    <p:cond delay="0"/>
                                  </p:stCondLst>
                                  <p:childTnLst>
                                    <p:set>
                                      <p:cBhvr>
                                        <p:cTn id="6" dur="1" fill="hold">
                                          <p:stCondLst>
                                            <p:cond delay="0"/>
                                          </p:stCondLst>
                                        </p:cTn>
                                        <p:tgtEl>
                                          <p:spTgt spid="29">
                                            <p:txEl>
                                              <p:pRg st="0" end="0"/>
                                            </p:txEl>
                                          </p:spTgt>
                                        </p:tgtEl>
                                        <p:attrNameLst>
                                          <p:attrName>style.visibility</p:attrName>
                                        </p:attrNameLst>
                                      </p:cBhvr>
                                      <p:to>
                                        <p:strVal val="visible"/>
                                      </p:to>
                                    </p:set>
                                    <p:anim calcmode="lin" valueType="num">
                                      <p:cBhvr>
                                        <p:cTn id="7" dur="500" fill="hold"/>
                                        <p:tgtEl>
                                          <p:spTgt spid="29">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29">
                                            <p:txEl>
                                              <p:pRg st="0" end="0"/>
                                            </p:txEl>
                                          </p:spTgt>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2" presetClass="entr" presetSubtype="8" fill="hold" grpId="0" nodeType="clickEffect">
                                  <p:stCondLst>
                                    <p:cond delay="0"/>
                                  </p:stCondLst>
                                  <p:childTnLst>
                                    <p:set>
                                      <p:cBhvr>
                                        <p:cTn id="12" dur="1" fill="hold">
                                          <p:stCondLst>
                                            <p:cond delay="0"/>
                                          </p:stCondLst>
                                        </p:cTn>
                                        <p:tgtEl>
                                          <p:spTgt spid="37"/>
                                        </p:tgtEl>
                                        <p:attrNameLst>
                                          <p:attrName>style.visibility</p:attrName>
                                        </p:attrNameLst>
                                      </p:cBhvr>
                                      <p:to>
                                        <p:strVal val="visible"/>
                                      </p:to>
                                    </p:set>
                                    <p:animEffect transition="in" filter="slide(fromLeft)">
                                      <p:cBhvr>
                                        <p:cTn id="13" dur="500"/>
                                        <p:tgtEl>
                                          <p:spTgt spid="37"/>
                                        </p:tgtEl>
                                      </p:cBhvr>
                                    </p:animEffect>
                                  </p:childTnLst>
                                </p:cTn>
                              </p:par>
                            </p:childTnLst>
                          </p:cTn>
                        </p:par>
                        <p:par>
                          <p:cTn id="14" fill="hold">
                            <p:stCondLst>
                              <p:cond delay="500"/>
                            </p:stCondLst>
                            <p:childTnLst>
                              <p:par>
                                <p:cTn id="15" presetID="12" presetClass="entr" presetSubtype="8" fill="hold" nodeType="afterEffect">
                                  <p:stCondLst>
                                    <p:cond delay="0"/>
                                  </p:stCondLst>
                                  <p:childTnLst>
                                    <p:set>
                                      <p:cBhvr>
                                        <p:cTn id="16" dur="1" fill="hold">
                                          <p:stCondLst>
                                            <p:cond delay="0"/>
                                          </p:stCondLst>
                                        </p:cTn>
                                        <p:tgtEl>
                                          <p:spTgt spid="39"/>
                                        </p:tgtEl>
                                        <p:attrNameLst>
                                          <p:attrName>style.visibility</p:attrName>
                                        </p:attrNameLst>
                                      </p:cBhvr>
                                      <p:to>
                                        <p:strVal val="visible"/>
                                      </p:to>
                                    </p:set>
                                    <p:animEffect transition="in" filter="slide(fromLeft)">
                                      <p:cBhvr>
                                        <p:cTn id="17" dur="500"/>
                                        <p:tgtEl>
                                          <p:spTgt spid="39"/>
                                        </p:tgtEl>
                                      </p:cBhvr>
                                    </p:animEffect>
                                  </p:childTnLst>
                                </p:cTn>
                              </p:par>
                            </p:childTnLst>
                          </p:cTn>
                        </p:par>
                      </p:childTnLst>
                    </p:cTn>
                  </p:par>
                  <p:par>
                    <p:cTn id="18" fill="hold">
                      <p:stCondLst>
                        <p:cond delay="indefinite"/>
                      </p:stCondLst>
                      <p:childTnLst>
                        <p:par>
                          <p:cTn id="19" fill="hold">
                            <p:stCondLst>
                              <p:cond delay="0"/>
                            </p:stCondLst>
                            <p:childTnLst>
                              <p:par>
                                <p:cTn id="20" presetID="53" presetClass="entr" presetSubtype="16" fill="hold" nodeType="clickEffect">
                                  <p:stCondLst>
                                    <p:cond delay="0"/>
                                  </p:stCondLst>
                                  <p:childTnLst>
                                    <p:set>
                                      <p:cBhvr>
                                        <p:cTn id="21" dur="1" fill="hold">
                                          <p:stCondLst>
                                            <p:cond delay="0"/>
                                          </p:stCondLst>
                                        </p:cTn>
                                        <p:tgtEl>
                                          <p:spTgt spid="28">
                                            <p:txEl>
                                              <p:pRg st="0" end="0"/>
                                            </p:txEl>
                                          </p:spTgt>
                                        </p:tgtEl>
                                        <p:attrNameLst>
                                          <p:attrName>style.visibility</p:attrName>
                                        </p:attrNameLst>
                                      </p:cBhvr>
                                      <p:to>
                                        <p:strVal val="visible"/>
                                      </p:to>
                                    </p:set>
                                    <p:anim calcmode="lin" valueType="num">
                                      <p:cBhvr>
                                        <p:cTn id="22" dur="500" fill="hold"/>
                                        <p:tgtEl>
                                          <p:spTgt spid="28">
                                            <p:txEl>
                                              <p:pRg st="0" end="0"/>
                                            </p:txEl>
                                          </p:spTgt>
                                        </p:tgtEl>
                                        <p:attrNameLst>
                                          <p:attrName>ppt_w</p:attrName>
                                        </p:attrNameLst>
                                      </p:cBhvr>
                                      <p:tavLst>
                                        <p:tav tm="0">
                                          <p:val>
                                            <p:fltVal val="0"/>
                                          </p:val>
                                        </p:tav>
                                        <p:tav tm="100000">
                                          <p:val>
                                            <p:strVal val="#ppt_w"/>
                                          </p:val>
                                        </p:tav>
                                      </p:tavLst>
                                    </p:anim>
                                    <p:anim calcmode="lin" valueType="num">
                                      <p:cBhvr>
                                        <p:cTn id="23" dur="500" fill="hold"/>
                                        <p:tgtEl>
                                          <p:spTgt spid="28">
                                            <p:txEl>
                                              <p:pRg st="0" end="0"/>
                                            </p:txEl>
                                          </p:spTgt>
                                        </p:tgtEl>
                                        <p:attrNameLst>
                                          <p:attrName>ppt_h</p:attrName>
                                        </p:attrNameLst>
                                      </p:cBhvr>
                                      <p:tavLst>
                                        <p:tav tm="0">
                                          <p:val>
                                            <p:fltVal val="0"/>
                                          </p:val>
                                        </p:tav>
                                        <p:tav tm="100000">
                                          <p:val>
                                            <p:strVal val="#ppt_h"/>
                                          </p:val>
                                        </p:tav>
                                      </p:tavLst>
                                    </p:anim>
                                    <p:animEffect transition="in" filter="fade">
                                      <p:cBhvr>
                                        <p:cTn id="24" dur="500"/>
                                        <p:tgtEl>
                                          <p:spTgt spid="28">
                                            <p:txEl>
                                              <p:pRg st="0" end="0"/>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nodeType="clickEffect">
                                  <p:stCondLst>
                                    <p:cond delay="0"/>
                                  </p:stCondLst>
                                  <p:childTnLst>
                                    <p:set>
                                      <p:cBhvr>
                                        <p:cTn id="28" dur="1" fill="hold">
                                          <p:stCondLst>
                                            <p:cond delay="0"/>
                                          </p:stCondLst>
                                        </p:cTn>
                                        <p:tgtEl>
                                          <p:spTgt spid="28">
                                            <p:txEl>
                                              <p:pRg st="1" end="1"/>
                                            </p:txEl>
                                          </p:spTgt>
                                        </p:tgtEl>
                                        <p:attrNameLst>
                                          <p:attrName>style.visibility</p:attrName>
                                        </p:attrNameLst>
                                      </p:cBhvr>
                                      <p:to>
                                        <p:strVal val="visible"/>
                                      </p:to>
                                    </p:set>
                                    <p:animEffect transition="in" filter="wipe(left)">
                                      <p:cBhvr>
                                        <p:cTn id="29" dur="500"/>
                                        <p:tgtEl>
                                          <p:spTgt spid="28">
                                            <p:txEl>
                                              <p:pRg st="1" end="1"/>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nodeType="clickEffect">
                                  <p:stCondLst>
                                    <p:cond delay="0"/>
                                  </p:stCondLst>
                                  <p:childTnLst>
                                    <p:set>
                                      <p:cBhvr>
                                        <p:cTn id="33" dur="1" fill="hold">
                                          <p:stCondLst>
                                            <p:cond delay="0"/>
                                          </p:stCondLst>
                                        </p:cTn>
                                        <p:tgtEl>
                                          <p:spTgt spid="28">
                                            <p:txEl>
                                              <p:pRg st="2" end="2"/>
                                            </p:txEl>
                                          </p:spTgt>
                                        </p:tgtEl>
                                        <p:attrNameLst>
                                          <p:attrName>style.visibility</p:attrName>
                                        </p:attrNameLst>
                                      </p:cBhvr>
                                      <p:to>
                                        <p:strVal val="visible"/>
                                      </p:to>
                                    </p:set>
                                    <p:animEffect transition="in" filter="wipe(left)">
                                      <p:cBhvr>
                                        <p:cTn id="34" dur="500"/>
                                        <p:tgtEl>
                                          <p:spTgt spid="28">
                                            <p:txEl>
                                              <p:pRg st="2" end="2"/>
                                            </p:txEl>
                                          </p:spTgt>
                                        </p:tgtEl>
                                      </p:cBhvr>
                                    </p:animEffect>
                                  </p:childTnLst>
                                </p:cTn>
                              </p:par>
                            </p:childTnLst>
                          </p:cTn>
                        </p:par>
                        <p:par>
                          <p:cTn id="35" fill="hold">
                            <p:stCondLst>
                              <p:cond delay="500"/>
                            </p:stCondLst>
                            <p:childTnLst>
                              <p:par>
                                <p:cTn id="36" presetID="22" presetClass="entr" presetSubtype="8" fill="hold" nodeType="afterEffect">
                                  <p:stCondLst>
                                    <p:cond delay="0"/>
                                  </p:stCondLst>
                                  <p:childTnLst>
                                    <p:set>
                                      <p:cBhvr>
                                        <p:cTn id="37" dur="1" fill="hold">
                                          <p:stCondLst>
                                            <p:cond delay="0"/>
                                          </p:stCondLst>
                                        </p:cTn>
                                        <p:tgtEl>
                                          <p:spTgt spid="28">
                                            <p:txEl>
                                              <p:pRg st="3" end="3"/>
                                            </p:txEl>
                                          </p:spTgt>
                                        </p:tgtEl>
                                        <p:attrNameLst>
                                          <p:attrName>style.visibility</p:attrName>
                                        </p:attrNameLst>
                                      </p:cBhvr>
                                      <p:to>
                                        <p:strVal val="visible"/>
                                      </p:to>
                                    </p:set>
                                    <p:animEffect transition="in" filter="wipe(left)">
                                      <p:cBhvr>
                                        <p:cTn id="38" dur="500"/>
                                        <p:tgtEl>
                                          <p:spTgt spid="28">
                                            <p:txEl>
                                              <p:pRg st="3" end="3"/>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4" presetClass="entr" presetSubtype="32" fill="hold" grpId="0" nodeType="clickEffect">
                                  <p:stCondLst>
                                    <p:cond delay="0"/>
                                  </p:stCondLst>
                                  <p:childTnLst>
                                    <p:set>
                                      <p:cBhvr>
                                        <p:cTn id="42" dur="1" fill="hold">
                                          <p:stCondLst>
                                            <p:cond delay="0"/>
                                          </p:stCondLst>
                                        </p:cTn>
                                        <p:tgtEl>
                                          <p:spTgt spid="34"/>
                                        </p:tgtEl>
                                        <p:attrNameLst>
                                          <p:attrName>style.visibility</p:attrName>
                                        </p:attrNameLst>
                                      </p:cBhvr>
                                      <p:to>
                                        <p:strVal val="visible"/>
                                      </p:to>
                                    </p:set>
                                    <p:animEffect transition="in" filter="box(out)">
                                      <p:cBhvr>
                                        <p:cTn id="43" dur="500"/>
                                        <p:tgtEl>
                                          <p:spTgt spid="34"/>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nodeType="clickEffect">
                                  <p:stCondLst>
                                    <p:cond delay="0"/>
                                  </p:stCondLst>
                                  <p:childTnLst>
                                    <p:set>
                                      <p:cBhvr>
                                        <p:cTn id="47" dur="1" fill="hold">
                                          <p:stCondLst>
                                            <p:cond delay="0"/>
                                          </p:stCondLst>
                                        </p:cTn>
                                        <p:tgtEl>
                                          <p:spTgt spid="33">
                                            <p:txEl>
                                              <p:pRg st="0" end="0"/>
                                            </p:txEl>
                                          </p:spTgt>
                                        </p:tgtEl>
                                        <p:attrNameLst>
                                          <p:attrName>style.visibility</p:attrName>
                                        </p:attrNameLst>
                                      </p:cBhvr>
                                      <p:to>
                                        <p:strVal val="visible"/>
                                      </p:to>
                                    </p:set>
                                    <p:animEffect transition="in" filter="wipe(left)">
                                      <p:cBhvr>
                                        <p:cTn id="48" dur="500"/>
                                        <p:tgtEl>
                                          <p:spTgt spid="33">
                                            <p:txEl>
                                              <p:pRg st="0" end="0"/>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4" presetClass="entr" presetSubtype="32" fill="hold" grpId="0" nodeType="clickEffect">
                                  <p:stCondLst>
                                    <p:cond delay="0"/>
                                  </p:stCondLst>
                                  <p:childTnLst>
                                    <p:set>
                                      <p:cBhvr>
                                        <p:cTn id="52" dur="1" fill="hold">
                                          <p:stCondLst>
                                            <p:cond delay="0"/>
                                          </p:stCondLst>
                                        </p:cTn>
                                        <p:tgtEl>
                                          <p:spTgt spid="36"/>
                                        </p:tgtEl>
                                        <p:attrNameLst>
                                          <p:attrName>style.visibility</p:attrName>
                                        </p:attrNameLst>
                                      </p:cBhvr>
                                      <p:to>
                                        <p:strVal val="visible"/>
                                      </p:to>
                                    </p:set>
                                    <p:animEffect transition="in" filter="box(out)">
                                      <p:cBhvr>
                                        <p:cTn id="53" dur="500"/>
                                        <p:tgtEl>
                                          <p:spTgt spid="36"/>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8" fill="hold" nodeType="clickEffect">
                                  <p:stCondLst>
                                    <p:cond delay="0"/>
                                  </p:stCondLst>
                                  <p:childTnLst>
                                    <p:set>
                                      <p:cBhvr>
                                        <p:cTn id="57" dur="1" fill="hold">
                                          <p:stCondLst>
                                            <p:cond delay="0"/>
                                          </p:stCondLst>
                                        </p:cTn>
                                        <p:tgtEl>
                                          <p:spTgt spid="35">
                                            <p:txEl>
                                              <p:pRg st="0" end="0"/>
                                            </p:txEl>
                                          </p:spTgt>
                                        </p:tgtEl>
                                        <p:attrNameLst>
                                          <p:attrName>style.visibility</p:attrName>
                                        </p:attrNameLst>
                                      </p:cBhvr>
                                      <p:to>
                                        <p:strVal val="visible"/>
                                      </p:to>
                                    </p:set>
                                    <p:animEffect transition="in" filter="wipe(left)">
                                      <p:cBhvr>
                                        <p:cTn id="58" dur="500"/>
                                        <p:tgtEl>
                                          <p:spTgt spid="3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p:bldP spid="36" grpId="0"/>
      <p:bldP spid="37" grpId="0"/>
    </p:bldLst>
  </p:timing>
</p:sld>
</file>

<file path=ppt/slides/slide8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89122" name="Rectangle 2"/>
          <p:cNvSpPr>
            <a:spLocks noChangeArrowheads="1"/>
          </p:cNvSpPr>
          <p:nvPr/>
        </p:nvSpPr>
        <p:spPr bwMode="auto">
          <a:xfrm>
            <a:off x="1271588" y="2133600"/>
            <a:ext cx="6038850" cy="2474913"/>
          </a:xfrm>
          <a:prstGeom prst="rect">
            <a:avLst/>
          </a:prstGeom>
          <a:noFill/>
          <a:ln w="38100">
            <a:noFill/>
            <a:miter lim="800000"/>
          </a:ln>
        </p:spPr>
        <p:txBody>
          <a:bodyPr>
            <a:spAutoFit/>
          </a:bodyPr>
          <a:lstStyle/>
          <a:p>
            <a:pPr marL="457200" marR="0" lvl="1" indent="0" algn="l" defTabSz="914400" rtl="0" eaLnBrk="1" fontAlgn="base" latinLnBrk="0" hangingPunct="1">
              <a:lnSpc>
                <a:spcPct val="130000"/>
              </a:lnSpc>
              <a:spcBef>
                <a:spcPts val="590"/>
              </a:spcBef>
              <a:spcAft>
                <a:spcPts val="590"/>
              </a:spcAft>
              <a:buClr>
                <a:schemeClr val="tx2"/>
              </a:buClr>
              <a:buSzPct val="80000"/>
              <a:buFontTx/>
              <a:buNone/>
              <a:defRPr/>
            </a:pPr>
            <a:r>
              <a:rPr kumimoji="1" lang="zh-CN" altLang="en-US" sz="2800" b="0" i="0" u="none" strike="noStrike" kern="1200" cap="none" spc="0" normalizeH="0" baseline="0" noProof="0" dirty="0">
                <a:ln>
                  <a:noFill/>
                </a:ln>
                <a:solidFill>
                  <a:srgbClr val="000066"/>
                </a:solidFill>
                <a:effectLst/>
                <a:uLnTx/>
                <a:uFillTx/>
                <a:latin typeface="Courier New" panose="02070409020205090404" pitchFamily="49" charset="0"/>
                <a:ea typeface="黑体" panose="02010609060101010101" pitchFamily="49" charset="-122"/>
                <a:cs typeface="+mn-cs"/>
              </a:rPr>
              <a:t>使用</a:t>
            </a:r>
            <a:r>
              <a:rPr kumimoji="1" lang="en-US" altLang="zh-CN" sz="2800" b="1" i="0" u="none" strike="noStrike" kern="1200" cap="none" spc="0" normalizeH="0" baseline="0" noProof="0" dirty="0">
                <a:ln>
                  <a:noFill/>
                </a:ln>
                <a:solidFill>
                  <a:srgbClr val="000066"/>
                </a:solidFill>
                <a:effectLst>
                  <a:outerShdw blurRad="38100" dist="38100" dir="2700000" algn="tl">
                    <a:srgbClr val="C0C0C0"/>
                  </a:outerShdw>
                </a:effectLst>
                <a:uLnTx/>
                <a:uFillTx/>
                <a:latin typeface="Courier New" panose="02070409020205090404" pitchFamily="49" charset="0"/>
                <a:ea typeface="宋体" pitchFamily="2" charset="-122"/>
                <a:cs typeface="+mn-cs"/>
              </a:rPr>
              <a:t>pt++</a:t>
            </a:r>
            <a:r>
              <a:rPr kumimoji="1" lang="zh-CN" altLang="en-US" sz="2800" b="1" i="0" u="none" strike="noStrike" kern="1200" cap="none" spc="0" normalizeH="0" baseline="0" noProof="0" dirty="0">
                <a:ln>
                  <a:noFill/>
                </a:ln>
                <a:solidFill>
                  <a:srgbClr val="000066"/>
                </a:solidFill>
                <a:effectLst>
                  <a:outerShdw blurRad="38100" dist="38100" dir="2700000" algn="tl">
                    <a:srgbClr val="C0C0C0"/>
                  </a:outerShdw>
                </a:effectLst>
                <a:uLnTx/>
                <a:uFillTx/>
                <a:latin typeface="Courier New" panose="02070409020205090404" pitchFamily="49" charset="0"/>
                <a:ea typeface="宋体" pitchFamily="2" charset="-122"/>
                <a:cs typeface="+mn-cs"/>
              </a:rPr>
              <a:t>，</a:t>
            </a:r>
            <a:r>
              <a:rPr kumimoji="1" lang="zh-CN" altLang="en-US" sz="2800" b="0" i="0" u="none" strike="noStrike" kern="1200" cap="none" spc="0" normalizeH="0" baseline="0" noProof="0" dirty="0">
                <a:ln>
                  <a:noFill/>
                </a:ln>
                <a:solidFill>
                  <a:srgbClr val="000066"/>
                </a:solidFill>
                <a:effectLst/>
                <a:uLnTx/>
                <a:uFillTx/>
                <a:latin typeface="Courier New" panose="02070409020205090404" pitchFamily="49" charset="0"/>
                <a:ea typeface="黑体" panose="02010609060101010101" pitchFamily="49" charset="-122"/>
                <a:cs typeface="+mn-cs"/>
              </a:rPr>
              <a:t>使</a:t>
            </a:r>
            <a:r>
              <a:rPr kumimoji="1" lang="en-US" altLang="zh-CN" sz="2800" b="1" i="0" u="none" strike="noStrike" kern="1200" cap="none" spc="0" normalizeH="0" baseline="0" noProof="0" dirty="0">
                <a:ln>
                  <a:noFill/>
                </a:ln>
                <a:solidFill>
                  <a:srgbClr val="000066"/>
                </a:solidFill>
                <a:effectLst>
                  <a:outerShdw blurRad="38100" dist="38100" dir="2700000" algn="tl">
                    <a:srgbClr val="C0C0C0"/>
                  </a:outerShdw>
                </a:effectLst>
                <a:uLnTx/>
                <a:uFillTx/>
                <a:latin typeface="Courier New" panose="02070409020205090404" pitchFamily="49" charset="0"/>
                <a:ea typeface="宋体" pitchFamily="2" charset="-122"/>
                <a:cs typeface="+mn-cs"/>
              </a:rPr>
              <a:t>pt</a:t>
            </a:r>
            <a:r>
              <a:rPr kumimoji="1" lang="zh-CN" altLang="en-US" sz="2800" b="0" i="0" u="none" strike="noStrike" kern="1200" cap="none" spc="0" normalizeH="0" baseline="0" noProof="0" dirty="0">
                <a:ln>
                  <a:noFill/>
                </a:ln>
                <a:solidFill>
                  <a:srgbClr val="000066"/>
                </a:solidFill>
                <a:effectLst/>
                <a:uLnTx/>
                <a:uFillTx/>
                <a:latin typeface="Courier New" panose="02070409020205090404" pitchFamily="49" charset="0"/>
                <a:ea typeface="黑体" panose="02010609060101010101" pitchFamily="49" charset="-122"/>
                <a:cs typeface="+mn-cs"/>
              </a:rPr>
              <a:t>指向</a:t>
            </a:r>
            <a:r>
              <a:rPr kumimoji="1" lang="en-US" altLang="zh-CN" sz="2800" b="1" i="0" u="none" strike="noStrike" kern="1200" cap="none" spc="0" normalizeH="0" baseline="0" noProof="0" dirty="0" err="1">
                <a:ln>
                  <a:noFill/>
                </a:ln>
                <a:solidFill>
                  <a:srgbClr val="000066"/>
                </a:solidFill>
                <a:effectLst>
                  <a:outerShdw blurRad="38100" dist="38100" dir="2700000" algn="tl">
                    <a:srgbClr val="C0C0C0"/>
                  </a:outerShdw>
                </a:effectLst>
                <a:uLnTx/>
                <a:uFillTx/>
                <a:latin typeface="Courier New" panose="02070409020205090404" pitchFamily="49" charset="0"/>
                <a:ea typeface="宋体" pitchFamily="2" charset="-122"/>
                <a:cs typeface="+mn-cs"/>
              </a:rPr>
              <a:t>stu</a:t>
            </a:r>
            <a:r>
              <a:rPr kumimoji="1" lang="en-US" altLang="zh-CN" sz="2800" b="1" i="0" u="none" strike="noStrike" kern="1200" cap="none" spc="0" normalizeH="0" baseline="0" noProof="0" dirty="0">
                <a:ln>
                  <a:noFill/>
                </a:ln>
                <a:solidFill>
                  <a:srgbClr val="000066"/>
                </a:solidFill>
                <a:effectLst>
                  <a:outerShdw blurRad="38100" dist="38100" dir="2700000" algn="tl">
                    <a:srgbClr val="C0C0C0"/>
                  </a:outerShdw>
                </a:effectLst>
                <a:uLnTx/>
                <a:uFillTx/>
                <a:latin typeface="Courier New" panose="02070409020205090404" pitchFamily="49" charset="0"/>
                <a:ea typeface="宋体" pitchFamily="2" charset="-122"/>
                <a:cs typeface="+mn-cs"/>
              </a:rPr>
              <a:t>[1]</a:t>
            </a:r>
            <a:endParaRPr kumimoji="1" lang="en-US" altLang="zh-CN" sz="2000" b="1" i="0" u="none" strike="noStrike" kern="1200" cap="none" spc="0" normalizeH="0" baseline="0" noProof="0" dirty="0">
              <a:ln>
                <a:noFill/>
              </a:ln>
              <a:solidFill>
                <a:srgbClr val="000066"/>
              </a:solidFill>
              <a:effectLst>
                <a:outerShdw blurRad="38100" dist="38100" dir="2700000" algn="tl">
                  <a:srgbClr val="C0C0C0"/>
                </a:outerShdw>
              </a:effectLst>
              <a:uLnTx/>
              <a:uFillTx/>
              <a:latin typeface="Courier New" panose="02070409020205090404" pitchFamily="49" charset="0"/>
              <a:ea typeface="宋体" pitchFamily="2" charset="-122"/>
              <a:cs typeface="+mn-cs"/>
            </a:endParaRPr>
          </a:p>
          <a:p>
            <a:pPr marL="457200" marR="0" lvl="1" indent="0" algn="l" defTabSz="914400" rtl="0" eaLnBrk="1" fontAlgn="base" latinLnBrk="0" hangingPunct="1">
              <a:lnSpc>
                <a:spcPct val="130000"/>
              </a:lnSpc>
              <a:spcBef>
                <a:spcPts val="590"/>
              </a:spcBef>
              <a:spcAft>
                <a:spcPts val="590"/>
              </a:spcAft>
              <a:buClr>
                <a:schemeClr val="tx2"/>
              </a:buClr>
              <a:buSzPct val="80000"/>
              <a:buFontTx/>
              <a:buNone/>
              <a:defRPr/>
            </a:pPr>
            <a:r>
              <a:rPr kumimoji="1" lang="en-US" altLang="zh-CN" sz="2400" b="1" i="0" u="none" strike="noStrike" kern="1200" cap="none" spc="0" normalizeH="0" baseline="0" noProof="0" dirty="0">
                <a:ln>
                  <a:noFill/>
                </a:ln>
                <a:solidFill>
                  <a:srgbClr val="000066"/>
                </a:solidFill>
                <a:effectLst>
                  <a:outerShdw blurRad="38100" dist="38100" dir="2700000" algn="tl">
                    <a:srgbClr val="C0C0C0"/>
                  </a:outerShdw>
                </a:effectLst>
                <a:uLnTx/>
                <a:uFillTx/>
                <a:latin typeface="Courier New" panose="02070409020205090404" pitchFamily="49" charset="0"/>
                <a:ea typeface="宋体" pitchFamily="2" charset="-122"/>
                <a:cs typeface="+mn-cs"/>
              </a:rPr>
              <a:t>pt -&gt; </a:t>
            </a:r>
            <a:r>
              <a:rPr kumimoji="1" lang="fr-FR" altLang="zh-CN" sz="2400" b="1" i="0" u="none" strike="noStrike" kern="1200" cap="none" spc="0" normalizeH="0" baseline="0" noProof="0" dirty="0">
                <a:ln>
                  <a:noFill/>
                </a:ln>
                <a:solidFill>
                  <a:srgbClr val="000066"/>
                </a:solidFill>
                <a:effectLst>
                  <a:outerShdw blurRad="38100" dist="38100" dir="2700000" algn="tl">
                    <a:srgbClr val="C0C0C0"/>
                  </a:outerShdw>
                </a:effectLst>
                <a:uLnTx/>
                <a:uFillTx/>
                <a:latin typeface="Courier New" panose="02070409020205090404" pitchFamily="49" charset="0"/>
                <a:ea typeface="宋体" pitchFamily="2" charset="-122"/>
                <a:cs typeface="+mn-cs"/>
              </a:rPr>
              <a:t>studentID</a:t>
            </a:r>
            <a:endParaRPr kumimoji="1" lang="fr-FR" altLang="zh-CN" sz="2400" b="1" i="0" u="none" strike="noStrike" kern="1200" cap="none" spc="0" normalizeH="0" baseline="0" noProof="0" dirty="0">
              <a:ln>
                <a:noFill/>
              </a:ln>
              <a:solidFill>
                <a:srgbClr val="000066"/>
              </a:solidFill>
              <a:effectLst>
                <a:outerShdw blurRad="38100" dist="38100" dir="2700000" algn="tl">
                  <a:srgbClr val="C0C0C0"/>
                </a:outerShdw>
              </a:effectLst>
              <a:uLnTx/>
              <a:uFillTx/>
              <a:latin typeface="Courier New" panose="02070409020205090404" pitchFamily="49" charset="0"/>
              <a:ea typeface="宋体" pitchFamily="2" charset="-122"/>
              <a:cs typeface="+mn-cs"/>
            </a:endParaRPr>
          </a:p>
          <a:p>
            <a:pPr marL="457200" marR="0" lvl="1" indent="0" algn="l" defTabSz="914400" rtl="0" eaLnBrk="1" fontAlgn="base" latinLnBrk="0" hangingPunct="1">
              <a:lnSpc>
                <a:spcPct val="130000"/>
              </a:lnSpc>
              <a:spcBef>
                <a:spcPts val="590"/>
              </a:spcBef>
              <a:spcAft>
                <a:spcPts val="590"/>
              </a:spcAft>
              <a:buClr>
                <a:schemeClr val="tx2"/>
              </a:buClr>
              <a:buSzPct val="80000"/>
              <a:buFontTx/>
              <a:buNone/>
              <a:defRPr/>
            </a:pPr>
            <a:r>
              <a:rPr kumimoji="1" lang="zh-CN" altLang="fr-FR" sz="2000" b="1" i="0" u="none" strike="noStrike" kern="1200" cap="none" spc="0" normalizeH="0" baseline="0" noProof="0" dirty="0">
                <a:ln>
                  <a:noFill/>
                </a:ln>
                <a:solidFill>
                  <a:srgbClr val="000066"/>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等价于</a:t>
            </a:r>
            <a:r>
              <a:rPr kumimoji="1" lang="en-US" altLang="zh-CN" sz="2000" b="1" i="0" u="none" strike="noStrike" kern="1200" cap="none" spc="0" normalizeH="0" baseline="0" noProof="0" dirty="0">
                <a:ln>
                  <a:noFill/>
                </a:ln>
                <a:solidFill>
                  <a:srgbClr val="000066"/>
                </a:solidFill>
                <a:effectLst>
                  <a:outerShdw blurRad="38100" dist="38100" dir="2700000" algn="tl">
                    <a:srgbClr val="C0C0C0"/>
                  </a:outerShdw>
                </a:effectLst>
                <a:uLnTx/>
                <a:uFillTx/>
                <a:latin typeface="幼圆" panose="02010509060101010101" pitchFamily="49" charset="-122"/>
                <a:ea typeface="幼圆" panose="02010509060101010101" pitchFamily="49" charset="-122"/>
                <a:cs typeface="+mn-cs"/>
              </a:rPr>
              <a:t> </a:t>
            </a:r>
            <a:endParaRPr kumimoji="1" lang="en-US" altLang="zh-CN" sz="2000" b="1" i="0" u="none" strike="noStrike" kern="1200" cap="none" spc="0" normalizeH="0" baseline="0" noProof="0" dirty="0">
              <a:ln>
                <a:noFill/>
              </a:ln>
              <a:solidFill>
                <a:srgbClr val="000066"/>
              </a:solidFill>
              <a:effectLst>
                <a:outerShdw blurRad="38100" dist="38100" dir="2700000" algn="tl">
                  <a:srgbClr val="C0C0C0"/>
                </a:outerShdw>
              </a:effectLst>
              <a:uLnTx/>
              <a:uFillTx/>
              <a:latin typeface="幼圆" panose="02010509060101010101" pitchFamily="49" charset="-122"/>
              <a:ea typeface="幼圆" panose="02010509060101010101" pitchFamily="49" charset="-122"/>
              <a:cs typeface="+mn-cs"/>
            </a:endParaRPr>
          </a:p>
          <a:p>
            <a:pPr marL="457200" marR="0" lvl="1" indent="0" algn="l" defTabSz="914400" rtl="0" eaLnBrk="1" fontAlgn="base" latinLnBrk="0" hangingPunct="1">
              <a:lnSpc>
                <a:spcPct val="130000"/>
              </a:lnSpc>
              <a:spcBef>
                <a:spcPts val="590"/>
              </a:spcBef>
              <a:spcAft>
                <a:spcPts val="590"/>
              </a:spcAft>
              <a:buClr>
                <a:schemeClr val="tx2"/>
              </a:buClr>
              <a:buSzPct val="80000"/>
              <a:buFontTx/>
              <a:buNone/>
              <a:defRPr/>
            </a:pPr>
            <a:r>
              <a:rPr kumimoji="1" lang="en-US" altLang="zh-CN" sz="2400" b="1" i="0" u="none" strike="noStrike" kern="1200" cap="none" spc="0" normalizeH="0" baseline="0" noProof="0" dirty="0" err="1">
                <a:ln>
                  <a:noFill/>
                </a:ln>
                <a:solidFill>
                  <a:srgbClr val="000066"/>
                </a:solidFill>
                <a:effectLst>
                  <a:outerShdw blurRad="38100" dist="38100" dir="2700000" algn="tl">
                    <a:srgbClr val="C0C0C0"/>
                  </a:outerShdw>
                </a:effectLst>
                <a:uLnTx/>
                <a:uFillTx/>
                <a:latin typeface="Courier New" panose="02070409020205090404" pitchFamily="49" charset="0"/>
                <a:ea typeface="宋体" pitchFamily="2" charset="-122"/>
                <a:cs typeface="+mn-cs"/>
              </a:rPr>
              <a:t>stu</a:t>
            </a:r>
            <a:r>
              <a:rPr kumimoji="1" lang="en-US" altLang="zh-CN" sz="2400" b="1" i="0" u="none" strike="noStrike" kern="1200" cap="none" spc="0" normalizeH="0" baseline="0" noProof="0" dirty="0">
                <a:ln>
                  <a:noFill/>
                </a:ln>
                <a:solidFill>
                  <a:srgbClr val="000066"/>
                </a:solidFill>
                <a:effectLst>
                  <a:outerShdw blurRad="38100" dist="38100" dir="2700000" algn="tl">
                    <a:srgbClr val="C0C0C0"/>
                  </a:outerShdw>
                </a:effectLst>
                <a:uLnTx/>
                <a:uFillTx/>
                <a:latin typeface="Courier New" panose="02070409020205090404" pitchFamily="49" charset="0"/>
                <a:ea typeface="宋体" pitchFamily="2" charset="-122"/>
                <a:cs typeface="+mn-cs"/>
              </a:rPr>
              <a:t>[1]. </a:t>
            </a:r>
            <a:r>
              <a:rPr kumimoji="1" lang="fr-FR" altLang="zh-CN" sz="2400" b="1" i="0" u="none" strike="noStrike" kern="1200" cap="none" spc="0" normalizeH="0" baseline="0" noProof="0" dirty="0">
                <a:ln>
                  <a:noFill/>
                </a:ln>
                <a:solidFill>
                  <a:srgbClr val="000066"/>
                </a:solidFill>
                <a:effectLst>
                  <a:outerShdw blurRad="38100" dist="38100" dir="2700000" algn="tl">
                    <a:srgbClr val="C0C0C0"/>
                  </a:outerShdw>
                </a:effectLst>
                <a:uLnTx/>
                <a:uFillTx/>
                <a:latin typeface="Courier New" panose="02070409020205090404" pitchFamily="49" charset="0"/>
                <a:ea typeface="宋体" pitchFamily="2" charset="-122"/>
                <a:cs typeface="+mn-cs"/>
              </a:rPr>
              <a:t>studentID</a:t>
            </a:r>
            <a:endParaRPr kumimoji="1" lang="en-US" altLang="zh-CN" sz="2400" b="1" i="0" u="none" strike="noStrike" kern="1200" cap="none" spc="0" normalizeH="0" baseline="0" noProof="0" dirty="0">
              <a:ln>
                <a:noFill/>
              </a:ln>
              <a:solidFill>
                <a:srgbClr val="000066"/>
              </a:solidFill>
              <a:effectLst>
                <a:outerShdw blurRad="38100" dist="38100" dir="2700000" algn="tl">
                  <a:srgbClr val="C0C0C0"/>
                </a:outerShdw>
              </a:effectLst>
              <a:uLnTx/>
              <a:uFillTx/>
              <a:latin typeface="Courier New" panose="02070409020205090404" pitchFamily="49" charset="0"/>
              <a:ea typeface="宋体" pitchFamily="2" charset="-122"/>
              <a:cs typeface="+mn-cs"/>
            </a:endParaRPr>
          </a:p>
        </p:txBody>
      </p:sp>
      <p:sp>
        <p:nvSpPr>
          <p:cNvPr id="389124" name="Text Box 4"/>
          <p:cNvSpPr txBox="1"/>
          <p:nvPr/>
        </p:nvSpPr>
        <p:spPr>
          <a:xfrm>
            <a:off x="7750175" y="1844675"/>
            <a:ext cx="1403350" cy="377825"/>
          </a:xfrm>
          <a:prstGeom prst="rect">
            <a:avLst/>
          </a:prstGeom>
          <a:noFill/>
          <a:ln w="12700">
            <a:noFill/>
          </a:ln>
        </p:spPr>
        <p:txBody>
          <a:bodyPr>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ct val="50000"/>
              </a:spcBef>
              <a:spcAft>
                <a:spcPts val="590"/>
              </a:spcAft>
              <a:buSzPct val="80000"/>
              <a:buNone/>
            </a:pPr>
            <a:r>
              <a:rPr lang="en-US" altLang="zh-CN" sz="2000" b="1" dirty="0">
                <a:latin typeface="Courier New" panose="02070409020205090404" pitchFamily="49" charset="0"/>
                <a:ea typeface="宋体" pitchFamily="2" charset="-122"/>
              </a:rPr>
              <a:t>  pt</a:t>
            </a:r>
            <a:endParaRPr lang="en-US" altLang="zh-CN" sz="2000" b="1" dirty="0">
              <a:latin typeface="Courier New" panose="02070409020205090404" pitchFamily="49" charset="0"/>
              <a:ea typeface="宋体" pitchFamily="2" charset="-122"/>
            </a:endParaRPr>
          </a:p>
        </p:txBody>
      </p:sp>
      <p:sp>
        <p:nvSpPr>
          <p:cNvPr id="389126" name="Line 6"/>
          <p:cNvSpPr>
            <a:spLocks noChangeShapeType="1"/>
          </p:cNvSpPr>
          <p:nvPr/>
        </p:nvSpPr>
        <p:spPr bwMode="auto">
          <a:xfrm>
            <a:off x="8513763" y="1998663"/>
            <a:ext cx="701675" cy="0"/>
          </a:xfrm>
          <a:prstGeom prst="line">
            <a:avLst/>
          </a:prstGeom>
          <a:noFill/>
          <a:ln w="57150">
            <a:solidFill>
              <a:srgbClr val="000080"/>
            </a:solidFill>
            <a:round/>
            <a:headEnd type="none" w="sm" len="sm"/>
            <a:tailEnd type="triangle" w="sm" len="sm"/>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462850" name="Rectangle 2"/>
          <p:cNvSpPr/>
          <p:nvPr/>
        </p:nvSpPr>
        <p:spPr>
          <a:xfrm>
            <a:off x="1127125" y="1484313"/>
            <a:ext cx="7704138" cy="1081087"/>
          </a:xfrm>
          <a:prstGeom prst="rect">
            <a:avLst/>
          </a:prstGeom>
          <a:noFill/>
          <a:ln w="9525">
            <a:noFill/>
          </a:ln>
        </p:spPr>
        <p:txBody>
          <a:bodyPr lIns="92075" tIns="46037" rIns="92075" bIns="46037"/>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374650" lvl="0" indent="-374650" eaLnBrk="1" hangingPunct="1">
              <a:spcBef>
                <a:spcPct val="20000"/>
              </a:spcBef>
              <a:spcAft>
                <a:spcPts val="590"/>
              </a:spcAft>
              <a:buClr>
                <a:schemeClr val="tx1"/>
              </a:buClr>
            </a:pPr>
            <a:r>
              <a:rPr lang="zh-CN" altLang="en-US" sz="2800" dirty="0">
                <a:solidFill>
                  <a:srgbClr val="000066"/>
                </a:solidFill>
                <a:latin typeface="黑体" panose="02010609060101010101" pitchFamily="49" charset="-122"/>
              </a:rPr>
              <a:t>如何访问</a:t>
            </a:r>
            <a:r>
              <a:rPr lang="zh-CN" altLang="en-US" sz="2800" dirty="0">
                <a:solidFill>
                  <a:srgbClr val="C00000"/>
                </a:solidFill>
                <a:latin typeface="黑体" panose="02010609060101010101" pitchFamily="49" charset="-122"/>
              </a:rPr>
              <a:t>结构体指针</a:t>
            </a:r>
            <a:r>
              <a:rPr lang="zh-CN" altLang="en-US" sz="2800" dirty="0">
                <a:solidFill>
                  <a:srgbClr val="000066"/>
                </a:solidFill>
                <a:latin typeface="黑体" panose="02010609060101010101" pitchFamily="49" charset="-122"/>
              </a:rPr>
              <a:t>指向的结构体</a:t>
            </a:r>
            <a:r>
              <a:rPr lang="zh-CN" altLang="en-US" sz="2800" dirty="0">
                <a:solidFill>
                  <a:srgbClr val="C00000"/>
                </a:solidFill>
                <a:latin typeface="黑体" panose="02010609060101010101" pitchFamily="49" charset="-122"/>
              </a:rPr>
              <a:t>数组</a:t>
            </a:r>
            <a:r>
              <a:rPr lang="zh-CN" altLang="en-US" sz="2800" dirty="0">
                <a:solidFill>
                  <a:srgbClr val="000066"/>
                </a:solidFill>
                <a:latin typeface="黑体" panose="02010609060101010101" pitchFamily="49" charset="-122"/>
              </a:rPr>
              <a:t>成员？ </a:t>
            </a:r>
            <a:endParaRPr lang="zh-CN" altLang="en-US" sz="2800" dirty="0">
              <a:solidFill>
                <a:srgbClr val="000066"/>
              </a:solidFill>
              <a:latin typeface="黑体" panose="02010609060101010101" pitchFamily="49" charset="-122"/>
            </a:endParaRPr>
          </a:p>
        </p:txBody>
      </p:sp>
      <p:pic>
        <p:nvPicPr>
          <p:cNvPr id="115718" name="Picture 12"/>
          <p:cNvPicPr>
            <a:picLocks noChangeAspect="1"/>
          </p:cNvPicPr>
          <p:nvPr/>
        </p:nvPicPr>
        <p:blipFill>
          <a:blip r:embed="rId1"/>
          <a:stretch>
            <a:fillRect/>
          </a:stretch>
        </p:blipFill>
        <p:spPr>
          <a:xfrm>
            <a:off x="4535488" y="5265738"/>
            <a:ext cx="1809750" cy="1254125"/>
          </a:xfrm>
          <a:prstGeom prst="rect">
            <a:avLst/>
          </a:prstGeom>
          <a:noFill/>
          <a:ln w="25400" cap="flat" cmpd="thickThin">
            <a:solidFill>
              <a:srgbClr val="000080"/>
            </a:solidFill>
            <a:prstDash val="solid"/>
            <a:miter/>
            <a:headEnd type="none" w="sm" len="sm"/>
            <a:tailEnd type="none" w="sm" len="sm"/>
          </a:ln>
        </p:spPr>
      </p:pic>
      <p:pic>
        <p:nvPicPr>
          <p:cNvPr id="115719" name="Picture 13"/>
          <p:cNvPicPr>
            <a:picLocks noChangeAspect="1"/>
          </p:cNvPicPr>
          <p:nvPr/>
        </p:nvPicPr>
        <p:blipFill>
          <a:blip r:embed="rId2"/>
          <a:stretch>
            <a:fillRect/>
          </a:stretch>
        </p:blipFill>
        <p:spPr>
          <a:xfrm>
            <a:off x="6797675" y="4941888"/>
            <a:ext cx="2262188" cy="1577975"/>
          </a:xfrm>
          <a:prstGeom prst="rect">
            <a:avLst/>
          </a:prstGeom>
          <a:noFill/>
          <a:ln w="25400" cap="flat" cmpd="thickThin">
            <a:solidFill>
              <a:srgbClr val="000080"/>
            </a:solidFill>
            <a:prstDash val="solid"/>
            <a:miter/>
            <a:headEnd type="none" w="sm" len="sm"/>
            <a:tailEnd type="none" w="sm" len="sm"/>
          </a:ln>
        </p:spPr>
      </p:pic>
      <p:sp>
        <p:nvSpPr>
          <p:cNvPr id="115720" name="Text Box 126"/>
          <p:cNvSpPr txBox="1"/>
          <p:nvPr/>
        </p:nvSpPr>
        <p:spPr>
          <a:xfrm>
            <a:off x="9215438" y="1414463"/>
            <a:ext cx="1833562" cy="376237"/>
          </a:xfrm>
          <a:prstGeom prst="rect">
            <a:avLst/>
          </a:prstGeom>
          <a:noFill/>
          <a:ln w="12700">
            <a:noFill/>
          </a:ln>
        </p:spPr>
        <p:txBody>
          <a:bodyPr>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ct val="50000"/>
              </a:spcBef>
              <a:spcAft>
                <a:spcPts val="590"/>
              </a:spcAft>
              <a:buSzPct val="80000"/>
              <a:buNone/>
            </a:pPr>
            <a:r>
              <a:rPr lang="en-US" altLang="zh-CN" sz="2000" b="1" dirty="0">
                <a:latin typeface="Courier New" panose="02070409020205090404" pitchFamily="49" charset="0"/>
                <a:ea typeface="宋体" pitchFamily="2" charset="-122"/>
              </a:rPr>
              <a:t>stu[30]</a:t>
            </a:r>
            <a:endParaRPr lang="en-US" altLang="zh-CN" sz="2000" b="1" dirty="0">
              <a:latin typeface="Courier New" panose="02070409020205090404" pitchFamily="49" charset="0"/>
              <a:ea typeface="宋体" pitchFamily="2" charset="-122"/>
            </a:endParaRPr>
          </a:p>
        </p:txBody>
      </p:sp>
      <p:grpSp>
        <p:nvGrpSpPr>
          <p:cNvPr id="115721" name="Group 44"/>
          <p:cNvGrpSpPr/>
          <p:nvPr/>
        </p:nvGrpSpPr>
        <p:grpSpPr>
          <a:xfrm>
            <a:off x="9226550" y="1846263"/>
            <a:ext cx="1385888" cy="3238500"/>
            <a:chOff x="4821" y="1163"/>
            <a:chExt cx="828" cy="2441"/>
          </a:xfrm>
        </p:grpSpPr>
        <p:grpSp>
          <p:nvGrpSpPr>
            <p:cNvPr id="115725" name="Group 147"/>
            <p:cNvGrpSpPr/>
            <p:nvPr/>
          </p:nvGrpSpPr>
          <p:grpSpPr>
            <a:xfrm>
              <a:off x="4821" y="1163"/>
              <a:ext cx="828" cy="1224"/>
              <a:chOff x="4821" y="981"/>
              <a:chExt cx="828" cy="1224"/>
            </a:xfrm>
          </p:grpSpPr>
          <p:grpSp>
            <p:nvGrpSpPr>
              <p:cNvPr id="115737" name="Group 132"/>
              <p:cNvGrpSpPr/>
              <p:nvPr/>
            </p:nvGrpSpPr>
            <p:grpSpPr>
              <a:xfrm>
                <a:off x="4831" y="996"/>
                <a:ext cx="816" cy="586"/>
                <a:chOff x="4604" y="996"/>
                <a:chExt cx="816" cy="586"/>
              </a:xfrm>
            </p:grpSpPr>
            <p:sp>
              <p:nvSpPr>
                <p:cNvPr id="115745" name="Text Box 133"/>
                <p:cNvSpPr txBox="1"/>
                <p:nvPr/>
              </p:nvSpPr>
              <p:spPr>
                <a:xfrm>
                  <a:off x="4604" y="996"/>
                  <a:ext cx="816" cy="284"/>
                </a:xfrm>
                <a:prstGeom prst="rect">
                  <a:avLst/>
                </a:prstGeom>
                <a:solidFill>
                  <a:schemeClr val="bg2"/>
                </a:solidFill>
                <a:ln w="12700">
                  <a:noFill/>
                </a:ln>
              </p:spPr>
              <p:txBody>
                <a:bodyPr>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ct val="50000"/>
                    </a:spcBef>
                    <a:spcAft>
                      <a:spcPts val="590"/>
                    </a:spcAft>
                    <a:buSzPct val="80000"/>
                    <a:buNone/>
                  </a:pPr>
                  <a:r>
                    <a:rPr lang="en-US" altLang="zh-CN" sz="2000" b="1" dirty="0">
                      <a:latin typeface="Courier New" panose="02070409020205090404" pitchFamily="49" charset="0"/>
                      <a:ea typeface="楷体_GB2312" pitchFamily="49" charset="-122"/>
                    </a:rPr>
                    <a:t>stu[0]</a:t>
                  </a:r>
                  <a:endParaRPr lang="en-US" altLang="zh-CN" sz="2000" b="1" dirty="0">
                    <a:latin typeface="Courier New" panose="02070409020205090404" pitchFamily="49" charset="0"/>
                    <a:ea typeface="楷体_GB2312" pitchFamily="49" charset="-122"/>
                  </a:endParaRPr>
                </a:p>
              </p:txBody>
            </p:sp>
            <p:sp>
              <p:nvSpPr>
                <p:cNvPr id="115746" name="Text Box 134"/>
                <p:cNvSpPr txBox="1"/>
                <p:nvPr/>
              </p:nvSpPr>
              <p:spPr>
                <a:xfrm>
                  <a:off x="4604" y="1298"/>
                  <a:ext cx="816" cy="284"/>
                </a:xfrm>
                <a:prstGeom prst="rect">
                  <a:avLst/>
                </a:prstGeom>
                <a:solidFill>
                  <a:schemeClr val="bg2"/>
                </a:solidFill>
                <a:ln w="12700">
                  <a:noFill/>
                </a:ln>
              </p:spPr>
              <p:txBody>
                <a:bodyPr>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ct val="50000"/>
                    </a:spcBef>
                    <a:spcAft>
                      <a:spcPts val="590"/>
                    </a:spcAft>
                    <a:buSzPct val="80000"/>
                    <a:buNone/>
                  </a:pPr>
                  <a:r>
                    <a:rPr lang="en-US" altLang="zh-CN" sz="2000" b="1" dirty="0">
                      <a:latin typeface="Courier New" panose="02070409020205090404" pitchFamily="49" charset="0"/>
                      <a:ea typeface="楷体_GB2312" pitchFamily="49" charset="-122"/>
                    </a:rPr>
                    <a:t>stu[1]</a:t>
                  </a:r>
                  <a:endParaRPr lang="en-US" altLang="zh-CN" sz="2000" b="1" dirty="0">
                    <a:latin typeface="Courier New" panose="02070409020205090404" pitchFamily="49" charset="0"/>
                    <a:ea typeface="楷体_GB2312" pitchFamily="49" charset="-122"/>
                  </a:endParaRPr>
                </a:p>
              </p:txBody>
            </p:sp>
          </p:grpSp>
          <p:grpSp>
            <p:nvGrpSpPr>
              <p:cNvPr id="115738" name="Group 135"/>
              <p:cNvGrpSpPr/>
              <p:nvPr/>
            </p:nvGrpSpPr>
            <p:grpSpPr>
              <a:xfrm>
                <a:off x="4830" y="1598"/>
                <a:ext cx="816" cy="586"/>
                <a:chOff x="4604" y="996"/>
                <a:chExt cx="816" cy="586"/>
              </a:xfrm>
            </p:grpSpPr>
            <p:sp>
              <p:nvSpPr>
                <p:cNvPr id="115743" name="Text Box 136"/>
                <p:cNvSpPr txBox="1"/>
                <p:nvPr/>
              </p:nvSpPr>
              <p:spPr>
                <a:xfrm>
                  <a:off x="4604" y="996"/>
                  <a:ext cx="816" cy="286"/>
                </a:xfrm>
                <a:prstGeom prst="rect">
                  <a:avLst/>
                </a:prstGeom>
                <a:solidFill>
                  <a:schemeClr val="bg2"/>
                </a:solidFill>
                <a:ln w="12700" cap="flat" cmpd="sng">
                  <a:solidFill>
                    <a:schemeClr val="tx1"/>
                  </a:solidFill>
                  <a:prstDash val="solid"/>
                  <a:miter/>
                  <a:headEnd type="none" w="sm" len="sm"/>
                  <a:tailEnd type="none" w="sm" len="sm"/>
                </a:ln>
              </p:spPr>
              <p:txBody>
                <a:bodyPr>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ct val="50000"/>
                    </a:spcBef>
                    <a:spcAft>
                      <a:spcPts val="590"/>
                    </a:spcAft>
                    <a:buSzPct val="80000"/>
                    <a:buNone/>
                  </a:pPr>
                  <a:r>
                    <a:rPr lang="en-US" altLang="zh-CN" sz="2000" b="1" dirty="0">
                      <a:latin typeface="Courier New" panose="02070409020205090404" pitchFamily="49" charset="0"/>
                      <a:ea typeface="楷体_GB2312" pitchFamily="49" charset="-122"/>
                    </a:rPr>
                    <a:t>stu[2]</a:t>
                  </a:r>
                  <a:endParaRPr lang="en-US" altLang="zh-CN" sz="2000" b="1" dirty="0">
                    <a:latin typeface="Courier New" panose="02070409020205090404" pitchFamily="49" charset="0"/>
                    <a:ea typeface="楷体_GB2312" pitchFamily="49" charset="-122"/>
                  </a:endParaRPr>
                </a:p>
              </p:txBody>
            </p:sp>
            <p:sp>
              <p:nvSpPr>
                <p:cNvPr id="115744" name="Text Box 137"/>
                <p:cNvSpPr txBox="1"/>
                <p:nvPr/>
              </p:nvSpPr>
              <p:spPr>
                <a:xfrm>
                  <a:off x="4604" y="1298"/>
                  <a:ext cx="816" cy="284"/>
                </a:xfrm>
                <a:prstGeom prst="rect">
                  <a:avLst/>
                </a:prstGeom>
                <a:solidFill>
                  <a:schemeClr val="bg2"/>
                </a:solidFill>
                <a:ln w="12700">
                  <a:noFill/>
                </a:ln>
              </p:spPr>
              <p:txBody>
                <a:bodyPr>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ct val="50000"/>
                    </a:spcBef>
                    <a:spcAft>
                      <a:spcPts val="590"/>
                    </a:spcAft>
                    <a:buSzPct val="80000"/>
                    <a:buNone/>
                  </a:pPr>
                  <a:r>
                    <a:rPr lang="en-US" altLang="zh-CN" sz="2000" b="1" dirty="0">
                      <a:latin typeface="Courier New" panose="02070409020205090404" pitchFamily="49" charset="0"/>
                      <a:ea typeface="楷体_GB2312" pitchFamily="49" charset="-122"/>
                    </a:rPr>
                    <a:t>stu[3]</a:t>
                  </a:r>
                  <a:endParaRPr lang="en-US" altLang="zh-CN" sz="2000" b="1" dirty="0">
                    <a:latin typeface="Courier New" panose="02070409020205090404" pitchFamily="49" charset="0"/>
                    <a:ea typeface="宋体" pitchFamily="2" charset="-122"/>
                  </a:endParaRPr>
                </a:p>
              </p:txBody>
            </p:sp>
          </p:grpSp>
          <p:sp>
            <p:nvSpPr>
              <p:cNvPr id="3" name="Rectangle 142"/>
              <p:cNvSpPr>
                <a:spLocks noChangeArrowheads="1"/>
              </p:cNvSpPr>
              <p:nvPr/>
            </p:nvSpPr>
            <p:spPr bwMode="auto">
              <a:xfrm>
                <a:off x="4830" y="981"/>
                <a:ext cx="819" cy="1224"/>
              </a:xfrm>
              <a:prstGeom prst="rect">
                <a:avLst/>
              </a:prstGeom>
              <a:noFill/>
              <a:ln w="25400">
                <a:solidFill>
                  <a:srgbClr val="3333CC"/>
                </a:solidFill>
                <a:miter lim="800000"/>
                <a:headEnd type="none" w="sm" len="sm"/>
                <a:tailEnd type="none" w="sm" len="sm"/>
              </a:ln>
              <a:effectLst/>
            </p:spPr>
            <p:txBody>
              <a:bodyPr wrap="none" anchor="ct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4" name="Line 143"/>
              <p:cNvSpPr>
                <a:spLocks noChangeShapeType="1"/>
              </p:cNvSpPr>
              <p:nvPr/>
            </p:nvSpPr>
            <p:spPr bwMode="auto">
              <a:xfrm>
                <a:off x="4821" y="1298"/>
                <a:ext cx="819" cy="0"/>
              </a:xfrm>
              <a:prstGeom prst="line">
                <a:avLst/>
              </a:prstGeom>
              <a:noFill/>
              <a:ln w="25400">
                <a:solidFill>
                  <a:srgbClr val="3333CC"/>
                </a:solidFill>
                <a:round/>
                <a:headEnd type="none" w="sm" len="sm"/>
                <a:tailEnd type="none" w="sm" len="sm"/>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5" name="Line 144"/>
              <p:cNvSpPr>
                <a:spLocks noChangeShapeType="1"/>
              </p:cNvSpPr>
              <p:nvPr/>
            </p:nvSpPr>
            <p:spPr bwMode="auto">
              <a:xfrm>
                <a:off x="4830" y="1588"/>
                <a:ext cx="819" cy="0"/>
              </a:xfrm>
              <a:prstGeom prst="line">
                <a:avLst/>
              </a:prstGeom>
              <a:noFill/>
              <a:ln w="25400">
                <a:solidFill>
                  <a:srgbClr val="3333CC"/>
                </a:solidFill>
                <a:round/>
                <a:headEnd type="none" w="sm" len="sm"/>
                <a:tailEnd type="none" w="sm" len="sm"/>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6" name="Line 146"/>
              <p:cNvSpPr>
                <a:spLocks noChangeShapeType="1"/>
              </p:cNvSpPr>
              <p:nvPr/>
            </p:nvSpPr>
            <p:spPr bwMode="auto">
              <a:xfrm>
                <a:off x="4821" y="1888"/>
                <a:ext cx="819" cy="0"/>
              </a:xfrm>
              <a:prstGeom prst="line">
                <a:avLst/>
              </a:prstGeom>
              <a:noFill/>
              <a:ln w="25400">
                <a:solidFill>
                  <a:srgbClr val="3333CC"/>
                </a:solidFill>
                <a:round/>
                <a:headEnd type="none" w="sm" len="sm"/>
                <a:tailEnd type="none" w="sm" len="sm"/>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grpSp>
        <p:grpSp>
          <p:nvGrpSpPr>
            <p:cNvPr id="115726" name="Group 147"/>
            <p:cNvGrpSpPr/>
            <p:nvPr/>
          </p:nvGrpSpPr>
          <p:grpSpPr>
            <a:xfrm>
              <a:off x="4823" y="2380"/>
              <a:ext cx="826" cy="1224"/>
              <a:chOff x="4821" y="981"/>
              <a:chExt cx="826" cy="1224"/>
            </a:xfrm>
          </p:grpSpPr>
          <p:grpSp>
            <p:nvGrpSpPr>
              <p:cNvPr id="115727" name="Group 132"/>
              <p:cNvGrpSpPr/>
              <p:nvPr/>
            </p:nvGrpSpPr>
            <p:grpSpPr>
              <a:xfrm>
                <a:off x="4831" y="996"/>
                <a:ext cx="816" cy="586"/>
                <a:chOff x="4604" y="996"/>
                <a:chExt cx="816" cy="586"/>
              </a:xfrm>
            </p:grpSpPr>
            <p:sp>
              <p:nvSpPr>
                <p:cNvPr id="115735" name="Text Box 133"/>
                <p:cNvSpPr txBox="1"/>
                <p:nvPr/>
              </p:nvSpPr>
              <p:spPr>
                <a:xfrm>
                  <a:off x="4604" y="996"/>
                  <a:ext cx="816" cy="284"/>
                </a:xfrm>
                <a:prstGeom prst="rect">
                  <a:avLst/>
                </a:prstGeom>
                <a:solidFill>
                  <a:schemeClr val="bg2"/>
                </a:solidFill>
                <a:ln w="12700">
                  <a:noFill/>
                </a:ln>
              </p:spPr>
              <p:txBody>
                <a:bodyPr>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ct val="50000"/>
                    </a:spcBef>
                    <a:spcAft>
                      <a:spcPts val="590"/>
                    </a:spcAft>
                    <a:buSzPct val="80000"/>
                    <a:buNone/>
                  </a:pPr>
                  <a:r>
                    <a:rPr lang="en-US" altLang="zh-CN" sz="2000" b="1" dirty="0">
                      <a:latin typeface="Courier New" panose="02070409020205090404" pitchFamily="49" charset="0"/>
                      <a:ea typeface="楷体_GB2312" pitchFamily="49" charset="-122"/>
                    </a:rPr>
                    <a:t>stu[4]</a:t>
                  </a:r>
                  <a:endParaRPr lang="en-US" altLang="zh-CN" sz="2000" b="1" dirty="0">
                    <a:latin typeface="Courier New" panose="02070409020205090404" pitchFamily="49" charset="0"/>
                    <a:ea typeface="楷体_GB2312" pitchFamily="49" charset="-122"/>
                  </a:endParaRPr>
                </a:p>
              </p:txBody>
            </p:sp>
            <p:sp>
              <p:nvSpPr>
                <p:cNvPr id="115736" name="Text Box 134"/>
                <p:cNvSpPr txBox="1"/>
                <p:nvPr/>
              </p:nvSpPr>
              <p:spPr>
                <a:xfrm>
                  <a:off x="4604" y="1298"/>
                  <a:ext cx="816" cy="284"/>
                </a:xfrm>
                <a:prstGeom prst="rect">
                  <a:avLst/>
                </a:prstGeom>
                <a:solidFill>
                  <a:schemeClr val="bg2"/>
                </a:solidFill>
                <a:ln w="12700">
                  <a:noFill/>
                </a:ln>
              </p:spPr>
              <p:txBody>
                <a:bodyPr>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ct val="50000"/>
                    </a:spcBef>
                    <a:spcAft>
                      <a:spcPts val="590"/>
                    </a:spcAft>
                    <a:buSzPct val="80000"/>
                    <a:buNone/>
                  </a:pPr>
                  <a:r>
                    <a:rPr lang="en-US" altLang="zh-CN" sz="2000" b="1" dirty="0">
                      <a:latin typeface="Courier New" panose="02070409020205090404" pitchFamily="49" charset="0"/>
                      <a:ea typeface="楷体_GB2312" pitchFamily="49" charset="-122"/>
                    </a:rPr>
                    <a:t>stu[5]</a:t>
                  </a:r>
                  <a:endParaRPr lang="en-US" altLang="zh-CN" sz="2000" b="1" dirty="0">
                    <a:latin typeface="Courier New" panose="02070409020205090404" pitchFamily="49" charset="0"/>
                    <a:ea typeface="楷体_GB2312" pitchFamily="49" charset="-122"/>
                  </a:endParaRPr>
                </a:p>
              </p:txBody>
            </p:sp>
          </p:grpSp>
          <p:grpSp>
            <p:nvGrpSpPr>
              <p:cNvPr id="115728" name="Group 135"/>
              <p:cNvGrpSpPr/>
              <p:nvPr/>
            </p:nvGrpSpPr>
            <p:grpSpPr>
              <a:xfrm>
                <a:off x="4830" y="1598"/>
                <a:ext cx="816" cy="586"/>
                <a:chOff x="4604" y="996"/>
                <a:chExt cx="816" cy="586"/>
              </a:xfrm>
            </p:grpSpPr>
            <p:sp>
              <p:nvSpPr>
                <p:cNvPr id="115733" name="Text Box 136"/>
                <p:cNvSpPr txBox="1"/>
                <p:nvPr/>
              </p:nvSpPr>
              <p:spPr>
                <a:xfrm>
                  <a:off x="4604" y="996"/>
                  <a:ext cx="816" cy="286"/>
                </a:xfrm>
                <a:prstGeom prst="rect">
                  <a:avLst/>
                </a:prstGeom>
                <a:solidFill>
                  <a:schemeClr val="bg2"/>
                </a:solidFill>
                <a:ln w="12700" cap="flat" cmpd="sng">
                  <a:solidFill>
                    <a:schemeClr val="tx1"/>
                  </a:solidFill>
                  <a:prstDash val="solid"/>
                  <a:miter/>
                  <a:headEnd type="none" w="sm" len="sm"/>
                  <a:tailEnd type="none" w="sm" len="sm"/>
                </a:ln>
              </p:spPr>
              <p:txBody>
                <a:bodyPr>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ct val="50000"/>
                    </a:spcBef>
                    <a:spcAft>
                      <a:spcPts val="590"/>
                    </a:spcAft>
                    <a:buSzPct val="80000"/>
                    <a:buNone/>
                  </a:pPr>
                  <a:r>
                    <a:rPr lang="en-US" altLang="zh-CN" sz="2000" b="1" dirty="0">
                      <a:latin typeface="Courier New" panose="02070409020205090404" pitchFamily="49" charset="0"/>
                      <a:ea typeface="楷体_GB2312" pitchFamily="49" charset="-122"/>
                    </a:rPr>
                    <a:t>......</a:t>
                  </a:r>
                  <a:endParaRPr lang="en-US" altLang="zh-CN" sz="2000" b="1" dirty="0">
                    <a:latin typeface="Courier New" panose="02070409020205090404" pitchFamily="49" charset="0"/>
                    <a:ea typeface="楷体_GB2312" pitchFamily="49" charset="-122"/>
                  </a:endParaRPr>
                </a:p>
              </p:txBody>
            </p:sp>
            <p:sp>
              <p:nvSpPr>
                <p:cNvPr id="115734" name="Text Box 137"/>
                <p:cNvSpPr txBox="1"/>
                <p:nvPr/>
              </p:nvSpPr>
              <p:spPr>
                <a:xfrm>
                  <a:off x="4604" y="1298"/>
                  <a:ext cx="816" cy="284"/>
                </a:xfrm>
                <a:prstGeom prst="rect">
                  <a:avLst/>
                </a:prstGeom>
                <a:solidFill>
                  <a:schemeClr val="bg2"/>
                </a:solidFill>
                <a:ln w="12700">
                  <a:noFill/>
                </a:ln>
              </p:spPr>
              <p:txBody>
                <a:bodyPr>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ct val="50000"/>
                    </a:spcBef>
                    <a:spcAft>
                      <a:spcPts val="590"/>
                    </a:spcAft>
                    <a:buSzPct val="80000"/>
                    <a:buNone/>
                  </a:pPr>
                  <a:r>
                    <a:rPr lang="en-US" altLang="zh-CN" sz="2000" b="1" dirty="0">
                      <a:latin typeface="Courier New" panose="02070409020205090404" pitchFamily="49" charset="0"/>
                      <a:ea typeface="楷体_GB2312" pitchFamily="49" charset="-122"/>
                    </a:rPr>
                    <a:t>stu[29]</a:t>
                  </a:r>
                  <a:endParaRPr lang="en-US" altLang="zh-CN" sz="2000" b="1" dirty="0">
                    <a:latin typeface="Courier New" panose="02070409020205090404" pitchFamily="49" charset="0"/>
                    <a:ea typeface="宋体" pitchFamily="2" charset="-122"/>
                  </a:endParaRPr>
                </a:p>
              </p:txBody>
            </p:sp>
          </p:grpSp>
          <p:sp>
            <p:nvSpPr>
              <p:cNvPr id="382094" name="Rectangle 142"/>
              <p:cNvSpPr>
                <a:spLocks noChangeArrowheads="1"/>
              </p:cNvSpPr>
              <p:nvPr/>
            </p:nvSpPr>
            <p:spPr bwMode="auto">
              <a:xfrm>
                <a:off x="4828" y="981"/>
                <a:ext cx="819" cy="1224"/>
              </a:xfrm>
              <a:prstGeom prst="rect">
                <a:avLst/>
              </a:prstGeom>
              <a:noFill/>
              <a:ln w="25400">
                <a:solidFill>
                  <a:srgbClr val="3333CC"/>
                </a:solidFill>
                <a:miter lim="800000"/>
                <a:headEnd type="none" w="sm" len="sm"/>
                <a:tailEnd type="none" w="sm" len="sm"/>
              </a:ln>
              <a:effectLst/>
            </p:spPr>
            <p:txBody>
              <a:bodyPr wrap="none" anchor="ct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382095" name="Line 143"/>
              <p:cNvSpPr>
                <a:spLocks noChangeShapeType="1"/>
              </p:cNvSpPr>
              <p:nvPr/>
            </p:nvSpPr>
            <p:spPr bwMode="auto">
              <a:xfrm>
                <a:off x="4821" y="1298"/>
                <a:ext cx="819" cy="0"/>
              </a:xfrm>
              <a:prstGeom prst="line">
                <a:avLst/>
              </a:prstGeom>
              <a:noFill/>
              <a:ln w="25400">
                <a:solidFill>
                  <a:srgbClr val="3333CC"/>
                </a:solidFill>
                <a:round/>
                <a:headEnd type="none" w="sm" len="sm"/>
                <a:tailEnd type="none" w="sm" len="sm"/>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382096" name="Line 144"/>
              <p:cNvSpPr>
                <a:spLocks noChangeShapeType="1"/>
              </p:cNvSpPr>
              <p:nvPr/>
            </p:nvSpPr>
            <p:spPr bwMode="auto">
              <a:xfrm>
                <a:off x="4828" y="1588"/>
                <a:ext cx="819" cy="0"/>
              </a:xfrm>
              <a:prstGeom prst="line">
                <a:avLst/>
              </a:prstGeom>
              <a:noFill/>
              <a:ln w="25400">
                <a:solidFill>
                  <a:srgbClr val="3333CC"/>
                </a:solidFill>
                <a:round/>
                <a:headEnd type="none" w="sm" len="sm"/>
                <a:tailEnd type="none" w="sm" len="sm"/>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382098" name="Line 146"/>
              <p:cNvSpPr>
                <a:spLocks noChangeShapeType="1"/>
              </p:cNvSpPr>
              <p:nvPr/>
            </p:nvSpPr>
            <p:spPr bwMode="auto">
              <a:xfrm>
                <a:off x="4821" y="1888"/>
                <a:ext cx="819" cy="0"/>
              </a:xfrm>
              <a:prstGeom prst="line">
                <a:avLst/>
              </a:prstGeom>
              <a:noFill/>
              <a:ln w="25400">
                <a:solidFill>
                  <a:srgbClr val="3333CC"/>
                </a:solidFill>
                <a:round/>
                <a:headEnd type="none" w="sm" len="sm"/>
                <a:tailEnd type="none" w="sm" len="sm"/>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grpSp>
      </p:grpSp>
      <p:pic>
        <p:nvPicPr>
          <p:cNvPr id="115722" name="Picture 12" descr="想问题的3D小人图片素材"/>
          <p:cNvPicPr>
            <a:picLocks noChangeAspect="1"/>
          </p:cNvPicPr>
          <p:nvPr/>
        </p:nvPicPr>
        <p:blipFill>
          <a:blip r:embed="rId3">
            <a:clrChange>
              <a:clrFrom>
                <a:srgbClr val="FFFFFF"/>
              </a:clrFrom>
              <a:clrTo>
                <a:srgbClr val="FFFFFF">
                  <a:alpha val="0"/>
                </a:srgbClr>
              </a:clrTo>
            </a:clrChange>
          </a:blip>
          <a:stretch>
            <a:fillRect/>
          </a:stretch>
        </p:blipFill>
        <p:spPr>
          <a:xfrm>
            <a:off x="1733550" y="5084763"/>
            <a:ext cx="1498600" cy="1384300"/>
          </a:xfrm>
          <a:prstGeom prst="rect">
            <a:avLst/>
          </a:prstGeom>
          <a:noFill/>
          <a:ln w="9525">
            <a:noFill/>
          </a:ln>
        </p:spPr>
      </p:pic>
      <p:sp>
        <p:nvSpPr>
          <p:cNvPr id="115723" name="Rectangle 2"/>
          <p:cNvSpPr/>
          <p:nvPr/>
        </p:nvSpPr>
        <p:spPr>
          <a:xfrm>
            <a:off x="1881188" y="333375"/>
            <a:ext cx="8447087" cy="839788"/>
          </a:xfrm>
          <a:prstGeom prst="rect">
            <a:avLst/>
          </a:prstGeom>
          <a:noFill/>
          <a:ln w="9525">
            <a:noFill/>
          </a:ln>
        </p:spPr>
        <p:txBody>
          <a:bodyPr anchor="ctr" anchorCtr="0"/>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algn="ctr" eaLnBrk="1" hangingPunct="1">
              <a:lnSpc>
                <a:spcPct val="100000"/>
              </a:lnSpc>
              <a:spcBef>
                <a:spcPct val="0"/>
              </a:spcBef>
              <a:buClrTx/>
              <a:buSzTx/>
              <a:buFontTx/>
              <a:buNone/>
            </a:pPr>
            <a:r>
              <a:rPr lang="en-US" altLang="zh-CN" sz="4000" dirty="0"/>
              <a:t>3.4.5 </a:t>
            </a:r>
            <a:r>
              <a:rPr lang="zh-CN" altLang="en-US" sz="4000" dirty="0"/>
              <a:t>结构体指针的定义和初始化</a:t>
            </a:r>
            <a:endParaRPr lang="en-US" altLang="zh-CN" sz="4000" dirty="0">
              <a:latin typeface="黑体" panose="02010609060101010101" pitchFamily="49" charset="-122"/>
            </a:endParaRPr>
          </a:p>
        </p:txBody>
      </p:sp>
      <p:sp>
        <p:nvSpPr>
          <p:cNvPr id="36" name="椭圆 35"/>
          <p:cNvSpPr/>
          <p:nvPr/>
        </p:nvSpPr>
        <p:spPr>
          <a:xfrm>
            <a:off x="2568575" y="6550025"/>
            <a:ext cx="71438" cy="7143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lt1"/>
              </a:solidFill>
              <a:effectLst/>
              <a:uLnTx/>
              <a:uFillTx/>
              <a:latin typeface="+mn-lt"/>
              <a:ea typeface="+mn-ea"/>
              <a:cs typeface="+mn-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withEffect">
                                  <p:stCondLst>
                                    <p:cond delay="0"/>
                                  </p:stCondLst>
                                  <p:childTnLst>
                                    <p:set>
                                      <p:cBhvr>
                                        <p:cTn id="6" dur="1" fill="hold">
                                          <p:stCondLst>
                                            <p:cond delay="0"/>
                                          </p:stCondLst>
                                        </p:cTn>
                                        <p:tgtEl>
                                          <p:spTgt spid="462850">
                                            <p:txEl>
                                              <p:pRg st="0" end="0"/>
                                            </p:txEl>
                                          </p:spTgt>
                                        </p:tgtEl>
                                        <p:attrNameLst>
                                          <p:attrName>style.visibility</p:attrName>
                                        </p:attrNameLst>
                                      </p:cBhvr>
                                      <p:to>
                                        <p:strVal val="visible"/>
                                      </p:to>
                                    </p:set>
                                    <p:anim calcmode="lin" valueType="num">
                                      <p:cBhvr>
                                        <p:cTn id="7" dur="500" fill="hold"/>
                                        <p:tgtEl>
                                          <p:spTgt spid="462850">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462850">
                                            <p:txEl>
                                              <p:pRg st="0" end="0"/>
                                            </p:txEl>
                                          </p:spTgt>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nodeType="clickEffect">
                                  <p:stCondLst>
                                    <p:cond delay="0"/>
                                  </p:stCondLst>
                                  <p:childTnLst>
                                    <p:set>
                                      <p:cBhvr>
                                        <p:cTn id="12" dur="1" fill="hold">
                                          <p:stCondLst>
                                            <p:cond delay="0"/>
                                          </p:stCondLst>
                                        </p:cTn>
                                        <p:tgtEl>
                                          <p:spTgt spid="389122">
                                            <p:txEl>
                                              <p:pRg st="0" end="0"/>
                                            </p:txEl>
                                          </p:spTgt>
                                        </p:tgtEl>
                                        <p:attrNameLst>
                                          <p:attrName>style.visibility</p:attrName>
                                        </p:attrNameLst>
                                      </p:cBhvr>
                                      <p:to>
                                        <p:strVal val="visible"/>
                                      </p:to>
                                    </p:set>
                                    <p:animEffect transition="in" filter="wipe(left)">
                                      <p:cBhvr>
                                        <p:cTn id="13" dur="500"/>
                                        <p:tgtEl>
                                          <p:spTgt spid="389122">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0" presetClass="path" presetSubtype="0" accel="50000" decel="50000" fill="hold" nodeType="clickEffect">
                                  <p:stCondLst>
                                    <p:cond delay="0"/>
                                  </p:stCondLst>
                                  <p:childTnLst>
                                    <p:animMotion origin="layout" path="M 2.82051E-6 -1.11111E-6 L -0.00321 0.07338 " pathEditMode="relative" rAng="0" ptsTypes="AA">
                                      <p:cBhvr>
                                        <p:cTn id="17" dur="2000" fill="hold"/>
                                        <p:tgtEl>
                                          <p:spTgt spid="389126"/>
                                        </p:tgtEl>
                                        <p:attrNameLst>
                                          <p:attrName>ppt_x</p:attrName>
                                          <p:attrName>ppt_y</p:attrName>
                                        </p:attrNameLst>
                                      </p:cBhvr>
                                      <p:rCtr x="-200" y="3700"/>
                                    </p:animMotion>
                                  </p:childTnLst>
                                </p:cTn>
                              </p:par>
                              <p:par>
                                <p:cTn id="18" presetID="0" presetClass="path" presetSubtype="0" accel="50000" decel="50000" fill="hold" grpId="0" nodeType="withEffect">
                                  <p:stCondLst>
                                    <p:cond delay="0"/>
                                  </p:stCondLst>
                                  <p:childTnLst>
                                    <p:animMotion origin="layout" path="M -5.12821E-7 -2.22222E-6 L 0.00208 0.06852 " pathEditMode="relative" rAng="0" ptsTypes="AA">
                                      <p:cBhvr>
                                        <p:cTn id="19" dur="2000" fill="hold"/>
                                        <p:tgtEl>
                                          <p:spTgt spid="389124"/>
                                        </p:tgtEl>
                                        <p:attrNameLst>
                                          <p:attrName>ppt_x</p:attrName>
                                          <p:attrName>ppt_y</p:attrName>
                                        </p:attrNameLst>
                                      </p:cBhvr>
                                      <p:rCtr x="100" y="3400"/>
                                    </p:animMotion>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nodeType="clickEffect">
                                  <p:stCondLst>
                                    <p:cond delay="0"/>
                                  </p:stCondLst>
                                  <p:childTnLst>
                                    <p:set>
                                      <p:cBhvr>
                                        <p:cTn id="23" dur="1" fill="hold">
                                          <p:stCondLst>
                                            <p:cond delay="0"/>
                                          </p:stCondLst>
                                        </p:cTn>
                                        <p:tgtEl>
                                          <p:spTgt spid="389122">
                                            <p:txEl>
                                              <p:pRg st="1" end="1"/>
                                            </p:txEl>
                                          </p:spTgt>
                                        </p:tgtEl>
                                        <p:attrNameLst>
                                          <p:attrName>style.visibility</p:attrName>
                                        </p:attrNameLst>
                                      </p:cBhvr>
                                      <p:to>
                                        <p:strVal val="visible"/>
                                      </p:to>
                                    </p:set>
                                    <p:animEffect transition="in" filter="wipe(left)">
                                      <p:cBhvr>
                                        <p:cTn id="24" dur="500"/>
                                        <p:tgtEl>
                                          <p:spTgt spid="389122">
                                            <p:txEl>
                                              <p:pRg st="1" end="1"/>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nodeType="clickEffect">
                                  <p:stCondLst>
                                    <p:cond delay="0"/>
                                  </p:stCondLst>
                                  <p:childTnLst>
                                    <p:set>
                                      <p:cBhvr>
                                        <p:cTn id="28" dur="1" fill="hold">
                                          <p:stCondLst>
                                            <p:cond delay="0"/>
                                          </p:stCondLst>
                                        </p:cTn>
                                        <p:tgtEl>
                                          <p:spTgt spid="389122">
                                            <p:txEl>
                                              <p:pRg st="2" end="2"/>
                                            </p:txEl>
                                          </p:spTgt>
                                        </p:tgtEl>
                                        <p:attrNameLst>
                                          <p:attrName>style.visibility</p:attrName>
                                        </p:attrNameLst>
                                      </p:cBhvr>
                                      <p:to>
                                        <p:strVal val="visible"/>
                                      </p:to>
                                    </p:set>
                                    <p:animEffect transition="in" filter="wipe(left)">
                                      <p:cBhvr>
                                        <p:cTn id="29" dur="500"/>
                                        <p:tgtEl>
                                          <p:spTgt spid="389122">
                                            <p:txEl>
                                              <p:pRg st="2" end="2"/>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nodeType="clickEffect">
                                  <p:stCondLst>
                                    <p:cond delay="0"/>
                                  </p:stCondLst>
                                  <p:childTnLst>
                                    <p:set>
                                      <p:cBhvr>
                                        <p:cTn id="33" dur="1" fill="hold">
                                          <p:stCondLst>
                                            <p:cond delay="0"/>
                                          </p:stCondLst>
                                        </p:cTn>
                                        <p:tgtEl>
                                          <p:spTgt spid="389122">
                                            <p:txEl>
                                              <p:pRg st="3" end="3"/>
                                            </p:txEl>
                                          </p:spTgt>
                                        </p:tgtEl>
                                        <p:attrNameLst>
                                          <p:attrName>style.visibility</p:attrName>
                                        </p:attrNameLst>
                                      </p:cBhvr>
                                      <p:to>
                                        <p:strVal val="visible"/>
                                      </p:to>
                                    </p:set>
                                    <p:animEffect transition="in" filter="wipe(left)">
                                      <p:cBhvr>
                                        <p:cTn id="34" dur="500"/>
                                        <p:tgtEl>
                                          <p:spTgt spid="38912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24" grpId="0"/>
    </p:bldLst>
  </p:timing>
</p:sld>
</file>

<file path=ppt/slides/slide8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6738" name="Rectangle 2"/>
          <p:cNvSpPr>
            <a:spLocks noGrp="1"/>
          </p:cNvSpPr>
          <p:nvPr>
            <p:ph type="title"/>
          </p:nvPr>
        </p:nvSpPr>
        <p:spPr>
          <a:xfrm>
            <a:off x="1881188" y="404813"/>
            <a:ext cx="8447087" cy="839787"/>
          </a:xfrm>
        </p:spPr>
        <p:txBody>
          <a:bodyPr vert="horz" wrap="square" lIns="91440" tIns="45720" rIns="91440" bIns="45720" anchor="ctr" anchorCtr="0"/>
          <a:lstStyle/>
          <a:p>
            <a:r>
              <a:rPr lang="en-US" altLang="zh-CN" kern="1200" dirty="0">
                <a:solidFill>
                  <a:schemeClr val="tx1"/>
                </a:solidFill>
                <a:latin typeface="Arial" panose="020B0604020202090204" pitchFamily="34" charset="0"/>
                <a:ea typeface="黑体" panose="02010609060101010101" pitchFamily="49" charset="-122"/>
                <a:cs typeface="Arial" panose="020B0604020202090204" pitchFamily="34" charset="0"/>
              </a:rPr>
              <a:t>3.4.6 </a:t>
            </a:r>
            <a:r>
              <a:rPr lang="zh-CN" altLang="en-US" kern="1200" dirty="0">
                <a:solidFill>
                  <a:schemeClr val="tx1"/>
                </a:solidFill>
                <a:latin typeface="Arial" panose="020B0604020202090204" pitchFamily="34" charset="0"/>
                <a:ea typeface="黑体" panose="02010609060101010101" pitchFamily="49" charset="-122"/>
                <a:cs typeface="Arial" panose="020B0604020202090204" pitchFamily="34" charset="0"/>
              </a:rPr>
              <a:t>向函数传递结构体</a:t>
            </a:r>
            <a:endParaRPr lang="zh-CN" altLang="en-US" kern="1200" dirty="0">
              <a:solidFill>
                <a:schemeClr val="tx1"/>
              </a:solidFill>
              <a:latin typeface="Arial" panose="020B0604020202090204" pitchFamily="34" charset="0"/>
              <a:ea typeface="黑体" panose="02010609060101010101" pitchFamily="49" charset="-122"/>
              <a:cs typeface="Arial" panose="020B0604020202090204" pitchFamily="34" charset="0"/>
            </a:endParaRPr>
          </a:p>
        </p:txBody>
      </p:sp>
      <p:sp>
        <p:nvSpPr>
          <p:cNvPr id="345091" name="Rectangle 3"/>
          <p:cNvSpPr>
            <a:spLocks noGrp="1"/>
          </p:cNvSpPr>
          <p:nvPr>
            <p:ph idx="1"/>
          </p:nvPr>
        </p:nvSpPr>
        <p:spPr>
          <a:xfrm>
            <a:off x="1487488" y="1484313"/>
            <a:ext cx="9163050" cy="4611687"/>
          </a:xfrm>
        </p:spPr>
        <p:txBody>
          <a:bodyPr vert="horz" wrap="square" lIns="91440" tIns="45720" rIns="91440" bIns="45720" anchor="t" anchorCtr="0"/>
          <a:lstStyle/>
          <a:p>
            <a:pPr eaLnBrk="1">
              <a:lnSpc>
                <a:spcPct val="135000"/>
              </a:lnSpc>
              <a:buSzPct val="50000"/>
            </a:pPr>
            <a:r>
              <a:rPr lang="zh-CN" altLang="en-US" sz="3200" kern="1200" dirty="0">
                <a:latin typeface="Times New Roman" panose="02020503050405090304" pitchFamily="18" charset="0"/>
                <a:ea typeface="黑体" panose="02010609060101010101" pitchFamily="49" charset="-122"/>
                <a:cs typeface="Times New Roman" panose="02020503050405090304" pitchFamily="18" charset="0"/>
              </a:rPr>
              <a:t>向函数传递结构体的</a:t>
            </a:r>
            <a:r>
              <a:rPr lang="zh-CN" altLang="en-US" sz="3200" kern="1200" dirty="0">
                <a:solidFill>
                  <a:srgbClr val="C00000"/>
                </a:solidFill>
                <a:latin typeface="Times New Roman" panose="02020503050405090304" pitchFamily="18" charset="0"/>
                <a:ea typeface="黑体" panose="02010609060101010101" pitchFamily="49" charset="-122"/>
                <a:cs typeface="Times New Roman" panose="02020503050405090304" pitchFamily="18" charset="0"/>
              </a:rPr>
              <a:t>单个成员</a:t>
            </a:r>
            <a:endParaRPr lang="zh-CN" altLang="en-US" sz="3200" kern="1200" dirty="0">
              <a:solidFill>
                <a:srgbClr val="C00000"/>
              </a:solidFill>
              <a:latin typeface="Times New Roman" panose="02020503050405090304" pitchFamily="18" charset="0"/>
              <a:ea typeface="黑体" panose="02010609060101010101" pitchFamily="49" charset="-122"/>
              <a:cs typeface="Times New Roman" panose="02020503050405090304" pitchFamily="18" charset="0"/>
            </a:endParaRPr>
          </a:p>
          <a:p>
            <a:pPr lvl="1" eaLnBrk="1">
              <a:lnSpc>
                <a:spcPct val="135000"/>
              </a:lnSpc>
              <a:buSzPct val="50000"/>
            </a:pPr>
            <a:r>
              <a:rPr lang="zh-CN" altLang="en-US" sz="2800" kern="1200" dirty="0">
                <a:latin typeface="Arial" panose="020B0604020202090204" pitchFamily="34" charset="0"/>
                <a:ea typeface="黑体" panose="02010609060101010101" pitchFamily="49" charset="-122"/>
                <a:cs typeface="Times New Roman" panose="02020503050405090304" pitchFamily="18" charset="0"/>
              </a:rPr>
              <a:t>复制单个成员的内容</a:t>
            </a:r>
            <a:endParaRPr lang="zh-CN" altLang="en-US" sz="2800" kern="1200" dirty="0">
              <a:latin typeface="Arial" panose="020B0604020202090204" pitchFamily="34" charset="0"/>
              <a:ea typeface="黑体" panose="02010609060101010101" pitchFamily="49" charset="-122"/>
              <a:cs typeface="Times New Roman" panose="02020503050405090304" pitchFamily="18" charset="0"/>
            </a:endParaRPr>
          </a:p>
          <a:p>
            <a:pPr eaLnBrk="1">
              <a:lnSpc>
                <a:spcPct val="135000"/>
              </a:lnSpc>
              <a:buSzPct val="50000"/>
            </a:pPr>
            <a:r>
              <a:rPr lang="zh-CN" altLang="en-US" sz="3200" kern="1200" dirty="0">
                <a:latin typeface="Times New Roman" panose="02020503050405090304" pitchFamily="18" charset="0"/>
                <a:ea typeface="黑体" panose="02010609060101010101" pitchFamily="49" charset="-122"/>
                <a:cs typeface="Times New Roman" panose="02020503050405090304" pitchFamily="18" charset="0"/>
              </a:rPr>
              <a:t>向函数传递结构体的</a:t>
            </a:r>
            <a:r>
              <a:rPr lang="zh-CN" altLang="en-US" sz="3200" kern="1200" dirty="0">
                <a:solidFill>
                  <a:srgbClr val="C00000"/>
                </a:solidFill>
                <a:latin typeface="Times New Roman" panose="02020503050405090304" pitchFamily="18" charset="0"/>
                <a:ea typeface="黑体" panose="02010609060101010101" pitchFamily="49" charset="-122"/>
                <a:cs typeface="Times New Roman" panose="02020503050405090304" pitchFamily="18" charset="0"/>
              </a:rPr>
              <a:t>完整结构</a:t>
            </a:r>
            <a:endParaRPr lang="en-US" altLang="zh-CN" sz="3200" kern="1200" dirty="0">
              <a:solidFill>
                <a:srgbClr val="C00000"/>
              </a:solidFill>
              <a:latin typeface="Times New Roman" panose="02020503050405090304" pitchFamily="18" charset="0"/>
              <a:ea typeface="黑体" panose="02010609060101010101" pitchFamily="49" charset="-122"/>
              <a:cs typeface="Times New Roman" panose="02020503050405090304" pitchFamily="18" charset="0"/>
            </a:endParaRPr>
          </a:p>
          <a:p>
            <a:pPr lvl="1" eaLnBrk="1">
              <a:lnSpc>
                <a:spcPct val="135000"/>
              </a:lnSpc>
              <a:buClr>
                <a:srgbClr val="2F2F2F"/>
              </a:buClr>
              <a:buSzPct val="50000"/>
            </a:pPr>
            <a:r>
              <a:rPr lang="zh-CN" altLang="en-US" sz="2800" kern="1200" dirty="0">
                <a:latin typeface="Arial" panose="020B0604020202090204" pitchFamily="34" charset="0"/>
                <a:ea typeface="黑体" panose="02010609060101010101" pitchFamily="49" charset="-122"/>
                <a:cs typeface="Times New Roman" panose="02020503050405090304" pitchFamily="18" charset="0"/>
              </a:rPr>
              <a:t>复制结构体的所有成员</a:t>
            </a:r>
            <a:endParaRPr lang="zh-CN" altLang="en-US" sz="2800" kern="1200" dirty="0">
              <a:latin typeface="Arial" panose="020B0604020202090204" pitchFamily="34" charset="0"/>
              <a:ea typeface="黑体" panose="02010609060101010101" pitchFamily="49" charset="-122"/>
              <a:cs typeface="Times New Roman" panose="02020503050405090304" pitchFamily="18" charset="0"/>
            </a:endParaRPr>
          </a:p>
          <a:p>
            <a:pPr eaLnBrk="1">
              <a:lnSpc>
                <a:spcPct val="135000"/>
              </a:lnSpc>
              <a:buSzPct val="50000"/>
            </a:pPr>
            <a:r>
              <a:rPr lang="zh-CN" altLang="en-US" sz="3200" kern="1200" dirty="0">
                <a:latin typeface="Times New Roman" panose="02020503050405090304" pitchFamily="18" charset="0"/>
                <a:ea typeface="黑体" panose="02010609060101010101" pitchFamily="49" charset="-122"/>
                <a:cs typeface="Times New Roman" panose="02020503050405090304" pitchFamily="18" charset="0"/>
              </a:rPr>
              <a:t>向函数传递结构体的</a:t>
            </a:r>
            <a:r>
              <a:rPr lang="zh-CN" altLang="en-US" sz="3200" kern="1200" dirty="0">
                <a:solidFill>
                  <a:srgbClr val="C00000"/>
                </a:solidFill>
                <a:latin typeface="Times New Roman" panose="02020503050405090304" pitchFamily="18" charset="0"/>
                <a:ea typeface="黑体" panose="02010609060101010101" pitchFamily="49" charset="-122"/>
                <a:cs typeface="Times New Roman" panose="02020503050405090304" pitchFamily="18" charset="0"/>
              </a:rPr>
              <a:t>首地址</a:t>
            </a:r>
            <a:endParaRPr lang="en-US" altLang="zh-CN" sz="3200" kern="1200" dirty="0">
              <a:solidFill>
                <a:srgbClr val="C00000"/>
              </a:solidFill>
              <a:latin typeface="Times New Roman" panose="02020503050405090304" pitchFamily="18" charset="0"/>
              <a:ea typeface="黑体" panose="02010609060101010101" pitchFamily="49" charset="-122"/>
              <a:cs typeface="Times New Roman" panose="02020503050405090304" pitchFamily="18" charset="0"/>
            </a:endParaRPr>
          </a:p>
          <a:p>
            <a:pPr lvl="1" eaLnBrk="1">
              <a:lnSpc>
                <a:spcPct val="135000"/>
              </a:lnSpc>
              <a:buClr>
                <a:srgbClr val="2F2F2F"/>
              </a:buClr>
              <a:buSzPct val="50000"/>
            </a:pPr>
            <a:r>
              <a:rPr lang="zh-CN" altLang="en-US" sz="2800" kern="1200" dirty="0">
                <a:latin typeface="Arial" panose="020B0604020202090204" pitchFamily="34" charset="0"/>
                <a:ea typeface="黑体" panose="02010609060101010101" pitchFamily="49" charset="-122"/>
                <a:cs typeface="Times New Roman" panose="02020503050405090304" pitchFamily="18" charset="0"/>
              </a:rPr>
              <a:t>仅复制一个地址值</a:t>
            </a:r>
            <a:endParaRPr lang="zh-CN" altLang="en-US" sz="2800" kern="1200" dirty="0">
              <a:latin typeface="Arial" panose="020B0604020202090204" pitchFamily="34" charset="0"/>
              <a:ea typeface="黑体" panose="02010609060101010101" pitchFamily="49" charset="-122"/>
              <a:cs typeface="Times New Roman" panose="02020503050405090304" pitchFamily="18" charset="0"/>
            </a:endParaRPr>
          </a:p>
          <a:p>
            <a:pPr eaLnBrk="1">
              <a:lnSpc>
                <a:spcPct val="135000"/>
              </a:lnSpc>
              <a:buSzPct val="50000"/>
            </a:pPr>
            <a:endParaRPr lang="zh-CN" altLang="en-US" sz="3200" kern="1200" dirty="0">
              <a:solidFill>
                <a:srgbClr val="C00000"/>
              </a:solidFill>
              <a:latin typeface="Times New Roman" panose="02020503050405090304" pitchFamily="18" charset="0"/>
              <a:ea typeface="黑体" panose="02010609060101010101" pitchFamily="49" charset="-122"/>
              <a:cs typeface="Times New Roman" panose="02020503050405090304" pitchFamily="18" charset="0"/>
            </a:endParaRPr>
          </a:p>
          <a:p>
            <a:pPr lvl="1" eaLnBrk="1">
              <a:buSzPct val="50000"/>
            </a:pPr>
            <a:endParaRPr lang="zh-CN" altLang="en-US" sz="2800" kern="1200" dirty="0">
              <a:solidFill>
                <a:schemeClr val="hlink"/>
              </a:solidFill>
              <a:latin typeface="Arial" panose="020B0604020202090204" pitchFamily="34" charset="0"/>
              <a:ea typeface="黑体" panose="02010609060101010101" pitchFamily="49" charset="-122"/>
              <a:cs typeface="Times New Roman" panose="0202050305040509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45091">
                                            <p:txEl>
                                              <p:pRg st="0" end="0"/>
                                            </p:txEl>
                                          </p:spTgt>
                                        </p:tgtEl>
                                        <p:attrNameLst>
                                          <p:attrName>style.visibility</p:attrName>
                                        </p:attrNameLst>
                                      </p:cBhvr>
                                      <p:to>
                                        <p:strVal val="visible"/>
                                      </p:to>
                                    </p:set>
                                    <p:animEffect transition="in" filter="wipe(left)">
                                      <p:cBhvr>
                                        <p:cTn id="7" dur="500"/>
                                        <p:tgtEl>
                                          <p:spTgt spid="34509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45091">
                                            <p:txEl>
                                              <p:pRg st="1" end="1"/>
                                            </p:txEl>
                                          </p:spTgt>
                                        </p:tgtEl>
                                        <p:attrNameLst>
                                          <p:attrName>style.visibility</p:attrName>
                                        </p:attrNameLst>
                                      </p:cBhvr>
                                      <p:to>
                                        <p:strVal val="visible"/>
                                      </p:to>
                                    </p:set>
                                    <p:animEffect transition="in" filter="wipe(left)">
                                      <p:cBhvr>
                                        <p:cTn id="12" dur="500"/>
                                        <p:tgtEl>
                                          <p:spTgt spid="34509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45091">
                                            <p:txEl>
                                              <p:pRg st="2" end="2"/>
                                            </p:txEl>
                                          </p:spTgt>
                                        </p:tgtEl>
                                        <p:attrNameLst>
                                          <p:attrName>style.visibility</p:attrName>
                                        </p:attrNameLst>
                                      </p:cBhvr>
                                      <p:to>
                                        <p:strVal val="visible"/>
                                      </p:to>
                                    </p:set>
                                    <p:animEffect transition="in" filter="wipe(left)">
                                      <p:cBhvr>
                                        <p:cTn id="17" dur="500"/>
                                        <p:tgtEl>
                                          <p:spTgt spid="34509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45091">
                                            <p:txEl>
                                              <p:pRg st="3" end="3"/>
                                            </p:txEl>
                                          </p:spTgt>
                                        </p:tgtEl>
                                        <p:attrNameLst>
                                          <p:attrName>style.visibility</p:attrName>
                                        </p:attrNameLst>
                                      </p:cBhvr>
                                      <p:to>
                                        <p:strVal val="visible"/>
                                      </p:to>
                                    </p:set>
                                    <p:animEffect transition="in" filter="wipe(left)">
                                      <p:cBhvr>
                                        <p:cTn id="22" dur="500"/>
                                        <p:tgtEl>
                                          <p:spTgt spid="34509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45091">
                                            <p:txEl>
                                              <p:pRg st="4" end="4"/>
                                            </p:txEl>
                                          </p:spTgt>
                                        </p:tgtEl>
                                        <p:attrNameLst>
                                          <p:attrName>style.visibility</p:attrName>
                                        </p:attrNameLst>
                                      </p:cBhvr>
                                      <p:to>
                                        <p:strVal val="visible"/>
                                      </p:to>
                                    </p:set>
                                    <p:animEffect transition="in" filter="wipe(left)">
                                      <p:cBhvr>
                                        <p:cTn id="27" dur="500"/>
                                        <p:tgtEl>
                                          <p:spTgt spid="345091">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345091">
                                            <p:txEl>
                                              <p:pRg st="5" end="5"/>
                                            </p:txEl>
                                          </p:spTgt>
                                        </p:tgtEl>
                                        <p:attrNameLst>
                                          <p:attrName>style.visibility</p:attrName>
                                        </p:attrNameLst>
                                      </p:cBhvr>
                                      <p:to>
                                        <p:strVal val="visible"/>
                                      </p:to>
                                    </p:set>
                                    <p:animEffect transition="in" filter="wipe(left)">
                                      <p:cBhvr>
                                        <p:cTn id="32" dur="500"/>
                                        <p:tgtEl>
                                          <p:spTgt spid="345091">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5091" grpId="0" build="p"/>
    </p:bldLst>
  </p:timing>
</p:sld>
</file>

<file path=ppt/slides/slide8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ext Box 4"/>
          <p:cNvSpPr txBox="1">
            <a:spLocks noChangeArrowheads="1"/>
          </p:cNvSpPr>
          <p:nvPr/>
        </p:nvSpPr>
        <p:spPr bwMode="auto">
          <a:xfrm>
            <a:off x="1416050" y="4076700"/>
            <a:ext cx="4954588" cy="377825"/>
          </a:xfrm>
          <a:prstGeom prst="rect">
            <a:avLst/>
          </a:prstGeom>
          <a:noFill/>
          <a:ln w="9525">
            <a:noFill/>
            <a:miter lim="800000"/>
          </a:ln>
        </p:spPr>
        <p:txBody>
          <a:bodyPr wrap="none">
            <a:spAutoFit/>
          </a:bodyPr>
          <a:lstStyle/>
          <a:p>
            <a:pPr marR="0" defTabSz="914400" eaLnBrk="1" hangingPunct="1">
              <a:lnSpc>
                <a:spcPct val="90000"/>
              </a:lnSpc>
              <a:spcBef>
                <a:spcPts val="590"/>
              </a:spcBef>
              <a:spcAft>
                <a:spcPts val="590"/>
              </a:spcAft>
              <a:buClr>
                <a:schemeClr val="tx2"/>
              </a:buClr>
              <a:buSzPct val="80000"/>
              <a:buFontTx/>
              <a:buNone/>
              <a:defRPr/>
            </a:pPr>
            <a:r>
              <a:rPr kumimoji="1" lang="en-US" altLang="zh-CN" b="1" kern="1200" cap="none" spc="0" normalizeH="0" baseline="0" noProof="0" dirty="0">
                <a:solidFill>
                  <a:srgbClr val="000066"/>
                </a:solidFill>
                <a:effectLst>
                  <a:outerShdw blurRad="38100" dist="38100" dir="2700000" algn="tl">
                    <a:srgbClr val="C0C0C0"/>
                  </a:outerShdw>
                </a:effectLst>
                <a:latin typeface="Courier New" panose="02070409020205090404" pitchFamily="49" charset="0"/>
                <a:ea typeface="宋体" pitchFamily="2" charset="-122"/>
                <a:cs typeface="+mn-cs"/>
              </a:rPr>
              <a:t>Before function call:1999/04/23</a:t>
            </a:r>
            <a:endParaRPr kumimoji="1" lang="zh-CN" altLang="en-US" b="1" kern="1200" cap="none" spc="0" normalizeH="0" baseline="0" noProof="0" dirty="0">
              <a:solidFill>
                <a:srgbClr val="000066"/>
              </a:solidFill>
              <a:effectLst>
                <a:outerShdw blurRad="38100" dist="38100" dir="2700000" algn="tl">
                  <a:srgbClr val="C0C0C0"/>
                </a:outerShdw>
              </a:effectLst>
              <a:latin typeface="Courier New" panose="02070409020205090404" pitchFamily="49" charset="0"/>
              <a:ea typeface="宋体" pitchFamily="2" charset="-122"/>
              <a:cs typeface="+mn-cs"/>
            </a:endParaRPr>
          </a:p>
        </p:txBody>
      </p:sp>
      <p:sp>
        <p:nvSpPr>
          <p:cNvPr id="8" name="Text Box 5"/>
          <p:cNvSpPr txBox="1">
            <a:spLocks noChangeArrowheads="1"/>
          </p:cNvSpPr>
          <p:nvPr/>
        </p:nvSpPr>
        <p:spPr bwMode="auto">
          <a:xfrm>
            <a:off x="1435100" y="4411663"/>
            <a:ext cx="4800600" cy="377825"/>
          </a:xfrm>
          <a:prstGeom prst="rect">
            <a:avLst/>
          </a:prstGeom>
          <a:noFill/>
          <a:ln w="9525">
            <a:noFill/>
            <a:miter lim="800000"/>
          </a:ln>
        </p:spPr>
        <p:txBody>
          <a:bodyPr wrap="none">
            <a:spAutoFit/>
          </a:bodyPr>
          <a:lstStyle/>
          <a:p>
            <a:pPr marR="0" defTabSz="914400" eaLnBrk="1" hangingPunct="1">
              <a:lnSpc>
                <a:spcPct val="90000"/>
              </a:lnSpc>
              <a:spcBef>
                <a:spcPts val="590"/>
              </a:spcBef>
              <a:spcAft>
                <a:spcPts val="590"/>
              </a:spcAft>
              <a:buClr>
                <a:schemeClr val="tx2"/>
              </a:buClr>
              <a:buSzPct val="80000"/>
              <a:buFontTx/>
              <a:buNone/>
              <a:defRPr/>
            </a:pPr>
            <a:r>
              <a:rPr kumimoji="1" lang="en-US" altLang="zh-CN" b="1" kern="1200" cap="none" spc="0" normalizeH="0" baseline="0" noProof="0" dirty="0">
                <a:solidFill>
                  <a:srgbClr val="000066"/>
                </a:solidFill>
                <a:effectLst>
                  <a:outerShdw blurRad="38100" dist="38100" dir="2700000" algn="tl">
                    <a:srgbClr val="C0C0C0"/>
                  </a:outerShdw>
                </a:effectLst>
                <a:latin typeface="Courier New" panose="02070409020205090404" pitchFamily="49" charset="0"/>
                <a:ea typeface="宋体" pitchFamily="2" charset="-122"/>
                <a:cs typeface="+mn-cs"/>
              </a:rPr>
              <a:t>After function call:1999/04/23</a:t>
            </a:r>
            <a:endParaRPr kumimoji="1" lang="zh-CN" altLang="en-US" b="1" kern="1200" cap="none" spc="0" normalizeH="0" baseline="0" noProof="0" dirty="0">
              <a:solidFill>
                <a:srgbClr val="000066"/>
              </a:solidFill>
              <a:effectLst>
                <a:outerShdw blurRad="38100" dist="38100" dir="2700000" algn="tl">
                  <a:srgbClr val="C0C0C0"/>
                </a:outerShdw>
              </a:effectLst>
              <a:latin typeface="Courier New" panose="02070409020205090404" pitchFamily="49" charset="0"/>
              <a:ea typeface="宋体" pitchFamily="2" charset="-122"/>
              <a:cs typeface="+mn-cs"/>
            </a:endParaRPr>
          </a:p>
        </p:txBody>
      </p:sp>
      <p:sp>
        <p:nvSpPr>
          <p:cNvPr id="117764" name="Rectangle 6"/>
          <p:cNvSpPr/>
          <p:nvPr/>
        </p:nvSpPr>
        <p:spPr>
          <a:xfrm>
            <a:off x="8472488" y="1773238"/>
            <a:ext cx="2376487" cy="839787"/>
          </a:xfrm>
          <a:prstGeom prst="rect">
            <a:avLst/>
          </a:prstGeom>
          <a:noFill/>
          <a:ln w="9525">
            <a:noFill/>
          </a:ln>
        </p:spPr>
        <p:txBody>
          <a:bodyPr lIns="92075" tIns="46037" rIns="92075" bIns="46037" anchor="ctr" anchorCtr="0"/>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85000"/>
              </a:lnSpc>
              <a:spcBef>
                <a:spcPts val="590"/>
              </a:spcBef>
              <a:spcAft>
                <a:spcPts val="590"/>
              </a:spcAft>
              <a:buSzPct val="80000"/>
              <a:buNone/>
            </a:pPr>
            <a:r>
              <a:rPr lang="zh-CN" altLang="en-US" dirty="0">
                <a:solidFill>
                  <a:srgbClr val="000066"/>
                </a:solidFill>
              </a:rPr>
              <a:t>结构体</a:t>
            </a:r>
            <a:r>
              <a:rPr lang="zh-CN" altLang="en-US" dirty="0">
                <a:solidFill>
                  <a:srgbClr val="C00000"/>
                </a:solidFill>
              </a:rPr>
              <a:t>变量</a:t>
            </a:r>
            <a:r>
              <a:rPr lang="zh-CN" altLang="en-US" dirty="0">
                <a:solidFill>
                  <a:srgbClr val="000066"/>
                </a:solidFill>
              </a:rPr>
              <a:t>作函数参数</a:t>
            </a:r>
            <a:endParaRPr lang="zh-CN" altLang="en-US" dirty="0">
              <a:solidFill>
                <a:srgbClr val="000066"/>
              </a:solidFill>
            </a:endParaRPr>
          </a:p>
        </p:txBody>
      </p:sp>
      <p:sp>
        <p:nvSpPr>
          <p:cNvPr id="117765" name="Text Box 2"/>
          <p:cNvSpPr txBox="1"/>
          <p:nvPr/>
        </p:nvSpPr>
        <p:spPr>
          <a:xfrm>
            <a:off x="1200150" y="200025"/>
            <a:ext cx="7056438" cy="3516313"/>
          </a:xfrm>
          <a:prstGeom prst="rect">
            <a:avLst/>
          </a:prstGeom>
          <a:solidFill>
            <a:schemeClr val="bg2"/>
          </a:solidFill>
          <a:ln w="38100" cap="flat" cmpd="sng">
            <a:solidFill>
              <a:srgbClr val="00B050"/>
            </a:solidFill>
            <a:prstDash val="solid"/>
            <a:miter/>
            <a:headEnd type="none" w="med" len="med"/>
            <a:tailEnd type="none" w="med" len="med"/>
          </a:ln>
        </p:spPr>
        <p:txBody>
          <a:bodyPr>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spcBef>
                <a:spcPct val="0"/>
              </a:spcBef>
              <a:buSzPct val="80000"/>
              <a:buNone/>
            </a:pPr>
            <a:r>
              <a:rPr lang="en-US" altLang="zh-CN" sz="1800" b="1" dirty="0">
                <a:latin typeface="Courier New" panose="02070409020205090404" pitchFamily="49" charset="0"/>
                <a:ea typeface="宋体" pitchFamily="2" charset="-122"/>
              </a:rPr>
              <a:t>int main()</a:t>
            </a:r>
            <a:endParaRPr lang="en-US" altLang="zh-CN" sz="1800" b="1" dirty="0">
              <a:latin typeface="Courier New" panose="02070409020205090404" pitchFamily="49" charset="0"/>
              <a:ea typeface="宋体" pitchFamily="2" charset="-122"/>
            </a:endParaRPr>
          </a:p>
          <a:p>
            <a:pPr marL="0" lvl="0" indent="0" eaLnBrk="1" hangingPunct="1">
              <a:spcBef>
                <a:spcPct val="0"/>
              </a:spcBef>
              <a:buSzPct val="80000"/>
              <a:buNone/>
            </a:pPr>
            <a:r>
              <a:rPr lang="en-US" altLang="zh-CN" sz="1800" b="1" dirty="0">
                <a:latin typeface="Courier New" panose="02070409020205090404" pitchFamily="49" charset="0"/>
                <a:ea typeface="宋体" pitchFamily="2" charset="-122"/>
              </a:rPr>
              <a:t>{</a:t>
            </a:r>
            <a:endParaRPr lang="en-US" altLang="zh-CN" sz="1800" b="1" dirty="0">
              <a:latin typeface="Courier New" panose="02070409020205090404" pitchFamily="49" charset="0"/>
              <a:ea typeface="宋体" pitchFamily="2" charset="-122"/>
            </a:endParaRPr>
          </a:p>
          <a:p>
            <a:pPr marL="0" lvl="0" indent="0" eaLnBrk="1" hangingPunct="1">
              <a:spcBef>
                <a:spcPct val="0"/>
              </a:spcBef>
              <a:buSzPct val="80000"/>
              <a:buNone/>
            </a:pPr>
            <a:r>
              <a:rPr lang="en-US" altLang="zh-CN" sz="1800" b="1" dirty="0">
                <a:latin typeface="Courier New" panose="02070409020205090404" pitchFamily="49" charset="0"/>
                <a:ea typeface="宋体" pitchFamily="2" charset="-122"/>
              </a:rPr>
              <a:t>  </a:t>
            </a:r>
            <a:r>
              <a:rPr lang="en-US" altLang="zh-CN" sz="1800" b="1" dirty="0">
                <a:solidFill>
                  <a:srgbClr val="C00000"/>
                </a:solidFill>
                <a:latin typeface="Courier New" panose="02070409020205090404" pitchFamily="49" charset="0"/>
                <a:ea typeface="宋体" pitchFamily="2" charset="-122"/>
              </a:rPr>
              <a:t>struct date d;</a:t>
            </a:r>
            <a:endParaRPr lang="en-US" altLang="zh-CN" sz="1800" b="1" dirty="0">
              <a:solidFill>
                <a:srgbClr val="C00000"/>
              </a:solidFill>
              <a:latin typeface="Courier New" panose="02070409020205090404" pitchFamily="49" charset="0"/>
              <a:ea typeface="宋体" pitchFamily="2" charset="-122"/>
            </a:endParaRPr>
          </a:p>
          <a:p>
            <a:pPr marL="0" lvl="0" indent="0" eaLnBrk="1" hangingPunct="1">
              <a:spcBef>
                <a:spcPct val="0"/>
              </a:spcBef>
              <a:buSzPct val="80000"/>
              <a:buNone/>
            </a:pPr>
            <a:r>
              <a:rPr lang="en-US" altLang="zh-CN" sz="1800" b="1" dirty="0">
                <a:latin typeface="Courier New" panose="02070409020205090404" pitchFamily="49" charset="0"/>
                <a:ea typeface="宋体" pitchFamily="2" charset="-122"/>
              </a:rPr>
              <a:t>  d.year = 1999;</a:t>
            </a:r>
            <a:endParaRPr lang="en-US" altLang="zh-CN" sz="1800" b="1" dirty="0">
              <a:latin typeface="Courier New" panose="02070409020205090404" pitchFamily="49" charset="0"/>
              <a:ea typeface="宋体" pitchFamily="2" charset="-122"/>
            </a:endParaRPr>
          </a:p>
          <a:p>
            <a:pPr marL="0" lvl="0" indent="0" eaLnBrk="1" hangingPunct="1">
              <a:spcBef>
                <a:spcPct val="0"/>
              </a:spcBef>
              <a:buSzPct val="80000"/>
              <a:buNone/>
            </a:pPr>
            <a:r>
              <a:rPr lang="en-US" altLang="zh-CN" sz="1800" b="1" dirty="0">
                <a:latin typeface="Courier New" panose="02070409020205090404" pitchFamily="49" charset="0"/>
                <a:ea typeface="宋体" pitchFamily="2" charset="-122"/>
              </a:rPr>
              <a:t>  d.month = 4;</a:t>
            </a:r>
            <a:endParaRPr lang="en-US" altLang="zh-CN" sz="1800" b="1" dirty="0">
              <a:latin typeface="Courier New" panose="02070409020205090404" pitchFamily="49" charset="0"/>
              <a:ea typeface="宋体" pitchFamily="2" charset="-122"/>
            </a:endParaRPr>
          </a:p>
          <a:p>
            <a:pPr marL="0" lvl="0" indent="0" eaLnBrk="1" hangingPunct="1">
              <a:spcBef>
                <a:spcPct val="0"/>
              </a:spcBef>
              <a:buSzPct val="80000"/>
              <a:buNone/>
            </a:pPr>
            <a:r>
              <a:rPr lang="en-US" altLang="zh-CN" sz="1800" b="1" dirty="0">
                <a:latin typeface="Courier New" panose="02070409020205090404" pitchFamily="49" charset="0"/>
                <a:ea typeface="宋体" pitchFamily="2" charset="-122"/>
              </a:rPr>
              <a:t>  d.day = 23;</a:t>
            </a:r>
            <a:endParaRPr lang="en-US" altLang="zh-CN" sz="1800" b="1" dirty="0">
              <a:latin typeface="Courier New" panose="02070409020205090404" pitchFamily="49" charset="0"/>
              <a:ea typeface="宋体" pitchFamily="2" charset="-122"/>
            </a:endParaRPr>
          </a:p>
          <a:p>
            <a:pPr marL="0" lvl="0" indent="0" eaLnBrk="1" hangingPunct="1">
              <a:spcBef>
                <a:spcPct val="0"/>
              </a:spcBef>
              <a:buSzPct val="80000"/>
              <a:buNone/>
            </a:pPr>
            <a:r>
              <a:rPr lang="en-US" altLang="zh-CN" sz="1800" b="1" dirty="0">
                <a:latin typeface="Courier New" panose="02070409020205090404" pitchFamily="49" charset="0"/>
                <a:ea typeface="宋体" pitchFamily="2" charset="-122"/>
              </a:rPr>
              <a:t>  printf("Before function call:%d/%02d/%02d\n", </a:t>
            </a:r>
            <a:endParaRPr lang="en-US" altLang="zh-CN" sz="1800" b="1" dirty="0">
              <a:latin typeface="Courier New" panose="02070409020205090404" pitchFamily="49" charset="0"/>
              <a:ea typeface="宋体" pitchFamily="2" charset="-122"/>
            </a:endParaRPr>
          </a:p>
          <a:p>
            <a:pPr marL="0" lvl="0" indent="0" eaLnBrk="1" hangingPunct="1">
              <a:spcBef>
                <a:spcPct val="0"/>
              </a:spcBef>
              <a:buSzPct val="80000"/>
              <a:buNone/>
            </a:pPr>
            <a:r>
              <a:rPr lang="en-US" altLang="zh-CN" sz="1800" b="1" dirty="0">
                <a:latin typeface="Courier New" panose="02070409020205090404" pitchFamily="49" charset="0"/>
                <a:ea typeface="宋体" pitchFamily="2" charset="-122"/>
              </a:rPr>
              <a:t>          d.year, d.month, d.day);</a:t>
            </a:r>
            <a:endParaRPr lang="en-US" altLang="zh-CN" sz="1800" b="1" dirty="0">
              <a:latin typeface="Courier New" panose="02070409020205090404" pitchFamily="49" charset="0"/>
              <a:ea typeface="宋体" pitchFamily="2" charset="-122"/>
            </a:endParaRPr>
          </a:p>
          <a:p>
            <a:pPr marL="0" lvl="0" indent="0" eaLnBrk="1" hangingPunct="1">
              <a:spcBef>
                <a:spcPct val="0"/>
              </a:spcBef>
              <a:buSzPct val="80000"/>
              <a:buNone/>
            </a:pPr>
            <a:r>
              <a:rPr lang="en-US" altLang="zh-CN" sz="1800" b="1" dirty="0">
                <a:latin typeface="Courier New" panose="02070409020205090404" pitchFamily="49" charset="0"/>
                <a:ea typeface="宋体" pitchFamily="2" charset="-122"/>
              </a:rPr>
              <a:t>  </a:t>
            </a:r>
            <a:r>
              <a:rPr lang="en-US" altLang="zh-CN" sz="1800" b="1" dirty="0">
                <a:solidFill>
                  <a:srgbClr val="C00000"/>
                </a:solidFill>
                <a:latin typeface="Courier New" panose="02070409020205090404" pitchFamily="49" charset="0"/>
                <a:ea typeface="宋体" pitchFamily="2" charset="-122"/>
              </a:rPr>
              <a:t>Func(d);</a:t>
            </a:r>
            <a:r>
              <a:rPr lang="en-US" altLang="zh-CN" sz="1800" b="1" dirty="0">
                <a:latin typeface="Courier New" panose="02070409020205090404" pitchFamily="49" charset="0"/>
                <a:ea typeface="宋体" pitchFamily="2" charset="-122"/>
              </a:rPr>
              <a:t>  /*</a:t>
            </a:r>
            <a:r>
              <a:rPr lang="zh-CN" altLang="en-US" sz="1800" b="1" dirty="0">
                <a:latin typeface="Courier New" panose="02070409020205090404" pitchFamily="49" charset="0"/>
                <a:ea typeface="宋体" pitchFamily="2" charset="-122"/>
              </a:rPr>
              <a:t>结构体变量作函数实参，传值调用*</a:t>
            </a:r>
            <a:r>
              <a:rPr lang="en-US" altLang="zh-CN" sz="1800" b="1" dirty="0">
                <a:latin typeface="Courier New" panose="02070409020205090404" pitchFamily="49" charset="0"/>
                <a:ea typeface="宋体" pitchFamily="2" charset="-122"/>
              </a:rPr>
              <a:t>/             </a:t>
            </a:r>
            <a:endParaRPr lang="en-US" altLang="zh-CN" sz="1800" b="1" dirty="0">
              <a:latin typeface="Courier New" panose="02070409020205090404" pitchFamily="49" charset="0"/>
              <a:ea typeface="宋体" pitchFamily="2" charset="-122"/>
            </a:endParaRPr>
          </a:p>
          <a:p>
            <a:pPr marL="0" lvl="0" indent="0" eaLnBrk="1" hangingPunct="1">
              <a:spcBef>
                <a:spcPct val="0"/>
              </a:spcBef>
              <a:buSzPct val="80000"/>
              <a:buNone/>
            </a:pPr>
            <a:r>
              <a:rPr lang="en-US" altLang="zh-CN" sz="1800" b="1" dirty="0">
                <a:latin typeface="Courier New" panose="02070409020205090404" pitchFamily="49" charset="0"/>
                <a:ea typeface="宋体" pitchFamily="2" charset="-122"/>
              </a:rPr>
              <a:t>  printf("After function call:%d/%02d/%02d\n", </a:t>
            </a:r>
            <a:endParaRPr lang="en-US" altLang="zh-CN" sz="1800" b="1" dirty="0">
              <a:latin typeface="Courier New" panose="02070409020205090404" pitchFamily="49" charset="0"/>
              <a:ea typeface="宋体" pitchFamily="2" charset="-122"/>
            </a:endParaRPr>
          </a:p>
          <a:p>
            <a:pPr marL="0" lvl="0" indent="0" eaLnBrk="1" hangingPunct="1">
              <a:spcBef>
                <a:spcPct val="0"/>
              </a:spcBef>
              <a:buSzPct val="80000"/>
              <a:buNone/>
            </a:pPr>
            <a:r>
              <a:rPr lang="en-US" altLang="zh-CN" sz="1800" b="1" dirty="0">
                <a:latin typeface="Courier New" panose="02070409020205090404" pitchFamily="49" charset="0"/>
                <a:ea typeface="宋体" pitchFamily="2" charset="-122"/>
              </a:rPr>
              <a:t>          d.year, d.month, d.day);</a:t>
            </a:r>
            <a:endParaRPr lang="en-US" altLang="zh-CN" sz="1800" b="1" dirty="0">
              <a:latin typeface="Courier New" panose="02070409020205090404" pitchFamily="49" charset="0"/>
              <a:ea typeface="宋体" pitchFamily="2" charset="-122"/>
            </a:endParaRPr>
          </a:p>
          <a:p>
            <a:pPr marL="0" lvl="0" indent="0" eaLnBrk="1" hangingPunct="1">
              <a:spcBef>
                <a:spcPct val="0"/>
              </a:spcBef>
              <a:buSzPct val="80000"/>
              <a:buNone/>
            </a:pPr>
            <a:r>
              <a:rPr lang="en-US" altLang="zh-CN" sz="1800" b="1" dirty="0">
                <a:latin typeface="Courier New" panose="02070409020205090404" pitchFamily="49" charset="0"/>
                <a:ea typeface="宋体" pitchFamily="2" charset="-122"/>
              </a:rPr>
              <a:t>  return 0;</a:t>
            </a:r>
            <a:endParaRPr lang="en-US" altLang="zh-CN" sz="1800" b="1" dirty="0">
              <a:latin typeface="Courier New" panose="02070409020205090404" pitchFamily="49" charset="0"/>
              <a:ea typeface="宋体" pitchFamily="2" charset="-122"/>
            </a:endParaRPr>
          </a:p>
          <a:p>
            <a:pPr marL="0" lvl="0" indent="0" eaLnBrk="1" hangingPunct="1">
              <a:spcBef>
                <a:spcPct val="0"/>
              </a:spcBef>
              <a:buSzPct val="80000"/>
              <a:buNone/>
            </a:pPr>
            <a:r>
              <a:rPr lang="en-US" altLang="zh-CN" sz="1800" b="1" dirty="0">
                <a:latin typeface="Courier New" panose="02070409020205090404" pitchFamily="49" charset="0"/>
                <a:ea typeface="宋体" pitchFamily="2" charset="-122"/>
              </a:rPr>
              <a:t>}</a:t>
            </a:r>
            <a:endParaRPr lang="en-US" altLang="zh-CN" sz="1600" b="1" dirty="0">
              <a:latin typeface="Courier New" panose="02070409020205090404" pitchFamily="49" charset="0"/>
              <a:ea typeface="宋体" pitchFamily="2" charset="-122"/>
            </a:endParaRPr>
          </a:p>
        </p:txBody>
      </p:sp>
      <p:sp>
        <p:nvSpPr>
          <p:cNvPr id="117766" name="Text Box 2"/>
          <p:cNvSpPr txBox="1"/>
          <p:nvPr/>
        </p:nvSpPr>
        <p:spPr>
          <a:xfrm>
            <a:off x="6527800" y="3171825"/>
            <a:ext cx="4375150" cy="3243263"/>
          </a:xfrm>
          <a:prstGeom prst="rect">
            <a:avLst/>
          </a:prstGeom>
          <a:solidFill>
            <a:schemeClr val="bg2"/>
          </a:solidFill>
          <a:ln w="38100" cap="flat" cmpd="sng">
            <a:solidFill>
              <a:srgbClr val="00B050"/>
            </a:solidFill>
            <a:prstDash val="solid"/>
            <a:miter/>
            <a:headEnd type="none" w="med" len="med"/>
            <a:tailEnd type="none" w="med" len="med"/>
          </a:ln>
        </p:spPr>
        <p:txBody>
          <a:bodyPr>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85000"/>
              </a:lnSpc>
              <a:spcBef>
                <a:spcPct val="0"/>
              </a:spcBef>
              <a:buSzPct val="80000"/>
              <a:buNone/>
            </a:pPr>
            <a:r>
              <a:rPr lang="en-US" altLang="zh-CN" sz="2000" b="1" dirty="0">
                <a:solidFill>
                  <a:srgbClr val="0000CC"/>
                </a:solidFill>
                <a:latin typeface="Courier New" panose="02070409020205090404" pitchFamily="49" charset="0"/>
                <a:ea typeface="宋体" pitchFamily="2" charset="-122"/>
              </a:rPr>
              <a:t>struct</a:t>
            </a:r>
            <a:r>
              <a:rPr lang="en-US" altLang="zh-CN" sz="2000" b="1" dirty="0">
                <a:latin typeface="Courier New" panose="02070409020205090404" pitchFamily="49" charset="0"/>
                <a:ea typeface="宋体" pitchFamily="2" charset="-122"/>
              </a:rPr>
              <a:t> date</a:t>
            </a:r>
            <a:endParaRPr lang="en-US" altLang="zh-CN" sz="2000" b="1" dirty="0">
              <a:latin typeface="Courier New" panose="02070409020205090404" pitchFamily="49" charset="0"/>
              <a:ea typeface="宋体" pitchFamily="2" charset="-122"/>
            </a:endParaRPr>
          </a:p>
          <a:p>
            <a:pPr marL="0" lvl="0" indent="0" eaLnBrk="1" hangingPunct="1">
              <a:lnSpc>
                <a:spcPct val="85000"/>
              </a:lnSpc>
              <a:spcBef>
                <a:spcPct val="0"/>
              </a:spcBef>
              <a:buSzPct val="80000"/>
              <a:buNone/>
            </a:pPr>
            <a:r>
              <a:rPr lang="en-US" altLang="zh-CN" sz="2000" b="1" dirty="0">
                <a:latin typeface="Courier New" panose="02070409020205090404" pitchFamily="49" charset="0"/>
                <a:ea typeface="宋体" pitchFamily="2" charset="-122"/>
              </a:rPr>
              <a:t>{</a:t>
            </a:r>
            <a:endParaRPr lang="en-US" altLang="zh-CN" sz="2000" b="1" dirty="0">
              <a:latin typeface="Courier New" panose="02070409020205090404" pitchFamily="49" charset="0"/>
              <a:ea typeface="宋体" pitchFamily="2" charset="-122"/>
            </a:endParaRPr>
          </a:p>
          <a:p>
            <a:pPr marL="0" lvl="0" indent="0" eaLnBrk="1" hangingPunct="1">
              <a:lnSpc>
                <a:spcPct val="85000"/>
              </a:lnSpc>
              <a:spcBef>
                <a:spcPct val="0"/>
              </a:spcBef>
              <a:buSzPct val="80000"/>
              <a:buNone/>
            </a:pPr>
            <a:r>
              <a:rPr lang="en-US" altLang="zh-CN" sz="2000" b="1" dirty="0">
                <a:latin typeface="Courier New" panose="02070409020205090404" pitchFamily="49" charset="0"/>
                <a:ea typeface="宋体" pitchFamily="2" charset="-122"/>
              </a:rPr>
              <a:t>  </a:t>
            </a:r>
            <a:r>
              <a:rPr lang="en-US" altLang="zh-CN" sz="2000" b="1" dirty="0">
                <a:solidFill>
                  <a:srgbClr val="0000CC"/>
                </a:solidFill>
                <a:latin typeface="Courier New" panose="02070409020205090404" pitchFamily="49" charset="0"/>
                <a:ea typeface="宋体" pitchFamily="2" charset="-122"/>
              </a:rPr>
              <a:t>int</a:t>
            </a:r>
            <a:r>
              <a:rPr lang="en-US" altLang="zh-CN" sz="2000" b="1" dirty="0">
                <a:latin typeface="Courier New" panose="02070409020205090404" pitchFamily="49" charset="0"/>
                <a:ea typeface="宋体" pitchFamily="2" charset="-122"/>
              </a:rPr>
              <a:t> year;</a:t>
            </a:r>
            <a:endParaRPr lang="en-US" altLang="zh-CN" sz="2000" b="1" dirty="0">
              <a:latin typeface="Courier New" panose="02070409020205090404" pitchFamily="49" charset="0"/>
              <a:ea typeface="宋体" pitchFamily="2" charset="-122"/>
            </a:endParaRPr>
          </a:p>
          <a:p>
            <a:pPr marL="0" lvl="0" indent="0" eaLnBrk="1" hangingPunct="1">
              <a:lnSpc>
                <a:spcPct val="85000"/>
              </a:lnSpc>
              <a:spcBef>
                <a:spcPct val="0"/>
              </a:spcBef>
              <a:buSzPct val="80000"/>
              <a:buNone/>
            </a:pPr>
            <a:r>
              <a:rPr lang="en-US" altLang="zh-CN" sz="2000" b="1" dirty="0">
                <a:latin typeface="Courier New" panose="02070409020205090404" pitchFamily="49" charset="0"/>
                <a:ea typeface="宋体" pitchFamily="2" charset="-122"/>
              </a:rPr>
              <a:t>  </a:t>
            </a:r>
            <a:r>
              <a:rPr lang="en-US" altLang="zh-CN" sz="2000" b="1" dirty="0">
                <a:solidFill>
                  <a:srgbClr val="0000CC"/>
                </a:solidFill>
                <a:latin typeface="Courier New" panose="02070409020205090404" pitchFamily="49" charset="0"/>
                <a:ea typeface="宋体" pitchFamily="2" charset="-122"/>
              </a:rPr>
              <a:t>int</a:t>
            </a:r>
            <a:r>
              <a:rPr lang="en-US" altLang="zh-CN" sz="2000" b="1" dirty="0">
                <a:latin typeface="Courier New" panose="02070409020205090404" pitchFamily="49" charset="0"/>
                <a:ea typeface="宋体" pitchFamily="2" charset="-122"/>
              </a:rPr>
              <a:t> month;</a:t>
            </a:r>
            <a:endParaRPr lang="en-US" altLang="zh-CN" sz="2000" b="1" dirty="0">
              <a:latin typeface="Courier New" panose="02070409020205090404" pitchFamily="49" charset="0"/>
              <a:ea typeface="宋体" pitchFamily="2" charset="-122"/>
            </a:endParaRPr>
          </a:p>
          <a:p>
            <a:pPr marL="0" lvl="0" indent="0" eaLnBrk="1" hangingPunct="1">
              <a:lnSpc>
                <a:spcPct val="85000"/>
              </a:lnSpc>
              <a:spcBef>
                <a:spcPct val="0"/>
              </a:spcBef>
              <a:buSzPct val="80000"/>
              <a:buNone/>
            </a:pPr>
            <a:r>
              <a:rPr lang="en-US" altLang="zh-CN" sz="2000" b="1" dirty="0">
                <a:latin typeface="Courier New" panose="02070409020205090404" pitchFamily="49" charset="0"/>
                <a:ea typeface="宋体" pitchFamily="2" charset="-122"/>
              </a:rPr>
              <a:t>  </a:t>
            </a:r>
            <a:r>
              <a:rPr lang="en-US" altLang="zh-CN" sz="2000" b="1" dirty="0">
                <a:solidFill>
                  <a:srgbClr val="0000CC"/>
                </a:solidFill>
                <a:latin typeface="Courier New" panose="02070409020205090404" pitchFamily="49" charset="0"/>
                <a:ea typeface="宋体" pitchFamily="2" charset="-122"/>
              </a:rPr>
              <a:t>int</a:t>
            </a:r>
            <a:r>
              <a:rPr lang="en-US" altLang="zh-CN" sz="2000" b="1" dirty="0">
                <a:latin typeface="Courier New" panose="02070409020205090404" pitchFamily="49" charset="0"/>
                <a:ea typeface="宋体" pitchFamily="2" charset="-122"/>
              </a:rPr>
              <a:t> day;</a:t>
            </a:r>
            <a:endParaRPr lang="en-US" altLang="zh-CN" sz="2000" b="1" dirty="0">
              <a:latin typeface="Courier New" panose="02070409020205090404" pitchFamily="49" charset="0"/>
              <a:ea typeface="宋体" pitchFamily="2" charset="-122"/>
            </a:endParaRPr>
          </a:p>
          <a:p>
            <a:pPr marL="0" lvl="0" indent="0" eaLnBrk="1" hangingPunct="1">
              <a:lnSpc>
                <a:spcPct val="85000"/>
              </a:lnSpc>
              <a:spcBef>
                <a:spcPct val="0"/>
              </a:spcBef>
              <a:buSzPct val="80000"/>
              <a:buNone/>
            </a:pPr>
            <a:r>
              <a:rPr lang="en-US" altLang="zh-CN" sz="2000" b="1" dirty="0">
                <a:latin typeface="Courier New" panose="02070409020205090404" pitchFamily="49" charset="0"/>
                <a:ea typeface="宋体" pitchFamily="2" charset="-122"/>
              </a:rPr>
              <a:t>};</a:t>
            </a:r>
            <a:endParaRPr lang="en-US" altLang="zh-CN" sz="2000" b="1" dirty="0">
              <a:latin typeface="Courier New" panose="02070409020205090404" pitchFamily="49" charset="0"/>
              <a:ea typeface="宋体" pitchFamily="2" charset="-122"/>
            </a:endParaRPr>
          </a:p>
          <a:p>
            <a:pPr marL="0" lvl="0" indent="0" eaLnBrk="1" hangingPunct="1">
              <a:lnSpc>
                <a:spcPct val="85000"/>
              </a:lnSpc>
              <a:spcBef>
                <a:spcPct val="0"/>
              </a:spcBef>
              <a:buSzPct val="80000"/>
              <a:buNone/>
            </a:pPr>
            <a:r>
              <a:rPr lang="en-US" altLang="zh-CN" sz="2000" b="1" dirty="0">
                <a:solidFill>
                  <a:srgbClr val="0000CC"/>
                </a:solidFill>
                <a:latin typeface="Courier New" panose="02070409020205090404" pitchFamily="49" charset="0"/>
                <a:ea typeface="宋体" pitchFamily="2" charset="-122"/>
              </a:rPr>
              <a:t>void</a:t>
            </a:r>
            <a:r>
              <a:rPr lang="en-US" altLang="zh-CN" sz="2000" b="1" dirty="0">
                <a:latin typeface="Courier New" panose="02070409020205090404" pitchFamily="49" charset="0"/>
                <a:ea typeface="宋体" pitchFamily="2" charset="-122"/>
              </a:rPr>
              <a:t> Func(</a:t>
            </a:r>
            <a:r>
              <a:rPr lang="en-US" altLang="zh-CN" sz="2000" b="1" dirty="0">
                <a:solidFill>
                  <a:srgbClr val="C00000"/>
                </a:solidFill>
                <a:latin typeface="Courier New" panose="02070409020205090404" pitchFamily="49" charset="0"/>
                <a:ea typeface="宋体" pitchFamily="2" charset="-122"/>
              </a:rPr>
              <a:t>struct</a:t>
            </a:r>
            <a:r>
              <a:rPr lang="en-US" altLang="zh-CN" sz="2000" b="1" dirty="0">
                <a:solidFill>
                  <a:srgbClr val="FF0000"/>
                </a:solidFill>
                <a:latin typeface="Courier New" panose="02070409020205090404" pitchFamily="49" charset="0"/>
                <a:ea typeface="宋体" pitchFamily="2" charset="-122"/>
              </a:rPr>
              <a:t> </a:t>
            </a:r>
            <a:r>
              <a:rPr lang="en-US" altLang="zh-CN" sz="2000" b="1" dirty="0">
                <a:solidFill>
                  <a:srgbClr val="C00000"/>
                </a:solidFill>
                <a:latin typeface="Courier New" panose="02070409020205090404" pitchFamily="49" charset="0"/>
                <a:ea typeface="宋体" pitchFamily="2" charset="-122"/>
              </a:rPr>
              <a:t>date p</a:t>
            </a:r>
            <a:r>
              <a:rPr lang="en-US" altLang="zh-CN" sz="2000" b="1" dirty="0">
                <a:latin typeface="Courier New" panose="02070409020205090404" pitchFamily="49" charset="0"/>
                <a:ea typeface="宋体" pitchFamily="2" charset="-122"/>
              </a:rPr>
              <a:t>)</a:t>
            </a:r>
            <a:endParaRPr lang="en-US" altLang="zh-CN" sz="2000" b="1" dirty="0">
              <a:latin typeface="Courier New" panose="02070409020205090404" pitchFamily="49" charset="0"/>
              <a:ea typeface="宋体" pitchFamily="2" charset="-122"/>
            </a:endParaRPr>
          </a:p>
          <a:p>
            <a:pPr marL="0" lvl="0" indent="0" eaLnBrk="1" hangingPunct="1">
              <a:lnSpc>
                <a:spcPct val="85000"/>
              </a:lnSpc>
              <a:spcBef>
                <a:spcPct val="0"/>
              </a:spcBef>
              <a:buSzPct val="80000"/>
              <a:buNone/>
            </a:pPr>
            <a:r>
              <a:rPr lang="en-US" altLang="zh-CN" sz="2000" b="1" dirty="0">
                <a:latin typeface="Courier New" panose="02070409020205090404" pitchFamily="49" charset="0"/>
                <a:ea typeface="宋体" pitchFamily="2" charset="-122"/>
              </a:rPr>
              <a:t>{</a:t>
            </a:r>
            <a:endParaRPr lang="en-US" altLang="zh-CN" sz="2000" b="1" dirty="0">
              <a:latin typeface="Courier New" panose="02070409020205090404" pitchFamily="49" charset="0"/>
              <a:ea typeface="宋体" pitchFamily="2" charset="-122"/>
            </a:endParaRPr>
          </a:p>
          <a:p>
            <a:pPr marL="0" lvl="0" indent="0" eaLnBrk="1" hangingPunct="1">
              <a:lnSpc>
                <a:spcPct val="85000"/>
              </a:lnSpc>
              <a:spcBef>
                <a:spcPct val="0"/>
              </a:spcBef>
              <a:buSzPct val="80000"/>
              <a:buNone/>
            </a:pPr>
            <a:r>
              <a:rPr lang="en-US" altLang="zh-CN" sz="2000" b="1" dirty="0">
                <a:latin typeface="Courier New" panose="02070409020205090404" pitchFamily="49" charset="0"/>
                <a:ea typeface="宋体" pitchFamily="2" charset="-122"/>
              </a:rPr>
              <a:t>   </a:t>
            </a:r>
            <a:r>
              <a:rPr lang="en-US" altLang="zh-CN" sz="2000" b="1" dirty="0">
                <a:solidFill>
                  <a:srgbClr val="C00000"/>
                </a:solidFill>
                <a:latin typeface="Courier New" panose="02070409020205090404" pitchFamily="49" charset="0"/>
                <a:ea typeface="宋体" pitchFamily="2" charset="-122"/>
              </a:rPr>
              <a:t>p.</a:t>
            </a:r>
            <a:r>
              <a:rPr lang="en-US" altLang="zh-CN" sz="2000" b="1" dirty="0">
                <a:latin typeface="Courier New" panose="02070409020205090404" pitchFamily="49" charset="0"/>
                <a:ea typeface="宋体" pitchFamily="2" charset="-122"/>
              </a:rPr>
              <a:t>year = 2000;</a:t>
            </a:r>
            <a:endParaRPr lang="en-US" altLang="zh-CN" sz="2000" b="1" dirty="0">
              <a:latin typeface="Courier New" panose="02070409020205090404" pitchFamily="49" charset="0"/>
              <a:ea typeface="宋体" pitchFamily="2" charset="-122"/>
            </a:endParaRPr>
          </a:p>
          <a:p>
            <a:pPr marL="0" lvl="0" indent="0" eaLnBrk="1" hangingPunct="1">
              <a:lnSpc>
                <a:spcPct val="85000"/>
              </a:lnSpc>
              <a:spcBef>
                <a:spcPct val="0"/>
              </a:spcBef>
              <a:buSzPct val="80000"/>
              <a:buNone/>
            </a:pPr>
            <a:r>
              <a:rPr lang="en-US" altLang="zh-CN" sz="2000" b="1" dirty="0">
                <a:latin typeface="Courier New" panose="02070409020205090404" pitchFamily="49" charset="0"/>
                <a:ea typeface="宋体" pitchFamily="2" charset="-122"/>
              </a:rPr>
              <a:t>   </a:t>
            </a:r>
            <a:r>
              <a:rPr lang="en-US" altLang="zh-CN" sz="2000" b="1" dirty="0">
                <a:solidFill>
                  <a:srgbClr val="C00000"/>
                </a:solidFill>
                <a:latin typeface="Courier New" panose="02070409020205090404" pitchFamily="49" charset="0"/>
                <a:ea typeface="宋体" pitchFamily="2" charset="-122"/>
              </a:rPr>
              <a:t>p.</a:t>
            </a:r>
            <a:r>
              <a:rPr lang="en-US" altLang="zh-CN" sz="2000" b="1" dirty="0">
                <a:latin typeface="Courier New" panose="02070409020205090404" pitchFamily="49" charset="0"/>
                <a:ea typeface="宋体" pitchFamily="2" charset="-122"/>
              </a:rPr>
              <a:t>month = 5;</a:t>
            </a:r>
            <a:endParaRPr lang="en-US" altLang="zh-CN" sz="2000" b="1" dirty="0">
              <a:latin typeface="Courier New" panose="02070409020205090404" pitchFamily="49" charset="0"/>
              <a:ea typeface="宋体" pitchFamily="2" charset="-122"/>
            </a:endParaRPr>
          </a:p>
          <a:p>
            <a:pPr marL="0" lvl="0" indent="0" eaLnBrk="1" hangingPunct="1">
              <a:lnSpc>
                <a:spcPct val="85000"/>
              </a:lnSpc>
              <a:spcBef>
                <a:spcPct val="0"/>
              </a:spcBef>
              <a:buSzPct val="80000"/>
              <a:buNone/>
            </a:pPr>
            <a:r>
              <a:rPr lang="en-US" altLang="zh-CN" sz="2000" b="1" dirty="0">
                <a:latin typeface="Courier New" panose="02070409020205090404" pitchFamily="49" charset="0"/>
                <a:ea typeface="宋体" pitchFamily="2" charset="-122"/>
              </a:rPr>
              <a:t>   </a:t>
            </a:r>
            <a:r>
              <a:rPr lang="en-US" altLang="zh-CN" sz="2000" b="1" dirty="0">
                <a:solidFill>
                  <a:srgbClr val="C00000"/>
                </a:solidFill>
                <a:latin typeface="Courier New" panose="02070409020205090404" pitchFamily="49" charset="0"/>
                <a:ea typeface="宋体" pitchFamily="2" charset="-122"/>
              </a:rPr>
              <a:t>p.</a:t>
            </a:r>
            <a:r>
              <a:rPr lang="en-US" altLang="zh-CN" sz="2000" b="1" dirty="0">
                <a:latin typeface="Courier New" panose="02070409020205090404" pitchFamily="49" charset="0"/>
                <a:ea typeface="宋体" pitchFamily="2" charset="-122"/>
              </a:rPr>
              <a:t>day = 22;</a:t>
            </a:r>
            <a:endParaRPr lang="en-US" altLang="zh-CN" sz="2000" b="1" dirty="0">
              <a:latin typeface="Courier New" panose="02070409020205090404" pitchFamily="49" charset="0"/>
              <a:ea typeface="宋体" pitchFamily="2" charset="-122"/>
            </a:endParaRPr>
          </a:p>
          <a:p>
            <a:pPr marL="0" lvl="0" indent="0" eaLnBrk="1" hangingPunct="1">
              <a:lnSpc>
                <a:spcPct val="85000"/>
              </a:lnSpc>
              <a:spcBef>
                <a:spcPct val="0"/>
              </a:spcBef>
              <a:buSzPct val="80000"/>
              <a:buNone/>
            </a:pPr>
            <a:r>
              <a:rPr lang="en-US" altLang="zh-CN" sz="2000" b="1" dirty="0">
                <a:latin typeface="Courier New" panose="02070409020205090404" pitchFamily="49" charset="0"/>
                <a:ea typeface="宋体" pitchFamily="2" charset="-122"/>
              </a:rPr>
              <a:t>}</a:t>
            </a:r>
            <a:endParaRPr lang="en-US" altLang="zh-CN" sz="2000" b="1" dirty="0">
              <a:latin typeface="Courier New" panose="02070409020205090404" pitchFamily="49" charset="0"/>
              <a:ea typeface="宋体" pitchFamily="2" charset="-122"/>
            </a:endParaRPr>
          </a:p>
        </p:txBody>
      </p:sp>
      <p:sp>
        <p:nvSpPr>
          <p:cNvPr id="13" name="Rectangle 4"/>
          <p:cNvSpPr/>
          <p:nvPr/>
        </p:nvSpPr>
        <p:spPr>
          <a:xfrm>
            <a:off x="2279650" y="5013325"/>
            <a:ext cx="3095625" cy="1149350"/>
          </a:xfrm>
          <a:prstGeom prst="rect">
            <a:avLst/>
          </a:prstGeom>
          <a:solidFill>
            <a:schemeClr val="bg2"/>
          </a:solidFill>
          <a:ln w="38100" cap="flat" cmpd="sng">
            <a:solidFill>
              <a:srgbClr val="00B050"/>
            </a:solidFill>
            <a:prstDash val="solid"/>
            <a:miter/>
            <a:headEnd type="none" w="sm" len="sm"/>
            <a:tailEnd type="none" w="sm" len="sm"/>
          </a:ln>
        </p:spPr>
        <p:txBody>
          <a:bodyPr>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150000"/>
              </a:lnSpc>
              <a:spcBef>
                <a:spcPct val="0"/>
              </a:spcBef>
              <a:buSzPct val="80000"/>
              <a:buNone/>
            </a:pPr>
            <a:r>
              <a:rPr lang="zh-CN" altLang="en-US" sz="2400" dirty="0">
                <a:solidFill>
                  <a:srgbClr val="000066"/>
                </a:solidFill>
                <a:latin typeface="Courier New" panose="02070409020205090404" pitchFamily="49" charset="0"/>
              </a:rPr>
              <a:t>函数对结构体内容的修改不影响原结构体</a:t>
            </a:r>
            <a:endParaRPr lang="zh-CN" altLang="en-US" sz="2400" dirty="0">
              <a:solidFill>
                <a:srgbClr val="000066"/>
              </a:solidFill>
              <a:latin typeface="Courier New" panose="02070409020205090404" pitchFamily="49"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ox(out)">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box(out)">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wipe(left)">
                                      <p:cBhvr>
                                        <p:cTn id="1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13" grpId="0" animBg="1"/>
    </p:bldLst>
  </p:timing>
</p:sld>
</file>

<file path=ppt/slides/slide8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8786" name="Text Box 2"/>
          <p:cNvSpPr txBox="1"/>
          <p:nvPr/>
        </p:nvSpPr>
        <p:spPr>
          <a:xfrm>
            <a:off x="1200150" y="200025"/>
            <a:ext cx="7272338" cy="3513138"/>
          </a:xfrm>
          <a:prstGeom prst="rect">
            <a:avLst/>
          </a:prstGeom>
          <a:solidFill>
            <a:schemeClr val="bg2"/>
          </a:solidFill>
          <a:ln w="38100" cap="flat" cmpd="sng">
            <a:solidFill>
              <a:srgbClr val="00B050"/>
            </a:solidFill>
            <a:prstDash val="solid"/>
            <a:miter/>
            <a:headEnd type="none" w="med" len="med"/>
            <a:tailEnd type="none" w="med" len="med"/>
          </a:ln>
        </p:spPr>
        <p:txBody>
          <a:bodyPr>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spcBef>
                <a:spcPct val="0"/>
              </a:spcBef>
              <a:buSzPct val="80000"/>
              <a:buNone/>
            </a:pPr>
            <a:r>
              <a:rPr lang="en-US" altLang="zh-CN" sz="1800" b="1" dirty="0">
                <a:latin typeface="Courier New" panose="02070409020205090404" pitchFamily="49" charset="0"/>
                <a:ea typeface="宋体" pitchFamily="2" charset="-122"/>
              </a:rPr>
              <a:t>int main()</a:t>
            </a:r>
            <a:endParaRPr lang="en-US" altLang="zh-CN" sz="1800" b="1" dirty="0">
              <a:latin typeface="Courier New" panose="02070409020205090404" pitchFamily="49" charset="0"/>
              <a:ea typeface="宋体" pitchFamily="2" charset="-122"/>
            </a:endParaRPr>
          </a:p>
          <a:p>
            <a:pPr marL="0" lvl="0" indent="0" eaLnBrk="1" hangingPunct="1">
              <a:spcBef>
                <a:spcPct val="0"/>
              </a:spcBef>
              <a:buSzPct val="80000"/>
              <a:buNone/>
            </a:pPr>
            <a:r>
              <a:rPr lang="en-US" altLang="zh-CN" sz="1800" b="1" dirty="0">
                <a:latin typeface="Courier New" panose="02070409020205090404" pitchFamily="49" charset="0"/>
                <a:ea typeface="宋体" pitchFamily="2" charset="-122"/>
              </a:rPr>
              <a:t>{</a:t>
            </a:r>
            <a:endParaRPr lang="en-US" altLang="zh-CN" sz="1800" b="1" dirty="0">
              <a:latin typeface="Courier New" panose="02070409020205090404" pitchFamily="49" charset="0"/>
              <a:ea typeface="宋体" pitchFamily="2" charset="-122"/>
            </a:endParaRPr>
          </a:p>
          <a:p>
            <a:pPr marL="0" lvl="0" indent="0" eaLnBrk="1" hangingPunct="1">
              <a:spcBef>
                <a:spcPct val="0"/>
              </a:spcBef>
              <a:buSzPct val="80000"/>
              <a:buNone/>
            </a:pPr>
            <a:r>
              <a:rPr lang="en-US" altLang="zh-CN" sz="1800" b="1" dirty="0">
                <a:latin typeface="Courier New" panose="02070409020205090404" pitchFamily="49" charset="0"/>
                <a:ea typeface="宋体" pitchFamily="2" charset="-122"/>
              </a:rPr>
              <a:t>  </a:t>
            </a:r>
            <a:r>
              <a:rPr lang="en-US" altLang="zh-CN" sz="1800" b="1" dirty="0">
                <a:solidFill>
                  <a:srgbClr val="C00000"/>
                </a:solidFill>
                <a:latin typeface="Courier New" panose="02070409020205090404" pitchFamily="49" charset="0"/>
                <a:ea typeface="宋体" pitchFamily="2" charset="-122"/>
              </a:rPr>
              <a:t>struct date d;</a:t>
            </a:r>
            <a:endParaRPr lang="en-US" altLang="zh-CN" sz="1800" b="1" dirty="0">
              <a:solidFill>
                <a:srgbClr val="C00000"/>
              </a:solidFill>
              <a:latin typeface="Courier New" panose="02070409020205090404" pitchFamily="49" charset="0"/>
              <a:ea typeface="宋体" pitchFamily="2" charset="-122"/>
            </a:endParaRPr>
          </a:p>
          <a:p>
            <a:pPr marL="0" lvl="0" indent="0" eaLnBrk="1" hangingPunct="1">
              <a:spcBef>
                <a:spcPct val="0"/>
              </a:spcBef>
              <a:buSzPct val="80000"/>
              <a:buNone/>
            </a:pPr>
            <a:r>
              <a:rPr lang="en-US" altLang="zh-CN" sz="1800" b="1" dirty="0">
                <a:latin typeface="Courier New" panose="02070409020205090404" pitchFamily="49" charset="0"/>
                <a:ea typeface="宋体" pitchFamily="2" charset="-122"/>
              </a:rPr>
              <a:t>  d.year = 1999;</a:t>
            </a:r>
            <a:endParaRPr lang="en-US" altLang="zh-CN" sz="1800" b="1" dirty="0">
              <a:latin typeface="Courier New" panose="02070409020205090404" pitchFamily="49" charset="0"/>
              <a:ea typeface="宋体" pitchFamily="2" charset="-122"/>
            </a:endParaRPr>
          </a:p>
          <a:p>
            <a:pPr marL="0" lvl="0" indent="0" eaLnBrk="1" hangingPunct="1">
              <a:spcBef>
                <a:spcPct val="0"/>
              </a:spcBef>
              <a:buSzPct val="80000"/>
              <a:buNone/>
            </a:pPr>
            <a:r>
              <a:rPr lang="en-US" altLang="zh-CN" sz="1800" b="1" dirty="0">
                <a:latin typeface="Courier New" panose="02070409020205090404" pitchFamily="49" charset="0"/>
                <a:ea typeface="宋体" pitchFamily="2" charset="-122"/>
              </a:rPr>
              <a:t>  d.month = 4;</a:t>
            </a:r>
            <a:endParaRPr lang="en-US" altLang="zh-CN" sz="1800" b="1" dirty="0">
              <a:latin typeface="Courier New" panose="02070409020205090404" pitchFamily="49" charset="0"/>
              <a:ea typeface="宋体" pitchFamily="2" charset="-122"/>
            </a:endParaRPr>
          </a:p>
          <a:p>
            <a:pPr marL="0" lvl="0" indent="0" eaLnBrk="1" hangingPunct="1">
              <a:spcBef>
                <a:spcPct val="0"/>
              </a:spcBef>
              <a:buSzPct val="80000"/>
              <a:buNone/>
            </a:pPr>
            <a:r>
              <a:rPr lang="en-US" altLang="zh-CN" sz="1800" b="1" dirty="0">
                <a:latin typeface="Courier New" panose="02070409020205090404" pitchFamily="49" charset="0"/>
                <a:ea typeface="宋体" pitchFamily="2" charset="-122"/>
              </a:rPr>
              <a:t>  d.day = 23;</a:t>
            </a:r>
            <a:endParaRPr lang="en-US" altLang="zh-CN" sz="1800" b="1" dirty="0">
              <a:latin typeface="Courier New" panose="02070409020205090404" pitchFamily="49" charset="0"/>
              <a:ea typeface="宋体" pitchFamily="2" charset="-122"/>
            </a:endParaRPr>
          </a:p>
          <a:p>
            <a:pPr marL="0" lvl="0" indent="0" eaLnBrk="1" hangingPunct="1">
              <a:spcBef>
                <a:spcPct val="0"/>
              </a:spcBef>
              <a:buSzPct val="80000"/>
              <a:buNone/>
            </a:pPr>
            <a:r>
              <a:rPr lang="en-US" altLang="zh-CN" sz="1800" b="1" dirty="0">
                <a:latin typeface="Courier New" panose="02070409020205090404" pitchFamily="49" charset="0"/>
                <a:ea typeface="宋体" pitchFamily="2" charset="-122"/>
              </a:rPr>
              <a:t>  printf("Before function call:%d/%02d/%02d\n", </a:t>
            </a:r>
            <a:endParaRPr lang="en-US" altLang="zh-CN" sz="1800" b="1" dirty="0">
              <a:latin typeface="Courier New" panose="02070409020205090404" pitchFamily="49" charset="0"/>
              <a:ea typeface="宋体" pitchFamily="2" charset="-122"/>
            </a:endParaRPr>
          </a:p>
          <a:p>
            <a:pPr marL="0" lvl="0" indent="0" eaLnBrk="1" hangingPunct="1">
              <a:spcBef>
                <a:spcPct val="0"/>
              </a:spcBef>
              <a:buSzPct val="80000"/>
              <a:buNone/>
            </a:pPr>
            <a:r>
              <a:rPr lang="en-US" altLang="zh-CN" sz="1800" b="1" dirty="0">
                <a:latin typeface="Courier New" panose="02070409020205090404" pitchFamily="49" charset="0"/>
                <a:ea typeface="宋体" pitchFamily="2" charset="-122"/>
              </a:rPr>
              <a:t>          d.year, d.month, d.day);</a:t>
            </a:r>
            <a:endParaRPr lang="en-US" altLang="zh-CN" sz="1800" b="1" dirty="0">
              <a:latin typeface="Courier New" panose="02070409020205090404" pitchFamily="49" charset="0"/>
              <a:ea typeface="宋体" pitchFamily="2" charset="-122"/>
            </a:endParaRPr>
          </a:p>
          <a:p>
            <a:pPr marL="0" lvl="0" indent="0" eaLnBrk="1" hangingPunct="1">
              <a:spcBef>
                <a:spcPct val="0"/>
              </a:spcBef>
              <a:buSzPct val="80000"/>
              <a:buNone/>
            </a:pPr>
            <a:r>
              <a:rPr lang="en-US" altLang="zh-CN" sz="1800" b="1" dirty="0">
                <a:latin typeface="Courier New" panose="02070409020205090404" pitchFamily="49" charset="0"/>
                <a:ea typeface="宋体" pitchFamily="2" charset="-122"/>
              </a:rPr>
              <a:t>  </a:t>
            </a:r>
            <a:r>
              <a:rPr lang="en-US" altLang="zh-CN" sz="1800" b="1" dirty="0">
                <a:solidFill>
                  <a:srgbClr val="C00000"/>
                </a:solidFill>
                <a:latin typeface="Courier New" panose="02070409020205090404" pitchFamily="49" charset="0"/>
                <a:ea typeface="宋体" pitchFamily="2" charset="-122"/>
              </a:rPr>
              <a:t>Func( &amp;d );</a:t>
            </a:r>
            <a:r>
              <a:rPr lang="en-US" altLang="zh-CN" sz="1800" b="1" dirty="0">
                <a:latin typeface="Courier New" panose="02070409020205090404" pitchFamily="49" charset="0"/>
                <a:ea typeface="宋体" pitchFamily="2" charset="-122"/>
              </a:rPr>
              <a:t> /*</a:t>
            </a:r>
            <a:r>
              <a:rPr lang="zh-CN" altLang="en-US" sz="1800" b="1" dirty="0">
                <a:latin typeface="Courier New" panose="02070409020205090404" pitchFamily="49" charset="0"/>
                <a:ea typeface="宋体" pitchFamily="2" charset="-122"/>
              </a:rPr>
              <a:t>结构体变量</a:t>
            </a:r>
            <a:r>
              <a:rPr lang="zh-CN" altLang="en-US" sz="1800" b="1" dirty="0">
                <a:solidFill>
                  <a:srgbClr val="C00000"/>
                </a:solidFill>
                <a:latin typeface="Courier New" panose="02070409020205090404" pitchFamily="49" charset="0"/>
                <a:ea typeface="宋体" pitchFamily="2" charset="-122"/>
              </a:rPr>
              <a:t>的地址</a:t>
            </a:r>
            <a:r>
              <a:rPr lang="zh-CN" altLang="en-US" sz="1800" b="1" dirty="0">
                <a:latin typeface="Courier New" panose="02070409020205090404" pitchFamily="49" charset="0"/>
                <a:ea typeface="宋体" pitchFamily="2" charset="-122"/>
              </a:rPr>
              <a:t>作函数实参，传地址调用 *</a:t>
            </a:r>
            <a:r>
              <a:rPr lang="en-US" altLang="zh-CN" sz="1800" b="1" dirty="0">
                <a:latin typeface="Courier New" panose="02070409020205090404" pitchFamily="49" charset="0"/>
                <a:ea typeface="宋体" pitchFamily="2" charset="-122"/>
              </a:rPr>
              <a:t>/             </a:t>
            </a:r>
            <a:endParaRPr lang="en-US" altLang="zh-CN" sz="1800" b="1" dirty="0">
              <a:latin typeface="Courier New" panose="02070409020205090404" pitchFamily="49" charset="0"/>
              <a:ea typeface="宋体" pitchFamily="2" charset="-122"/>
            </a:endParaRPr>
          </a:p>
          <a:p>
            <a:pPr marL="0" lvl="0" indent="0" eaLnBrk="1" hangingPunct="1">
              <a:spcBef>
                <a:spcPct val="0"/>
              </a:spcBef>
              <a:buSzPct val="80000"/>
              <a:buNone/>
            </a:pPr>
            <a:r>
              <a:rPr lang="en-US" altLang="zh-CN" sz="1800" b="1" dirty="0">
                <a:latin typeface="Courier New" panose="02070409020205090404" pitchFamily="49" charset="0"/>
                <a:ea typeface="宋体" pitchFamily="2" charset="-122"/>
              </a:rPr>
              <a:t>  printf("After function call:%d/%02d/%02d\n", </a:t>
            </a:r>
            <a:endParaRPr lang="en-US" altLang="zh-CN" sz="1800" b="1" dirty="0">
              <a:latin typeface="Courier New" panose="02070409020205090404" pitchFamily="49" charset="0"/>
              <a:ea typeface="宋体" pitchFamily="2" charset="-122"/>
            </a:endParaRPr>
          </a:p>
          <a:p>
            <a:pPr marL="0" lvl="0" indent="0" eaLnBrk="1" hangingPunct="1">
              <a:spcBef>
                <a:spcPct val="0"/>
              </a:spcBef>
              <a:buSzPct val="80000"/>
              <a:buNone/>
            </a:pPr>
            <a:r>
              <a:rPr lang="en-US" altLang="zh-CN" sz="1800" b="1" dirty="0">
                <a:latin typeface="Courier New" panose="02070409020205090404" pitchFamily="49" charset="0"/>
                <a:ea typeface="宋体" pitchFamily="2" charset="-122"/>
              </a:rPr>
              <a:t>          d.year, d.month, d.day);</a:t>
            </a:r>
            <a:endParaRPr lang="en-US" altLang="zh-CN" sz="1800" b="1" dirty="0">
              <a:latin typeface="Courier New" panose="02070409020205090404" pitchFamily="49" charset="0"/>
              <a:ea typeface="宋体" pitchFamily="2" charset="-122"/>
            </a:endParaRPr>
          </a:p>
          <a:p>
            <a:pPr marL="0" lvl="0" indent="0" eaLnBrk="1" hangingPunct="1">
              <a:spcBef>
                <a:spcPct val="0"/>
              </a:spcBef>
              <a:buSzPct val="80000"/>
              <a:buNone/>
            </a:pPr>
            <a:r>
              <a:rPr lang="en-US" altLang="zh-CN" sz="1800" b="1" dirty="0">
                <a:latin typeface="Courier New" panose="02070409020205090404" pitchFamily="49" charset="0"/>
                <a:ea typeface="宋体" pitchFamily="2" charset="-122"/>
              </a:rPr>
              <a:t>  return 0;</a:t>
            </a:r>
            <a:endParaRPr lang="en-US" altLang="zh-CN" sz="1800" b="1" dirty="0">
              <a:latin typeface="Courier New" panose="02070409020205090404" pitchFamily="49" charset="0"/>
              <a:ea typeface="宋体" pitchFamily="2" charset="-122"/>
            </a:endParaRPr>
          </a:p>
          <a:p>
            <a:pPr marL="0" lvl="0" indent="0" eaLnBrk="1" hangingPunct="1">
              <a:spcBef>
                <a:spcPct val="0"/>
              </a:spcBef>
              <a:buSzPct val="80000"/>
              <a:buNone/>
            </a:pPr>
            <a:r>
              <a:rPr lang="en-US" altLang="zh-CN" sz="1800" b="1" dirty="0">
                <a:latin typeface="Courier New" panose="02070409020205090404" pitchFamily="49" charset="0"/>
                <a:ea typeface="宋体" pitchFamily="2" charset="-122"/>
              </a:rPr>
              <a:t>}</a:t>
            </a:r>
            <a:endParaRPr lang="en-US" altLang="zh-CN" sz="1600" b="1" dirty="0">
              <a:latin typeface="Courier New" panose="02070409020205090404" pitchFamily="49" charset="0"/>
              <a:ea typeface="宋体" pitchFamily="2" charset="-122"/>
            </a:endParaRPr>
          </a:p>
        </p:txBody>
      </p:sp>
      <p:sp>
        <p:nvSpPr>
          <p:cNvPr id="8" name="Text Box 4"/>
          <p:cNvSpPr txBox="1">
            <a:spLocks noChangeArrowheads="1"/>
          </p:cNvSpPr>
          <p:nvPr/>
        </p:nvSpPr>
        <p:spPr bwMode="auto">
          <a:xfrm>
            <a:off x="1357313" y="5165725"/>
            <a:ext cx="4954588" cy="376238"/>
          </a:xfrm>
          <a:prstGeom prst="rect">
            <a:avLst/>
          </a:prstGeom>
          <a:noFill/>
          <a:ln w="9525">
            <a:noFill/>
            <a:miter lim="800000"/>
          </a:ln>
        </p:spPr>
        <p:txBody>
          <a:bodyPr wrap="none">
            <a:spAutoFit/>
          </a:bodyPr>
          <a:lstStyle/>
          <a:p>
            <a:pPr marR="0" defTabSz="914400" eaLnBrk="1" hangingPunct="1">
              <a:lnSpc>
                <a:spcPct val="90000"/>
              </a:lnSpc>
              <a:spcBef>
                <a:spcPts val="590"/>
              </a:spcBef>
              <a:spcAft>
                <a:spcPts val="590"/>
              </a:spcAft>
              <a:buClr>
                <a:schemeClr val="tx2"/>
              </a:buClr>
              <a:buSzPct val="80000"/>
              <a:buFontTx/>
              <a:buNone/>
              <a:defRPr/>
            </a:pPr>
            <a:r>
              <a:rPr kumimoji="1" lang="en-US" altLang="zh-CN" b="1" kern="1200" cap="none" spc="0" normalizeH="0" baseline="0" noProof="0" dirty="0">
                <a:solidFill>
                  <a:srgbClr val="000066"/>
                </a:solidFill>
                <a:effectLst>
                  <a:outerShdw blurRad="38100" dist="38100" dir="2700000" algn="tl">
                    <a:srgbClr val="C0C0C0"/>
                  </a:outerShdw>
                </a:effectLst>
                <a:latin typeface="Courier New" panose="02070409020205090404" pitchFamily="49" charset="0"/>
                <a:ea typeface="宋体" pitchFamily="2" charset="-122"/>
                <a:cs typeface="+mn-cs"/>
              </a:rPr>
              <a:t>Before function call:1999/04/23</a:t>
            </a:r>
            <a:endParaRPr kumimoji="1" lang="zh-CN" altLang="en-US" b="1" kern="1200" cap="none" spc="0" normalizeH="0" baseline="0" noProof="0" dirty="0">
              <a:solidFill>
                <a:srgbClr val="000066"/>
              </a:solidFill>
              <a:effectLst>
                <a:outerShdw blurRad="38100" dist="38100" dir="2700000" algn="tl">
                  <a:srgbClr val="C0C0C0"/>
                </a:outerShdw>
              </a:effectLst>
              <a:latin typeface="Courier New" panose="02070409020205090404" pitchFamily="49" charset="0"/>
              <a:ea typeface="宋体" pitchFamily="2" charset="-122"/>
              <a:cs typeface="+mn-cs"/>
            </a:endParaRPr>
          </a:p>
        </p:txBody>
      </p:sp>
      <p:sp>
        <p:nvSpPr>
          <p:cNvPr id="9" name="Text Box 5"/>
          <p:cNvSpPr txBox="1">
            <a:spLocks noChangeArrowheads="1"/>
          </p:cNvSpPr>
          <p:nvPr/>
        </p:nvSpPr>
        <p:spPr bwMode="auto">
          <a:xfrm>
            <a:off x="1377950" y="5500688"/>
            <a:ext cx="4800600" cy="376238"/>
          </a:xfrm>
          <a:prstGeom prst="rect">
            <a:avLst/>
          </a:prstGeom>
          <a:noFill/>
          <a:ln w="9525">
            <a:noFill/>
            <a:miter lim="800000"/>
          </a:ln>
          <a:effectLst/>
        </p:spPr>
        <p:txBody>
          <a:bodyPr wrap="none">
            <a:spAutoFit/>
          </a:bodyPr>
          <a:lstStyle/>
          <a:p>
            <a:pPr marR="0" defTabSz="914400" eaLnBrk="1" hangingPunct="1">
              <a:lnSpc>
                <a:spcPct val="90000"/>
              </a:lnSpc>
              <a:spcBef>
                <a:spcPts val="590"/>
              </a:spcBef>
              <a:spcAft>
                <a:spcPts val="590"/>
              </a:spcAft>
              <a:buClr>
                <a:schemeClr val="tx2"/>
              </a:buClr>
              <a:buSzPct val="80000"/>
              <a:buFontTx/>
              <a:buNone/>
              <a:defRPr/>
            </a:pPr>
            <a:r>
              <a:rPr kumimoji="1" lang="en-US" altLang="zh-CN" b="1" kern="1200" cap="none" spc="0" normalizeH="0" baseline="0" noProof="0" dirty="0">
                <a:solidFill>
                  <a:srgbClr val="000066"/>
                </a:solidFill>
                <a:effectLst>
                  <a:outerShdw blurRad="38100" dist="38100" dir="2700000" algn="tl">
                    <a:srgbClr val="C0C0C0"/>
                  </a:outerShdw>
                </a:effectLst>
                <a:latin typeface="Courier New" panose="02070409020205090404" pitchFamily="49" charset="0"/>
                <a:ea typeface="宋体" pitchFamily="2" charset="-122"/>
                <a:cs typeface="+mn-cs"/>
              </a:rPr>
              <a:t>After function call:</a:t>
            </a:r>
            <a:r>
              <a:rPr kumimoji="1" lang="en-US" altLang="zh-CN" b="1" kern="1200" cap="none" spc="0" normalizeH="0" baseline="0" noProof="0" dirty="0">
                <a:solidFill>
                  <a:srgbClr val="FF0000"/>
                </a:solidFill>
                <a:effectLst>
                  <a:outerShdw blurRad="38100" dist="38100" dir="2700000" algn="tl">
                    <a:srgbClr val="C0C0C0"/>
                  </a:outerShdw>
                </a:effectLst>
                <a:latin typeface="Courier New" panose="02070409020205090404" pitchFamily="49" charset="0"/>
                <a:ea typeface="宋体" pitchFamily="2" charset="-122"/>
                <a:cs typeface="+mn-cs"/>
              </a:rPr>
              <a:t>2000/05/22</a:t>
            </a:r>
            <a:endParaRPr kumimoji="1" lang="en-US" altLang="zh-CN" b="1" kern="1200" cap="none" spc="0" normalizeH="0" baseline="0" noProof="0" dirty="0">
              <a:solidFill>
                <a:srgbClr val="FF0000"/>
              </a:solidFill>
              <a:effectLst>
                <a:outerShdw blurRad="38100" dist="38100" dir="2700000" algn="tl">
                  <a:srgbClr val="C0C0C0"/>
                </a:outerShdw>
              </a:effectLst>
              <a:latin typeface="Courier New" panose="02070409020205090404" pitchFamily="49" charset="0"/>
              <a:ea typeface="宋体" pitchFamily="2" charset="-122"/>
              <a:cs typeface="+mn-cs"/>
            </a:endParaRPr>
          </a:p>
        </p:txBody>
      </p:sp>
      <p:sp>
        <p:nvSpPr>
          <p:cNvPr id="118789" name="Rectangle 8"/>
          <p:cNvSpPr/>
          <p:nvPr/>
        </p:nvSpPr>
        <p:spPr>
          <a:xfrm>
            <a:off x="8472488" y="1797050"/>
            <a:ext cx="2376487" cy="839788"/>
          </a:xfrm>
          <a:prstGeom prst="rect">
            <a:avLst/>
          </a:prstGeom>
          <a:noFill/>
          <a:ln w="9525">
            <a:noFill/>
          </a:ln>
        </p:spPr>
        <p:txBody>
          <a:bodyPr lIns="92075" tIns="46037" rIns="92075" bIns="46037" anchor="ctr" anchorCtr="0"/>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85000"/>
              </a:lnSpc>
              <a:spcBef>
                <a:spcPts val="590"/>
              </a:spcBef>
              <a:spcAft>
                <a:spcPts val="590"/>
              </a:spcAft>
              <a:buSzPct val="80000"/>
              <a:buNone/>
            </a:pPr>
            <a:r>
              <a:rPr lang="zh-CN" altLang="en-US" dirty="0">
                <a:solidFill>
                  <a:srgbClr val="000066"/>
                </a:solidFill>
              </a:rPr>
              <a:t>结构体</a:t>
            </a:r>
            <a:r>
              <a:rPr lang="zh-CN" altLang="en-US" dirty="0">
                <a:solidFill>
                  <a:srgbClr val="C00000"/>
                </a:solidFill>
              </a:rPr>
              <a:t>指针</a:t>
            </a:r>
            <a:br>
              <a:rPr lang="zh-CN" altLang="en-US" dirty="0">
                <a:solidFill>
                  <a:srgbClr val="C00000"/>
                </a:solidFill>
              </a:rPr>
            </a:br>
            <a:r>
              <a:rPr lang="zh-CN" altLang="en-US" dirty="0">
                <a:solidFill>
                  <a:srgbClr val="000066"/>
                </a:solidFill>
              </a:rPr>
              <a:t>作函数参数</a:t>
            </a:r>
            <a:endParaRPr lang="zh-CN" altLang="en-US" dirty="0">
              <a:solidFill>
                <a:srgbClr val="000066"/>
              </a:solidFill>
            </a:endParaRPr>
          </a:p>
        </p:txBody>
      </p:sp>
      <p:sp>
        <p:nvSpPr>
          <p:cNvPr id="13" name="Rectangle 59"/>
          <p:cNvSpPr>
            <a:spLocks noChangeArrowheads="1"/>
          </p:cNvSpPr>
          <p:nvPr/>
        </p:nvSpPr>
        <p:spPr bwMode="auto">
          <a:xfrm>
            <a:off x="2360613" y="2333625"/>
            <a:ext cx="312738" cy="252413"/>
          </a:xfrm>
          <a:prstGeom prst="rect">
            <a:avLst/>
          </a:prstGeom>
          <a:noFill/>
          <a:ln w="38100">
            <a:solidFill>
              <a:srgbClr val="00B050"/>
            </a:solidFill>
            <a:miter lim="800000"/>
            <a:headEnd type="none" w="sm" len="sm"/>
            <a:tailEnd type="none" w="sm" len="sm"/>
          </a:ln>
        </p:spPr>
        <p:txBody>
          <a:bodyPr wrap="none" anchor="ct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14" name="Rectangle 4"/>
          <p:cNvSpPr/>
          <p:nvPr/>
        </p:nvSpPr>
        <p:spPr>
          <a:xfrm>
            <a:off x="2711450" y="3881438"/>
            <a:ext cx="3278188" cy="985837"/>
          </a:xfrm>
          <a:prstGeom prst="rect">
            <a:avLst/>
          </a:prstGeom>
          <a:solidFill>
            <a:schemeClr val="bg2"/>
          </a:solidFill>
          <a:ln w="38100" cap="flat" cmpd="sng">
            <a:solidFill>
              <a:srgbClr val="00B050"/>
            </a:solidFill>
            <a:prstDash val="solid"/>
            <a:miter/>
            <a:headEnd type="none" w="sm" len="sm"/>
            <a:tailEnd type="none" w="sm" len="sm"/>
          </a:ln>
        </p:spPr>
        <p:txBody>
          <a:bodyPr>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100000"/>
              </a:lnSpc>
              <a:spcBef>
                <a:spcPts val="590"/>
              </a:spcBef>
              <a:spcAft>
                <a:spcPts val="590"/>
              </a:spcAft>
              <a:buSzPct val="80000"/>
              <a:buNone/>
            </a:pPr>
            <a:r>
              <a:rPr lang="zh-CN" altLang="en-US" sz="2400" dirty="0">
                <a:solidFill>
                  <a:srgbClr val="000066"/>
                </a:solidFill>
                <a:latin typeface="Courier New" panose="02070409020205090404" pitchFamily="49" charset="0"/>
              </a:rPr>
              <a:t>结构体指针作函数形参</a:t>
            </a:r>
            <a:endParaRPr lang="zh-CN" altLang="en-US" sz="2400" dirty="0">
              <a:solidFill>
                <a:srgbClr val="000066"/>
              </a:solidFill>
              <a:latin typeface="Courier New" panose="02070409020205090404" pitchFamily="49" charset="0"/>
            </a:endParaRPr>
          </a:p>
          <a:p>
            <a:pPr marL="0" lvl="0" indent="0" eaLnBrk="1" hangingPunct="1">
              <a:lnSpc>
                <a:spcPct val="100000"/>
              </a:lnSpc>
              <a:spcBef>
                <a:spcPts val="590"/>
              </a:spcBef>
              <a:spcAft>
                <a:spcPts val="590"/>
              </a:spcAft>
              <a:buSzPct val="80000"/>
              <a:buNone/>
            </a:pPr>
            <a:r>
              <a:rPr lang="zh-CN" altLang="en-US" sz="2400" dirty="0">
                <a:solidFill>
                  <a:srgbClr val="000066"/>
                </a:solidFill>
                <a:latin typeface="Courier New" panose="02070409020205090404" pitchFamily="49" charset="0"/>
              </a:rPr>
              <a:t>实参必须为地址值</a:t>
            </a:r>
            <a:endParaRPr lang="zh-CN" altLang="en-US" sz="2400" dirty="0">
              <a:solidFill>
                <a:srgbClr val="000066"/>
              </a:solidFill>
              <a:latin typeface="Courier New" panose="02070409020205090404" pitchFamily="49" charset="0"/>
            </a:endParaRPr>
          </a:p>
        </p:txBody>
      </p:sp>
      <p:sp>
        <p:nvSpPr>
          <p:cNvPr id="15" name="Line 9"/>
          <p:cNvSpPr>
            <a:spLocks noChangeShapeType="1"/>
          </p:cNvSpPr>
          <p:nvPr/>
        </p:nvSpPr>
        <p:spPr bwMode="auto">
          <a:xfrm>
            <a:off x="2566988" y="2565400"/>
            <a:ext cx="360363" cy="1295400"/>
          </a:xfrm>
          <a:prstGeom prst="line">
            <a:avLst/>
          </a:prstGeom>
          <a:noFill/>
          <a:ln w="38100">
            <a:solidFill>
              <a:srgbClr val="00B050"/>
            </a:solidFill>
            <a:round/>
            <a:headEnd type="none" w="sm" len="sm"/>
            <a:tailEnd type="triangle" w="med" len="med"/>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118793" name="Text Box 2"/>
          <p:cNvSpPr txBox="1"/>
          <p:nvPr/>
        </p:nvSpPr>
        <p:spPr>
          <a:xfrm>
            <a:off x="6473825" y="2997200"/>
            <a:ext cx="4375150" cy="3425825"/>
          </a:xfrm>
          <a:prstGeom prst="rect">
            <a:avLst/>
          </a:prstGeom>
          <a:solidFill>
            <a:schemeClr val="bg2"/>
          </a:solidFill>
          <a:ln w="38100" cap="flat" cmpd="sng">
            <a:solidFill>
              <a:srgbClr val="00B050"/>
            </a:solidFill>
            <a:prstDash val="solid"/>
            <a:miter/>
            <a:headEnd type="none" w="med" len="med"/>
            <a:tailEnd type="none" w="med" len="med"/>
          </a:ln>
        </p:spPr>
        <p:txBody>
          <a:bodyPr>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90000"/>
              </a:lnSpc>
              <a:spcBef>
                <a:spcPct val="0"/>
              </a:spcBef>
              <a:buSzPct val="80000"/>
              <a:buNone/>
            </a:pPr>
            <a:r>
              <a:rPr lang="en-US" altLang="zh-CN" sz="2000" b="1" dirty="0">
                <a:solidFill>
                  <a:srgbClr val="0000CC"/>
                </a:solidFill>
                <a:latin typeface="Courier New" panose="02070409020205090404" pitchFamily="49" charset="0"/>
                <a:ea typeface="宋体" pitchFamily="2" charset="-122"/>
              </a:rPr>
              <a:t>struct</a:t>
            </a:r>
            <a:r>
              <a:rPr lang="en-US" altLang="zh-CN" sz="2000" b="1" dirty="0">
                <a:latin typeface="Courier New" panose="02070409020205090404" pitchFamily="49" charset="0"/>
                <a:ea typeface="宋体" pitchFamily="2" charset="-122"/>
              </a:rPr>
              <a:t> date</a:t>
            </a:r>
            <a:endParaRPr lang="en-US" altLang="zh-CN" sz="2000" b="1" dirty="0">
              <a:latin typeface="Courier New" panose="02070409020205090404" pitchFamily="49" charset="0"/>
              <a:ea typeface="宋体" pitchFamily="2" charset="-122"/>
            </a:endParaRPr>
          </a:p>
          <a:p>
            <a:pPr marL="0" lvl="0" indent="0" eaLnBrk="1" hangingPunct="1">
              <a:lnSpc>
                <a:spcPct val="90000"/>
              </a:lnSpc>
              <a:spcBef>
                <a:spcPct val="0"/>
              </a:spcBef>
              <a:buSzPct val="80000"/>
              <a:buNone/>
            </a:pPr>
            <a:r>
              <a:rPr lang="en-US" altLang="zh-CN" sz="2000" b="1" dirty="0">
                <a:latin typeface="Courier New" panose="02070409020205090404" pitchFamily="49" charset="0"/>
                <a:ea typeface="宋体" pitchFamily="2" charset="-122"/>
              </a:rPr>
              <a:t>{</a:t>
            </a:r>
            <a:endParaRPr lang="en-US" altLang="zh-CN" sz="2000" b="1" dirty="0">
              <a:latin typeface="Courier New" panose="02070409020205090404" pitchFamily="49" charset="0"/>
              <a:ea typeface="宋体" pitchFamily="2" charset="-122"/>
            </a:endParaRPr>
          </a:p>
          <a:p>
            <a:pPr marL="0" lvl="0" indent="0" eaLnBrk="1" hangingPunct="1">
              <a:lnSpc>
                <a:spcPct val="90000"/>
              </a:lnSpc>
              <a:spcBef>
                <a:spcPct val="0"/>
              </a:spcBef>
              <a:buSzPct val="80000"/>
              <a:buNone/>
            </a:pPr>
            <a:r>
              <a:rPr lang="en-US" altLang="zh-CN" sz="2000" b="1" dirty="0">
                <a:latin typeface="Courier New" panose="02070409020205090404" pitchFamily="49" charset="0"/>
                <a:ea typeface="宋体" pitchFamily="2" charset="-122"/>
              </a:rPr>
              <a:t>  </a:t>
            </a:r>
            <a:r>
              <a:rPr lang="en-US" altLang="zh-CN" sz="2000" b="1" dirty="0">
                <a:solidFill>
                  <a:srgbClr val="0000CC"/>
                </a:solidFill>
                <a:latin typeface="Courier New" panose="02070409020205090404" pitchFamily="49" charset="0"/>
                <a:ea typeface="宋体" pitchFamily="2" charset="-122"/>
              </a:rPr>
              <a:t>int</a:t>
            </a:r>
            <a:r>
              <a:rPr lang="en-US" altLang="zh-CN" sz="2000" b="1" dirty="0">
                <a:latin typeface="Courier New" panose="02070409020205090404" pitchFamily="49" charset="0"/>
                <a:ea typeface="宋体" pitchFamily="2" charset="-122"/>
              </a:rPr>
              <a:t> year;</a:t>
            </a:r>
            <a:endParaRPr lang="en-US" altLang="zh-CN" sz="2000" b="1" dirty="0">
              <a:latin typeface="Courier New" panose="02070409020205090404" pitchFamily="49" charset="0"/>
              <a:ea typeface="宋体" pitchFamily="2" charset="-122"/>
            </a:endParaRPr>
          </a:p>
          <a:p>
            <a:pPr marL="0" lvl="0" indent="0" eaLnBrk="1" hangingPunct="1">
              <a:lnSpc>
                <a:spcPct val="90000"/>
              </a:lnSpc>
              <a:spcBef>
                <a:spcPct val="0"/>
              </a:spcBef>
              <a:buSzPct val="80000"/>
              <a:buNone/>
            </a:pPr>
            <a:r>
              <a:rPr lang="en-US" altLang="zh-CN" sz="2000" b="1" dirty="0">
                <a:latin typeface="Courier New" panose="02070409020205090404" pitchFamily="49" charset="0"/>
                <a:ea typeface="宋体" pitchFamily="2" charset="-122"/>
              </a:rPr>
              <a:t>  </a:t>
            </a:r>
            <a:r>
              <a:rPr lang="en-US" altLang="zh-CN" sz="2000" b="1" dirty="0">
                <a:solidFill>
                  <a:srgbClr val="0000CC"/>
                </a:solidFill>
                <a:latin typeface="Courier New" panose="02070409020205090404" pitchFamily="49" charset="0"/>
                <a:ea typeface="宋体" pitchFamily="2" charset="-122"/>
              </a:rPr>
              <a:t>int</a:t>
            </a:r>
            <a:r>
              <a:rPr lang="en-US" altLang="zh-CN" sz="2000" b="1" dirty="0">
                <a:latin typeface="Courier New" panose="02070409020205090404" pitchFamily="49" charset="0"/>
                <a:ea typeface="宋体" pitchFamily="2" charset="-122"/>
              </a:rPr>
              <a:t> month;</a:t>
            </a:r>
            <a:endParaRPr lang="en-US" altLang="zh-CN" sz="2000" b="1" dirty="0">
              <a:latin typeface="Courier New" panose="02070409020205090404" pitchFamily="49" charset="0"/>
              <a:ea typeface="宋体" pitchFamily="2" charset="-122"/>
            </a:endParaRPr>
          </a:p>
          <a:p>
            <a:pPr marL="0" lvl="0" indent="0" eaLnBrk="1" hangingPunct="1">
              <a:lnSpc>
                <a:spcPct val="90000"/>
              </a:lnSpc>
              <a:spcBef>
                <a:spcPct val="0"/>
              </a:spcBef>
              <a:buSzPct val="80000"/>
              <a:buNone/>
            </a:pPr>
            <a:r>
              <a:rPr lang="en-US" altLang="zh-CN" sz="2000" b="1" dirty="0">
                <a:latin typeface="Courier New" panose="02070409020205090404" pitchFamily="49" charset="0"/>
                <a:ea typeface="宋体" pitchFamily="2" charset="-122"/>
              </a:rPr>
              <a:t>  </a:t>
            </a:r>
            <a:r>
              <a:rPr lang="en-US" altLang="zh-CN" sz="2000" b="1" dirty="0">
                <a:solidFill>
                  <a:srgbClr val="0000CC"/>
                </a:solidFill>
                <a:latin typeface="Courier New" panose="02070409020205090404" pitchFamily="49" charset="0"/>
                <a:ea typeface="宋体" pitchFamily="2" charset="-122"/>
              </a:rPr>
              <a:t>int</a:t>
            </a:r>
            <a:r>
              <a:rPr lang="en-US" altLang="zh-CN" sz="2000" b="1" dirty="0">
                <a:latin typeface="Courier New" panose="02070409020205090404" pitchFamily="49" charset="0"/>
                <a:ea typeface="宋体" pitchFamily="2" charset="-122"/>
              </a:rPr>
              <a:t> day;</a:t>
            </a:r>
            <a:endParaRPr lang="en-US" altLang="zh-CN" sz="2000" b="1" dirty="0">
              <a:latin typeface="Courier New" panose="02070409020205090404" pitchFamily="49" charset="0"/>
              <a:ea typeface="宋体" pitchFamily="2" charset="-122"/>
            </a:endParaRPr>
          </a:p>
          <a:p>
            <a:pPr marL="0" lvl="0" indent="0" eaLnBrk="1" hangingPunct="1">
              <a:lnSpc>
                <a:spcPct val="90000"/>
              </a:lnSpc>
              <a:spcBef>
                <a:spcPct val="0"/>
              </a:spcBef>
              <a:buSzPct val="80000"/>
              <a:buNone/>
            </a:pPr>
            <a:r>
              <a:rPr lang="en-US" altLang="zh-CN" sz="2000" b="1" dirty="0">
                <a:latin typeface="Courier New" panose="02070409020205090404" pitchFamily="49" charset="0"/>
                <a:ea typeface="宋体" pitchFamily="2" charset="-122"/>
              </a:rPr>
              <a:t>};</a:t>
            </a:r>
            <a:endParaRPr lang="en-US" altLang="zh-CN" sz="2000" b="1" dirty="0">
              <a:latin typeface="Courier New" panose="02070409020205090404" pitchFamily="49" charset="0"/>
              <a:ea typeface="宋体" pitchFamily="2" charset="-122"/>
            </a:endParaRPr>
          </a:p>
          <a:p>
            <a:pPr marL="0" lvl="0" indent="0" eaLnBrk="1" hangingPunct="1">
              <a:lnSpc>
                <a:spcPct val="90000"/>
              </a:lnSpc>
              <a:spcBef>
                <a:spcPct val="0"/>
              </a:spcBef>
              <a:buSzPct val="80000"/>
              <a:buNone/>
            </a:pPr>
            <a:r>
              <a:rPr lang="en-US" altLang="zh-CN" sz="2000" b="1" dirty="0">
                <a:solidFill>
                  <a:srgbClr val="0000CC"/>
                </a:solidFill>
                <a:latin typeface="Courier New" panose="02070409020205090404" pitchFamily="49" charset="0"/>
                <a:ea typeface="宋体" pitchFamily="2" charset="-122"/>
              </a:rPr>
              <a:t>void</a:t>
            </a:r>
            <a:r>
              <a:rPr lang="en-US" altLang="zh-CN" sz="2000" b="1" dirty="0">
                <a:latin typeface="Courier New" panose="02070409020205090404" pitchFamily="49" charset="0"/>
                <a:ea typeface="宋体" pitchFamily="2" charset="-122"/>
              </a:rPr>
              <a:t> Func(</a:t>
            </a:r>
            <a:r>
              <a:rPr lang="en-US" altLang="zh-CN" sz="2000" b="1" dirty="0">
                <a:solidFill>
                  <a:srgbClr val="C00000"/>
                </a:solidFill>
                <a:latin typeface="Courier New" panose="02070409020205090404" pitchFamily="49" charset="0"/>
                <a:ea typeface="宋体" pitchFamily="2" charset="-122"/>
              </a:rPr>
              <a:t>struct</a:t>
            </a:r>
            <a:r>
              <a:rPr lang="en-US" altLang="zh-CN" sz="2000" b="1" dirty="0">
                <a:solidFill>
                  <a:srgbClr val="FF0000"/>
                </a:solidFill>
                <a:latin typeface="Courier New" panose="02070409020205090404" pitchFamily="49" charset="0"/>
                <a:ea typeface="宋体" pitchFamily="2" charset="-122"/>
              </a:rPr>
              <a:t> </a:t>
            </a:r>
            <a:r>
              <a:rPr lang="en-US" altLang="zh-CN" sz="2000" b="1" dirty="0">
                <a:solidFill>
                  <a:srgbClr val="C00000"/>
                </a:solidFill>
                <a:latin typeface="Courier New" panose="02070409020205090404" pitchFamily="49" charset="0"/>
                <a:ea typeface="宋体" pitchFamily="2" charset="-122"/>
              </a:rPr>
              <a:t>date *p</a:t>
            </a:r>
            <a:r>
              <a:rPr lang="en-US" altLang="zh-CN" sz="2000" b="1" dirty="0">
                <a:latin typeface="Courier New" panose="02070409020205090404" pitchFamily="49" charset="0"/>
                <a:ea typeface="宋体" pitchFamily="2" charset="-122"/>
              </a:rPr>
              <a:t>)</a:t>
            </a:r>
            <a:endParaRPr lang="en-US" altLang="zh-CN" sz="2000" b="1" dirty="0">
              <a:latin typeface="Courier New" panose="02070409020205090404" pitchFamily="49" charset="0"/>
              <a:ea typeface="宋体" pitchFamily="2" charset="-122"/>
            </a:endParaRPr>
          </a:p>
          <a:p>
            <a:pPr marL="0" lvl="0" indent="0" eaLnBrk="1" hangingPunct="1">
              <a:lnSpc>
                <a:spcPct val="90000"/>
              </a:lnSpc>
              <a:spcBef>
                <a:spcPct val="0"/>
              </a:spcBef>
              <a:buSzPct val="80000"/>
              <a:buNone/>
            </a:pPr>
            <a:r>
              <a:rPr lang="en-US" altLang="zh-CN" sz="2000" b="1" dirty="0">
                <a:latin typeface="Courier New" panose="02070409020205090404" pitchFamily="49" charset="0"/>
                <a:ea typeface="宋体" pitchFamily="2" charset="-122"/>
              </a:rPr>
              <a:t>{</a:t>
            </a:r>
            <a:endParaRPr lang="en-US" altLang="zh-CN" sz="2000" b="1" dirty="0">
              <a:latin typeface="Courier New" panose="02070409020205090404" pitchFamily="49" charset="0"/>
              <a:ea typeface="宋体" pitchFamily="2" charset="-122"/>
            </a:endParaRPr>
          </a:p>
          <a:p>
            <a:pPr marL="0" lvl="0" indent="0" eaLnBrk="1" hangingPunct="1">
              <a:lnSpc>
                <a:spcPct val="90000"/>
              </a:lnSpc>
              <a:spcBef>
                <a:spcPct val="0"/>
              </a:spcBef>
              <a:buSzPct val="80000"/>
              <a:buNone/>
            </a:pPr>
            <a:r>
              <a:rPr lang="en-US" altLang="zh-CN" sz="2000" b="1" dirty="0">
                <a:latin typeface="Courier New" panose="02070409020205090404" pitchFamily="49" charset="0"/>
                <a:ea typeface="宋体" pitchFamily="2" charset="-122"/>
              </a:rPr>
              <a:t>   </a:t>
            </a:r>
            <a:r>
              <a:rPr lang="en-US" altLang="zh-CN" sz="2000" b="1" dirty="0">
                <a:solidFill>
                  <a:srgbClr val="C00000"/>
                </a:solidFill>
                <a:latin typeface="Courier New" panose="02070409020205090404" pitchFamily="49" charset="0"/>
                <a:ea typeface="宋体" pitchFamily="2" charset="-122"/>
              </a:rPr>
              <a:t>p-&gt;</a:t>
            </a:r>
            <a:r>
              <a:rPr lang="en-US" altLang="zh-CN" sz="2000" b="1" dirty="0">
                <a:latin typeface="Courier New" panose="02070409020205090404" pitchFamily="49" charset="0"/>
                <a:ea typeface="宋体" pitchFamily="2" charset="-122"/>
              </a:rPr>
              <a:t>year = 2000;</a:t>
            </a:r>
            <a:endParaRPr lang="en-US" altLang="zh-CN" sz="2000" b="1" dirty="0">
              <a:latin typeface="Courier New" panose="02070409020205090404" pitchFamily="49" charset="0"/>
              <a:ea typeface="宋体" pitchFamily="2" charset="-122"/>
            </a:endParaRPr>
          </a:p>
          <a:p>
            <a:pPr marL="0" lvl="0" indent="0" eaLnBrk="1" hangingPunct="1">
              <a:lnSpc>
                <a:spcPct val="90000"/>
              </a:lnSpc>
              <a:spcBef>
                <a:spcPct val="0"/>
              </a:spcBef>
              <a:buSzPct val="80000"/>
              <a:buNone/>
            </a:pPr>
            <a:r>
              <a:rPr lang="en-US" altLang="zh-CN" sz="2000" b="1" dirty="0">
                <a:latin typeface="Courier New" panose="02070409020205090404" pitchFamily="49" charset="0"/>
                <a:ea typeface="宋体" pitchFamily="2" charset="-122"/>
              </a:rPr>
              <a:t>   </a:t>
            </a:r>
            <a:r>
              <a:rPr lang="en-US" altLang="zh-CN" sz="2000" b="1" dirty="0">
                <a:solidFill>
                  <a:srgbClr val="C00000"/>
                </a:solidFill>
                <a:latin typeface="Courier New" panose="02070409020205090404" pitchFamily="49" charset="0"/>
                <a:ea typeface="宋体" pitchFamily="2" charset="-122"/>
              </a:rPr>
              <a:t>p-&gt;</a:t>
            </a:r>
            <a:r>
              <a:rPr lang="en-US" altLang="zh-CN" sz="2000" b="1" dirty="0">
                <a:latin typeface="Courier New" panose="02070409020205090404" pitchFamily="49" charset="0"/>
                <a:ea typeface="宋体" pitchFamily="2" charset="-122"/>
              </a:rPr>
              <a:t>month = 5;</a:t>
            </a:r>
            <a:endParaRPr lang="en-US" altLang="zh-CN" sz="2000" b="1" dirty="0">
              <a:latin typeface="Courier New" panose="02070409020205090404" pitchFamily="49" charset="0"/>
              <a:ea typeface="宋体" pitchFamily="2" charset="-122"/>
            </a:endParaRPr>
          </a:p>
          <a:p>
            <a:pPr marL="0" lvl="0" indent="0" eaLnBrk="1" hangingPunct="1">
              <a:lnSpc>
                <a:spcPct val="90000"/>
              </a:lnSpc>
              <a:spcBef>
                <a:spcPct val="0"/>
              </a:spcBef>
              <a:buSzPct val="80000"/>
              <a:buNone/>
            </a:pPr>
            <a:r>
              <a:rPr lang="en-US" altLang="zh-CN" sz="2000" b="1" dirty="0">
                <a:latin typeface="Courier New" panose="02070409020205090404" pitchFamily="49" charset="0"/>
                <a:ea typeface="宋体" pitchFamily="2" charset="-122"/>
              </a:rPr>
              <a:t>   </a:t>
            </a:r>
            <a:r>
              <a:rPr lang="en-US" altLang="zh-CN" sz="2000" b="1" dirty="0">
                <a:solidFill>
                  <a:srgbClr val="C00000"/>
                </a:solidFill>
                <a:latin typeface="Courier New" panose="02070409020205090404" pitchFamily="49" charset="0"/>
                <a:ea typeface="宋体" pitchFamily="2" charset="-122"/>
              </a:rPr>
              <a:t>p-&gt;</a:t>
            </a:r>
            <a:r>
              <a:rPr lang="en-US" altLang="zh-CN" sz="2000" b="1" dirty="0">
                <a:latin typeface="Courier New" panose="02070409020205090404" pitchFamily="49" charset="0"/>
                <a:ea typeface="宋体" pitchFamily="2" charset="-122"/>
              </a:rPr>
              <a:t>day = 22;</a:t>
            </a:r>
            <a:endParaRPr lang="en-US" altLang="zh-CN" sz="2000" b="1" dirty="0">
              <a:latin typeface="Courier New" panose="02070409020205090404" pitchFamily="49" charset="0"/>
              <a:ea typeface="宋体" pitchFamily="2" charset="-122"/>
            </a:endParaRPr>
          </a:p>
          <a:p>
            <a:pPr marL="0" lvl="0" indent="0" eaLnBrk="1" hangingPunct="1">
              <a:lnSpc>
                <a:spcPct val="90000"/>
              </a:lnSpc>
              <a:spcBef>
                <a:spcPct val="0"/>
              </a:spcBef>
              <a:buSzPct val="80000"/>
              <a:buNone/>
            </a:pPr>
            <a:r>
              <a:rPr lang="en-US" altLang="zh-CN" sz="2000" b="1" dirty="0">
                <a:latin typeface="Courier New" panose="02070409020205090404" pitchFamily="49" charset="0"/>
                <a:ea typeface="宋体" pitchFamily="2" charset="-122"/>
              </a:rPr>
              <a:t>}</a:t>
            </a:r>
            <a:endParaRPr lang="en-US" altLang="zh-CN" sz="2000" b="1" dirty="0">
              <a:latin typeface="Courier New" panose="02070409020205090404" pitchFamily="49" charset="0"/>
              <a:ea typeface="宋体" pitchFamily="2" charset="-122"/>
            </a:endParaRPr>
          </a:p>
        </p:txBody>
      </p:sp>
      <p:sp>
        <p:nvSpPr>
          <p:cNvPr id="16" name="Rectangle 59"/>
          <p:cNvSpPr>
            <a:spLocks noChangeArrowheads="1"/>
          </p:cNvSpPr>
          <p:nvPr/>
        </p:nvSpPr>
        <p:spPr bwMode="auto">
          <a:xfrm>
            <a:off x="8066088" y="4652963"/>
            <a:ext cx="2184400" cy="334963"/>
          </a:xfrm>
          <a:prstGeom prst="rect">
            <a:avLst/>
          </a:prstGeom>
          <a:noFill/>
          <a:ln w="38100">
            <a:solidFill>
              <a:srgbClr val="00B050"/>
            </a:solidFill>
            <a:miter lim="800000"/>
            <a:headEnd type="none" w="sm" len="sm"/>
            <a:tailEnd type="none" w="sm" len="sm"/>
          </a:ln>
        </p:spPr>
        <p:txBody>
          <a:bodyPr wrap="none" anchor="ct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17" name="Line 9"/>
          <p:cNvSpPr>
            <a:spLocks noChangeShapeType="1"/>
          </p:cNvSpPr>
          <p:nvPr/>
        </p:nvSpPr>
        <p:spPr bwMode="auto">
          <a:xfrm flipH="1" flipV="1">
            <a:off x="6024563" y="4437063"/>
            <a:ext cx="2016125" cy="287338"/>
          </a:xfrm>
          <a:prstGeom prst="line">
            <a:avLst/>
          </a:prstGeom>
          <a:noFill/>
          <a:ln w="38100">
            <a:solidFill>
              <a:srgbClr val="00B050"/>
            </a:solidFill>
            <a:round/>
            <a:headEnd type="none" w="sm" len="sm"/>
            <a:tailEnd type="triangle" w="med" len="med"/>
          </a:ln>
          <a:effectLst/>
        </p:spPr>
        <p:txBody>
          <a:bodyPr/>
          <a:lstStyle/>
          <a:p>
            <a:pPr marL="0" marR="0" lvl="0" indent="0" algn="l" defTabSz="914400" rtl="0" eaLnBrk="1" fontAlgn="base" latinLnBrk="0" hangingPunct="1">
              <a:lnSpc>
                <a:spcPct val="90000"/>
              </a:lnSpc>
              <a:spcBef>
                <a:spcPts val="590"/>
              </a:spcBef>
              <a:spcAft>
                <a:spcPts val="590"/>
              </a:spcAft>
              <a:buClr>
                <a:schemeClr val="tx2"/>
              </a:buClr>
              <a:buSzPct val="80000"/>
              <a:buFontTx/>
              <a:buNone/>
              <a:defRPr/>
            </a:pPr>
            <a:endParaRPr kumimoji="0" lang="zh-CN" altLang="en-US" sz="20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p:cTn id="7" dur="500" fill="hold"/>
                                        <p:tgtEl>
                                          <p:spTgt spid="16"/>
                                        </p:tgtEl>
                                        <p:attrNameLst>
                                          <p:attrName>ppt_w</p:attrName>
                                        </p:attrNameLst>
                                      </p:cBhvr>
                                      <p:tavLst>
                                        <p:tav tm="0">
                                          <p:val>
                                            <p:fltVal val="0"/>
                                          </p:val>
                                        </p:tav>
                                        <p:tav tm="100000">
                                          <p:val>
                                            <p:strVal val="#ppt_w"/>
                                          </p:val>
                                        </p:tav>
                                      </p:tavLst>
                                    </p:anim>
                                    <p:anim calcmode="lin" valueType="num">
                                      <p:cBhvr>
                                        <p:cTn id="8" dur="500" fill="hold"/>
                                        <p:tgtEl>
                                          <p:spTgt spid="16"/>
                                        </p:tgtEl>
                                        <p:attrNameLst>
                                          <p:attrName>ppt_h</p:attrName>
                                        </p:attrNameLst>
                                      </p:cBhvr>
                                      <p:tavLst>
                                        <p:tav tm="0">
                                          <p:val>
                                            <p:fltVal val="0"/>
                                          </p:val>
                                        </p:tav>
                                        <p:tav tm="100000">
                                          <p:val>
                                            <p:strVal val="#ppt_h"/>
                                          </p:val>
                                        </p:tav>
                                      </p:tavLst>
                                    </p:anim>
                                    <p:animEffect transition="in" filter="fade">
                                      <p:cBhvr>
                                        <p:cTn id="9" dur="500"/>
                                        <p:tgtEl>
                                          <p:spTgt spid="16"/>
                                        </p:tgtEl>
                                      </p:cBhvr>
                                    </p:animEffect>
                                  </p:childTnLst>
                                </p:cTn>
                              </p:par>
                            </p:childTnLst>
                          </p:cTn>
                        </p:par>
                        <p:par>
                          <p:cTn id="10" fill="hold">
                            <p:stCondLst>
                              <p:cond delay="500"/>
                            </p:stCondLst>
                            <p:childTnLst>
                              <p:par>
                                <p:cTn id="11" presetID="22" presetClass="entr" presetSubtype="4" fill="hold" nodeType="after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wipe(down)">
                                      <p:cBhvr>
                                        <p:cTn id="13" dur="500"/>
                                        <p:tgtEl>
                                          <p:spTgt spid="17"/>
                                        </p:tgtEl>
                                      </p:cBhvr>
                                    </p:animEffect>
                                  </p:childTnLst>
                                </p:cTn>
                              </p:par>
                            </p:childTnLst>
                          </p:cTn>
                        </p:par>
                        <p:par>
                          <p:cTn id="14" fill="hold">
                            <p:stCondLst>
                              <p:cond delay="1000"/>
                            </p:stCondLst>
                            <p:childTnLst>
                              <p:par>
                                <p:cTn id="15" presetID="53" presetClass="entr" presetSubtype="16" fill="hold" grpId="0" nodeType="afterEffect">
                                  <p:stCondLst>
                                    <p:cond delay="0"/>
                                  </p:stCondLst>
                                  <p:childTnLst>
                                    <p:set>
                                      <p:cBhvr>
                                        <p:cTn id="16" dur="1" fill="hold">
                                          <p:stCondLst>
                                            <p:cond delay="0"/>
                                          </p:stCondLst>
                                        </p:cTn>
                                        <p:tgtEl>
                                          <p:spTgt spid="13"/>
                                        </p:tgtEl>
                                        <p:attrNameLst>
                                          <p:attrName>style.visibility</p:attrName>
                                        </p:attrNameLst>
                                      </p:cBhvr>
                                      <p:to>
                                        <p:strVal val="visible"/>
                                      </p:to>
                                    </p:set>
                                    <p:anim calcmode="lin" valueType="num">
                                      <p:cBhvr>
                                        <p:cTn id="17" dur="500" fill="hold"/>
                                        <p:tgtEl>
                                          <p:spTgt spid="13"/>
                                        </p:tgtEl>
                                        <p:attrNameLst>
                                          <p:attrName>ppt_w</p:attrName>
                                        </p:attrNameLst>
                                      </p:cBhvr>
                                      <p:tavLst>
                                        <p:tav tm="0">
                                          <p:val>
                                            <p:fltVal val="0"/>
                                          </p:val>
                                        </p:tav>
                                        <p:tav tm="100000">
                                          <p:val>
                                            <p:strVal val="#ppt_w"/>
                                          </p:val>
                                        </p:tav>
                                      </p:tavLst>
                                    </p:anim>
                                    <p:anim calcmode="lin" valueType="num">
                                      <p:cBhvr>
                                        <p:cTn id="18" dur="500" fill="hold"/>
                                        <p:tgtEl>
                                          <p:spTgt spid="13"/>
                                        </p:tgtEl>
                                        <p:attrNameLst>
                                          <p:attrName>ppt_h</p:attrName>
                                        </p:attrNameLst>
                                      </p:cBhvr>
                                      <p:tavLst>
                                        <p:tav tm="0">
                                          <p:val>
                                            <p:fltVal val="0"/>
                                          </p:val>
                                        </p:tav>
                                        <p:tav tm="100000">
                                          <p:val>
                                            <p:strVal val="#ppt_h"/>
                                          </p:val>
                                        </p:tav>
                                      </p:tavLst>
                                    </p:anim>
                                    <p:animEffect transition="in" filter="fade">
                                      <p:cBhvr>
                                        <p:cTn id="19" dur="500"/>
                                        <p:tgtEl>
                                          <p:spTgt spid="13"/>
                                        </p:tgtEl>
                                      </p:cBhvr>
                                    </p:animEffect>
                                  </p:childTnLst>
                                </p:cTn>
                              </p:par>
                            </p:childTnLst>
                          </p:cTn>
                        </p:par>
                        <p:par>
                          <p:cTn id="20" fill="hold">
                            <p:stCondLst>
                              <p:cond delay="1500"/>
                            </p:stCondLst>
                            <p:childTnLst>
                              <p:par>
                                <p:cTn id="21" presetID="22" presetClass="entr" presetSubtype="1" fill="hold" nodeType="after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ipe(up)">
                                      <p:cBhvr>
                                        <p:cTn id="23" dur="500"/>
                                        <p:tgtEl>
                                          <p:spTgt spid="15"/>
                                        </p:tgtEl>
                                      </p:cBhvr>
                                    </p:animEffect>
                                  </p:childTnLst>
                                </p:cTn>
                              </p:par>
                            </p:childTnLst>
                          </p:cTn>
                        </p:par>
                        <p:par>
                          <p:cTn id="24" fill="hold">
                            <p:stCondLst>
                              <p:cond delay="2000"/>
                            </p:stCondLst>
                            <p:childTnLst>
                              <p:par>
                                <p:cTn id="25" presetID="22" presetClass="entr" presetSubtype="8" fill="hold" grpId="0" nodeType="after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wipe(left)">
                                      <p:cBhvr>
                                        <p:cTn id="27" dur="500"/>
                                        <p:tgtEl>
                                          <p:spTgt spid="14"/>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32"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box(out)">
                                      <p:cBhvr>
                                        <p:cTn id="32" dur="500"/>
                                        <p:tgtEl>
                                          <p:spTgt spid="8"/>
                                        </p:tgtEl>
                                      </p:cBhvr>
                                    </p:animEffect>
                                  </p:childTnLst>
                                </p:cTn>
                              </p:par>
                            </p:childTnLst>
                          </p:cTn>
                        </p:par>
                      </p:childTnLst>
                    </p:cTn>
                  </p:par>
                  <p:par>
                    <p:cTn id="33" fill="hold">
                      <p:stCondLst>
                        <p:cond delay="indefinite"/>
                      </p:stCondLst>
                      <p:childTnLst>
                        <p:par>
                          <p:cTn id="34" fill="hold">
                            <p:stCondLst>
                              <p:cond delay="0"/>
                            </p:stCondLst>
                            <p:childTnLst>
                              <p:par>
                                <p:cTn id="35" presetID="4" presetClass="entr" presetSubtype="32" fill="hold" grpId="0" nodeType="click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box(out)">
                                      <p:cBhvr>
                                        <p:cTn id="3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3" grpId="0" animBg="1"/>
      <p:bldP spid="14" grpId="0" animBg="1"/>
      <p:bldP spid="16" grpId="0" animBg="1"/>
    </p:bldLst>
  </p:timing>
</p:sld>
</file>

<file path=ppt/slides/slide8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9810" name="Rectangle 7"/>
          <p:cNvSpPr/>
          <p:nvPr/>
        </p:nvSpPr>
        <p:spPr>
          <a:xfrm>
            <a:off x="8328025" y="1797050"/>
            <a:ext cx="2736850" cy="839788"/>
          </a:xfrm>
          <a:prstGeom prst="rect">
            <a:avLst/>
          </a:prstGeom>
          <a:noFill/>
          <a:ln w="9525">
            <a:noFill/>
          </a:ln>
        </p:spPr>
        <p:txBody>
          <a:bodyPr lIns="92075" tIns="46037" rIns="92075" bIns="46037" anchor="ctr" anchorCtr="0"/>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85000"/>
              </a:lnSpc>
              <a:spcBef>
                <a:spcPts val="590"/>
              </a:spcBef>
              <a:spcAft>
                <a:spcPts val="590"/>
              </a:spcAft>
              <a:buSzPct val="80000"/>
              <a:buNone/>
            </a:pPr>
            <a:r>
              <a:rPr lang="zh-CN" altLang="en-US" dirty="0">
                <a:solidFill>
                  <a:srgbClr val="000066"/>
                </a:solidFill>
              </a:rPr>
              <a:t>结构体变量</a:t>
            </a:r>
            <a:br>
              <a:rPr lang="zh-CN" altLang="en-US" dirty="0">
                <a:solidFill>
                  <a:srgbClr val="000066"/>
                </a:solidFill>
              </a:rPr>
            </a:br>
            <a:r>
              <a:rPr lang="zh-CN" altLang="en-US" dirty="0">
                <a:solidFill>
                  <a:srgbClr val="000066"/>
                </a:solidFill>
              </a:rPr>
              <a:t>做函数</a:t>
            </a:r>
            <a:r>
              <a:rPr lang="zh-CN" altLang="en-US" dirty="0">
                <a:solidFill>
                  <a:srgbClr val="C00000"/>
                </a:solidFill>
              </a:rPr>
              <a:t>返回值</a:t>
            </a:r>
            <a:endParaRPr lang="zh-CN" altLang="en-US" dirty="0">
              <a:solidFill>
                <a:srgbClr val="C00000"/>
              </a:solidFill>
            </a:endParaRPr>
          </a:p>
        </p:txBody>
      </p:sp>
      <p:sp>
        <p:nvSpPr>
          <p:cNvPr id="119811" name="Text Box 2"/>
          <p:cNvSpPr txBox="1"/>
          <p:nvPr/>
        </p:nvSpPr>
        <p:spPr>
          <a:xfrm>
            <a:off x="1200150" y="200025"/>
            <a:ext cx="6911975" cy="3516313"/>
          </a:xfrm>
          <a:prstGeom prst="rect">
            <a:avLst/>
          </a:prstGeom>
          <a:solidFill>
            <a:schemeClr val="bg2"/>
          </a:solidFill>
          <a:ln w="38100" cap="flat" cmpd="sng">
            <a:solidFill>
              <a:srgbClr val="00B050"/>
            </a:solidFill>
            <a:prstDash val="solid"/>
            <a:miter/>
            <a:headEnd type="none" w="med" len="med"/>
            <a:tailEnd type="none" w="med" len="med"/>
          </a:ln>
        </p:spPr>
        <p:txBody>
          <a:bodyPr>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spcBef>
                <a:spcPct val="0"/>
              </a:spcBef>
              <a:buSzPct val="80000"/>
              <a:buNone/>
            </a:pPr>
            <a:r>
              <a:rPr lang="en-US" altLang="zh-CN" sz="1800" b="1" dirty="0">
                <a:latin typeface="Courier New" panose="02070409020205090404" pitchFamily="49" charset="0"/>
                <a:ea typeface="宋体" pitchFamily="2" charset="-122"/>
              </a:rPr>
              <a:t>int main()</a:t>
            </a:r>
            <a:endParaRPr lang="en-US" altLang="zh-CN" sz="1800" b="1" dirty="0">
              <a:latin typeface="Courier New" panose="02070409020205090404" pitchFamily="49" charset="0"/>
              <a:ea typeface="宋体" pitchFamily="2" charset="-122"/>
            </a:endParaRPr>
          </a:p>
          <a:p>
            <a:pPr marL="0" lvl="0" indent="0" eaLnBrk="1" hangingPunct="1">
              <a:spcBef>
                <a:spcPct val="0"/>
              </a:spcBef>
              <a:buSzPct val="80000"/>
              <a:buNone/>
            </a:pPr>
            <a:r>
              <a:rPr lang="en-US" altLang="zh-CN" sz="1800" b="1" dirty="0">
                <a:latin typeface="Courier New" panose="02070409020205090404" pitchFamily="49" charset="0"/>
                <a:ea typeface="宋体" pitchFamily="2" charset="-122"/>
              </a:rPr>
              <a:t>{</a:t>
            </a:r>
            <a:endParaRPr lang="en-US" altLang="zh-CN" sz="1800" b="1" dirty="0">
              <a:latin typeface="Courier New" panose="02070409020205090404" pitchFamily="49" charset="0"/>
              <a:ea typeface="宋体" pitchFamily="2" charset="-122"/>
            </a:endParaRPr>
          </a:p>
          <a:p>
            <a:pPr marL="0" lvl="0" indent="0" eaLnBrk="1" hangingPunct="1">
              <a:spcBef>
                <a:spcPct val="0"/>
              </a:spcBef>
              <a:buSzPct val="80000"/>
              <a:buNone/>
            </a:pPr>
            <a:r>
              <a:rPr lang="en-US" altLang="zh-CN" sz="1800" b="1" dirty="0">
                <a:latin typeface="Courier New" panose="02070409020205090404" pitchFamily="49" charset="0"/>
                <a:ea typeface="宋体" pitchFamily="2" charset="-122"/>
              </a:rPr>
              <a:t>  </a:t>
            </a:r>
            <a:r>
              <a:rPr lang="en-US" altLang="zh-CN" sz="1800" b="1" dirty="0">
                <a:solidFill>
                  <a:srgbClr val="C00000"/>
                </a:solidFill>
                <a:latin typeface="Courier New" panose="02070409020205090404" pitchFamily="49" charset="0"/>
                <a:ea typeface="宋体" pitchFamily="2" charset="-122"/>
              </a:rPr>
              <a:t>struct date d;</a:t>
            </a:r>
            <a:endParaRPr lang="en-US" altLang="zh-CN" sz="1800" b="1" dirty="0">
              <a:solidFill>
                <a:srgbClr val="C00000"/>
              </a:solidFill>
              <a:latin typeface="Courier New" panose="02070409020205090404" pitchFamily="49" charset="0"/>
              <a:ea typeface="宋体" pitchFamily="2" charset="-122"/>
            </a:endParaRPr>
          </a:p>
          <a:p>
            <a:pPr marL="0" lvl="0" indent="0" eaLnBrk="1" hangingPunct="1">
              <a:spcBef>
                <a:spcPct val="0"/>
              </a:spcBef>
              <a:buSzPct val="80000"/>
              <a:buNone/>
            </a:pPr>
            <a:r>
              <a:rPr lang="en-US" altLang="zh-CN" sz="1800" b="1" dirty="0">
                <a:latin typeface="Courier New" panose="02070409020205090404" pitchFamily="49" charset="0"/>
                <a:ea typeface="宋体" pitchFamily="2" charset="-122"/>
              </a:rPr>
              <a:t>  d.year = 1999;</a:t>
            </a:r>
            <a:endParaRPr lang="en-US" altLang="zh-CN" sz="1800" b="1" dirty="0">
              <a:latin typeface="Courier New" panose="02070409020205090404" pitchFamily="49" charset="0"/>
              <a:ea typeface="宋体" pitchFamily="2" charset="-122"/>
            </a:endParaRPr>
          </a:p>
          <a:p>
            <a:pPr marL="0" lvl="0" indent="0" eaLnBrk="1" hangingPunct="1">
              <a:spcBef>
                <a:spcPct val="0"/>
              </a:spcBef>
              <a:buSzPct val="80000"/>
              <a:buNone/>
            </a:pPr>
            <a:r>
              <a:rPr lang="en-US" altLang="zh-CN" sz="1800" b="1" dirty="0">
                <a:latin typeface="Courier New" panose="02070409020205090404" pitchFamily="49" charset="0"/>
                <a:ea typeface="宋体" pitchFamily="2" charset="-122"/>
              </a:rPr>
              <a:t>  d.month = 4;</a:t>
            </a:r>
            <a:endParaRPr lang="en-US" altLang="zh-CN" sz="1800" b="1" dirty="0">
              <a:latin typeface="Courier New" panose="02070409020205090404" pitchFamily="49" charset="0"/>
              <a:ea typeface="宋体" pitchFamily="2" charset="-122"/>
            </a:endParaRPr>
          </a:p>
          <a:p>
            <a:pPr marL="0" lvl="0" indent="0" eaLnBrk="1" hangingPunct="1">
              <a:spcBef>
                <a:spcPct val="0"/>
              </a:spcBef>
              <a:buSzPct val="80000"/>
              <a:buNone/>
            </a:pPr>
            <a:r>
              <a:rPr lang="en-US" altLang="zh-CN" sz="1800" b="1" dirty="0">
                <a:latin typeface="Courier New" panose="02070409020205090404" pitchFamily="49" charset="0"/>
                <a:ea typeface="宋体" pitchFamily="2" charset="-122"/>
              </a:rPr>
              <a:t>  d.day = 23;</a:t>
            </a:r>
            <a:endParaRPr lang="en-US" altLang="zh-CN" sz="1800" b="1" dirty="0">
              <a:latin typeface="Courier New" panose="02070409020205090404" pitchFamily="49" charset="0"/>
              <a:ea typeface="宋体" pitchFamily="2" charset="-122"/>
            </a:endParaRPr>
          </a:p>
          <a:p>
            <a:pPr marL="0" lvl="0" indent="0" eaLnBrk="1" hangingPunct="1">
              <a:spcBef>
                <a:spcPct val="0"/>
              </a:spcBef>
              <a:buSzPct val="80000"/>
              <a:buNone/>
            </a:pPr>
            <a:r>
              <a:rPr lang="en-US" altLang="zh-CN" sz="1800" b="1" dirty="0">
                <a:latin typeface="Courier New" panose="02070409020205090404" pitchFamily="49" charset="0"/>
                <a:ea typeface="宋体" pitchFamily="2" charset="-122"/>
              </a:rPr>
              <a:t>  printf("Before function call:%d/%02d/%02d\n", </a:t>
            </a:r>
            <a:endParaRPr lang="en-US" altLang="zh-CN" sz="1800" b="1" dirty="0">
              <a:latin typeface="Courier New" panose="02070409020205090404" pitchFamily="49" charset="0"/>
              <a:ea typeface="宋体" pitchFamily="2" charset="-122"/>
            </a:endParaRPr>
          </a:p>
          <a:p>
            <a:pPr marL="0" lvl="0" indent="0" eaLnBrk="1" hangingPunct="1">
              <a:spcBef>
                <a:spcPct val="0"/>
              </a:spcBef>
              <a:buSzPct val="80000"/>
              <a:buNone/>
            </a:pPr>
            <a:r>
              <a:rPr lang="en-US" altLang="zh-CN" sz="1800" b="1" dirty="0">
                <a:latin typeface="Courier New" panose="02070409020205090404" pitchFamily="49" charset="0"/>
                <a:ea typeface="宋体" pitchFamily="2" charset="-122"/>
              </a:rPr>
              <a:t>          d.year, d.month, d.day);</a:t>
            </a:r>
            <a:endParaRPr lang="en-US" altLang="zh-CN" sz="1800" b="1" dirty="0">
              <a:latin typeface="Courier New" panose="02070409020205090404" pitchFamily="49" charset="0"/>
              <a:ea typeface="宋体" pitchFamily="2" charset="-122"/>
            </a:endParaRPr>
          </a:p>
          <a:p>
            <a:pPr marL="0" lvl="0" indent="0" eaLnBrk="1" hangingPunct="1">
              <a:spcBef>
                <a:spcPct val="0"/>
              </a:spcBef>
              <a:buSzPct val="80000"/>
              <a:buNone/>
            </a:pPr>
            <a:r>
              <a:rPr lang="en-US" altLang="zh-CN" sz="1800" b="1" dirty="0">
                <a:latin typeface="Courier New" panose="02070409020205090404" pitchFamily="49" charset="0"/>
                <a:ea typeface="宋体" pitchFamily="2" charset="-122"/>
              </a:rPr>
              <a:t>  </a:t>
            </a:r>
            <a:r>
              <a:rPr lang="en-US" altLang="zh-CN" sz="1800" b="1" dirty="0">
                <a:solidFill>
                  <a:srgbClr val="C00000"/>
                </a:solidFill>
                <a:latin typeface="Courier New" panose="02070409020205090404" pitchFamily="49" charset="0"/>
                <a:ea typeface="宋体" pitchFamily="2" charset="-122"/>
              </a:rPr>
              <a:t>d = Func(d);</a:t>
            </a:r>
            <a:r>
              <a:rPr lang="en-US" altLang="zh-CN" sz="1800" b="1" dirty="0">
                <a:latin typeface="Courier New" panose="02070409020205090404" pitchFamily="49" charset="0"/>
                <a:ea typeface="宋体" pitchFamily="2" charset="-122"/>
              </a:rPr>
              <a:t> /* </a:t>
            </a:r>
            <a:r>
              <a:rPr lang="zh-CN" altLang="en-US" sz="1800" b="1" dirty="0">
                <a:latin typeface="Courier New" panose="02070409020205090404" pitchFamily="49" charset="0"/>
                <a:ea typeface="宋体" pitchFamily="2" charset="-122"/>
              </a:rPr>
              <a:t>结构体变量作函数实参，传值调用 *</a:t>
            </a:r>
            <a:r>
              <a:rPr lang="en-US" altLang="zh-CN" sz="1800" b="1" dirty="0">
                <a:latin typeface="Courier New" panose="02070409020205090404" pitchFamily="49" charset="0"/>
                <a:ea typeface="宋体" pitchFamily="2" charset="-122"/>
              </a:rPr>
              <a:t>/             </a:t>
            </a:r>
            <a:endParaRPr lang="en-US" altLang="zh-CN" sz="1800" b="1" dirty="0">
              <a:latin typeface="Courier New" panose="02070409020205090404" pitchFamily="49" charset="0"/>
              <a:ea typeface="宋体" pitchFamily="2" charset="-122"/>
            </a:endParaRPr>
          </a:p>
          <a:p>
            <a:pPr marL="0" lvl="0" indent="0" eaLnBrk="1" hangingPunct="1">
              <a:spcBef>
                <a:spcPct val="0"/>
              </a:spcBef>
              <a:buSzPct val="80000"/>
              <a:buNone/>
            </a:pPr>
            <a:r>
              <a:rPr lang="en-US" altLang="zh-CN" sz="1800" b="1" dirty="0">
                <a:latin typeface="Courier New" panose="02070409020205090404" pitchFamily="49" charset="0"/>
                <a:ea typeface="宋体" pitchFamily="2" charset="-122"/>
              </a:rPr>
              <a:t>  printf("After function call:%d/%02d/%02d\n", </a:t>
            </a:r>
            <a:endParaRPr lang="en-US" altLang="zh-CN" sz="1800" b="1" dirty="0">
              <a:latin typeface="Courier New" panose="02070409020205090404" pitchFamily="49" charset="0"/>
              <a:ea typeface="宋体" pitchFamily="2" charset="-122"/>
            </a:endParaRPr>
          </a:p>
          <a:p>
            <a:pPr marL="0" lvl="0" indent="0" eaLnBrk="1" hangingPunct="1">
              <a:spcBef>
                <a:spcPct val="0"/>
              </a:spcBef>
              <a:buSzPct val="80000"/>
              <a:buNone/>
            </a:pPr>
            <a:r>
              <a:rPr lang="en-US" altLang="zh-CN" sz="1800" b="1" dirty="0">
                <a:latin typeface="Courier New" panose="02070409020205090404" pitchFamily="49" charset="0"/>
                <a:ea typeface="宋体" pitchFamily="2" charset="-122"/>
              </a:rPr>
              <a:t>          d.year, d.month, d.day);</a:t>
            </a:r>
            <a:endParaRPr lang="en-US" altLang="zh-CN" sz="1800" b="1" dirty="0">
              <a:latin typeface="Courier New" panose="02070409020205090404" pitchFamily="49" charset="0"/>
              <a:ea typeface="宋体" pitchFamily="2" charset="-122"/>
            </a:endParaRPr>
          </a:p>
          <a:p>
            <a:pPr marL="0" lvl="0" indent="0" eaLnBrk="1" hangingPunct="1">
              <a:spcBef>
                <a:spcPct val="0"/>
              </a:spcBef>
              <a:buSzPct val="80000"/>
              <a:buNone/>
            </a:pPr>
            <a:r>
              <a:rPr lang="en-US" altLang="zh-CN" sz="1800" b="1" dirty="0">
                <a:latin typeface="Courier New" panose="02070409020205090404" pitchFamily="49" charset="0"/>
                <a:ea typeface="宋体" pitchFamily="2" charset="-122"/>
              </a:rPr>
              <a:t>  return 0;</a:t>
            </a:r>
            <a:endParaRPr lang="en-US" altLang="zh-CN" sz="1800" b="1" dirty="0">
              <a:latin typeface="Courier New" panose="02070409020205090404" pitchFamily="49" charset="0"/>
              <a:ea typeface="宋体" pitchFamily="2" charset="-122"/>
            </a:endParaRPr>
          </a:p>
          <a:p>
            <a:pPr marL="0" lvl="0" indent="0" eaLnBrk="1" hangingPunct="1">
              <a:spcBef>
                <a:spcPct val="0"/>
              </a:spcBef>
              <a:buSzPct val="80000"/>
              <a:buNone/>
            </a:pPr>
            <a:r>
              <a:rPr lang="en-US" altLang="zh-CN" sz="1800" b="1" dirty="0">
                <a:latin typeface="Courier New" panose="02070409020205090404" pitchFamily="49" charset="0"/>
                <a:ea typeface="宋体" pitchFamily="2" charset="-122"/>
              </a:rPr>
              <a:t>}</a:t>
            </a:r>
            <a:endParaRPr lang="en-US" altLang="zh-CN" sz="1600" b="1" dirty="0">
              <a:latin typeface="Courier New" panose="02070409020205090404" pitchFamily="49" charset="0"/>
              <a:ea typeface="宋体" pitchFamily="2" charset="-122"/>
            </a:endParaRPr>
          </a:p>
        </p:txBody>
      </p:sp>
      <p:sp>
        <p:nvSpPr>
          <p:cNvPr id="119812" name="Text Box 2"/>
          <p:cNvSpPr txBox="1"/>
          <p:nvPr/>
        </p:nvSpPr>
        <p:spPr>
          <a:xfrm>
            <a:off x="6061075" y="2997200"/>
            <a:ext cx="4930775" cy="3425825"/>
          </a:xfrm>
          <a:prstGeom prst="rect">
            <a:avLst/>
          </a:prstGeom>
          <a:solidFill>
            <a:schemeClr val="bg2"/>
          </a:solidFill>
          <a:ln w="38100" cap="flat" cmpd="sng">
            <a:solidFill>
              <a:srgbClr val="00B050"/>
            </a:solidFill>
            <a:prstDash val="solid"/>
            <a:miter/>
            <a:headEnd type="none" w="med" len="med"/>
            <a:tailEnd type="none" w="med" len="med"/>
          </a:ln>
        </p:spPr>
        <p:txBody>
          <a:bodyPr>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83000"/>
              </a:lnSpc>
              <a:spcBef>
                <a:spcPct val="0"/>
              </a:spcBef>
              <a:buSzPct val="80000"/>
              <a:buNone/>
            </a:pPr>
            <a:r>
              <a:rPr lang="en-US" altLang="zh-CN" sz="2000" b="1" dirty="0">
                <a:solidFill>
                  <a:srgbClr val="0000CC"/>
                </a:solidFill>
                <a:latin typeface="Courier New" panose="02070409020205090404" pitchFamily="49" charset="0"/>
                <a:ea typeface="宋体" pitchFamily="2" charset="-122"/>
              </a:rPr>
              <a:t>struct</a:t>
            </a:r>
            <a:r>
              <a:rPr lang="en-US" altLang="zh-CN" sz="2000" b="1" dirty="0">
                <a:latin typeface="Courier New" panose="02070409020205090404" pitchFamily="49" charset="0"/>
                <a:ea typeface="宋体" pitchFamily="2" charset="-122"/>
              </a:rPr>
              <a:t> date</a:t>
            </a:r>
            <a:endParaRPr lang="en-US" altLang="zh-CN" sz="2000" b="1" dirty="0">
              <a:latin typeface="Courier New" panose="02070409020205090404" pitchFamily="49" charset="0"/>
              <a:ea typeface="宋体" pitchFamily="2" charset="-122"/>
            </a:endParaRPr>
          </a:p>
          <a:p>
            <a:pPr marL="0" lvl="0" indent="0" eaLnBrk="1" hangingPunct="1">
              <a:lnSpc>
                <a:spcPct val="83000"/>
              </a:lnSpc>
              <a:spcBef>
                <a:spcPct val="0"/>
              </a:spcBef>
              <a:buSzPct val="80000"/>
              <a:buNone/>
            </a:pPr>
            <a:r>
              <a:rPr lang="en-US" altLang="zh-CN" sz="2000" b="1" dirty="0">
                <a:latin typeface="Courier New" panose="02070409020205090404" pitchFamily="49" charset="0"/>
                <a:ea typeface="宋体" pitchFamily="2" charset="-122"/>
              </a:rPr>
              <a:t>{</a:t>
            </a:r>
            <a:endParaRPr lang="en-US" altLang="zh-CN" sz="2000" b="1" dirty="0">
              <a:latin typeface="Courier New" panose="02070409020205090404" pitchFamily="49" charset="0"/>
              <a:ea typeface="宋体" pitchFamily="2" charset="-122"/>
            </a:endParaRPr>
          </a:p>
          <a:p>
            <a:pPr marL="0" lvl="0" indent="0" eaLnBrk="1" hangingPunct="1">
              <a:lnSpc>
                <a:spcPct val="83000"/>
              </a:lnSpc>
              <a:spcBef>
                <a:spcPct val="0"/>
              </a:spcBef>
              <a:buSzPct val="80000"/>
              <a:buNone/>
            </a:pPr>
            <a:r>
              <a:rPr lang="en-US" altLang="zh-CN" sz="2000" b="1" dirty="0">
                <a:latin typeface="Courier New" panose="02070409020205090404" pitchFamily="49" charset="0"/>
                <a:ea typeface="宋体" pitchFamily="2" charset="-122"/>
              </a:rPr>
              <a:t>  </a:t>
            </a:r>
            <a:r>
              <a:rPr lang="en-US" altLang="zh-CN" sz="2000" b="1" dirty="0">
                <a:solidFill>
                  <a:srgbClr val="0000CC"/>
                </a:solidFill>
                <a:latin typeface="Courier New" panose="02070409020205090404" pitchFamily="49" charset="0"/>
                <a:ea typeface="宋体" pitchFamily="2" charset="-122"/>
              </a:rPr>
              <a:t>int</a:t>
            </a:r>
            <a:r>
              <a:rPr lang="en-US" altLang="zh-CN" sz="2000" b="1" dirty="0">
                <a:latin typeface="Courier New" panose="02070409020205090404" pitchFamily="49" charset="0"/>
                <a:ea typeface="宋体" pitchFamily="2" charset="-122"/>
              </a:rPr>
              <a:t> year;</a:t>
            </a:r>
            <a:endParaRPr lang="en-US" altLang="zh-CN" sz="2000" b="1" dirty="0">
              <a:latin typeface="Courier New" panose="02070409020205090404" pitchFamily="49" charset="0"/>
              <a:ea typeface="宋体" pitchFamily="2" charset="-122"/>
            </a:endParaRPr>
          </a:p>
          <a:p>
            <a:pPr marL="0" lvl="0" indent="0" eaLnBrk="1" hangingPunct="1">
              <a:lnSpc>
                <a:spcPct val="83000"/>
              </a:lnSpc>
              <a:spcBef>
                <a:spcPct val="0"/>
              </a:spcBef>
              <a:buSzPct val="80000"/>
              <a:buNone/>
            </a:pPr>
            <a:r>
              <a:rPr lang="en-US" altLang="zh-CN" sz="2000" b="1" dirty="0">
                <a:latin typeface="Courier New" panose="02070409020205090404" pitchFamily="49" charset="0"/>
                <a:ea typeface="宋体" pitchFamily="2" charset="-122"/>
              </a:rPr>
              <a:t>  </a:t>
            </a:r>
            <a:r>
              <a:rPr lang="en-US" altLang="zh-CN" sz="2000" b="1" dirty="0">
                <a:solidFill>
                  <a:srgbClr val="0000CC"/>
                </a:solidFill>
                <a:latin typeface="Courier New" panose="02070409020205090404" pitchFamily="49" charset="0"/>
                <a:ea typeface="宋体" pitchFamily="2" charset="-122"/>
              </a:rPr>
              <a:t>int</a:t>
            </a:r>
            <a:r>
              <a:rPr lang="en-US" altLang="zh-CN" sz="2000" b="1" dirty="0">
                <a:latin typeface="Courier New" panose="02070409020205090404" pitchFamily="49" charset="0"/>
                <a:ea typeface="宋体" pitchFamily="2" charset="-122"/>
              </a:rPr>
              <a:t> month;</a:t>
            </a:r>
            <a:endParaRPr lang="en-US" altLang="zh-CN" sz="2000" b="1" dirty="0">
              <a:latin typeface="Courier New" panose="02070409020205090404" pitchFamily="49" charset="0"/>
              <a:ea typeface="宋体" pitchFamily="2" charset="-122"/>
            </a:endParaRPr>
          </a:p>
          <a:p>
            <a:pPr marL="0" lvl="0" indent="0" eaLnBrk="1" hangingPunct="1">
              <a:lnSpc>
                <a:spcPct val="83000"/>
              </a:lnSpc>
              <a:spcBef>
                <a:spcPct val="0"/>
              </a:spcBef>
              <a:buSzPct val="80000"/>
              <a:buNone/>
            </a:pPr>
            <a:r>
              <a:rPr lang="en-US" altLang="zh-CN" sz="2000" b="1" dirty="0">
                <a:latin typeface="Courier New" panose="02070409020205090404" pitchFamily="49" charset="0"/>
                <a:ea typeface="宋体" pitchFamily="2" charset="-122"/>
              </a:rPr>
              <a:t>  </a:t>
            </a:r>
            <a:r>
              <a:rPr lang="en-US" altLang="zh-CN" sz="2000" b="1" dirty="0">
                <a:solidFill>
                  <a:srgbClr val="0000CC"/>
                </a:solidFill>
                <a:latin typeface="Courier New" panose="02070409020205090404" pitchFamily="49" charset="0"/>
                <a:ea typeface="宋体" pitchFamily="2" charset="-122"/>
              </a:rPr>
              <a:t>int</a:t>
            </a:r>
            <a:r>
              <a:rPr lang="en-US" altLang="zh-CN" sz="2000" b="1" dirty="0">
                <a:latin typeface="Courier New" panose="02070409020205090404" pitchFamily="49" charset="0"/>
                <a:ea typeface="宋体" pitchFamily="2" charset="-122"/>
              </a:rPr>
              <a:t> day;</a:t>
            </a:r>
            <a:endParaRPr lang="en-US" altLang="zh-CN" sz="2000" b="1" dirty="0">
              <a:latin typeface="Courier New" panose="02070409020205090404" pitchFamily="49" charset="0"/>
              <a:ea typeface="宋体" pitchFamily="2" charset="-122"/>
            </a:endParaRPr>
          </a:p>
          <a:p>
            <a:pPr marL="0" lvl="0" indent="0" eaLnBrk="1" hangingPunct="1">
              <a:lnSpc>
                <a:spcPct val="83000"/>
              </a:lnSpc>
              <a:spcBef>
                <a:spcPct val="0"/>
              </a:spcBef>
              <a:buSzPct val="80000"/>
              <a:buNone/>
            </a:pPr>
            <a:r>
              <a:rPr lang="en-US" altLang="zh-CN" sz="2000" b="1" dirty="0">
                <a:latin typeface="Courier New" panose="02070409020205090404" pitchFamily="49" charset="0"/>
                <a:ea typeface="宋体" pitchFamily="2" charset="-122"/>
              </a:rPr>
              <a:t>};</a:t>
            </a:r>
            <a:endParaRPr lang="en-US" altLang="zh-CN" sz="2000" b="1" dirty="0">
              <a:latin typeface="Courier New" panose="02070409020205090404" pitchFamily="49" charset="0"/>
              <a:ea typeface="宋体" pitchFamily="2" charset="-122"/>
            </a:endParaRPr>
          </a:p>
          <a:p>
            <a:pPr marL="0" lvl="0" indent="0" eaLnBrk="1" hangingPunct="1">
              <a:lnSpc>
                <a:spcPct val="83000"/>
              </a:lnSpc>
              <a:spcBef>
                <a:spcPct val="0"/>
              </a:spcBef>
              <a:buSzPct val="80000"/>
              <a:buNone/>
            </a:pPr>
            <a:r>
              <a:rPr lang="en-US" altLang="zh-CN" sz="2000" b="1" dirty="0">
                <a:solidFill>
                  <a:srgbClr val="C00000"/>
                </a:solidFill>
                <a:latin typeface="Courier New" panose="02070409020205090404" pitchFamily="49" charset="0"/>
                <a:ea typeface="宋体" pitchFamily="2" charset="-122"/>
              </a:rPr>
              <a:t>struct date </a:t>
            </a:r>
            <a:r>
              <a:rPr lang="en-US" altLang="zh-CN" sz="2000" b="1" dirty="0">
                <a:latin typeface="Courier New" panose="02070409020205090404" pitchFamily="49" charset="0"/>
                <a:ea typeface="宋体" pitchFamily="2" charset="-122"/>
              </a:rPr>
              <a:t>Func(</a:t>
            </a:r>
            <a:r>
              <a:rPr lang="en-US" altLang="zh-CN" sz="2000" b="1" dirty="0">
                <a:solidFill>
                  <a:srgbClr val="C00000"/>
                </a:solidFill>
                <a:latin typeface="Courier New" panose="02070409020205090404" pitchFamily="49" charset="0"/>
                <a:ea typeface="宋体" pitchFamily="2" charset="-122"/>
              </a:rPr>
              <a:t>struct</a:t>
            </a:r>
            <a:r>
              <a:rPr lang="en-US" altLang="zh-CN" sz="2000" b="1" dirty="0">
                <a:solidFill>
                  <a:srgbClr val="FF0000"/>
                </a:solidFill>
                <a:latin typeface="Courier New" panose="02070409020205090404" pitchFamily="49" charset="0"/>
                <a:ea typeface="宋体" pitchFamily="2" charset="-122"/>
              </a:rPr>
              <a:t> </a:t>
            </a:r>
            <a:r>
              <a:rPr lang="en-US" altLang="zh-CN" sz="2000" b="1" dirty="0">
                <a:solidFill>
                  <a:srgbClr val="C00000"/>
                </a:solidFill>
                <a:latin typeface="Courier New" panose="02070409020205090404" pitchFamily="49" charset="0"/>
                <a:ea typeface="宋体" pitchFamily="2" charset="-122"/>
              </a:rPr>
              <a:t>date p</a:t>
            </a:r>
            <a:r>
              <a:rPr lang="en-US" altLang="zh-CN" sz="2000" b="1" dirty="0">
                <a:latin typeface="Courier New" panose="02070409020205090404" pitchFamily="49" charset="0"/>
                <a:ea typeface="宋体" pitchFamily="2" charset="-122"/>
              </a:rPr>
              <a:t>)</a:t>
            </a:r>
            <a:endParaRPr lang="en-US" altLang="zh-CN" sz="2000" b="1" dirty="0">
              <a:latin typeface="Courier New" panose="02070409020205090404" pitchFamily="49" charset="0"/>
              <a:ea typeface="宋体" pitchFamily="2" charset="-122"/>
            </a:endParaRPr>
          </a:p>
          <a:p>
            <a:pPr marL="0" lvl="0" indent="0" eaLnBrk="1" hangingPunct="1">
              <a:lnSpc>
                <a:spcPct val="83000"/>
              </a:lnSpc>
              <a:spcBef>
                <a:spcPct val="0"/>
              </a:spcBef>
              <a:buSzPct val="80000"/>
              <a:buNone/>
            </a:pPr>
            <a:r>
              <a:rPr lang="en-US" altLang="zh-CN" sz="2000" b="1" dirty="0">
                <a:latin typeface="Courier New" panose="02070409020205090404" pitchFamily="49" charset="0"/>
                <a:ea typeface="宋体" pitchFamily="2" charset="-122"/>
              </a:rPr>
              <a:t>{</a:t>
            </a:r>
            <a:endParaRPr lang="en-US" altLang="zh-CN" sz="2000" b="1" dirty="0">
              <a:latin typeface="Courier New" panose="02070409020205090404" pitchFamily="49" charset="0"/>
              <a:ea typeface="宋体" pitchFamily="2" charset="-122"/>
            </a:endParaRPr>
          </a:p>
          <a:p>
            <a:pPr marL="0" lvl="0" indent="0" eaLnBrk="1" hangingPunct="1">
              <a:lnSpc>
                <a:spcPct val="83000"/>
              </a:lnSpc>
              <a:spcBef>
                <a:spcPct val="0"/>
              </a:spcBef>
              <a:buSzPct val="80000"/>
              <a:buNone/>
            </a:pPr>
            <a:r>
              <a:rPr lang="en-US" altLang="zh-CN" sz="2000" b="1" dirty="0">
                <a:latin typeface="Courier New" panose="02070409020205090404" pitchFamily="49" charset="0"/>
                <a:ea typeface="宋体" pitchFamily="2" charset="-122"/>
              </a:rPr>
              <a:t>   </a:t>
            </a:r>
            <a:r>
              <a:rPr lang="en-US" altLang="zh-CN" sz="2000" b="1" dirty="0">
                <a:solidFill>
                  <a:srgbClr val="C00000"/>
                </a:solidFill>
                <a:latin typeface="Courier New" panose="02070409020205090404" pitchFamily="49" charset="0"/>
                <a:ea typeface="宋体" pitchFamily="2" charset="-122"/>
              </a:rPr>
              <a:t>p.</a:t>
            </a:r>
            <a:r>
              <a:rPr lang="en-US" altLang="zh-CN" sz="2000" b="1" dirty="0">
                <a:latin typeface="Courier New" panose="02070409020205090404" pitchFamily="49" charset="0"/>
                <a:ea typeface="宋体" pitchFamily="2" charset="-122"/>
              </a:rPr>
              <a:t>year = 2000;</a:t>
            </a:r>
            <a:endParaRPr lang="en-US" altLang="zh-CN" sz="2000" b="1" dirty="0">
              <a:latin typeface="Courier New" panose="02070409020205090404" pitchFamily="49" charset="0"/>
              <a:ea typeface="宋体" pitchFamily="2" charset="-122"/>
            </a:endParaRPr>
          </a:p>
          <a:p>
            <a:pPr marL="0" lvl="0" indent="0" eaLnBrk="1" hangingPunct="1">
              <a:lnSpc>
                <a:spcPct val="83000"/>
              </a:lnSpc>
              <a:spcBef>
                <a:spcPct val="0"/>
              </a:spcBef>
              <a:buSzPct val="80000"/>
              <a:buNone/>
            </a:pPr>
            <a:r>
              <a:rPr lang="en-US" altLang="zh-CN" sz="2000" b="1" dirty="0">
                <a:latin typeface="Courier New" panose="02070409020205090404" pitchFamily="49" charset="0"/>
                <a:ea typeface="宋体" pitchFamily="2" charset="-122"/>
              </a:rPr>
              <a:t>   </a:t>
            </a:r>
            <a:r>
              <a:rPr lang="en-US" altLang="zh-CN" sz="2000" b="1" dirty="0">
                <a:solidFill>
                  <a:srgbClr val="C00000"/>
                </a:solidFill>
                <a:latin typeface="Courier New" panose="02070409020205090404" pitchFamily="49" charset="0"/>
                <a:ea typeface="宋体" pitchFamily="2" charset="-122"/>
              </a:rPr>
              <a:t>p.</a:t>
            </a:r>
            <a:r>
              <a:rPr lang="en-US" altLang="zh-CN" sz="2000" b="1" dirty="0">
                <a:latin typeface="Courier New" panose="02070409020205090404" pitchFamily="49" charset="0"/>
                <a:ea typeface="宋体" pitchFamily="2" charset="-122"/>
              </a:rPr>
              <a:t>month = 5;</a:t>
            </a:r>
            <a:endParaRPr lang="en-US" altLang="zh-CN" sz="2000" b="1" dirty="0">
              <a:latin typeface="Courier New" panose="02070409020205090404" pitchFamily="49" charset="0"/>
              <a:ea typeface="宋体" pitchFamily="2" charset="-122"/>
            </a:endParaRPr>
          </a:p>
          <a:p>
            <a:pPr marL="0" lvl="0" indent="0" eaLnBrk="1" hangingPunct="1">
              <a:lnSpc>
                <a:spcPct val="83000"/>
              </a:lnSpc>
              <a:spcBef>
                <a:spcPct val="0"/>
              </a:spcBef>
              <a:buSzPct val="80000"/>
              <a:buNone/>
            </a:pPr>
            <a:r>
              <a:rPr lang="en-US" altLang="zh-CN" sz="2000" b="1" dirty="0">
                <a:latin typeface="Courier New" panose="02070409020205090404" pitchFamily="49" charset="0"/>
                <a:ea typeface="宋体" pitchFamily="2" charset="-122"/>
              </a:rPr>
              <a:t>   </a:t>
            </a:r>
            <a:r>
              <a:rPr lang="en-US" altLang="zh-CN" sz="2000" b="1" dirty="0">
                <a:solidFill>
                  <a:srgbClr val="C00000"/>
                </a:solidFill>
                <a:latin typeface="Courier New" panose="02070409020205090404" pitchFamily="49" charset="0"/>
                <a:ea typeface="宋体" pitchFamily="2" charset="-122"/>
              </a:rPr>
              <a:t>p.</a:t>
            </a:r>
            <a:r>
              <a:rPr lang="en-US" altLang="zh-CN" sz="2000" b="1" dirty="0">
                <a:latin typeface="Courier New" panose="02070409020205090404" pitchFamily="49" charset="0"/>
                <a:ea typeface="宋体" pitchFamily="2" charset="-122"/>
              </a:rPr>
              <a:t>day = 22;</a:t>
            </a:r>
            <a:endParaRPr lang="en-US" altLang="zh-CN" sz="2000" b="1" dirty="0">
              <a:latin typeface="Courier New" panose="02070409020205090404" pitchFamily="49" charset="0"/>
              <a:ea typeface="宋体" pitchFamily="2" charset="-122"/>
            </a:endParaRPr>
          </a:p>
          <a:p>
            <a:pPr marL="0" lvl="0" indent="0" eaLnBrk="1" hangingPunct="1">
              <a:lnSpc>
                <a:spcPct val="83000"/>
              </a:lnSpc>
              <a:spcBef>
                <a:spcPct val="0"/>
              </a:spcBef>
              <a:buSzPct val="80000"/>
              <a:buNone/>
            </a:pPr>
            <a:r>
              <a:rPr lang="en-US" altLang="zh-CN" sz="2000" b="1" dirty="0">
                <a:solidFill>
                  <a:srgbClr val="C00000"/>
                </a:solidFill>
                <a:latin typeface="Courier New" panose="02070409020205090404" pitchFamily="49" charset="0"/>
                <a:ea typeface="宋体" pitchFamily="2" charset="-122"/>
              </a:rPr>
              <a:t>   return p;</a:t>
            </a:r>
            <a:endParaRPr lang="en-US" altLang="zh-CN" sz="2000" b="1" dirty="0">
              <a:latin typeface="Courier New" panose="02070409020205090404" pitchFamily="49" charset="0"/>
              <a:ea typeface="宋体" pitchFamily="2" charset="-122"/>
            </a:endParaRPr>
          </a:p>
          <a:p>
            <a:pPr marL="0" lvl="0" indent="0" eaLnBrk="1" hangingPunct="1">
              <a:lnSpc>
                <a:spcPct val="83000"/>
              </a:lnSpc>
              <a:spcBef>
                <a:spcPct val="0"/>
              </a:spcBef>
              <a:buSzPct val="80000"/>
              <a:buNone/>
            </a:pPr>
            <a:r>
              <a:rPr lang="en-US" altLang="zh-CN" sz="2000" b="1" dirty="0">
                <a:latin typeface="Courier New" panose="02070409020205090404" pitchFamily="49" charset="0"/>
                <a:ea typeface="宋体" pitchFamily="2" charset="-122"/>
              </a:rPr>
              <a:t>}</a:t>
            </a:r>
            <a:endParaRPr lang="en-US" altLang="zh-CN" sz="2000" b="1" dirty="0">
              <a:latin typeface="Courier New" panose="02070409020205090404" pitchFamily="49" charset="0"/>
              <a:ea typeface="宋体" pitchFamily="2" charset="-122"/>
            </a:endParaRPr>
          </a:p>
        </p:txBody>
      </p:sp>
      <p:sp>
        <p:nvSpPr>
          <p:cNvPr id="13" name="Rectangle 4"/>
          <p:cNvSpPr/>
          <p:nvPr/>
        </p:nvSpPr>
        <p:spPr>
          <a:xfrm>
            <a:off x="1703388" y="4292600"/>
            <a:ext cx="3278187" cy="1703388"/>
          </a:xfrm>
          <a:prstGeom prst="rect">
            <a:avLst/>
          </a:prstGeom>
          <a:solidFill>
            <a:schemeClr val="bg2"/>
          </a:solidFill>
          <a:ln w="38100" cap="flat" cmpd="sng">
            <a:solidFill>
              <a:srgbClr val="00B050"/>
            </a:solidFill>
            <a:prstDash val="solid"/>
            <a:miter/>
            <a:headEnd type="none" w="sm" len="sm"/>
            <a:tailEnd type="none" w="sm" len="sm"/>
          </a:ln>
        </p:spPr>
        <p:txBody>
          <a:bodyPr>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150000"/>
              </a:lnSpc>
              <a:spcBef>
                <a:spcPct val="0"/>
              </a:spcBef>
              <a:buSzPct val="80000"/>
              <a:buNone/>
            </a:pPr>
            <a:r>
              <a:rPr lang="zh-CN" altLang="en-US" sz="2400" dirty="0">
                <a:solidFill>
                  <a:srgbClr val="000066"/>
                </a:solidFill>
                <a:latin typeface="Courier New" panose="02070409020205090404" pitchFamily="49" charset="0"/>
              </a:rPr>
              <a:t>返回结构体变量的值</a:t>
            </a:r>
            <a:endParaRPr lang="zh-CN" altLang="en-US" sz="2400" dirty="0">
              <a:solidFill>
                <a:srgbClr val="000066"/>
              </a:solidFill>
              <a:latin typeface="Courier New" panose="02070409020205090404" pitchFamily="49" charset="0"/>
            </a:endParaRPr>
          </a:p>
          <a:p>
            <a:pPr marL="0" lvl="0" indent="0" eaLnBrk="1" hangingPunct="1">
              <a:lnSpc>
                <a:spcPct val="150000"/>
              </a:lnSpc>
              <a:spcBef>
                <a:spcPct val="0"/>
              </a:spcBef>
              <a:buSzPct val="80000"/>
              <a:buNone/>
            </a:pPr>
            <a:r>
              <a:rPr lang="zh-CN" altLang="en-US" sz="2400" dirty="0">
                <a:solidFill>
                  <a:srgbClr val="000066"/>
                </a:solidFill>
                <a:latin typeface="Courier New" panose="02070409020205090404" pitchFamily="49" charset="0"/>
              </a:rPr>
              <a:t>也可以得到修改的结构体内容，但效率低</a:t>
            </a:r>
            <a:endParaRPr lang="zh-CN" altLang="en-US" sz="2400" dirty="0">
              <a:solidFill>
                <a:srgbClr val="000066"/>
              </a:solidFill>
              <a:latin typeface="Courier New" panose="02070409020205090404" pitchFamily="49"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2"/>
          <p:cNvSpPr>
            <a:spLocks noGrp="1"/>
          </p:cNvSpPr>
          <p:nvPr>
            <p:ph type="title"/>
          </p:nvPr>
        </p:nvSpPr>
        <p:spPr>
          <a:xfrm>
            <a:off x="1638300" y="269875"/>
            <a:ext cx="8915400" cy="1143000"/>
          </a:xfrm>
        </p:spPr>
        <p:txBody>
          <a:bodyPr vert="horz" wrap="square" lIns="91440" tIns="45720" rIns="91440" bIns="45720" anchor="ctr" anchorCtr="0"/>
          <a:lstStyle/>
          <a:p>
            <a:pPr eaLnBrk="1" hangingPunct="1"/>
            <a:r>
              <a:rPr lang="zh-CN" altLang="en-US" kern="1200" dirty="0">
                <a:latin typeface="黑体" panose="02010609060101010101" pitchFamily="49" charset="-122"/>
                <a:ea typeface="黑体" panose="02010609060101010101" pitchFamily="49" charset="-122"/>
                <a:cs typeface="Arial" panose="020B0604020202090204" pitchFamily="34" charset="0"/>
              </a:rPr>
              <a:t> 学习内容</a:t>
            </a:r>
            <a:endParaRPr lang="zh-CN" altLang="en-US" kern="1200" dirty="0">
              <a:latin typeface="黑体" panose="02010609060101010101" pitchFamily="49" charset="-122"/>
              <a:ea typeface="黑体" panose="02010609060101010101" pitchFamily="49" charset="-122"/>
              <a:cs typeface="Arial" panose="020B0604020202090204" pitchFamily="34" charset="0"/>
            </a:endParaRPr>
          </a:p>
        </p:txBody>
      </p:sp>
      <p:sp>
        <p:nvSpPr>
          <p:cNvPr id="12290" name="Rectangle 3"/>
          <p:cNvSpPr>
            <a:spLocks noGrp="1" noChangeArrowheads="1"/>
          </p:cNvSpPr>
          <p:nvPr>
            <p:ph idx="1"/>
          </p:nvPr>
        </p:nvSpPr>
        <p:spPr>
          <a:xfrm>
            <a:off x="2495550" y="1844675"/>
            <a:ext cx="6840538" cy="4556125"/>
          </a:xfrm>
        </p:spPr>
        <p:txBody>
          <a:bodyPr vert="horz" wrap="square" lIns="91440" tIns="45720" rIns="91440" bIns="45720" numCol="1" anchor="t" anchorCtr="0" compatLnSpc="1"/>
          <a:lstStyle/>
          <a:p>
            <a:pPr marL="533400" marR="0" lvl="0" indent="-533400" algn="l" defTabSz="914400" rtl="0" eaLnBrk="1" fontAlgn="base" latinLnBrk="0" hangingPunct="1">
              <a:lnSpc>
                <a:spcPct val="120000"/>
              </a:lnSpc>
              <a:spcBef>
                <a:spcPts val="600"/>
              </a:spcBef>
              <a:spcAft>
                <a:spcPts val="600"/>
              </a:spcAft>
              <a:buClr>
                <a:schemeClr val="tx2"/>
              </a:buClr>
              <a:buSzPct val="50000"/>
              <a:buFont typeface="Wingdings" panose="05000000000000000000" pitchFamily="2" charset="2"/>
              <a:buChar char="n"/>
              <a:defRPr/>
            </a:pPr>
            <a:r>
              <a:rPr kumimoji="0" lang="en-US" altLang="zh-CN" sz="3200" b="0" i="0" u="none" strike="noStrike" kern="1200" cap="none" spc="0" normalizeH="0" baseline="0" noProof="0" dirty="0">
                <a:ln>
                  <a:noFill/>
                </a:ln>
                <a:solidFill>
                  <a:schemeClr val="tx1"/>
                </a:solidFill>
                <a:effectLst/>
                <a:uLnTx/>
                <a:uFillTx/>
                <a:latin typeface="+mn-ea"/>
                <a:ea typeface="+mn-ea"/>
                <a:cs typeface="Times New Roman" panose="02020503050405090304" pitchFamily="18" charset="0"/>
              </a:rPr>
              <a:t>3.1 </a:t>
            </a:r>
            <a:r>
              <a:rPr kumimoji="0" lang="zh-CN" altLang="en-US" sz="3200" b="0" i="0" u="none" strike="noStrike" kern="1200" cap="none" spc="0" normalizeH="0" baseline="0" noProof="0" dirty="0">
                <a:ln>
                  <a:noFill/>
                </a:ln>
                <a:solidFill>
                  <a:schemeClr val="tx1"/>
                </a:solidFill>
                <a:effectLst/>
                <a:uLnTx/>
                <a:uFillTx/>
                <a:latin typeface="+mn-ea"/>
                <a:ea typeface="+mn-ea"/>
                <a:cs typeface="Times New Roman" panose="02020503050405090304" pitchFamily="18" charset="0"/>
              </a:rPr>
              <a:t>数组</a:t>
            </a:r>
            <a:endParaRPr kumimoji="0" lang="en-US" altLang="zh-CN" sz="3200" b="0" i="0" u="none" strike="noStrike" kern="1200" cap="none" spc="0" normalizeH="0" baseline="0" noProof="0" dirty="0">
              <a:ln>
                <a:noFill/>
              </a:ln>
              <a:solidFill>
                <a:schemeClr val="tx1"/>
              </a:solidFill>
              <a:effectLst/>
              <a:uLnTx/>
              <a:uFillTx/>
              <a:latin typeface="+mn-ea"/>
              <a:ea typeface="+mn-ea"/>
              <a:cs typeface="Times New Roman" panose="02020503050405090304" pitchFamily="18" charset="0"/>
            </a:endParaRPr>
          </a:p>
          <a:p>
            <a:pPr marL="533400" marR="0" lvl="0" indent="-533400" algn="l" defTabSz="914400" rtl="0" eaLnBrk="1" fontAlgn="base" latinLnBrk="0" hangingPunct="1">
              <a:lnSpc>
                <a:spcPct val="120000"/>
              </a:lnSpc>
              <a:spcBef>
                <a:spcPts val="600"/>
              </a:spcBef>
              <a:spcAft>
                <a:spcPts val="600"/>
              </a:spcAft>
              <a:buClr>
                <a:schemeClr val="tx2"/>
              </a:buClr>
              <a:buSzPct val="50000"/>
              <a:buFont typeface="Wingdings" panose="05000000000000000000" pitchFamily="2" charset="2"/>
              <a:buChar char="n"/>
              <a:defRPr/>
            </a:pPr>
            <a:r>
              <a:rPr kumimoji="0" lang="en-US" altLang="zh-CN" sz="3200" b="0" i="0" u="none" strike="noStrike" kern="1200" cap="none" spc="0" normalizeH="0" baseline="0" noProof="0" dirty="0">
                <a:ln>
                  <a:noFill/>
                </a:ln>
                <a:solidFill>
                  <a:schemeClr val="tx1"/>
                </a:solidFill>
                <a:effectLst/>
                <a:uLnTx/>
                <a:uFillTx/>
                <a:latin typeface="+mn-ea"/>
                <a:ea typeface="+mn-ea"/>
                <a:cs typeface="Times New Roman" panose="02020503050405090304" pitchFamily="18" charset="0"/>
              </a:rPr>
              <a:t>3.2 </a:t>
            </a:r>
            <a:r>
              <a:rPr kumimoji="0" lang="zh-CN" altLang="en-US" sz="3200" b="0" i="0" u="none" strike="noStrike" kern="1200" cap="none" spc="0" normalizeH="0" baseline="0" noProof="0" dirty="0">
                <a:ln>
                  <a:noFill/>
                </a:ln>
                <a:solidFill>
                  <a:schemeClr val="tx1"/>
                </a:solidFill>
                <a:effectLst/>
                <a:uLnTx/>
                <a:uFillTx/>
                <a:latin typeface="+mn-ea"/>
                <a:ea typeface="+mn-ea"/>
                <a:cs typeface="Times New Roman" panose="02020503050405090304" pitchFamily="18" charset="0"/>
              </a:rPr>
              <a:t>指针</a:t>
            </a:r>
            <a:endParaRPr kumimoji="0" lang="zh-CN" altLang="en-US" sz="3200" b="0" i="0" u="none" strike="noStrike" kern="1200" cap="none" spc="0" normalizeH="0" baseline="0" noProof="0" dirty="0">
              <a:ln>
                <a:noFill/>
              </a:ln>
              <a:solidFill>
                <a:schemeClr val="tx1"/>
              </a:solidFill>
              <a:effectLst/>
              <a:uLnTx/>
              <a:uFillTx/>
              <a:latin typeface="+mn-ea"/>
              <a:ea typeface="+mn-ea"/>
              <a:cs typeface="Times New Roman" panose="02020503050405090304" pitchFamily="18" charset="0"/>
            </a:endParaRPr>
          </a:p>
          <a:p>
            <a:pPr marL="533400" marR="0" lvl="0" indent="-533400" algn="l" defTabSz="914400" rtl="0" eaLnBrk="1" fontAlgn="base" latinLnBrk="0" hangingPunct="1">
              <a:lnSpc>
                <a:spcPct val="120000"/>
              </a:lnSpc>
              <a:spcBef>
                <a:spcPts val="600"/>
              </a:spcBef>
              <a:spcAft>
                <a:spcPts val="600"/>
              </a:spcAft>
              <a:buClr>
                <a:schemeClr val="tx2"/>
              </a:buClr>
              <a:buSzPct val="50000"/>
              <a:buFont typeface="Wingdings" panose="05000000000000000000" pitchFamily="2" charset="2"/>
              <a:buChar char="n"/>
              <a:defRPr/>
            </a:pPr>
            <a:r>
              <a:rPr kumimoji="0" lang="en-US" altLang="zh-CN" sz="3200" b="0" i="0" u="none" strike="noStrike" kern="1200" cap="none" spc="0" normalizeH="0" baseline="0" noProof="0" dirty="0">
                <a:ln>
                  <a:noFill/>
                </a:ln>
                <a:solidFill>
                  <a:schemeClr val="tx1"/>
                </a:solidFill>
                <a:effectLst/>
                <a:uLnTx/>
                <a:uFillTx/>
                <a:latin typeface="+mn-ea"/>
                <a:ea typeface="+mn-ea"/>
                <a:cs typeface="Times New Roman" panose="02020503050405090304" pitchFamily="18" charset="0"/>
              </a:rPr>
              <a:t>3.3 </a:t>
            </a:r>
            <a:r>
              <a:rPr kumimoji="0" lang="zh-CN" altLang="en-US" sz="3200" b="0" i="0" u="none" strike="noStrike" kern="1200" cap="none" spc="0" normalizeH="0" baseline="0" noProof="0" dirty="0">
                <a:ln>
                  <a:noFill/>
                </a:ln>
                <a:solidFill>
                  <a:schemeClr val="tx1"/>
                </a:solidFill>
                <a:effectLst/>
                <a:uLnTx/>
                <a:uFillTx/>
                <a:latin typeface="+mn-ea"/>
                <a:ea typeface="+mn-ea"/>
                <a:cs typeface="Times New Roman" panose="02020503050405090304" pitchFamily="18" charset="0"/>
              </a:rPr>
              <a:t>字符串</a:t>
            </a:r>
            <a:endParaRPr kumimoji="0" lang="zh-CN" altLang="en-US" sz="3200" b="0" i="0" u="none" strike="noStrike" kern="1200" cap="none" spc="0" normalizeH="0" baseline="0" noProof="0" dirty="0">
              <a:ln>
                <a:noFill/>
              </a:ln>
              <a:solidFill>
                <a:schemeClr val="tx1"/>
              </a:solidFill>
              <a:effectLst/>
              <a:uLnTx/>
              <a:uFillTx/>
              <a:latin typeface="+mn-ea"/>
              <a:ea typeface="+mn-ea"/>
              <a:cs typeface="Times New Roman" panose="02020503050405090304" pitchFamily="18" charset="0"/>
            </a:endParaRPr>
          </a:p>
          <a:p>
            <a:pPr marL="533400" marR="0" lvl="0" indent="-533400" algn="l" defTabSz="914400" rtl="0" eaLnBrk="1" fontAlgn="base" latinLnBrk="0" hangingPunct="1">
              <a:lnSpc>
                <a:spcPct val="120000"/>
              </a:lnSpc>
              <a:spcBef>
                <a:spcPts val="600"/>
              </a:spcBef>
              <a:spcAft>
                <a:spcPts val="600"/>
              </a:spcAft>
              <a:buClr>
                <a:schemeClr val="tx2"/>
              </a:buClr>
              <a:buSzPct val="50000"/>
              <a:buFont typeface="Wingdings" panose="05000000000000000000" pitchFamily="2" charset="2"/>
              <a:buChar char="n"/>
              <a:defRPr/>
            </a:pPr>
            <a:r>
              <a:rPr kumimoji="0" lang="en-US" altLang="zh-CN" sz="3200" b="0" i="0" u="none" strike="noStrike" kern="1200" cap="none" spc="0" normalizeH="0" baseline="0" noProof="0" dirty="0">
                <a:ln>
                  <a:noFill/>
                </a:ln>
                <a:solidFill>
                  <a:schemeClr val="tx1"/>
                </a:solidFill>
                <a:effectLst/>
                <a:uLnTx/>
                <a:uFillTx/>
                <a:latin typeface="+mn-ea"/>
                <a:ea typeface="+mn-ea"/>
                <a:cs typeface="Times New Roman" panose="02020503050405090304" pitchFamily="18" charset="0"/>
              </a:rPr>
              <a:t>3.4 </a:t>
            </a:r>
            <a:r>
              <a:rPr kumimoji="0" lang="zh-CN" altLang="en-US" sz="3200" b="0" i="0" u="none" strike="noStrike" kern="1200" cap="none" spc="0" normalizeH="0" baseline="0" noProof="0" dirty="0">
                <a:ln>
                  <a:noFill/>
                </a:ln>
                <a:solidFill>
                  <a:schemeClr val="tx1"/>
                </a:solidFill>
                <a:effectLst/>
                <a:uLnTx/>
                <a:uFillTx/>
                <a:latin typeface="+mn-ea"/>
                <a:ea typeface="+mn-ea"/>
                <a:cs typeface="Times New Roman" panose="02020503050405090304" pitchFamily="18" charset="0"/>
              </a:rPr>
              <a:t>结构体</a:t>
            </a:r>
            <a:endParaRPr kumimoji="0" lang="en-US" altLang="zh-CN" sz="3200" b="0" i="0" u="none" strike="noStrike" kern="1200" cap="none" spc="0" normalizeH="0" baseline="0" noProof="0" dirty="0">
              <a:ln>
                <a:noFill/>
              </a:ln>
              <a:solidFill>
                <a:schemeClr val="tx1"/>
              </a:solidFill>
              <a:effectLst/>
              <a:uLnTx/>
              <a:uFillTx/>
              <a:latin typeface="+mn-ea"/>
              <a:ea typeface="+mn-ea"/>
              <a:cs typeface="Times New Roman" panose="02020503050405090304" pitchFamily="18" charset="0"/>
            </a:endParaRPr>
          </a:p>
          <a:p>
            <a:pPr marL="533400" marR="0" lvl="0" indent="-533400" algn="l" defTabSz="914400" rtl="0" eaLnBrk="1" fontAlgn="base" latinLnBrk="0" hangingPunct="1">
              <a:lnSpc>
                <a:spcPct val="120000"/>
              </a:lnSpc>
              <a:spcBef>
                <a:spcPts val="600"/>
              </a:spcBef>
              <a:spcAft>
                <a:spcPts val="600"/>
              </a:spcAft>
              <a:buClr>
                <a:schemeClr val="tx2"/>
              </a:buClr>
              <a:buSzPct val="50000"/>
              <a:buFont typeface="Wingdings" panose="05000000000000000000" pitchFamily="2" charset="2"/>
              <a:buChar char="n"/>
              <a:defRPr/>
            </a:pPr>
            <a:r>
              <a:rPr kumimoji="0" lang="en-US" altLang="zh-CN" sz="3200" b="1" i="0" u="none" strike="noStrike" kern="1200" cap="none" spc="0" normalizeH="0" baseline="0" noProof="0" dirty="0">
                <a:ln>
                  <a:noFill/>
                </a:ln>
                <a:solidFill>
                  <a:srgbClr val="FF0000"/>
                </a:solidFill>
                <a:effectLst/>
                <a:uLnTx/>
                <a:uFillTx/>
                <a:latin typeface="+mn-ea"/>
                <a:ea typeface="+mn-ea"/>
                <a:cs typeface="Times New Roman" panose="02020503050405090304" pitchFamily="18" charset="0"/>
              </a:rPr>
              <a:t>3.5 </a:t>
            </a:r>
            <a:r>
              <a:rPr kumimoji="0" lang="zh-CN" altLang="en-US" sz="3200" b="1" i="0" u="none" strike="noStrike" kern="1200" cap="none" spc="0" normalizeH="0" baseline="0" noProof="0" dirty="0">
                <a:ln>
                  <a:noFill/>
                </a:ln>
                <a:solidFill>
                  <a:srgbClr val="FF0000"/>
                </a:solidFill>
                <a:effectLst/>
                <a:uLnTx/>
                <a:uFillTx/>
                <a:latin typeface="+mn-ea"/>
                <a:ea typeface="+mn-ea"/>
                <a:cs typeface="Times New Roman" panose="02020503050405090304" pitchFamily="18" charset="0"/>
              </a:rPr>
              <a:t>动态内存分配</a:t>
            </a:r>
            <a:endParaRPr kumimoji="0" lang="en-US" altLang="zh-CN" sz="3200" b="1" i="0" u="none" strike="noStrike" kern="1200" cap="none" spc="0" normalizeH="0" baseline="0" noProof="0" dirty="0">
              <a:ln>
                <a:noFill/>
              </a:ln>
              <a:solidFill>
                <a:srgbClr val="FF0000"/>
              </a:solidFill>
              <a:effectLst/>
              <a:uLnTx/>
              <a:uFillTx/>
              <a:latin typeface="+mn-ea"/>
              <a:ea typeface="+mn-ea"/>
              <a:cs typeface="Times New Roman" panose="02020503050405090304" pitchFamily="18" charset="0"/>
            </a:endParaRPr>
          </a:p>
        </p:txBody>
      </p:sp>
      <p:pic>
        <p:nvPicPr>
          <p:cNvPr id="120836" name="Picture 7"/>
          <p:cNvPicPr>
            <a:picLocks noChangeAspect="1"/>
          </p:cNvPicPr>
          <p:nvPr/>
        </p:nvPicPr>
        <p:blipFill>
          <a:blip r:embed="rId1">
            <a:clrChange>
              <a:clrFrom>
                <a:srgbClr val="FFFFFF"/>
              </a:clrFrom>
              <a:clrTo>
                <a:srgbClr val="FFFFFF">
                  <a:alpha val="0"/>
                </a:srgbClr>
              </a:clrTo>
            </a:clrChange>
          </a:blip>
          <a:stretch>
            <a:fillRect/>
          </a:stretch>
        </p:blipFill>
        <p:spPr>
          <a:xfrm>
            <a:off x="7842250" y="3141663"/>
            <a:ext cx="2774950" cy="2616200"/>
          </a:xfrm>
          <a:prstGeom prst="rect">
            <a:avLst/>
          </a:prstGeom>
          <a:noFill/>
          <a:ln w="9525">
            <a:noFill/>
          </a:ln>
        </p:spPr>
      </p:pic>
    </p:spTree>
  </p:cSld>
  <p:clrMapOvr>
    <a:masterClrMapping/>
  </p:clrMapOvr>
  <p:transition>
    <p:newsflash/>
  </p:transition>
</p:sld>
</file>

<file path=ppt/slides/slide8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6146" name="图片 5"/>
          <p:cNvPicPr>
            <a:picLocks noChangeAspect="1"/>
          </p:cNvPicPr>
          <p:nvPr/>
        </p:nvPicPr>
        <p:blipFill>
          <a:blip r:embed="rId1"/>
          <a:stretch>
            <a:fillRect/>
          </a:stretch>
        </p:blipFill>
        <p:spPr>
          <a:xfrm>
            <a:off x="6969125" y="1409700"/>
            <a:ext cx="3698875" cy="2955925"/>
          </a:xfrm>
          <a:prstGeom prst="rect">
            <a:avLst/>
          </a:prstGeom>
          <a:noFill/>
          <a:ln w="9525">
            <a:noFill/>
          </a:ln>
        </p:spPr>
      </p:pic>
      <p:sp>
        <p:nvSpPr>
          <p:cNvPr id="121859" name="Rectangle 2"/>
          <p:cNvSpPr>
            <a:spLocks noGrp="1"/>
          </p:cNvSpPr>
          <p:nvPr>
            <p:ph type="title"/>
          </p:nvPr>
        </p:nvSpPr>
        <p:spPr>
          <a:xfrm>
            <a:off x="2205038" y="285750"/>
            <a:ext cx="7797800" cy="1127125"/>
          </a:xfrm>
        </p:spPr>
        <p:txBody>
          <a:bodyPr vert="horz" wrap="square" lIns="91440" tIns="45720" rIns="91440" bIns="45720" anchor="ctr" anchorCtr="0"/>
          <a:lstStyle/>
          <a:p>
            <a:r>
              <a:rPr lang="en-US" altLang="zh-CN" kern="1200" dirty="0">
                <a:solidFill>
                  <a:srgbClr val="00007F"/>
                </a:solidFill>
                <a:latin typeface="Arial" panose="020B0604020202090204" pitchFamily="34" charset="0"/>
                <a:ea typeface="黑体" panose="02010609060101010101" pitchFamily="49" charset="-122"/>
                <a:cs typeface="Arial" panose="020B0604020202090204" pitchFamily="34" charset="0"/>
              </a:rPr>
              <a:t>3.5.1 C</a:t>
            </a:r>
            <a:r>
              <a:rPr lang="zh-CN" altLang="en-US" kern="1200" dirty="0">
                <a:solidFill>
                  <a:srgbClr val="00007F"/>
                </a:solidFill>
                <a:latin typeface="Arial" panose="020B0604020202090204" pitchFamily="34" charset="0"/>
                <a:ea typeface="黑体" panose="02010609060101010101" pitchFamily="49" charset="-122"/>
                <a:cs typeface="Arial" panose="020B0604020202090204" pitchFamily="34" charset="0"/>
              </a:rPr>
              <a:t>程序的内存映像 </a:t>
            </a:r>
            <a:endParaRPr lang="zh-CN" altLang="en-US" kern="1200" dirty="0">
              <a:solidFill>
                <a:srgbClr val="00007F"/>
              </a:solidFill>
              <a:latin typeface="Arial" panose="020B0604020202090204" pitchFamily="34" charset="0"/>
              <a:ea typeface="黑体" panose="02010609060101010101" pitchFamily="49" charset="-122"/>
              <a:cs typeface="Arial" panose="020B0604020202090204" pitchFamily="34" charset="0"/>
            </a:endParaRPr>
          </a:p>
        </p:txBody>
      </p:sp>
      <p:sp>
        <p:nvSpPr>
          <p:cNvPr id="124931" name="Rectangle 3"/>
          <p:cNvSpPr>
            <a:spLocks noGrp="1"/>
          </p:cNvSpPr>
          <p:nvPr>
            <p:ph idx="1"/>
          </p:nvPr>
        </p:nvSpPr>
        <p:spPr>
          <a:xfrm>
            <a:off x="1919288" y="1409700"/>
            <a:ext cx="8064500" cy="5043488"/>
          </a:xfrm>
        </p:spPr>
        <p:txBody>
          <a:bodyPr vert="horz" wrap="square" lIns="91440" tIns="45720" rIns="91440" bIns="45720" anchor="t" anchorCtr="0"/>
          <a:lstStyle/>
          <a:p>
            <a:pPr>
              <a:buSzPct val="50000"/>
            </a:pPr>
            <a:r>
              <a:rPr lang="zh-CN" altLang="en-US" kern="1200" dirty="0">
                <a:latin typeface="Times New Roman" panose="02020503050405090304" pitchFamily="18" charset="0"/>
                <a:ea typeface="黑体" panose="02010609060101010101" pitchFamily="49" charset="-122"/>
                <a:cs typeface="Times New Roman" panose="02020503050405090304" pitchFamily="18" charset="0"/>
              </a:rPr>
              <a:t>编译后的</a:t>
            </a:r>
            <a:r>
              <a:rPr lang="en-US" altLang="zh-CN" kern="1200" dirty="0">
                <a:latin typeface="Times New Roman" panose="02020503050405090304" pitchFamily="18" charset="0"/>
                <a:ea typeface="黑体" panose="02010609060101010101" pitchFamily="49" charset="-122"/>
                <a:cs typeface="Times New Roman" panose="02020503050405090304" pitchFamily="18" charset="0"/>
              </a:rPr>
              <a:t>C</a:t>
            </a:r>
            <a:r>
              <a:rPr lang="zh-CN" altLang="en-US" kern="1200" dirty="0">
                <a:latin typeface="Times New Roman" panose="02020503050405090304" pitchFamily="18" charset="0"/>
                <a:ea typeface="黑体" panose="02010609060101010101" pitchFamily="49" charset="-122"/>
                <a:cs typeface="Times New Roman" panose="02020503050405090304" pitchFamily="18" charset="0"/>
              </a:rPr>
              <a:t>程序获得并使用</a:t>
            </a:r>
            <a:r>
              <a:rPr lang="en-US" altLang="zh-CN" kern="1200" dirty="0">
                <a:latin typeface="Times New Roman" panose="02020503050405090304" pitchFamily="18" charset="0"/>
                <a:ea typeface="黑体" panose="02010609060101010101" pitchFamily="49" charset="-122"/>
                <a:cs typeface="Times New Roman" panose="02020503050405090304" pitchFamily="18" charset="0"/>
              </a:rPr>
              <a:t>4</a:t>
            </a:r>
            <a:r>
              <a:rPr lang="zh-CN" altLang="en-US" kern="1200" dirty="0">
                <a:latin typeface="Times New Roman" panose="02020503050405090304" pitchFamily="18" charset="0"/>
                <a:ea typeface="黑体" panose="02010609060101010101" pitchFamily="49" charset="-122"/>
                <a:cs typeface="Times New Roman" panose="02020503050405090304" pitchFamily="18" charset="0"/>
              </a:rPr>
              <a:t>块</a:t>
            </a:r>
            <a:endParaRPr lang="en-US" altLang="zh-CN" kern="1200" dirty="0">
              <a:latin typeface="Times New Roman" panose="02020503050405090304" pitchFamily="18" charset="0"/>
              <a:ea typeface="黑体" panose="02010609060101010101" pitchFamily="49" charset="-122"/>
              <a:cs typeface="Times New Roman" panose="02020503050405090304" pitchFamily="18" charset="0"/>
            </a:endParaRPr>
          </a:p>
          <a:p>
            <a:pPr>
              <a:buSzPct val="50000"/>
              <a:buFont typeface="Monotype Sorts"/>
              <a:buNone/>
            </a:pPr>
            <a:r>
              <a:rPr lang="zh-CN" altLang="en-US" kern="1200" dirty="0">
                <a:latin typeface="Times New Roman" panose="02020503050405090304" pitchFamily="18" charset="0"/>
                <a:ea typeface="黑体" panose="02010609060101010101" pitchFamily="49" charset="-122"/>
                <a:cs typeface="Times New Roman" panose="02020503050405090304" pitchFamily="18" charset="0"/>
              </a:rPr>
              <a:t>在逻辑上不同且用于不同目的</a:t>
            </a:r>
            <a:endParaRPr lang="en-US" altLang="zh-CN" kern="1200" dirty="0">
              <a:latin typeface="Times New Roman" panose="02020503050405090304" pitchFamily="18" charset="0"/>
              <a:ea typeface="黑体" panose="02010609060101010101" pitchFamily="49" charset="-122"/>
              <a:cs typeface="Times New Roman" panose="02020503050405090304" pitchFamily="18" charset="0"/>
            </a:endParaRPr>
          </a:p>
          <a:p>
            <a:pPr>
              <a:buSzPct val="50000"/>
              <a:buFont typeface="Monotype Sorts"/>
              <a:buNone/>
            </a:pPr>
            <a:r>
              <a:rPr lang="zh-CN" altLang="en-US" kern="1200" dirty="0">
                <a:latin typeface="Times New Roman" panose="02020503050405090304" pitchFamily="18" charset="0"/>
                <a:ea typeface="黑体" panose="02010609060101010101" pitchFamily="49" charset="-122"/>
                <a:cs typeface="Times New Roman" panose="02020503050405090304" pitchFamily="18" charset="0"/>
              </a:rPr>
              <a:t>的内存储区</a:t>
            </a:r>
            <a:endParaRPr lang="en-US" altLang="zh-CN" kern="1200" dirty="0">
              <a:latin typeface="Times New Roman" panose="02020503050405090304" pitchFamily="18" charset="0"/>
              <a:ea typeface="黑体" panose="02010609060101010101" pitchFamily="49" charset="-122"/>
              <a:cs typeface="Times New Roman" panose="02020503050405090304" pitchFamily="18" charset="0"/>
            </a:endParaRPr>
          </a:p>
          <a:p>
            <a:pPr>
              <a:buSzPct val="50000"/>
              <a:buFont typeface="Monotype Sorts"/>
              <a:buNone/>
            </a:pPr>
            <a:endParaRPr lang="en-US" altLang="zh-CN" kern="1200" dirty="0">
              <a:latin typeface="Times New Roman" panose="02020503050405090304" pitchFamily="18" charset="0"/>
              <a:ea typeface="黑体" panose="02010609060101010101" pitchFamily="49" charset="-122"/>
              <a:cs typeface="Times New Roman" panose="02020503050405090304" pitchFamily="18" charset="0"/>
            </a:endParaRPr>
          </a:p>
          <a:p>
            <a:pPr lvl="1">
              <a:buSzPct val="50000"/>
            </a:pPr>
            <a:r>
              <a:rPr lang="zh-CN" altLang="en-US" kern="1200" dirty="0">
                <a:latin typeface="幼圆" panose="02010509060101010101" pitchFamily="49" charset="-122"/>
                <a:ea typeface="幼圆" panose="02010509060101010101" pitchFamily="49" charset="-122"/>
                <a:cs typeface="Times New Roman" panose="02020503050405090304" pitchFamily="18" charset="0"/>
              </a:rPr>
              <a:t>只读存储区</a:t>
            </a:r>
            <a:endParaRPr lang="zh-CN" altLang="en-US" kern="1200" dirty="0">
              <a:latin typeface="幼圆" panose="02010509060101010101" pitchFamily="49" charset="-122"/>
              <a:ea typeface="幼圆" panose="02010509060101010101" pitchFamily="49" charset="-122"/>
              <a:cs typeface="Times New Roman" panose="02020503050405090304" pitchFamily="18" charset="0"/>
            </a:endParaRPr>
          </a:p>
          <a:p>
            <a:pPr lvl="2">
              <a:buSzPct val="50000"/>
            </a:pPr>
            <a:r>
              <a:rPr lang="zh-CN" altLang="en-US" kern="1200" dirty="0">
                <a:latin typeface="幼圆" panose="02010509060101010101" pitchFamily="49" charset="-122"/>
                <a:ea typeface="幼圆" panose="02010509060101010101" pitchFamily="49" charset="-122"/>
                <a:cs typeface="Times New Roman" panose="02020503050405090304" pitchFamily="18" charset="0"/>
              </a:rPr>
              <a:t>存放程序的机器代码和字符串常量等只读数据。</a:t>
            </a:r>
            <a:endParaRPr lang="zh-CN" altLang="en-US" sz="3200" kern="1200" dirty="0">
              <a:latin typeface="Times New Roman" panose="02020503050405090304" pitchFamily="18" charset="0"/>
              <a:ea typeface="黑体" panose="02010609060101010101" pitchFamily="49" charset="-122"/>
              <a:cs typeface="Times New Roman" panose="02020503050405090304" pitchFamily="18" charset="0"/>
            </a:endParaRPr>
          </a:p>
          <a:p>
            <a:pPr lvl="1">
              <a:buSzPct val="50000"/>
            </a:pPr>
            <a:r>
              <a:rPr lang="zh-CN" altLang="en-US" sz="2800" kern="1200" dirty="0">
                <a:latin typeface="Times New Roman" panose="02020503050405090304" pitchFamily="18" charset="0"/>
                <a:ea typeface="黑体" panose="02010609060101010101" pitchFamily="49" charset="-122"/>
                <a:cs typeface="Times New Roman" panose="02020503050405090304" pitchFamily="18" charset="0"/>
              </a:rPr>
              <a:t>从静态（</a:t>
            </a:r>
            <a:r>
              <a:rPr lang="en-US" altLang="zh-CN" sz="2800" kern="1200" dirty="0">
                <a:latin typeface="Times New Roman" panose="02020503050405090304" pitchFamily="18" charset="0"/>
                <a:ea typeface="黑体" panose="02010609060101010101" pitchFamily="49" charset="-122"/>
                <a:cs typeface="Times New Roman" panose="02020503050405090304" pitchFamily="18" charset="0"/>
              </a:rPr>
              <a:t>static</a:t>
            </a:r>
            <a:r>
              <a:rPr lang="zh-CN" altLang="en-US" sz="2800" kern="1200" dirty="0">
                <a:latin typeface="Times New Roman" panose="02020503050405090304" pitchFamily="18" charset="0"/>
                <a:ea typeface="黑体" panose="02010609060101010101" pitchFamily="49" charset="-122"/>
                <a:cs typeface="Times New Roman" panose="02020503050405090304" pitchFamily="18" charset="0"/>
              </a:rPr>
              <a:t>）存储区分配</a:t>
            </a:r>
            <a:endParaRPr lang="zh-CN" altLang="en-US" sz="2800" kern="1200" dirty="0">
              <a:latin typeface="Times New Roman" panose="02020503050405090304" pitchFamily="18" charset="0"/>
              <a:ea typeface="黑体" panose="02010609060101010101" pitchFamily="49" charset="-122"/>
              <a:cs typeface="Times New Roman" panose="02020503050405090304" pitchFamily="18" charset="0"/>
            </a:endParaRPr>
          </a:p>
          <a:p>
            <a:pPr lvl="2">
              <a:buSzPct val="50000"/>
            </a:pPr>
            <a:r>
              <a:rPr lang="zh-CN" altLang="en-US" kern="1200" dirty="0">
                <a:latin typeface="幼圆" panose="02010509060101010101" pitchFamily="49" charset="-122"/>
                <a:ea typeface="幼圆" panose="02010509060101010101" pitchFamily="49" charset="-122"/>
                <a:cs typeface="Times New Roman" panose="02020503050405090304" pitchFamily="18" charset="0"/>
              </a:rPr>
              <a:t>全局变量和静态变量 </a:t>
            </a:r>
            <a:endParaRPr lang="zh-CN" altLang="en-US" sz="2400" kern="1200" dirty="0">
              <a:latin typeface="幼圆" panose="02010509060101010101" pitchFamily="49" charset="-122"/>
              <a:ea typeface="幼圆" panose="02010509060101010101" pitchFamily="49" charset="-122"/>
              <a:cs typeface="Times New Roman" panose="0202050305040509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14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4931">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24931">
                                            <p:txEl>
                                              <p:pRg st="1" end="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493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124931">
                                            <p:txEl>
                                              <p:pRg st="4" end="4"/>
                                            </p:txEl>
                                          </p:spTgt>
                                        </p:tgtEl>
                                        <p:attrNameLst>
                                          <p:attrName>style.visibility</p:attrName>
                                        </p:attrNameLst>
                                      </p:cBhvr>
                                      <p:to>
                                        <p:strVal val="visible"/>
                                      </p:to>
                                    </p:set>
                                    <p:animEffect transition="in" filter="fade">
                                      <p:cBhvr>
                                        <p:cTn id="19" dur="500"/>
                                        <p:tgtEl>
                                          <p:spTgt spid="124931">
                                            <p:txEl>
                                              <p:pRg st="4" end="4"/>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124931">
                                            <p:txEl>
                                              <p:pRg st="5" end="5"/>
                                            </p:txEl>
                                          </p:spTgt>
                                        </p:tgtEl>
                                        <p:attrNameLst>
                                          <p:attrName>style.visibility</p:attrName>
                                        </p:attrNameLst>
                                      </p:cBhvr>
                                      <p:to>
                                        <p:strVal val="visible"/>
                                      </p:to>
                                    </p:set>
                                    <p:animEffect transition="in" filter="fade">
                                      <p:cBhvr>
                                        <p:cTn id="22" dur="500"/>
                                        <p:tgtEl>
                                          <p:spTgt spid="124931">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24931">
                                            <p:txEl>
                                              <p:pRg st="6" end="6"/>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24931">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22882" name="图片 3"/>
          <p:cNvPicPr>
            <a:picLocks noChangeAspect="1"/>
          </p:cNvPicPr>
          <p:nvPr/>
        </p:nvPicPr>
        <p:blipFill>
          <a:blip r:embed="rId1"/>
          <a:stretch>
            <a:fillRect/>
          </a:stretch>
        </p:blipFill>
        <p:spPr>
          <a:xfrm>
            <a:off x="7104063" y="1409700"/>
            <a:ext cx="3563937" cy="2847975"/>
          </a:xfrm>
          <a:prstGeom prst="rect">
            <a:avLst/>
          </a:prstGeom>
          <a:noFill/>
          <a:ln w="9525">
            <a:noFill/>
          </a:ln>
        </p:spPr>
      </p:pic>
      <p:sp>
        <p:nvSpPr>
          <p:cNvPr id="122883" name="Rectangle 2"/>
          <p:cNvSpPr>
            <a:spLocks noGrp="1"/>
          </p:cNvSpPr>
          <p:nvPr>
            <p:ph type="title"/>
          </p:nvPr>
        </p:nvSpPr>
        <p:spPr>
          <a:xfrm>
            <a:off x="2205038" y="285750"/>
            <a:ext cx="7797800" cy="1127125"/>
          </a:xfrm>
        </p:spPr>
        <p:txBody>
          <a:bodyPr vert="horz" wrap="square" lIns="91440" tIns="45720" rIns="91440" bIns="45720" anchor="ctr" anchorCtr="0"/>
          <a:lstStyle/>
          <a:p>
            <a:r>
              <a:rPr lang="en-US" altLang="zh-CN" kern="1200" dirty="0">
                <a:solidFill>
                  <a:srgbClr val="00007F"/>
                </a:solidFill>
                <a:latin typeface="Arial" panose="020B0604020202090204" pitchFamily="34" charset="0"/>
                <a:ea typeface="黑体" panose="02010609060101010101" pitchFamily="49" charset="-122"/>
                <a:cs typeface="Arial" panose="020B0604020202090204" pitchFamily="34" charset="0"/>
              </a:rPr>
              <a:t>3.5.1 C</a:t>
            </a:r>
            <a:r>
              <a:rPr lang="zh-CN" altLang="en-US" kern="1200" dirty="0">
                <a:solidFill>
                  <a:srgbClr val="00007F"/>
                </a:solidFill>
                <a:latin typeface="Arial" panose="020B0604020202090204" pitchFamily="34" charset="0"/>
                <a:ea typeface="黑体" panose="02010609060101010101" pitchFamily="49" charset="-122"/>
                <a:cs typeface="Arial" panose="020B0604020202090204" pitchFamily="34" charset="0"/>
              </a:rPr>
              <a:t>程序的内存映像 </a:t>
            </a:r>
            <a:endParaRPr lang="zh-CN" altLang="en-US" kern="1200" dirty="0">
              <a:solidFill>
                <a:srgbClr val="00007F"/>
              </a:solidFill>
              <a:latin typeface="Arial" panose="020B0604020202090204" pitchFamily="34" charset="0"/>
              <a:ea typeface="黑体" panose="02010609060101010101" pitchFamily="49" charset="-122"/>
              <a:cs typeface="Arial" panose="020B0604020202090204" pitchFamily="34" charset="0"/>
            </a:endParaRPr>
          </a:p>
        </p:txBody>
      </p:sp>
      <p:sp>
        <p:nvSpPr>
          <p:cNvPr id="124931" name="Rectangle 3"/>
          <p:cNvSpPr>
            <a:spLocks noGrp="1"/>
          </p:cNvSpPr>
          <p:nvPr>
            <p:ph idx="1"/>
          </p:nvPr>
        </p:nvSpPr>
        <p:spPr>
          <a:xfrm>
            <a:off x="1919288" y="1409700"/>
            <a:ext cx="8064500" cy="5043488"/>
          </a:xfrm>
        </p:spPr>
        <p:txBody>
          <a:bodyPr vert="horz" wrap="square" lIns="91440" tIns="45720" rIns="91440" bIns="45720" anchor="t" anchorCtr="0"/>
          <a:lstStyle/>
          <a:p>
            <a:pPr>
              <a:buSzPct val="50000"/>
            </a:pPr>
            <a:r>
              <a:rPr lang="zh-CN" altLang="en-US" kern="1200" dirty="0">
                <a:latin typeface="Times New Roman" panose="02020503050405090304" pitchFamily="18" charset="0"/>
                <a:ea typeface="黑体" panose="02010609060101010101" pitchFamily="49" charset="-122"/>
                <a:cs typeface="Times New Roman" panose="02020503050405090304" pitchFamily="18" charset="0"/>
              </a:rPr>
              <a:t>编译后的</a:t>
            </a:r>
            <a:r>
              <a:rPr lang="en-US" altLang="zh-CN" kern="1200" dirty="0">
                <a:latin typeface="Times New Roman" panose="02020503050405090304" pitchFamily="18" charset="0"/>
                <a:ea typeface="黑体" panose="02010609060101010101" pitchFamily="49" charset="-122"/>
                <a:cs typeface="Times New Roman" panose="02020503050405090304" pitchFamily="18" charset="0"/>
              </a:rPr>
              <a:t>C</a:t>
            </a:r>
            <a:r>
              <a:rPr lang="zh-CN" altLang="en-US" kern="1200" dirty="0">
                <a:latin typeface="Times New Roman" panose="02020503050405090304" pitchFamily="18" charset="0"/>
                <a:ea typeface="黑体" panose="02010609060101010101" pitchFamily="49" charset="-122"/>
                <a:cs typeface="Times New Roman" panose="02020503050405090304" pitchFamily="18" charset="0"/>
              </a:rPr>
              <a:t>程序获得并使用</a:t>
            </a:r>
            <a:r>
              <a:rPr lang="en-US" altLang="zh-CN" kern="1200" dirty="0">
                <a:latin typeface="Times New Roman" panose="02020503050405090304" pitchFamily="18" charset="0"/>
                <a:ea typeface="黑体" panose="02010609060101010101" pitchFamily="49" charset="-122"/>
                <a:cs typeface="Times New Roman" panose="02020503050405090304" pitchFamily="18" charset="0"/>
              </a:rPr>
              <a:t>4</a:t>
            </a:r>
            <a:r>
              <a:rPr lang="zh-CN" altLang="en-US" kern="1200" dirty="0">
                <a:latin typeface="Times New Roman" panose="02020503050405090304" pitchFamily="18" charset="0"/>
                <a:ea typeface="黑体" panose="02010609060101010101" pitchFamily="49" charset="-122"/>
                <a:cs typeface="Times New Roman" panose="02020503050405090304" pitchFamily="18" charset="0"/>
              </a:rPr>
              <a:t>块</a:t>
            </a:r>
            <a:endParaRPr lang="en-US" altLang="zh-CN" kern="1200" dirty="0">
              <a:latin typeface="Times New Roman" panose="02020503050405090304" pitchFamily="18" charset="0"/>
              <a:ea typeface="黑体" panose="02010609060101010101" pitchFamily="49" charset="-122"/>
              <a:cs typeface="Times New Roman" panose="02020503050405090304" pitchFamily="18" charset="0"/>
            </a:endParaRPr>
          </a:p>
          <a:p>
            <a:pPr>
              <a:buSzPct val="50000"/>
              <a:buFont typeface="Monotype Sorts"/>
              <a:buNone/>
            </a:pPr>
            <a:r>
              <a:rPr lang="zh-CN" altLang="en-US" kern="1200" dirty="0">
                <a:latin typeface="Times New Roman" panose="02020503050405090304" pitchFamily="18" charset="0"/>
                <a:ea typeface="黑体" panose="02010609060101010101" pitchFamily="49" charset="-122"/>
                <a:cs typeface="Times New Roman" panose="02020503050405090304" pitchFamily="18" charset="0"/>
              </a:rPr>
              <a:t>在逻辑上不同且用于不同目的</a:t>
            </a:r>
            <a:endParaRPr lang="en-US" altLang="zh-CN" kern="1200" dirty="0">
              <a:latin typeface="Times New Roman" panose="02020503050405090304" pitchFamily="18" charset="0"/>
              <a:ea typeface="黑体" panose="02010609060101010101" pitchFamily="49" charset="-122"/>
              <a:cs typeface="Times New Roman" panose="02020503050405090304" pitchFamily="18" charset="0"/>
            </a:endParaRPr>
          </a:p>
          <a:p>
            <a:pPr>
              <a:buSzPct val="50000"/>
              <a:buFont typeface="Monotype Sorts"/>
              <a:buNone/>
            </a:pPr>
            <a:r>
              <a:rPr lang="zh-CN" altLang="en-US" kern="1200" dirty="0">
                <a:latin typeface="Times New Roman" panose="02020503050405090304" pitchFamily="18" charset="0"/>
                <a:ea typeface="黑体" panose="02010609060101010101" pitchFamily="49" charset="-122"/>
                <a:cs typeface="Times New Roman" panose="02020503050405090304" pitchFamily="18" charset="0"/>
              </a:rPr>
              <a:t>的内存储区</a:t>
            </a:r>
            <a:endParaRPr lang="en-US" altLang="zh-CN" kern="1200" dirty="0">
              <a:latin typeface="Times New Roman" panose="02020503050405090304" pitchFamily="18" charset="0"/>
              <a:ea typeface="黑体" panose="02010609060101010101" pitchFamily="49" charset="-122"/>
              <a:cs typeface="Times New Roman" panose="02020503050405090304" pitchFamily="18" charset="0"/>
            </a:endParaRPr>
          </a:p>
          <a:p>
            <a:pPr lvl="1">
              <a:buSzPct val="50000"/>
            </a:pPr>
            <a:r>
              <a:rPr lang="zh-CN" altLang="en-US" sz="2800" kern="1200" dirty="0">
                <a:latin typeface="Times New Roman" panose="02020503050405090304" pitchFamily="18" charset="0"/>
                <a:ea typeface="黑体" panose="02010609060101010101" pitchFamily="49" charset="-122"/>
                <a:cs typeface="Times New Roman" panose="02020503050405090304" pitchFamily="18" charset="0"/>
              </a:rPr>
              <a:t>在栈（</a:t>
            </a:r>
            <a:r>
              <a:rPr lang="en-US" altLang="zh-CN" sz="2800" kern="1200" dirty="0">
                <a:latin typeface="Times New Roman" panose="02020503050405090304" pitchFamily="18" charset="0"/>
                <a:ea typeface="黑体" panose="02010609060101010101" pitchFamily="49" charset="-122"/>
                <a:cs typeface="Times New Roman" panose="02020503050405090304" pitchFamily="18" charset="0"/>
              </a:rPr>
              <a:t>stack</a:t>
            </a:r>
            <a:r>
              <a:rPr lang="zh-CN" altLang="en-US" sz="2800" kern="1200" dirty="0">
                <a:latin typeface="Times New Roman" panose="02020503050405090304" pitchFamily="18" charset="0"/>
                <a:ea typeface="黑体" panose="02010609060101010101" pitchFamily="49" charset="-122"/>
                <a:cs typeface="Times New Roman" panose="02020503050405090304" pitchFamily="18" charset="0"/>
              </a:rPr>
              <a:t>）上创建 </a:t>
            </a:r>
            <a:endParaRPr lang="zh-CN" altLang="en-US" sz="2800" kern="1200" dirty="0">
              <a:latin typeface="Times New Roman" panose="02020503050405090304" pitchFamily="18" charset="0"/>
              <a:ea typeface="黑体" panose="02010609060101010101" pitchFamily="49" charset="-122"/>
              <a:cs typeface="Times New Roman" panose="02020503050405090304" pitchFamily="18" charset="0"/>
            </a:endParaRPr>
          </a:p>
          <a:p>
            <a:pPr lvl="2">
              <a:buSzPct val="50000"/>
            </a:pPr>
            <a:r>
              <a:rPr lang="zh-CN" altLang="en-US" kern="1200" dirty="0">
                <a:latin typeface="幼圆" panose="02010509060101010101" pitchFamily="49" charset="-122"/>
                <a:ea typeface="幼圆" panose="02010509060101010101" pitchFamily="49" charset="-122"/>
                <a:cs typeface="Times New Roman" panose="02020503050405090304" pitchFamily="18" charset="0"/>
              </a:rPr>
              <a:t>存放函数参数值、局部变量值等</a:t>
            </a:r>
            <a:endParaRPr lang="zh-CN" altLang="en-US" kern="1200" dirty="0">
              <a:latin typeface="幼圆" panose="02010509060101010101" pitchFamily="49" charset="-122"/>
              <a:ea typeface="幼圆" panose="02010509060101010101" pitchFamily="49" charset="-122"/>
              <a:cs typeface="Times New Roman" panose="02020503050405090304" pitchFamily="18" charset="0"/>
            </a:endParaRPr>
          </a:p>
          <a:p>
            <a:pPr lvl="2">
              <a:buSzPct val="50000"/>
            </a:pPr>
            <a:r>
              <a:rPr lang="zh-CN" altLang="en-US" kern="1200" dirty="0">
                <a:latin typeface="幼圆" panose="02010509060101010101" pitchFamily="49" charset="-122"/>
                <a:ea typeface="幼圆" panose="02010509060101010101" pitchFamily="49" charset="-122"/>
                <a:cs typeface="Times New Roman" panose="02020503050405090304" pitchFamily="18" charset="0"/>
              </a:rPr>
              <a:t>在执行函数调用时，系统在栈上为函数内的局部变量及形参分配内存，函数执行结束时，自动释放这些内存</a:t>
            </a:r>
            <a:endParaRPr lang="zh-CN" altLang="en-US" kern="1200" dirty="0">
              <a:latin typeface="幼圆" panose="02010509060101010101" pitchFamily="49" charset="-122"/>
              <a:ea typeface="幼圆" panose="02010509060101010101" pitchFamily="49" charset="-122"/>
              <a:cs typeface="Times New Roman" panose="02020503050405090304" pitchFamily="18" charset="0"/>
            </a:endParaRPr>
          </a:p>
          <a:p>
            <a:pPr lvl="1">
              <a:buSzPct val="50000"/>
            </a:pPr>
            <a:r>
              <a:rPr lang="zh-CN" altLang="en-US" sz="2800" kern="1200" dirty="0">
                <a:latin typeface="Times New Roman" panose="02020503050405090304" pitchFamily="18" charset="0"/>
                <a:ea typeface="黑体" panose="02010609060101010101" pitchFamily="49" charset="-122"/>
                <a:cs typeface="Times New Roman" panose="02020503050405090304" pitchFamily="18" charset="0"/>
              </a:rPr>
              <a:t>从堆（</a:t>
            </a:r>
            <a:r>
              <a:rPr lang="en-US" altLang="zh-CN" sz="2800" kern="1200" dirty="0">
                <a:latin typeface="Times New Roman" panose="02020503050405090304" pitchFamily="18" charset="0"/>
                <a:ea typeface="黑体" panose="02010609060101010101" pitchFamily="49" charset="-122"/>
                <a:cs typeface="Times New Roman" panose="02020503050405090304" pitchFamily="18" charset="0"/>
              </a:rPr>
              <a:t>heap</a:t>
            </a:r>
            <a:r>
              <a:rPr lang="zh-CN" altLang="en-US" sz="2800" kern="1200" dirty="0">
                <a:latin typeface="Times New Roman" panose="02020503050405090304" pitchFamily="18" charset="0"/>
                <a:ea typeface="黑体" panose="02010609060101010101" pitchFamily="49" charset="-122"/>
                <a:cs typeface="Times New Roman" panose="02020503050405090304" pitchFamily="18" charset="0"/>
              </a:rPr>
              <a:t>）上分配  </a:t>
            </a:r>
            <a:endParaRPr lang="zh-CN" altLang="en-US" sz="2800" kern="1200" dirty="0">
              <a:latin typeface="Times New Roman" panose="02020503050405090304" pitchFamily="18" charset="0"/>
              <a:ea typeface="黑体" panose="02010609060101010101" pitchFamily="49" charset="-122"/>
              <a:cs typeface="Times New Roman" panose="02020503050405090304" pitchFamily="18" charset="0"/>
            </a:endParaRPr>
          </a:p>
          <a:p>
            <a:pPr lvl="2">
              <a:buSzPct val="50000"/>
            </a:pPr>
            <a:r>
              <a:rPr lang="zh-CN" altLang="en-US" kern="1200" dirty="0">
                <a:latin typeface="Times New Roman" panose="02020503050405090304" pitchFamily="18" charset="0"/>
                <a:ea typeface="幼圆" panose="02010509060101010101" pitchFamily="49" charset="-122"/>
                <a:cs typeface="Times New Roman" panose="02020503050405090304" pitchFamily="18" charset="0"/>
              </a:rPr>
              <a:t>在程序运行期间，用动态内存分配函数来申请的内存都是从堆上分配的，动态内存的生存期由程序员自己来决定</a:t>
            </a:r>
            <a:r>
              <a:rPr lang="zh-CN" altLang="en-US" kern="1200" dirty="0">
                <a:latin typeface="Times New Roman" panose="02020503050405090304" pitchFamily="18" charset="0"/>
                <a:ea typeface="黑体" panose="02010609060101010101" pitchFamily="49" charset="-122"/>
                <a:cs typeface="Times New Roman" panose="02020503050405090304" pitchFamily="18" charset="0"/>
              </a:rPr>
              <a:t> </a:t>
            </a:r>
            <a:endParaRPr lang="zh-CN" altLang="en-US" kern="1200" dirty="0">
              <a:latin typeface="Times New Roman" panose="02020503050405090304" pitchFamily="18" charset="0"/>
              <a:ea typeface="黑体" panose="02010609060101010101" pitchFamily="49" charset="-122"/>
              <a:cs typeface="Times New Roman" panose="0202050305040509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4931">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4931">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24931">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4931">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4931">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4930" name="Rectangle 2"/>
          <p:cNvSpPr>
            <a:spLocks noGrp="1"/>
          </p:cNvSpPr>
          <p:nvPr>
            <p:ph type="title" idx="4294967295"/>
          </p:nvPr>
        </p:nvSpPr>
        <p:spPr/>
        <p:txBody>
          <a:bodyPr vert="horz" wrap="square" lIns="91440" tIns="45720" rIns="91440" bIns="45720" anchor="ctr" anchorCtr="0"/>
          <a:lstStyle/>
          <a:p>
            <a:r>
              <a:rPr lang="en-US" altLang="zh-CN" dirty="0"/>
              <a:t>3.5.2 </a:t>
            </a:r>
            <a:r>
              <a:rPr lang="zh-CN" altLang="en-US" dirty="0"/>
              <a:t>动态内存分配函数</a:t>
            </a:r>
            <a:endParaRPr lang="en-US" altLang="zh-CN" dirty="0"/>
          </a:p>
        </p:txBody>
      </p:sp>
      <p:sp>
        <p:nvSpPr>
          <p:cNvPr id="9219" name="Rectangle 3"/>
          <p:cNvSpPr>
            <a:spLocks noGrp="1" noChangeArrowheads="1"/>
          </p:cNvSpPr>
          <p:nvPr>
            <p:ph type="body" idx="4294967295"/>
          </p:nvPr>
        </p:nvSpPr>
        <p:spPr>
          <a:xfrm>
            <a:off x="1992313" y="1484313"/>
            <a:ext cx="8207375" cy="720725"/>
          </a:xfrm>
        </p:spPr>
        <p:txBody>
          <a:bodyPr vert="horz" wrap="square" lIns="91440" tIns="45720" rIns="91440" bIns="45720" numCol="1" anchor="t" anchorCtr="0" compatLnSpc="1"/>
          <a:lstStyle/>
          <a:p>
            <a:pPr marL="342900" marR="0" lvl="0" indent="-342900" algn="l" defTabSz="914400" rtl="0" eaLnBrk="1" fontAlgn="base" latinLnBrk="0" hangingPunct="0">
              <a:lnSpc>
                <a:spcPct val="95000"/>
              </a:lnSpc>
              <a:spcBef>
                <a:spcPts val="575"/>
              </a:spcBef>
              <a:spcAft>
                <a:spcPct val="0"/>
              </a:spcAft>
              <a:buClr>
                <a:schemeClr val="tx2"/>
              </a:buClr>
              <a:buSzPct val="50000"/>
              <a:buFont typeface="Wingdings" panose="05000000000000000000" pitchFamily="2" charset="2"/>
              <a:buChar char="n"/>
              <a:defRPr/>
            </a:pPr>
            <a:r>
              <a:rPr kumimoji="0" lang="zh-CN" altLang="en-US" sz="3200" b="0" i="0" u="none" strike="noStrike" kern="1200" cap="none" spc="0" normalizeH="0" baseline="0" noProof="0" dirty="0">
                <a:ln>
                  <a:noFill/>
                </a:ln>
                <a:solidFill>
                  <a:schemeClr val="tx1"/>
                </a:solidFill>
                <a:effectLst/>
                <a:uLnTx/>
                <a:uFillTx/>
                <a:latin typeface="+mn-ea"/>
                <a:ea typeface="+mn-ea"/>
                <a:cs typeface="+mn-cs"/>
              </a:rPr>
              <a:t>两种动态分配内存的方法</a:t>
            </a:r>
            <a:r>
              <a:rPr kumimoji="0" lang="en-US" altLang="zh-CN" sz="3200" b="0" i="0" u="none" strike="noStrike" kern="1200" cap="none" spc="0" normalizeH="0" baseline="0" noProof="0" dirty="0">
                <a:ln>
                  <a:noFill/>
                </a:ln>
                <a:solidFill>
                  <a:schemeClr val="tx1"/>
                </a:solidFill>
                <a:effectLst/>
                <a:uLnTx/>
                <a:uFillTx/>
                <a:latin typeface="+mn-ea"/>
                <a:ea typeface="+mn-ea"/>
                <a:cs typeface="+mn-cs"/>
              </a:rPr>
              <a:t>:</a:t>
            </a:r>
            <a:endParaRPr kumimoji="0" lang="en-US" altLang="zh-CN" sz="3200" b="0" i="0" u="none" strike="noStrike" kern="1200" cap="none" spc="0" normalizeH="0" baseline="0" noProof="0" dirty="0">
              <a:ln>
                <a:noFill/>
              </a:ln>
              <a:solidFill>
                <a:srgbClr val="000000"/>
              </a:solidFill>
              <a:effectLst/>
              <a:uLnTx/>
              <a:uFillTx/>
              <a:latin typeface="+mn-ea"/>
              <a:ea typeface="+mn-ea"/>
              <a:cs typeface="+mn-cs"/>
            </a:endParaRPr>
          </a:p>
        </p:txBody>
      </p:sp>
      <p:sp>
        <p:nvSpPr>
          <p:cNvPr id="710660" name="Rectangle 4"/>
          <p:cNvSpPr>
            <a:spLocks noChangeArrowheads="1"/>
          </p:cNvSpPr>
          <p:nvPr/>
        </p:nvSpPr>
        <p:spPr bwMode="auto">
          <a:xfrm>
            <a:off x="3000375" y="3284538"/>
            <a:ext cx="6624638" cy="647700"/>
          </a:xfrm>
          <a:prstGeom prst="rect">
            <a:avLst/>
          </a:prstGeom>
          <a:solidFill>
            <a:srgbClr val="FFFFCC"/>
          </a:solidFill>
          <a:ln w="28575">
            <a:solidFill>
              <a:srgbClr val="800000"/>
            </a:solidFill>
            <a:miter lim="800000"/>
          </a:ln>
        </p:spPr>
        <p:txBody>
          <a:bodyPr wrap="none" anchor="ctr"/>
          <a:lstStyle/>
          <a:p>
            <a:pPr marL="0" marR="0" lvl="0" indent="0" algn="ctr" defTabSz="914400" rtl="0" eaLnBrk="1" fontAlgn="base" latinLnBrk="0" hangingPunct="1">
              <a:lnSpc>
                <a:spcPct val="95000"/>
              </a:lnSpc>
              <a:spcBef>
                <a:spcPct val="20000"/>
              </a:spcBef>
              <a:spcAft>
                <a:spcPct val="0"/>
              </a:spcAft>
              <a:buClr>
                <a:srgbClr val="FFCC66"/>
              </a:buClr>
              <a:buSzPct val="80000"/>
              <a:buFont typeface="Monotype Sorts" charset="2"/>
              <a:buNone/>
              <a:defRPr/>
            </a:pPr>
            <a:r>
              <a:rPr kumimoji="0" lang="en-US" altLang="zh-CN" sz="2000" b="1" i="0" u="none" strike="noStrike" kern="1200" cap="none" spc="0" normalizeH="0" baseline="0" noProof="0">
                <a:ln>
                  <a:noFill/>
                </a:ln>
                <a:solidFill>
                  <a:srgbClr val="FF0000"/>
                </a:solidFill>
                <a:effectLst>
                  <a:outerShdw blurRad="38100" dist="38100" dir="2700000" algn="tl">
                    <a:srgbClr val="000000"/>
                  </a:outerShdw>
                </a:effectLst>
                <a:uLnTx/>
                <a:uFillTx/>
                <a:latin typeface="Courier New" panose="02070409020205090404" pitchFamily="49" charset="0"/>
                <a:ea typeface="宋体" pitchFamily="2" charset="-122"/>
                <a:cs typeface="+mn-cs"/>
              </a:rPr>
              <a:t>void*</a:t>
            </a:r>
            <a:r>
              <a:rPr kumimoji="0" lang="en-US" altLang="zh-CN" sz="2000" b="1" i="0" u="none" strike="noStrike" kern="1200" cap="none" spc="0" normalizeH="0" baseline="0" noProof="0">
                <a:ln>
                  <a:noFill/>
                </a:ln>
                <a:solidFill>
                  <a:srgbClr val="000000"/>
                </a:solidFill>
                <a:effectLst/>
                <a:uLnTx/>
                <a:uFillTx/>
                <a:latin typeface="Courier New" panose="02070409020205090404" pitchFamily="49" charset="0"/>
                <a:ea typeface="宋体" pitchFamily="2" charset="-122"/>
                <a:cs typeface="+mn-cs"/>
              </a:rPr>
              <a:t> malloc(</a:t>
            </a:r>
            <a:r>
              <a:rPr kumimoji="0" lang="en-US" altLang="zh-CN" sz="2000" b="1" i="0" u="none" strike="noStrike" kern="1200" cap="none" spc="0" normalizeH="0" baseline="0" noProof="0">
                <a:ln>
                  <a:noFill/>
                </a:ln>
                <a:solidFill>
                  <a:srgbClr val="0000FF"/>
                </a:solidFill>
                <a:effectLst/>
                <a:uLnTx/>
                <a:uFillTx/>
                <a:latin typeface="Courier New" panose="02070409020205090404" pitchFamily="49" charset="0"/>
                <a:ea typeface="宋体" pitchFamily="2" charset="-122"/>
                <a:cs typeface="+mn-cs"/>
              </a:rPr>
              <a:t>unsigned</a:t>
            </a:r>
            <a:r>
              <a:rPr kumimoji="0" lang="en-US" altLang="zh-CN" sz="2000" b="1" i="0" u="none" strike="noStrike" kern="1200" cap="none" spc="0" normalizeH="0" baseline="0" noProof="0">
                <a:ln>
                  <a:noFill/>
                </a:ln>
                <a:solidFill>
                  <a:srgbClr val="000000"/>
                </a:solidFill>
                <a:effectLst/>
                <a:uLnTx/>
                <a:uFillTx/>
                <a:latin typeface="Courier New" panose="02070409020205090404" pitchFamily="49" charset="0"/>
                <a:ea typeface="宋体" pitchFamily="2" charset="-122"/>
                <a:cs typeface="+mn-cs"/>
              </a:rPr>
              <a:t> </a:t>
            </a:r>
            <a:r>
              <a:rPr kumimoji="0" lang="en-US" altLang="zh-CN" sz="2000" b="1" i="0" u="none" strike="noStrike" kern="1200" cap="none" spc="0" normalizeH="0" baseline="0" noProof="0">
                <a:ln>
                  <a:noFill/>
                </a:ln>
                <a:solidFill>
                  <a:srgbClr val="0000FF"/>
                </a:solidFill>
                <a:effectLst/>
                <a:uLnTx/>
                <a:uFillTx/>
                <a:latin typeface="Courier New" panose="02070409020205090404" pitchFamily="49" charset="0"/>
                <a:ea typeface="宋体" pitchFamily="2" charset="-122"/>
                <a:cs typeface="+mn-cs"/>
              </a:rPr>
              <a:t>int</a:t>
            </a:r>
            <a:r>
              <a:rPr kumimoji="0" lang="en-US" altLang="zh-CN" sz="2000" b="1" i="0" u="none" strike="noStrike" kern="1200" cap="none" spc="0" normalizeH="0" baseline="0" noProof="0">
                <a:ln>
                  <a:noFill/>
                </a:ln>
                <a:solidFill>
                  <a:srgbClr val="000000"/>
                </a:solidFill>
                <a:effectLst/>
                <a:uLnTx/>
                <a:uFillTx/>
                <a:latin typeface="Courier New" panose="02070409020205090404" pitchFamily="49" charset="0"/>
                <a:ea typeface="宋体" pitchFamily="2" charset="-122"/>
                <a:cs typeface="+mn-cs"/>
              </a:rPr>
              <a:t> size);</a:t>
            </a:r>
            <a:endParaRPr kumimoji="0" lang="en-US" altLang="zh-CN" sz="2000" b="1" i="0" u="none" strike="noStrike" kern="1200" cap="none" spc="0" normalizeH="0" baseline="0" noProof="0">
              <a:ln>
                <a:noFill/>
              </a:ln>
              <a:solidFill>
                <a:srgbClr val="000000"/>
              </a:solidFill>
              <a:effectLst/>
              <a:uLnTx/>
              <a:uFillTx/>
              <a:latin typeface="Courier New" panose="02070409020205090404" pitchFamily="49" charset="0"/>
              <a:ea typeface="宋体" pitchFamily="2" charset="-122"/>
              <a:cs typeface="+mn-cs"/>
            </a:endParaRPr>
          </a:p>
        </p:txBody>
      </p:sp>
      <p:sp>
        <p:nvSpPr>
          <p:cNvPr id="710661" name="Rectangle 5"/>
          <p:cNvSpPr>
            <a:spLocks noChangeArrowheads="1"/>
          </p:cNvSpPr>
          <p:nvPr/>
        </p:nvSpPr>
        <p:spPr bwMode="auto">
          <a:xfrm>
            <a:off x="3000375" y="4162425"/>
            <a:ext cx="6624638" cy="863600"/>
          </a:xfrm>
          <a:prstGeom prst="rect">
            <a:avLst/>
          </a:prstGeom>
          <a:solidFill>
            <a:srgbClr val="FFFFCC"/>
          </a:solidFill>
          <a:ln w="28575">
            <a:solidFill>
              <a:srgbClr val="800000"/>
            </a:solidFill>
            <a:miter lim="800000"/>
          </a:ln>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2000" b="1" i="0" u="none" strike="noStrike" kern="1200" cap="none" spc="0" normalizeH="0" baseline="0" noProof="0">
                <a:ln>
                  <a:noFill/>
                </a:ln>
                <a:solidFill>
                  <a:srgbClr val="FF0000"/>
                </a:solidFill>
                <a:effectLst>
                  <a:outerShdw blurRad="38100" dist="38100" dir="2700000" algn="tl">
                    <a:srgbClr val="000000"/>
                  </a:outerShdw>
                </a:effectLst>
                <a:uLnTx/>
                <a:uFillTx/>
                <a:latin typeface="Courier New" panose="02070409020205090404" pitchFamily="49" charset="0"/>
                <a:ea typeface="宋体" pitchFamily="2" charset="-122"/>
                <a:cs typeface="+mn-cs"/>
              </a:rPr>
              <a:t>void*</a:t>
            </a:r>
            <a:r>
              <a:rPr kumimoji="0" lang="en-US" altLang="zh-CN" sz="2000" b="1" i="0" u="none" strike="noStrike" kern="1200" cap="none" spc="0" normalizeH="0" baseline="0" noProof="0">
                <a:ln>
                  <a:noFill/>
                </a:ln>
                <a:solidFill>
                  <a:schemeClr val="tx1"/>
                </a:solidFill>
                <a:effectLst/>
                <a:uLnTx/>
                <a:uFillTx/>
                <a:latin typeface="Courier New" panose="02070409020205090404" pitchFamily="49" charset="0"/>
                <a:ea typeface="宋体" pitchFamily="2" charset="-122"/>
                <a:cs typeface="+mn-cs"/>
              </a:rPr>
              <a:t> calloc(</a:t>
            </a:r>
            <a:r>
              <a:rPr kumimoji="0" lang="en-US" altLang="zh-CN" sz="2000" b="1" i="0" u="none" strike="noStrike" kern="1200" cap="none" spc="0" normalizeH="0" baseline="0" noProof="0">
                <a:ln>
                  <a:noFill/>
                </a:ln>
                <a:solidFill>
                  <a:schemeClr val="accent2"/>
                </a:solidFill>
                <a:effectLst/>
                <a:uLnTx/>
                <a:uFillTx/>
                <a:latin typeface="Courier New" panose="02070409020205090404" pitchFamily="49" charset="0"/>
                <a:ea typeface="宋体" pitchFamily="2" charset="-122"/>
                <a:cs typeface="+mn-cs"/>
              </a:rPr>
              <a:t>unsigned int</a:t>
            </a:r>
            <a:r>
              <a:rPr kumimoji="0" lang="en-US" altLang="zh-CN" sz="2000" b="1" i="0" u="none" strike="noStrike" kern="1200" cap="none" spc="0" normalizeH="0" baseline="0" noProof="0">
                <a:ln>
                  <a:noFill/>
                </a:ln>
                <a:solidFill>
                  <a:schemeClr val="tx1"/>
                </a:solidFill>
                <a:effectLst/>
                <a:uLnTx/>
                <a:uFillTx/>
                <a:latin typeface="Courier New" panose="02070409020205090404" pitchFamily="49" charset="0"/>
                <a:ea typeface="宋体" pitchFamily="2" charset="-122"/>
                <a:cs typeface="+mn-cs"/>
              </a:rPr>
              <a:t> num, </a:t>
            </a:r>
            <a:endParaRPr kumimoji="0" lang="en-US" altLang="zh-CN" sz="2000" b="1" i="0" u="none" strike="noStrike" kern="1200" cap="none" spc="0" normalizeH="0" baseline="0" noProof="0">
              <a:ln>
                <a:noFill/>
              </a:ln>
              <a:solidFill>
                <a:schemeClr val="tx1"/>
              </a:solidFill>
              <a:effectLst/>
              <a:uLnTx/>
              <a:uFillTx/>
              <a:latin typeface="Courier New" panose="02070409020205090404" pitchFamily="49" charset="0"/>
              <a:ea typeface="宋体" pitchFamily="2" charset="-122"/>
              <a:cs typeface="+mn-cs"/>
            </a:endParaRPr>
          </a:p>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2000" b="1" i="0" u="none" strike="noStrike" kern="1200" cap="none" spc="0" normalizeH="0" baseline="0" noProof="0">
                <a:ln>
                  <a:noFill/>
                </a:ln>
                <a:solidFill>
                  <a:schemeClr val="accent2"/>
                </a:solidFill>
                <a:effectLst/>
                <a:uLnTx/>
                <a:uFillTx/>
                <a:latin typeface="Courier New" panose="02070409020205090404" pitchFamily="49" charset="0"/>
                <a:ea typeface="宋体" pitchFamily="2" charset="-122"/>
                <a:cs typeface="+mn-cs"/>
              </a:rPr>
              <a:t>              unsigned</a:t>
            </a:r>
            <a:r>
              <a:rPr kumimoji="0" lang="en-US" altLang="zh-CN" sz="2000" b="1" i="0" u="none" strike="noStrike" kern="1200" cap="none" spc="0" normalizeH="0" baseline="0" noProof="0">
                <a:ln>
                  <a:noFill/>
                </a:ln>
                <a:solidFill>
                  <a:schemeClr val="tx1"/>
                </a:solidFill>
                <a:effectLst/>
                <a:uLnTx/>
                <a:uFillTx/>
                <a:latin typeface="Courier New" panose="02070409020205090404" pitchFamily="49" charset="0"/>
                <a:ea typeface="宋体" pitchFamily="2" charset="-122"/>
                <a:cs typeface="+mn-cs"/>
              </a:rPr>
              <a:t> </a:t>
            </a:r>
            <a:r>
              <a:rPr kumimoji="0" lang="en-US" altLang="zh-CN" sz="2000" b="1" i="0" u="none" strike="noStrike" kern="1200" cap="none" spc="0" normalizeH="0" baseline="0" noProof="0">
                <a:ln>
                  <a:noFill/>
                </a:ln>
                <a:solidFill>
                  <a:schemeClr val="accent2"/>
                </a:solidFill>
                <a:effectLst/>
                <a:uLnTx/>
                <a:uFillTx/>
                <a:latin typeface="Courier New" panose="02070409020205090404" pitchFamily="49" charset="0"/>
                <a:ea typeface="宋体" pitchFamily="2" charset="-122"/>
                <a:cs typeface="+mn-cs"/>
              </a:rPr>
              <a:t>int</a:t>
            </a:r>
            <a:r>
              <a:rPr kumimoji="0" lang="en-US" altLang="zh-CN" sz="2000" b="1" i="0" u="none" strike="noStrike" kern="1200" cap="none" spc="0" normalizeH="0" baseline="0" noProof="0">
                <a:ln>
                  <a:noFill/>
                </a:ln>
                <a:solidFill>
                  <a:schemeClr val="tx1"/>
                </a:solidFill>
                <a:effectLst/>
                <a:uLnTx/>
                <a:uFillTx/>
                <a:latin typeface="Courier New" panose="02070409020205090404" pitchFamily="49" charset="0"/>
                <a:ea typeface="宋体" pitchFamily="2" charset="-122"/>
                <a:cs typeface="+mn-cs"/>
              </a:rPr>
              <a:t> size);</a:t>
            </a:r>
            <a:endParaRPr kumimoji="0" lang="en-US" altLang="zh-CN" sz="2000" b="1" i="0" u="none" strike="noStrike" kern="1200" cap="none" spc="0" normalizeH="0" baseline="0" noProof="0">
              <a:ln>
                <a:noFill/>
              </a:ln>
              <a:solidFill>
                <a:schemeClr val="tx1"/>
              </a:solidFill>
              <a:effectLst/>
              <a:uLnTx/>
              <a:uFillTx/>
              <a:latin typeface="Courier New" panose="02070409020205090404" pitchFamily="49" charset="0"/>
              <a:ea typeface="宋体" pitchFamily="2" charset="-122"/>
              <a:cs typeface="+mn-cs"/>
            </a:endParaRPr>
          </a:p>
        </p:txBody>
      </p:sp>
      <p:sp>
        <p:nvSpPr>
          <p:cNvPr id="710662" name="Rectangle 6"/>
          <p:cNvSpPr>
            <a:spLocks noChangeArrowheads="1"/>
          </p:cNvSpPr>
          <p:nvPr/>
        </p:nvSpPr>
        <p:spPr bwMode="auto">
          <a:xfrm>
            <a:off x="3900488" y="2246313"/>
            <a:ext cx="4572000" cy="708025"/>
          </a:xfrm>
          <a:prstGeom prst="rect">
            <a:avLst/>
          </a:prstGeom>
          <a:noFill/>
          <a:ln w="12700">
            <a:noFill/>
            <a:miter lim="800000"/>
            <a:headEnd type="none" w="sm" len="sm"/>
            <a:tailEnd type="none" w="sm" len="sm"/>
          </a:ln>
          <a:effec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000" b="1" i="0" u="none" strike="noStrike" kern="1200" cap="none" spc="0" normalizeH="0" baseline="0" noProof="0">
                <a:ln>
                  <a:noFill/>
                </a:ln>
                <a:solidFill>
                  <a:srgbClr val="000000"/>
                </a:solidFill>
                <a:effectLst>
                  <a:outerShdw blurRad="38100" dist="38100" dir="2700000" algn="tl">
                    <a:srgbClr val="C0C0C0"/>
                  </a:outerShdw>
                </a:effectLst>
                <a:uLnTx/>
                <a:uFillTx/>
                <a:latin typeface="Courier New" panose="02070409020205090404" pitchFamily="49" charset="0"/>
                <a:ea typeface="宋体" pitchFamily="2" charset="-122"/>
                <a:cs typeface="+mn-cs"/>
              </a:rPr>
              <a:t>#</a:t>
            </a:r>
            <a:r>
              <a:rPr kumimoji="0" lang="en-US" altLang="zh-CN" sz="2000" b="1" i="0" u="none" strike="noStrike" kern="1200" cap="none" spc="0" normalizeH="0" baseline="0" noProof="0">
                <a:ln>
                  <a:noFill/>
                </a:ln>
                <a:solidFill>
                  <a:schemeClr val="accent2"/>
                </a:solidFill>
                <a:effectLst>
                  <a:outerShdw blurRad="38100" dist="38100" dir="2700000" algn="tl">
                    <a:srgbClr val="C0C0C0"/>
                  </a:outerShdw>
                </a:effectLst>
                <a:uLnTx/>
                <a:uFillTx/>
                <a:latin typeface="Courier New" panose="02070409020205090404" pitchFamily="49" charset="0"/>
                <a:ea typeface="宋体" pitchFamily="2" charset="-122"/>
                <a:cs typeface="+mn-cs"/>
              </a:rPr>
              <a:t>include</a:t>
            </a:r>
            <a:r>
              <a:rPr kumimoji="0" lang="en-US" altLang="zh-CN" sz="2000" b="1" i="0" u="none" strike="noStrike" kern="1200" cap="none" spc="0" normalizeH="0" baseline="0" noProof="0">
                <a:ln>
                  <a:noFill/>
                </a:ln>
                <a:solidFill>
                  <a:srgbClr val="000000"/>
                </a:solidFill>
                <a:effectLst>
                  <a:outerShdw blurRad="38100" dist="38100" dir="2700000" algn="tl">
                    <a:srgbClr val="C0C0C0"/>
                  </a:outerShdw>
                </a:effectLst>
                <a:uLnTx/>
                <a:uFillTx/>
                <a:latin typeface="Courier New" panose="02070409020205090404" pitchFamily="49" charset="0"/>
                <a:ea typeface="宋体" pitchFamily="2" charset="-122"/>
                <a:cs typeface="+mn-cs"/>
              </a:rPr>
              <a:t> &lt;stdlib.h&gt;</a:t>
            </a:r>
            <a:r>
              <a:rPr kumimoji="0" lang="zh-CN" altLang="en-US" sz="2000" b="1" i="0" u="none" strike="noStrike" kern="1200" cap="none" spc="0" normalizeH="0" baseline="0" noProof="0">
                <a:ln>
                  <a:noFill/>
                </a:ln>
                <a:solidFill>
                  <a:schemeClr val="tx1"/>
                </a:solidFill>
                <a:effectLst>
                  <a:outerShdw blurRad="38100" dist="38100" dir="2700000" algn="tl">
                    <a:srgbClr val="C0C0C0"/>
                  </a:outerShdw>
                </a:effectLst>
                <a:uLnTx/>
                <a:uFillTx/>
                <a:latin typeface="Courier New" panose="02070409020205090404" pitchFamily="49" charset="0"/>
                <a:ea typeface="宋体" pitchFamily="2" charset="-122"/>
                <a:cs typeface="+mn-cs"/>
              </a:rPr>
              <a:t> </a:t>
            </a:r>
            <a:endParaRPr kumimoji="0" lang="zh-CN" altLang="en-US" sz="2000" b="1" i="0" u="none" strike="noStrike" kern="1200" cap="none" spc="0" normalizeH="0" baseline="0" noProof="0">
              <a:ln>
                <a:noFill/>
              </a:ln>
              <a:solidFill>
                <a:schemeClr val="tx1"/>
              </a:solidFill>
              <a:effectLst>
                <a:outerShdw blurRad="38100" dist="38100" dir="2700000" algn="tl">
                  <a:srgbClr val="C0C0C0"/>
                </a:outerShdw>
              </a:effectLst>
              <a:uLnTx/>
              <a:uFillTx/>
              <a:latin typeface="Courier New" panose="02070409020205090404" pitchFamily="49" charset="0"/>
              <a:ea typeface="宋体"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000" b="1" i="0" u="none" strike="noStrike" kern="1200" cap="none" spc="0" normalizeH="0" baseline="0" noProof="0">
                <a:ln>
                  <a:noFill/>
                </a:ln>
                <a:solidFill>
                  <a:srgbClr val="000000"/>
                </a:solidFill>
                <a:effectLst>
                  <a:outerShdw blurRad="38100" dist="38100" dir="2700000" algn="tl">
                    <a:srgbClr val="C0C0C0"/>
                  </a:outerShdw>
                </a:effectLst>
                <a:uLnTx/>
                <a:uFillTx/>
                <a:latin typeface="Courier New" panose="02070409020205090404" pitchFamily="49" charset="0"/>
                <a:ea typeface="宋体" pitchFamily="2" charset="-122"/>
                <a:cs typeface="+mn-cs"/>
              </a:rPr>
              <a:t>#</a:t>
            </a:r>
            <a:r>
              <a:rPr kumimoji="0" lang="en-US" altLang="zh-CN" sz="2000" b="1" i="0" u="none" strike="noStrike" kern="1200" cap="none" spc="0" normalizeH="0" baseline="0" noProof="0">
                <a:ln>
                  <a:noFill/>
                </a:ln>
                <a:solidFill>
                  <a:schemeClr val="accent2"/>
                </a:solidFill>
                <a:effectLst>
                  <a:outerShdw blurRad="38100" dist="38100" dir="2700000" algn="tl">
                    <a:srgbClr val="C0C0C0"/>
                  </a:outerShdw>
                </a:effectLst>
                <a:uLnTx/>
                <a:uFillTx/>
                <a:latin typeface="Courier New" panose="02070409020205090404" pitchFamily="49" charset="0"/>
                <a:ea typeface="宋体" pitchFamily="2" charset="-122"/>
                <a:cs typeface="+mn-cs"/>
              </a:rPr>
              <a:t>include</a:t>
            </a:r>
            <a:r>
              <a:rPr kumimoji="0" lang="en-US" altLang="zh-CN" sz="2000" b="1" i="0" u="none" strike="noStrike" kern="1200" cap="none" spc="0" normalizeH="0" baseline="0" noProof="0">
                <a:ln>
                  <a:noFill/>
                </a:ln>
                <a:solidFill>
                  <a:srgbClr val="000000"/>
                </a:solidFill>
                <a:effectLst>
                  <a:outerShdw blurRad="38100" dist="38100" dir="2700000" algn="tl">
                    <a:srgbClr val="C0C0C0"/>
                  </a:outerShdw>
                </a:effectLst>
                <a:uLnTx/>
                <a:uFillTx/>
                <a:latin typeface="Courier New" panose="02070409020205090404" pitchFamily="49" charset="0"/>
                <a:ea typeface="宋体" pitchFamily="2" charset="-122"/>
                <a:cs typeface="+mn-cs"/>
              </a:rPr>
              <a:t> &lt;alloc.h&gt;</a:t>
            </a:r>
            <a:endParaRPr kumimoji="0" lang="zh-CN" altLang="en-US" sz="2000" b="1" i="0" u="none" strike="noStrike" kern="1200" cap="none" spc="0" normalizeH="0" baseline="0" noProof="0">
              <a:ln>
                <a:noFill/>
              </a:ln>
              <a:solidFill>
                <a:srgbClr val="000000"/>
              </a:solidFill>
              <a:effectLst>
                <a:outerShdw blurRad="38100" dist="38100" dir="2700000" algn="tl">
                  <a:srgbClr val="C0C0C0"/>
                </a:outerShdw>
              </a:effectLst>
              <a:uLnTx/>
              <a:uFillTx/>
              <a:latin typeface="Courier New" panose="02070409020205090404" pitchFamily="49" charset="0"/>
              <a:ea typeface="宋体" pitchFamily="2" charset="-122"/>
              <a:cs typeface="+mn-cs"/>
            </a:endParaRPr>
          </a:p>
        </p:txBody>
      </p:sp>
      <p:sp>
        <p:nvSpPr>
          <p:cNvPr id="717841" name="Rectangle 17"/>
          <p:cNvSpPr>
            <a:spLocks noChangeArrowheads="1"/>
          </p:cNvSpPr>
          <p:nvPr/>
        </p:nvSpPr>
        <p:spPr bwMode="auto">
          <a:xfrm>
            <a:off x="3011488" y="5300663"/>
            <a:ext cx="6613525" cy="984250"/>
          </a:xfrm>
          <a:prstGeom prst="rect">
            <a:avLst/>
          </a:prstGeom>
          <a:solidFill>
            <a:srgbClr val="FFFFCC"/>
          </a:solidFill>
          <a:ln w="38100">
            <a:solidFill>
              <a:srgbClr val="009900"/>
            </a:solidFill>
            <a:miter lim="800000"/>
            <a:headEnd type="none" w="sm" len="sm"/>
            <a:tailEnd type="none" w="sm" len="sm"/>
          </a:ln>
        </p:spPr>
        <p:txBody>
          <a:bodyPr>
            <a:spAutoFit/>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800" b="1" i="0" u="none" strike="noStrike" kern="1200" cap="none" spc="0" normalizeH="0" baseline="0" noProof="0">
                <a:ln>
                  <a:noFill/>
                </a:ln>
                <a:solidFill>
                  <a:srgbClr val="FF0000"/>
                </a:solidFill>
                <a:effectLst>
                  <a:outerShdw blurRad="38100" dist="38100" dir="2700000" algn="tl">
                    <a:srgbClr val="000000"/>
                  </a:outerShdw>
                </a:effectLst>
                <a:uLnTx/>
                <a:uFillTx/>
                <a:latin typeface="Courier New" panose="02070409020205090404" pitchFamily="49" charset="0"/>
                <a:ea typeface="楷体_GB2312" pitchFamily="49" charset="-122"/>
                <a:cs typeface="+mn-cs"/>
              </a:rPr>
              <a:t>void*</a:t>
            </a:r>
            <a:r>
              <a:rPr kumimoji="0" lang="zh-CN" altLang="en-US" sz="2800" b="1" i="0" u="none" strike="noStrike" kern="1200" cap="none" spc="0" normalizeH="0" baseline="0" noProof="0">
                <a:ln>
                  <a:noFill/>
                </a:ln>
                <a:solidFill>
                  <a:srgbClr val="000066"/>
                </a:solidFill>
                <a:effectLst/>
                <a:uLnTx/>
                <a:uFillTx/>
                <a:latin typeface="Courier New" panose="02070409020205090404" pitchFamily="49" charset="0"/>
                <a:ea typeface="楷体_GB2312" pitchFamily="49" charset="-122"/>
                <a:cs typeface="+mn-cs"/>
              </a:rPr>
              <a:t>类型的指针可以指向任意类型的变量，通常强转</a:t>
            </a:r>
            <a:r>
              <a:rPr kumimoji="0" lang="en-US" altLang="zh-CN" sz="2800" b="1" i="0" u="none" strike="noStrike" kern="1200" cap="none" spc="0" normalizeH="0" baseline="0" noProof="0">
                <a:ln>
                  <a:noFill/>
                </a:ln>
                <a:solidFill>
                  <a:srgbClr val="FF0000"/>
                </a:solidFill>
                <a:effectLst>
                  <a:outerShdw blurRad="38100" dist="38100" dir="2700000" algn="tl">
                    <a:srgbClr val="000000"/>
                  </a:outerShdw>
                </a:effectLst>
                <a:uLnTx/>
                <a:uFillTx/>
                <a:latin typeface="Courier New" panose="02070409020205090404" pitchFamily="49" charset="0"/>
                <a:ea typeface="楷体_GB2312" pitchFamily="49" charset="-122"/>
                <a:cs typeface="+mn-cs"/>
              </a:rPr>
              <a:t>(Type*)</a:t>
            </a:r>
            <a:r>
              <a:rPr kumimoji="0" lang="zh-CN" altLang="en-US" sz="2800" b="1" i="0" u="none" strike="noStrike" kern="1200" cap="none" spc="0" normalizeH="0" baseline="0" noProof="0">
                <a:ln>
                  <a:noFill/>
                </a:ln>
                <a:solidFill>
                  <a:srgbClr val="000066"/>
                </a:solidFill>
                <a:effectLst/>
                <a:uLnTx/>
                <a:uFillTx/>
                <a:latin typeface="Courier New" panose="02070409020205090404" pitchFamily="49" charset="0"/>
                <a:ea typeface="楷体_GB2312" pitchFamily="49" charset="-122"/>
                <a:cs typeface="+mn-cs"/>
              </a:rPr>
              <a:t>为其他类型</a:t>
            </a:r>
            <a:endParaRPr kumimoji="0" lang="zh-CN" altLang="en-US" sz="2800" b="1" i="0" u="none" strike="noStrike" kern="1200" cap="none" spc="0" normalizeH="0" baseline="0" noProof="0">
              <a:ln>
                <a:noFill/>
              </a:ln>
              <a:solidFill>
                <a:srgbClr val="000066"/>
              </a:solidFill>
              <a:effectLst/>
              <a:uLnTx/>
              <a:uFillTx/>
              <a:latin typeface="Courier New" panose="02070409020205090404" pitchFamily="49" charset="0"/>
              <a:ea typeface="楷体_GB2312" pitchFamily="49"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710660"/>
                                        </p:tgtEl>
                                        <p:attrNameLst>
                                          <p:attrName>style.visibility</p:attrName>
                                        </p:attrNameLst>
                                      </p:cBhvr>
                                      <p:to>
                                        <p:strVal val="visible"/>
                                      </p:to>
                                    </p:set>
                                    <p:anim calcmode="lin" valueType="num">
                                      <p:cBhvr>
                                        <p:cTn id="7" dur="500" fill="hold"/>
                                        <p:tgtEl>
                                          <p:spTgt spid="710660"/>
                                        </p:tgtEl>
                                        <p:attrNameLst>
                                          <p:attrName>ppt_w</p:attrName>
                                        </p:attrNameLst>
                                      </p:cBhvr>
                                      <p:tavLst>
                                        <p:tav tm="0">
                                          <p:val>
                                            <p:fltVal val="0"/>
                                          </p:val>
                                        </p:tav>
                                        <p:tav tm="100000">
                                          <p:val>
                                            <p:strVal val="#ppt_w"/>
                                          </p:val>
                                        </p:tav>
                                      </p:tavLst>
                                    </p:anim>
                                    <p:anim calcmode="lin" valueType="num">
                                      <p:cBhvr>
                                        <p:cTn id="8" dur="500" fill="hold"/>
                                        <p:tgtEl>
                                          <p:spTgt spid="710660"/>
                                        </p:tgtEl>
                                        <p:attrNameLst>
                                          <p:attrName>ppt_h</p:attrName>
                                        </p:attrNameLst>
                                      </p:cBhvr>
                                      <p:tavLst>
                                        <p:tav tm="0">
                                          <p:val>
                                            <p:fltVal val="0"/>
                                          </p:val>
                                        </p:tav>
                                        <p:tav tm="100000">
                                          <p:val>
                                            <p:strVal val="#ppt_h"/>
                                          </p:val>
                                        </p:tav>
                                      </p:tavLst>
                                    </p:anim>
                                    <p:animEffect transition="in" filter="fade">
                                      <p:cBhvr>
                                        <p:cTn id="9" dur="500"/>
                                        <p:tgtEl>
                                          <p:spTgt spid="710660"/>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710661"/>
                                        </p:tgtEl>
                                        <p:attrNameLst>
                                          <p:attrName>style.visibility</p:attrName>
                                        </p:attrNameLst>
                                      </p:cBhvr>
                                      <p:to>
                                        <p:strVal val="visible"/>
                                      </p:to>
                                    </p:set>
                                    <p:anim calcmode="lin" valueType="num">
                                      <p:cBhvr>
                                        <p:cTn id="14" dur="500" fill="hold"/>
                                        <p:tgtEl>
                                          <p:spTgt spid="710661"/>
                                        </p:tgtEl>
                                        <p:attrNameLst>
                                          <p:attrName>ppt_w</p:attrName>
                                        </p:attrNameLst>
                                      </p:cBhvr>
                                      <p:tavLst>
                                        <p:tav tm="0">
                                          <p:val>
                                            <p:fltVal val="0"/>
                                          </p:val>
                                        </p:tav>
                                        <p:tav tm="100000">
                                          <p:val>
                                            <p:strVal val="#ppt_w"/>
                                          </p:val>
                                        </p:tav>
                                      </p:tavLst>
                                    </p:anim>
                                    <p:anim calcmode="lin" valueType="num">
                                      <p:cBhvr>
                                        <p:cTn id="15" dur="500" fill="hold"/>
                                        <p:tgtEl>
                                          <p:spTgt spid="710661"/>
                                        </p:tgtEl>
                                        <p:attrNameLst>
                                          <p:attrName>ppt_h</p:attrName>
                                        </p:attrNameLst>
                                      </p:cBhvr>
                                      <p:tavLst>
                                        <p:tav tm="0">
                                          <p:val>
                                            <p:fltVal val="0"/>
                                          </p:val>
                                        </p:tav>
                                        <p:tav tm="100000">
                                          <p:val>
                                            <p:strVal val="#ppt_h"/>
                                          </p:val>
                                        </p:tav>
                                      </p:tavLst>
                                    </p:anim>
                                    <p:animEffect transition="in" filter="fade">
                                      <p:cBhvr>
                                        <p:cTn id="16" dur="500"/>
                                        <p:tgtEl>
                                          <p:spTgt spid="710661"/>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grpId="0" nodeType="clickEffect">
                                  <p:stCondLst>
                                    <p:cond delay="0"/>
                                  </p:stCondLst>
                                  <p:childTnLst>
                                    <p:set>
                                      <p:cBhvr>
                                        <p:cTn id="20" dur="1" fill="hold">
                                          <p:stCondLst>
                                            <p:cond delay="0"/>
                                          </p:stCondLst>
                                        </p:cTn>
                                        <p:tgtEl>
                                          <p:spTgt spid="710662"/>
                                        </p:tgtEl>
                                        <p:attrNameLst>
                                          <p:attrName>style.visibility</p:attrName>
                                        </p:attrNameLst>
                                      </p:cBhvr>
                                      <p:to>
                                        <p:strVal val="visible"/>
                                      </p:to>
                                    </p:set>
                                    <p:anim calcmode="lin" valueType="num">
                                      <p:cBhvr>
                                        <p:cTn id="21" dur="500" fill="hold"/>
                                        <p:tgtEl>
                                          <p:spTgt spid="710662"/>
                                        </p:tgtEl>
                                        <p:attrNameLst>
                                          <p:attrName>ppt_w</p:attrName>
                                        </p:attrNameLst>
                                      </p:cBhvr>
                                      <p:tavLst>
                                        <p:tav tm="0">
                                          <p:val>
                                            <p:fltVal val="0"/>
                                          </p:val>
                                        </p:tav>
                                        <p:tav tm="100000">
                                          <p:val>
                                            <p:strVal val="#ppt_w"/>
                                          </p:val>
                                        </p:tav>
                                      </p:tavLst>
                                    </p:anim>
                                    <p:anim calcmode="lin" valueType="num">
                                      <p:cBhvr>
                                        <p:cTn id="22" dur="500" fill="hold"/>
                                        <p:tgtEl>
                                          <p:spTgt spid="710662"/>
                                        </p:tgtEl>
                                        <p:attrNameLst>
                                          <p:attrName>ppt_h</p:attrName>
                                        </p:attrNameLst>
                                      </p:cBhvr>
                                      <p:tavLst>
                                        <p:tav tm="0">
                                          <p:val>
                                            <p:fltVal val="0"/>
                                          </p:val>
                                        </p:tav>
                                        <p:tav tm="100000">
                                          <p:val>
                                            <p:strVal val="#ppt_h"/>
                                          </p:val>
                                        </p:tav>
                                      </p:tavLst>
                                    </p:anim>
                                    <p:animEffect transition="in" filter="fade">
                                      <p:cBhvr>
                                        <p:cTn id="23" dur="500"/>
                                        <p:tgtEl>
                                          <p:spTgt spid="710662"/>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grpId="0" nodeType="clickEffect">
                                  <p:stCondLst>
                                    <p:cond delay="0"/>
                                  </p:stCondLst>
                                  <p:childTnLst>
                                    <p:set>
                                      <p:cBhvr>
                                        <p:cTn id="27" dur="1" fill="hold">
                                          <p:stCondLst>
                                            <p:cond delay="0"/>
                                          </p:stCondLst>
                                        </p:cTn>
                                        <p:tgtEl>
                                          <p:spTgt spid="717841"/>
                                        </p:tgtEl>
                                        <p:attrNameLst>
                                          <p:attrName>style.visibility</p:attrName>
                                        </p:attrNameLst>
                                      </p:cBhvr>
                                      <p:to>
                                        <p:strVal val="visible"/>
                                      </p:to>
                                    </p:set>
                                    <p:anim calcmode="lin" valueType="num">
                                      <p:cBhvr>
                                        <p:cTn id="28" dur="500" fill="hold"/>
                                        <p:tgtEl>
                                          <p:spTgt spid="717841"/>
                                        </p:tgtEl>
                                        <p:attrNameLst>
                                          <p:attrName>ppt_w</p:attrName>
                                        </p:attrNameLst>
                                      </p:cBhvr>
                                      <p:tavLst>
                                        <p:tav tm="0">
                                          <p:val>
                                            <p:fltVal val="0"/>
                                          </p:val>
                                        </p:tav>
                                        <p:tav tm="100000">
                                          <p:val>
                                            <p:strVal val="#ppt_w"/>
                                          </p:val>
                                        </p:tav>
                                      </p:tavLst>
                                    </p:anim>
                                    <p:anim calcmode="lin" valueType="num">
                                      <p:cBhvr>
                                        <p:cTn id="29" dur="500" fill="hold"/>
                                        <p:tgtEl>
                                          <p:spTgt spid="717841"/>
                                        </p:tgtEl>
                                        <p:attrNameLst>
                                          <p:attrName>ppt_h</p:attrName>
                                        </p:attrNameLst>
                                      </p:cBhvr>
                                      <p:tavLst>
                                        <p:tav tm="0">
                                          <p:val>
                                            <p:fltVal val="0"/>
                                          </p:val>
                                        </p:tav>
                                        <p:tav tm="100000">
                                          <p:val>
                                            <p:strVal val="#ppt_h"/>
                                          </p:val>
                                        </p:tav>
                                      </p:tavLst>
                                    </p:anim>
                                    <p:animEffect transition="in" filter="fade">
                                      <p:cBhvr>
                                        <p:cTn id="30" dur="500"/>
                                        <p:tgtEl>
                                          <p:spTgt spid="7178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0660" grpId="0" animBg="1"/>
      <p:bldP spid="710661" grpId="0" animBg="1"/>
      <p:bldP spid="710662" grpId="0"/>
      <p:bldP spid="717841" grpId="0" animBg="1"/>
    </p:bldLst>
  </p:timing>
</p:sld>
</file>

<file path=ppt/slides/slide9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5954" name="Rectangle 2"/>
          <p:cNvSpPr>
            <a:spLocks noGrp="1"/>
          </p:cNvSpPr>
          <p:nvPr>
            <p:ph type="title" idx="4294967295"/>
          </p:nvPr>
        </p:nvSpPr>
        <p:spPr/>
        <p:txBody>
          <a:bodyPr vert="horz" wrap="square" lIns="91440" tIns="45720" rIns="91440" bIns="45720" anchor="ctr" anchorCtr="0"/>
          <a:lstStyle/>
          <a:p>
            <a:r>
              <a:rPr lang="en-US" altLang="zh-CN" dirty="0"/>
              <a:t>3.5.2 </a:t>
            </a:r>
            <a:r>
              <a:rPr lang="zh-CN" altLang="en-US" dirty="0"/>
              <a:t>动态内存分配函数</a:t>
            </a:r>
            <a:endParaRPr lang="en-US" altLang="zh-CN" dirty="0"/>
          </a:p>
        </p:txBody>
      </p:sp>
      <p:sp>
        <p:nvSpPr>
          <p:cNvPr id="10243" name="Rectangle 3"/>
          <p:cNvSpPr>
            <a:spLocks noGrp="1" noChangeArrowheads="1"/>
          </p:cNvSpPr>
          <p:nvPr>
            <p:ph type="body" idx="4294967295"/>
          </p:nvPr>
        </p:nvSpPr>
        <p:spPr>
          <a:xfrm>
            <a:off x="1992313" y="1484313"/>
            <a:ext cx="8207375" cy="720725"/>
          </a:xfrm>
        </p:spPr>
        <p:txBody>
          <a:bodyPr vert="horz" wrap="square" lIns="91440" tIns="45720" rIns="91440" bIns="45720" numCol="1" anchor="t" anchorCtr="0" compatLnSpc="1"/>
          <a:lstStyle/>
          <a:p>
            <a:pPr marL="342900" marR="0" lvl="0" indent="-342900" algn="l" defTabSz="914400" rtl="0" eaLnBrk="1" fontAlgn="base" latinLnBrk="0" hangingPunct="0">
              <a:lnSpc>
                <a:spcPct val="95000"/>
              </a:lnSpc>
              <a:spcBef>
                <a:spcPts val="575"/>
              </a:spcBef>
              <a:spcAft>
                <a:spcPct val="0"/>
              </a:spcAft>
              <a:buClr>
                <a:schemeClr val="tx2"/>
              </a:buClr>
              <a:buSzPct val="50000"/>
              <a:buFont typeface="Wingdings" panose="05000000000000000000" pitchFamily="2" charset="2"/>
              <a:buChar char="n"/>
              <a:defRPr/>
            </a:pPr>
            <a:r>
              <a:rPr kumimoji="0" lang="zh-CN" altLang="en-US" sz="3200" b="0" i="0" u="none" strike="noStrike" kern="1200" cap="none" spc="0" normalizeH="0" baseline="0" noProof="0" dirty="0">
                <a:ln>
                  <a:noFill/>
                </a:ln>
                <a:solidFill>
                  <a:schemeClr val="tx1"/>
                </a:solidFill>
                <a:effectLst/>
                <a:uLnTx/>
                <a:uFillTx/>
                <a:latin typeface="+mn-ea"/>
                <a:ea typeface="+mn-ea"/>
                <a:cs typeface="+mn-cs"/>
              </a:rPr>
              <a:t>两种动态分配内存的方法</a:t>
            </a:r>
            <a:r>
              <a:rPr kumimoji="0" lang="en-US" altLang="zh-CN" sz="3200" b="0" i="0" u="none" strike="noStrike" kern="1200" cap="none" spc="0" normalizeH="0" baseline="0" noProof="0" dirty="0">
                <a:ln>
                  <a:noFill/>
                </a:ln>
                <a:solidFill>
                  <a:schemeClr val="tx1"/>
                </a:solidFill>
                <a:effectLst/>
                <a:uLnTx/>
                <a:uFillTx/>
                <a:latin typeface="+mn-ea"/>
                <a:ea typeface="+mn-ea"/>
                <a:cs typeface="+mn-cs"/>
              </a:rPr>
              <a:t>:</a:t>
            </a:r>
            <a:endParaRPr kumimoji="0" lang="en-US" altLang="zh-CN" sz="3200" b="0" i="0" u="none" strike="noStrike" kern="1200" cap="none" spc="0" normalizeH="0" baseline="0" noProof="0" dirty="0">
              <a:ln>
                <a:noFill/>
              </a:ln>
              <a:solidFill>
                <a:srgbClr val="000000"/>
              </a:solidFill>
              <a:effectLst/>
              <a:uLnTx/>
              <a:uFillTx/>
              <a:latin typeface="+mn-ea"/>
              <a:ea typeface="+mn-ea"/>
              <a:cs typeface="+mn-cs"/>
            </a:endParaRPr>
          </a:p>
        </p:txBody>
      </p:sp>
      <p:sp>
        <p:nvSpPr>
          <p:cNvPr id="710660" name="Rectangle 4"/>
          <p:cNvSpPr/>
          <p:nvPr/>
        </p:nvSpPr>
        <p:spPr>
          <a:xfrm>
            <a:off x="2351088" y="2133600"/>
            <a:ext cx="7632700" cy="646113"/>
          </a:xfrm>
          <a:prstGeom prst="rect">
            <a:avLst/>
          </a:prstGeom>
          <a:solidFill>
            <a:srgbClr val="FFFFCC"/>
          </a:solidFill>
          <a:ln w="28575" cap="flat" cmpd="sng">
            <a:solidFill>
              <a:srgbClr val="800000"/>
            </a:solidFill>
            <a:prstDash val="solid"/>
            <a:miter/>
            <a:headEnd type="none" w="med" len="med"/>
            <a:tailEnd type="none" w="med" len="med"/>
          </a:ln>
        </p:spPr>
        <p:txBody>
          <a:bodyPr wrap="none" anchor="ctr" anchorCtr="0"/>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algn="ctr" eaLnBrk="1" hangingPunct="1">
              <a:spcBef>
                <a:spcPct val="20000"/>
              </a:spcBef>
              <a:buClr>
                <a:srgbClr val="FFCC66"/>
              </a:buClr>
              <a:buSzPct val="80000"/>
              <a:buFont typeface="Monotype Sorts"/>
              <a:buNone/>
            </a:pPr>
            <a:r>
              <a:rPr lang="en-US" altLang="zh-CN" sz="2800" b="1" dirty="0">
                <a:solidFill>
                  <a:srgbClr val="0000FF"/>
                </a:solidFill>
                <a:latin typeface="Courier New" panose="02070409020205090404" pitchFamily="49" charset="0"/>
                <a:ea typeface="宋体" pitchFamily="2" charset="-122"/>
              </a:rPr>
              <a:t>void</a:t>
            </a:r>
            <a:r>
              <a:rPr lang="en-US" altLang="zh-CN" sz="2800" b="1" dirty="0">
                <a:solidFill>
                  <a:srgbClr val="000000"/>
                </a:solidFill>
                <a:latin typeface="Courier New" panose="02070409020205090404" pitchFamily="49" charset="0"/>
                <a:ea typeface="宋体" pitchFamily="2" charset="-122"/>
              </a:rPr>
              <a:t>* malloc(</a:t>
            </a:r>
            <a:r>
              <a:rPr lang="en-US" altLang="zh-CN" sz="2800" b="1" dirty="0">
                <a:solidFill>
                  <a:srgbClr val="0000FF"/>
                </a:solidFill>
                <a:latin typeface="Courier New" panose="02070409020205090404" pitchFamily="49" charset="0"/>
                <a:ea typeface="宋体" pitchFamily="2" charset="-122"/>
              </a:rPr>
              <a:t>unsigned</a:t>
            </a:r>
            <a:r>
              <a:rPr lang="en-US" altLang="zh-CN" sz="2800" b="1" dirty="0">
                <a:solidFill>
                  <a:srgbClr val="000000"/>
                </a:solidFill>
                <a:latin typeface="Courier New" panose="02070409020205090404" pitchFamily="49" charset="0"/>
                <a:ea typeface="宋体" pitchFamily="2" charset="-122"/>
              </a:rPr>
              <a:t> </a:t>
            </a:r>
            <a:r>
              <a:rPr lang="en-US" altLang="zh-CN" sz="2800" b="1" dirty="0">
                <a:solidFill>
                  <a:srgbClr val="0000FF"/>
                </a:solidFill>
                <a:latin typeface="Courier New" panose="02070409020205090404" pitchFamily="49" charset="0"/>
                <a:ea typeface="宋体" pitchFamily="2" charset="-122"/>
              </a:rPr>
              <a:t>int</a:t>
            </a:r>
            <a:r>
              <a:rPr lang="en-US" altLang="zh-CN" sz="2800" b="1" dirty="0">
                <a:solidFill>
                  <a:srgbClr val="000000"/>
                </a:solidFill>
                <a:latin typeface="Courier New" panose="02070409020205090404" pitchFamily="49" charset="0"/>
                <a:ea typeface="宋体" pitchFamily="2" charset="-122"/>
              </a:rPr>
              <a:t> size);</a:t>
            </a:r>
            <a:endParaRPr lang="en-US" altLang="zh-CN" sz="2800" b="1" dirty="0">
              <a:solidFill>
                <a:srgbClr val="000000"/>
              </a:solidFill>
              <a:latin typeface="Courier New" panose="02070409020205090404" pitchFamily="49" charset="0"/>
              <a:ea typeface="宋体" pitchFamily="2" charset="-122"/>
            </a:endParaRPr>
          </a:p>
        </p:txBody>
      </p:sp>
      <p:sp>
        <p:nvSpPr>
          <p:cNvPr id="710661" name="Rectangle 5"/>
          <p:cNvSpPr/>
          <p:nvPr/>
        </p:nvSpPr>
        <p:spPr>
          <a:xfrm>
            <a:off x="2351088" y="4221163"/>
            <a:ext cx="7632700" cy="1006475"/>
          </a:xfrm>
          <a:prstGeom prst="rect">
            <a:avLst/>
          </a:prstGeom>
          <a:solidFill>
            <a:srgbClr val="FFFFCC"/>
          </a:solidFill>
          <a:ln w="28575" cap="flat" cmpd="sng">
            <a:solidFill>
              <a:srgbClr val="800000"/>
            </a:solidFill>
            <a:prstDash val="solid"/>
            <a:miter/>
            <a:headEnd type="none" w="med" len="med"/>
            <a:tailEnd type="none" w="med" len="med"/>
          </a:ln>
        </p:spPr>
        <p:txBody>
          <a:bodyPr wrap="none" anchor="ctr" anchorCtr="0"/>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algn="ctr" eaLnBrk="1" hangingPunct="1">
              <a:lnSpc>
                <a:spcPct val="100000"/>
              </a:lnSpc>
              <a:spcBef>
                <a:spcPct val="0"/>
              </a:spcBef>
              <a:buClrTx/>
              <a:buSzTx/>
              <a:buFontTx/>
              <a:buNone/>
            </a:pPr>
            <a:r>
              <a:rPr lang="en-US" altLang="zh-CN" sz="2800" b="1" dirty="0">
                <a:solidFill>
                  <a:schemeClr val="accent2"/>
                </a:solidFill>
                <a:latin typeface="Courier New" panose="02070409020205090404" pitchFamily="49" charset="0"/>
                <a:ea typeface="宋体" pitchFamily="2" charset="-122"/>
              </a:rPr>
              <a:t>void</a:t>
            </a:r>
            <a:r>
              <a:rPr lang="en-US" altLang="zh-CN" sz="2800" b="1" dirty="0">
                <a:latin typeface="Courier New" panose="02070409020205090404" pitchFamily="49" charset="0"/>
                <a:ea typeface="宋体" pitchFamily="2" charset="-122"/>
              </a:rPr>
              <a:t>* calloc(</a:t>
            </a:r>
            <a:r>
              <a:rPr lang="en-US" altLang="zh-CN" sz="2800" b="1" dirty="0">
                <a:solidFill>
                  <a:schemeClr val="accent2"/>
                </a:solidFill>
                <a:latin typeface="Courier New" panose="02070409020205090404" pitchFamily="49" charset="0"/>
                <a:ea typeface="宋体" pitchFamily="2" charset="-122"/>
              </a:rPr>
              <a:t>unsigned int</a:t>
            </a:r>
            <a:r>
              <a:rPr lang="en-US" altLang="zh-CN" sz="2800" b="1" dirty="0">
                <a:latin typeface="Courier New" panose="02070409020205090404" pitchFamily="49" charset="0"/>
                <a:ea typeface="宋体" pitchFamily="2" charset="-122"/>
              </a:rPr>
              <a:t> num, </a:t>
            </a:r>
            <a:endParaRPr lang="en-US" altLang="zh-CN" sz="2800" b="1" dirty="0">
              <a:latin typeface="Courier New" panose="02070409020205090404" pitchFamily="49" charset="0"/>
              <a:ea typeface="宋体" pitchFamily="2" charset="-122"/>
            </a:endParaRPr>
          </a:p>
          <a:p>
            <a:pPr marL="0" lvl="0" indent="0" algn="ctr" eaLnBrk="1" hangingPunct="1">
              <a:lnSpc>
                <a:spcPct val="100000"/>
              </a:lnSpc>
              <a:spcBef>
                <a:spcPct val="0"/>
              </a:spcBef>
              <a:buClrTx/>
              <a:buSzTx/>
              <a:buFontTx/>
              <a:buNone/>
            </a:pPr>
            <a:r>
              <a:rPr lang="en-US" altLang="zh-CN" sz="2800" b="1" dirty="0">
                <a:solidFill>
                  <a:schemeClr val="accent2"/>
                </a:solidFill>
                <a:latin typeface="Courier New" panose="02070409020205090404" pitchFamily="49" charset="0"/>
                <a:ea typeface="宋体" pitchFamily="2" charset="-122"/>
              </a:rPr>
              <a:t>              unsigned</a:t>
            </a:r>
            <a:r>
              <a:rPr lang="en-US" altLang="zh-CN" sz="2800" b="1" dirty="0">
                <a:latin typeface="Courier New" panose="02070409020205090404" pitchFamily="49" charset="0"/>
                <a:ea typeface="宋体" pitchFamily="2" charset="-122"/>
              </a:rPr>
              <a:t> </a:t>
            </a:r>
            <a:r>
              <a:rPr lang="en-US" altLang="zh-CN" sz="2800" b="1" dirty="0">
                <a:solidFill>
                  <a:schemeClr val="accent2"/>
                </a:solidFill>
                <a:latin typeface="Courier New" panose="02070409020205090404" pitchFamily="49" charset="0"/>
                <a:ea typeface="宋体" pitchFamily="2" charset="-122"/>
              </a:rPr>
              <a:t>int</a:t>
            </a:r>
            <a:r>
              <a:rPr lang="en-US" altLang="zh-CN" sz="2800" b="1" dirty="0">
                <a:latin typeface="Courier New" panose="02070409020205090404" pitchFamily="49" charset="0"/>
                <a:ea typeface="宋体" pitchFamily="2" charset="-122"/>
              </a:rPr>
              <a:t> size);</a:t>
            </a:r>
            <a:endParaRPr lang="en-US" altLang="zh-CN" sz="2800" b="1" dirty="0">
              <a:latin typeface="Courier New" panose="02070409020205090404" pitchFamily="49" charset="0"/>
              <a:ea typeface="宋体" pitchFamily="2" charset="-122"/>
            </a:endParaRPr>
          </a:p>
        </p:txBody>
      </p:sp>
      <p:sp>
        <p:nvSpPr>
          <p:cNvPr id="711685" name="Rectangle 5"/>
          <p:cNvSpPr>
            <a:spLocks noChangeArrowheads="1"/>
          </p:cNvSpPr>
          <p:nvPr/>
        </p:nvSpPr>
        <p:spPr bwMode="auto">
          <a:xfrm>
            <a:off x="2351088" y="2925763"/>
            <a:ext cx="7620000" cy="1079500"/>
          </a:xfrm>
          <a:prstGeom prst="rect">
            <a:avLst/>
          </a:prstGeom>
          <a:noFill/>
          <a:ln w="28575">
            <a:solidFill>
              <a:srgbClr val="009900"/>
            </a:solidFill>
            <a:miter lim="800000"/>
          </a:ln>
        </p:spPr>
        <p:txBody>
          <a:bodyPr wrap="none" anchor="ctr"/>
          <a:lstStyle>
            <a:lvl1pPr marL="342900" indent="-342900">
              <a:defRPr sz="2400">
                <a:solidFill>
                  <a:schemeClr val="tx1"/>
                </a:solidFill>
                <a:latin typeface="Times New Roman" panose="02020503050405090304" pitchFamily="18" charset="0"/>
              </a:defRPr>
            </a:lvl1pPr>
            <a:lvl2pPr marL="800100" indent="-34290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pPr marL="800100" marR="0" lvl="1" indent="-342900" algn="l" defTabSz="914400" rtl="0" eaLnBrk="1" fontAlgn="base" latinLnBrk="0" hangingPunct="1">
              <a:lnSpc>
                <a:spcPct val="110000"/>
              </a:lnSpc>
              <a:spcBef>
                <a:spcPct val="0"/>
              </a:spcBef>
              <a:spcAft>
                <a:spcPct val="0"/>
              </a:spcAft>
              <a:buClrTx/>
              <a:buSzTx/>
              <a:buFont typeface="Arial" panose="020B0604020202090204" pitchFamily="34" charset="0"/>
              <a:buChar char="•"/>
              <a:defRPr/>
            </a:pPr>
            <a:r>
              <a:rPr kumimoji="0" lang="zh-CN" altLang="en-US" sz="2400" b="1" i="0" u="none" strike="noStrike" kern="1200" cap="none" spc="0" normalizeH="0" baseline="0" noProof="0">
                <a:ln>
                  <a:noFill/>
                </a:ln>
                <a:solidFill>
                  <a:srgbClr val="000066"/>
                </a:solidFill>
                <a:effectLst/>
                <a:uLnTx/>
                <a:uFillTx/>
                <a:latin typeface="Courier New" panose="02070409020205090404" pitchFamily="49" charset="0"/>
                <a:ea typeface="楷体_GB2312" pitchFamily="49" charset="-122"/>
                <a:cs typeface="+mn-cs"/>
              </a:rPr>
              <a:t>向系统申请大小为</a:t>
            </a:r>
            <a:r>
              <a:rPr kumimoji="0" lang="en-US" altLang="zh-CN" sz="2400" b="1" i="0" u="none" strike="noStrike" kern="1200" cap="none" spc="0" normalizeH="0" baseline="0" noProof="0">
                <a:ln>
                  <a:noFill/>
                </a:ln>
                <a:solidFill>
                  <a:schemeClr val="tx1"/>
                </a:solidFill>
                <a:effectLst>
                  <a:outerShdw blurRad="38100" dist="38100" dir="2700000" algn="tl">
                    <a:srgbClr val="C0C0C0"/>
                  </a:outerShdw>
                </a:effectLst>
                <a:uLnTx/>
                <a:uFillTx/>
                <a:latin typeface="Courier New" panose="02070409020205090404" pitchFamily="49" charset="0"/>
                <a:ea typeface="楷体_GB2312" pitchFamily="49" charset="-122"/>
                <a:cs typeface="+mn-cs"/>
              </a:rPr>
              <a:t>size</a:t>
            </a:r>
            <a:r>
              <a:rPr kumimoji="0" lang="zh-CN" altLang="en-US" sz="2400" b="1" i="0" u="none" strike="noStrike" kern="1200" cap="none" spc="0" normalizeH="0" baseline="0" noProof="0">
                <a:ln>
                  <a:noFill/>
                </a:ln>
                <a:solidFill>
                  <a:srgbClr val="000066"/>
                </a:solidFill>
                <a:effectLst/>
                <a:uLnTx/>
                <a:uFillTx/>
                <a:latin typeface="Courier New" panose="02070409020205090404" pitchFamily="49" charset="0"/>
                <a:ea typeface="楷体_GB2312" pitchFamily="49" charset="-122"/>
                <a:cs typeface="+mn-cs"/>
              </a:rPr>
              <a:t>的内存块</a:t>
            </a:r>
            <a:endParaRPr kumimoji="0" lang="en-US" altLang="zh-CN" sz="2400" b="1" i="0" u="none" strike="noStrike" kern="1200" cap="none" spc="0" normalizeH="0" baseline="0" noProof="0">
              <a:ln>
                <a:noFill/>
              </a:ln>
              <a:solidFill>
                <a:srgbClr val="000066"/>
              </a:solidFill>
              <a:effectLst/>
              <a:uLnTx/>
              <a:uFillTx/>
              <a:latin typeface="Courier New" panose="02070409020205090404" pitchFamily="49" charset="0"/>
              <a:ea typeface="楷体_GB2312" pitchFamily="49" charset="-122"/>
              <a:cs typeface="+mn-cs"/>
            </a:endParaRPr>
          </a:p>
          <a:p>
            <a:pPr marL="800100" marR="0" lvl="1" indent="-342900" algn="l" defTabSz="914400" rtl="0" eaLnBrk="1" fontAlgn="base" latinLnBrk="0" hangingPunct="1">
              <a:lnSpc>
                <a:spcPct val="110000"/>
              </a:lnSpc>
              <a:spcBef>
                <a:spcPct val="0"/>
              </a:spcBef>
              <a:spcAft>
                <a:spcPct val="0"/>
              </a:spcAft>
              <a:buClrTx/>
              <a:buSzTx/>
              <a:buFont typeface="Arial" panose="020B0604020202090204" pitchFamily="34" charset="0"/>
              <a:buChar char="•"/>
              <a:defRPr/>
            </a:pPr>
            <a:r>
              <a:rPr kumimoji="0" lang="zh-CN" altLang="en-US" sz="2400" b="1" i="0" u="none" strike="noStrike" kern="1200" cap="none" spc="0" normalizeH="0" baseline="0" noProof="0">
                <a:ln>
                  <a:noFill/>
                </a:ln>
                <a:solidFill>
                  <a:srgbClr val="000066"/>
                </a:solidFill>
                <a:effectLst/>
                <a:uLnTx/>
                <a:uFillTx/>
                <a:latin typeface="Courier New" panose="02070409020205090404" pitchFamily="49" charset="0"/>
                <a:ea typeface="楷体_GB2312" pitchFamily="49" charset="-122"/>
                <a:cs typeface="+mn-cs"/>
              </a:rPr>
              <a:t>把首地址返回，若申请不成功则返回</a:t>
            </a:r>
            <a:r>
              <a:rPr kumimoji="0" lang="en-US" altLang="zh-CN" sz="2400" b="1" i="0" u="none" strike="noStrike" kern="1200" cap="none" spc="0" normalizeH="0" baseline="0" noProof="0">
                <a:ln>
                  <a:noFill/>
                </a:ln>
                <a:solidFill>
                  <a:schemeClr val="tx1"/>
                </a:solidFill>
                <a:effectLst>
                  <a:outerShdw blurRad="38100" dist="38100" dir="2700000" algn="tl">
                    <a:srgbClr val="C0C0C0"/>
                  </a:outerShdw>
                </a:effectLst>
                <a:uLnTx/>
                <a:uFillTx/>
                <a:latin typeface="Courier New" panose="02070409020205090404" pitchFamily="49" charset="0"/>
                <a:ea typeface="楷体_GB2312" pitchFamily="49" charset="-122"/>
                <a:cs typeface="+mn-cs"/>
              </a:rPr>
              <a:t>NULL</a:t>
            </a:r>
            <a:endParaRPr kumimoji="0" lang="zh-CN" altLang="en-US" sz="2400" b="1" i="0" u="none" strike="noStrike" kern="1200" cap="none" spc="0" normalizeH="0" baseline="0" noProof="0">
              <a:ln>
                <a:noFill/>
              </a:ln>
              <a:solidFill>
                <a:schemeClr val="tx1"/>
              </a:solidFill>
              <a:effectLst>
                <a:outerShdw blurRad="38100" dist="38100" dir="2700000" algn="tl">
                  <a:srgbClr val="C0C0C0"/>
                </a:outerShdw>
              </a:effectLst>
              <a:uLnTx/>
              <a:uFillTx/>
              <a:latin typeface="Courier New" panose="02070409020205090404" pitchFamily="49" charset="0"/>
              <a:ea typeface="楷体_GB2312" pitchFamily="49" charset="-122"/>
              <a:cs typeface="+mn-cs"/>
            </a:endParaRPr>
          </a:p>
        </p:txBody>
      </p:sp>
      <p:sp>
        <p:nvSpPr>
          <p:cNvPr id="2" name="Rectangle 5"/>
          <p:cNvSpPr/>
          <p:nvPr/>
        </p:nvSpPr>
        <p:spPr>
          <a:xfrm>
            <a:off x="2351088" y="5360988"/>
            <a:ext cx="7620000" cy="1006475"/>
          </a:xfrm>
          <a:prstGeom prst="rect">
            <a:avLst/>
          </a:prstGeom>
          <a:noFill/>
          <a:ln w="28575" cap="flat" cmpd="sng">
            <a:solidFill>
              <a:srgbClr val="009900"/>
            </a:solidFill>
            <a:prstDash val="solid"/>
            <a:miter/>
            <a:headEnd type="none" w="med" len="med"/>
            <a:tailEnd type="none" w="med" len="med"/>
          </a:ln>
        </p:spPr>
        <p:txBody>
          <a:bodyPr wrap="none" anchor="ctr" anchorCtr="0"/>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800100" lvl="1" indent="-342900" eaLnBrk="1" hangingPunct="1">
              <a:lnSpc>
                <a:spcPct val="110000"/>
              </a:lnSpc>
              <a:spcBef>
                <a:spcPct val="0"/>
              </a:spcBef>
              <a:buClrTx/>
              <a:buSzTx/>
              <a:buFont typeface="Arial" panose="020B0604020202090204" pitchFamily="34" charset="0"/>
              <a:buChar char="•"/>
            </a:pPr>
            <a:r>
              <a:rPr lang="zh-CN" altLang="zh-CN" sz="2400" b="1" dirty="0">
                <a:solidFill>
                  <a:srgbClr val="000066"/>
                </a:solidFill>
                <a:latin typeface="Courier New" panose="02070409020205090404" pitchFamily="49" charset="0"/>
                <a:ea typeface="楷体_GB2312" pitchFamily="49" charset="-122"/>
              </a:rPr>
              <a:t>向系统申请num个size大小的内存块</a:t>
            </a:r>
            <a:endParaRPr lang="zh-CN" altLang="zh-CN" sz="2400" b="1" dirty="0">
              <a:solidFill>
                <a:srgbClr val="000066"/>
              </a:solidFill>
              <a:latin typeface="Courier New" panose="02070409020205090404" pitchFamily="49" charset="0"/>
              <a:ea typeface="楷体_GB2312" pitchFamily="49" charset="-122"/>
            </a:endParaRPr>
          </a:p>
          <a:p>
            <a:pPr marL="800100" lvl="1" indent="-342900" eaLnBrk="1" hangingPunct="1">
              <a:lnSpc>
                <a:spcPct val="110000"/>
              </a:lnSpc>
              <a:spcBef>
                <a:spcPct val="0"/>
              </a:spcBef>
              <a:buClrTx/>
              <a:buSzTx/>
              <a:buFont typeface="Arial" panose="020B0604020202090204" pitchFamily="34" charset="0"/>
              <a:buChar char="•"/>
            </a:pPr>
            <a:r>
              <a:rPr lang="zh-CN" altLang="zh-CN" sz="2400" b="1" dirty="0">
                <a:solidFill>
                  <a:srgbClr val="000066"/>
                </a:solidFill>
                <a:latin typeface="Courier New" panose="02070409020205090404" pitchFamily="49" charset="0"/>
                <a:ea typeface="楷体_GB2312" pitchFamily="49" charset="-122"/>
              </a:rPr>
              <a:t>把首地址返回，若申请不成功则返回NULL</a:t>
            </a:r>
            <a:endParaRPr lang="zh-CN" altLang="en-US" sz="2400" b="1" dirty="0">
              <a:solidFill>
                <a:srgbClr val="000066"/>
              </a:solidFill>
              <a:latin typeface="Courier New" panose="02070409020205090404" pitchFamily="49" charset="0"/>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710660"/>
                                        </p:tgtEl>
                                        <p:attrNameLst>
                                          <p:attrName>style.visibility</p:attrName>
                                        </p:attrNameLst>
                                      </p:cBhvr>
                                      <p:to>
                                        <p:strVal val="visible"/>
                                      </p:to>
                                    </p:set>
                                    <p:anim calcmode="lin" valueType="num">
                                      <p:cBhvr>
                                        <p:cTn id="7" dur="500" fill="hold"/>
                                        <p:tgtEl>
                                          <p:spTgt spid="710660"/>
                                        </p:tgtEl>
                                        <p:attrNameLst>
                                          <p:attrName>ppt_w</p:attrName>
                                        </p:attrNameLst>
                                      </p:cBhvr>
                                      <p:tavLst>
                                        <p:tav tm="0">
                                          <p:val>
                                            <p:fltVal val="0"/>
                                          </p:val>
                                        </p:tav>
                                        <p:tav tm="100000">
                                          <p:val>
                                            <p:strVal val="#ppt_w"/>
                                          </p:val>
                                        </p:tav>
                                      </p:tavLst>
                                    </p:anim>
                                    <p:anim calcmode="lin" valueType="num">
                                      <p:cBhvr>
                                        <p:cTn id="8" dur="500" fill="hold"/>
                                        <p:tgtEl>
                                          <p:spTgt spid="710660"/>
                                        </p:tgtEl>
                                        <p:attrNameLst>
                                          <p:attrName>ppt_h</p:attrName>
                                        </p:attrNameLst>
                                      </p:cBhvr>
                                      <p:tavLst>
                                        <p:tav tm="0">
                                          <p:val>
                                            <p:fltVal val="0"/>
                                          </p:val>
                                        </p:tav>
                                        <p:tav tm="100000">
                                          <p:val>
                                            <p:strVal val="#ppt_h"/>
                                          </p:val>
                                        </p:tav>
                                      </p:tavLst>
                                    </p:anim>
                                    <p:animEffect transition="in" filter="fade">
                                      <p:cBhvr>
                                        <p:cTn id="9" dur="500"/>
                                        <p:tgtEl>
                                          <p:spTgt spid="710660"/>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711685"/>
                                        </p:tgtEl>
                                        <p:attrNameLst>
                                          <p:attrName>style.visibility</p:attrName>
                                        </p:attrNameLst>
                                      </p:cBhvr>
                                      <p:to>
                                        <p:strVal val="visible"/>
                                      </p:to>
                                    </p:set>
                                    <p:anim calcmode="lin" valueType="num">
                                      <p:cBhvr>
                                        <p:cTn id="14" dur="500" fill="hold"/>
                                        <p:tgtEl>
                                          <p:spTgt spid="711685"/>
                                        </p:tgtEl>
                                        <p:attrNameLst>
                                          <p:attrName>ppt_w</p:attrName>
                                        </p:attrNameLst>
                                      </p:cBhvr>
                                      <p:tavLst>
                                        <p:tav tm="0">
                                          <p:val>
                                            <p:fltVal val="0"/>
                                          </p:val>
                                        </p:tav>
                                        <p:tav tm="100000">
                                          <p:val>
                                            <p:strVal val="#ppt_w"/>
                                          </p:val>
                                        </p:tav>
                                      </p:tavLst>
                                    </p:anim>
                                    <p:anim calcmode="lin" valueType="num">
                                      <p:cBhvr>
                                        <p:cTn id="15" dur="500" fill="hold"/>
                                        <p:tgtEl>
                                          <p:spTgt spid="711685"/>
                                        </p:tgtEl>
                                        <p:attrNameLst>
                                          <p:attrName>ppt_h</p:attrName>
                                        </p:attrNameLst>
                                      </p:cBhvr>
                                      <p:tavLst>
                                        <p:tav tm="0">
                                          <p:val>
                                            <p:fltVal val="0"/>
                                          </p:val>
                                        </p:tav>
                                        <p:tav tm="100000">
                                          <p:val>
                                            <p:strVal val="#ppt_h"/>
                                          </p:val>
                                        </p:tav>
                                      </p:tavLst>
                                    </p:anim>
                                    <p:animEffect transition="in" filter="fade">
                                      <p:cBhvr>
                                        <p:cTn id="16" dur="500"/>
                                        <p:tgtEl>
                                          <p:spTgt spid="711685"/>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grpId="0" nodeType="clickEffect">
                                  <p:stCondLst>
                                    <p:cond delay="0"/>
                                  </p:stCondLst>
                                  <p:childTnLst>
                                    <p:set>
                                      <p:cBhvr>
                                        <p:cTn id="20" dur="1" fill="hold">
                                          <p:stCondLst>
                                            <p:cond delay="0"/>
                                          </p:stCondLst>
                                        </p:cTn>
                                        <p:tgtEl>
                                          <p:spTgt spid="710661"/>
                                        </p:tgtEl>
                                        <p:attrNameLst>
                                          <p:attrName>style.visibility</p:attrName>
                                        </p:attrNameLst>
                                      </p:cBhvr>
                                      <p:to>
                                        <p:strVal val="visible"/>
                                      </p:to>
                                    </p:set>
                                    <p:anim calcmode="lin" valueType="num">
                                      <p:cBhvr>
                                        <p:cTn id="21" dur="500" fill="hold"/>
                                        <p:tgtEl>
                                          <p:spTgt spid="710661"/>
                                        </p:tgtEl>
                                        <p:attrNameLst>
                                          <p:attrName>ppt_w</p:attrName>
                                        </p:attrNameLst>
                                      </p:cBhvr>
                                      <p:tavLst>
                                        <p:tav tm="0">
                                          <p:val>
                                            <p:fltVal val="0"/>
                                          </p:val>
                                        </p:tav>
                                        <p:tav tm="100000">
                                          <p:val>
                                            <p:strVal val="#ppt_w"/>
                                          </p:val>
                                        </p:tav>
                                      </p:tavLst>
                                    </p:anim>
                                    <p:anim calcmode="lin" valueType="num">
                                      <p:cBhvr>
                                        <p:cTn id="22" dur="500" fill="hold"/>
                                        <p:tgtEl>
                                          <p:spTgt spid="710661"/>
                                        </p:tgtEl>
                                        <p:attrNameLst>
                                          <p:attrName>ppt_h</p:attrName>
                                        </p:attrNameLst>
                                      </p:cBhvr>
                                      <p:tavLst>
                                        <p:tav tm="0">
                                          <p:val>
                                            <p:fltVal val="0"/>
                                          </p:val>
                                        </p:tav>
                                        <p:tav tm="100000">
                                          <p:val>
                                            <p:strVal val="#ppt_h"/>
                                          </p:val>
                                        </p:tav>
                                      </p:tavLst>
                                    </p:anim>
                                    <p:animEffect transition="in" filter="fade">
                                      <p:cBhvr>
                                        <p:cTn id="23" dur="500"/>
                                        <p:tgtEl>
                                          <p:spTgt spid="710661"/>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grpId="0" nodeType="clickEffect">
                                  <p:stCondLst>
                                    <p:cond delay="0"/>
                                  </p:stCondLst>
                                  <p:childTnLst>
                                    <p:set>
                                      <p:cBhvr>
                                        <p:cTn id="27" dur="1" fill="hold">
                                          <p:stCondLst>
                                            <p:cond delay="0"/>
                                          </p:stCondLst>
                                        </p:cTn>
                                        <p:tgtEl>
                                          <p:spTgt spid="2"/>
                                        </p:tgtEl>
                                        <p:attrNameLst>
                                          <p:attrName>style.visibility</p:attrName>
                                        </p:attrNameLst>
                                      </p:cBhvr>
                                      <p:to>
                                        <p:strVal val="visible"/>
                                      </p:to>
                                    </p:set>
                                    <p:anim calcmode="lin" valueType="num">
                                      <p:cBhvr>
                                        <p:cTn id="28" dur="500" fill="hold"/>
                                        <p:tgtEl>
                                          <p:spTgt spid="2"/>
                                        </p:tgtEl>
                                        <p:attrNameLst>
                                          <p:attrName>ppt_w</p:attrName>
                                        </p:attrNameLst>
                                      </p:cBhvr>
                                      <p:tavLst>
                                        <p:tav tm="0">
                                          <p:val>
                                            <p:fltVal val="0"/>
                                          </p:val>
                                        </p:tav>
                                        <p:tav tm="100000">
                                          <p:val>
                                            <p:strVal val="#ppt_w"/>
                                          </p:val>
                                        </p:tav>
                                      </p:tavLst>
                                    </p:anim>
                                    <p:anim calcmode="lin" valueType="num">
                                      <p:cBhvr>
                                        <p:cTn id="29" dur="500" fill="hold"/>
                                        <p:tgtEl>
                                          <p:spTgt spid="2"/>
                                        </p:tgtEl>
                                        <p:attrNameLst>
                                          <p:attrName>ppt_h</p:attrName>
                                        </p:attrNameLst>
                                      </p:cBhvr>
                                      <p:tavLst>
                                        <p:tav tm="0">
                                          <p:val>
                                            <p:fltVal val="0"/>
                                          </p:val>
                                        </p:tav>
                                        <p:tav tm="100000">
                                          <p:val>
                                            <p:strVal val="#ppt_h"/>
                                          </p:val>
                                        </p:tav>
                                      </p:tavLst>
                                    </p:anim>
                                    <p:animEffect transition="in" filter="fade">
                                      <p:cBhvr>
                                        <p:cTn id="30"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0660" grpId="0" animBg="1"/>
      <p:bldP spid="710661" grpId="0" animBg="1"/>
      <p:bldP spid="711685" grpId="0" animBg="1"/>
      <p:bldP spid="2" grpId="0" animBg="1"/>
    </p:bldLst>
  </p:timing>
</p:sld>
</file>

<file path=ppt/slides/slide9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6978" name="Rectangle 2"/>
          <p:cNvSpPr>
            <a:spLocks noGrp="1"/>
          </p:cNvSpPr>
          <p:nvPr>
            <p:ph type="title" idx="4294967295"/>
          </p:nvPr>
        </p:nvSpPr>
        <p:spPr/>
        <p:txBody>
          <a:bodyPr vert="horz" wrap="square" lIns="91440" tIns="45720" rIns="91440" bIns="45720" anchor="ctr" anchorCtr="0"/>
          <a:lstStyle/>
          <a:p>
            <a:r>
              <a:rPr lang="en-US" altLang="zh-CN" dirty="0"/>
              <a:t>3.5.2 </a:t>
            </a:r>
            <a:r>
              <a:rPr lang="zh-CN" altLang="en-US" dirty="0"/>
              <a:t>动态内存分配函数</a:t>
            </a:r>
            <a:endParaRPr lang="en-US" altLang="zh-CN" dirty="0"/>
          </a:p>
        </p:txBody>
      </p:sp>
      <p:sp>
        <p:nvSpPr>
          <p:cNvPr id="11267" name="Rectangle 3"/>
          <p:cNvSpPr>
            <a:spLocks noGrp="1" noChangeArrowheads="1"/>
          </p:cNvSpPr>
          <p:nvPr>
            <p:ph type="body" idx="4294967295"/>
          </p:nvPr>
        </p:nvSpPr>
        <p:spPr>
          <a:xfrm>
            <a:off x="1992313" y="1484313"/>
            <a:ext cx="8207375" cy="720725"/>
          </a:xfrm>
        </p:spPr>
        <p:txBody>
          <a:bodyPr vert="horz" wrap="square" lIns="91440" tIns="45720" rIns="91440" bIns="45720" numCol="1" anchor="t" anchorCtr="0" compatLnSpc="1"/>
          <a:lstStyle/>
          <a:p>
            <a:pPr marL="342900" marR="0" lvl="0" indent="-342900" algn="l" defTabSz="914400" rtl="0" eaLnBrk="1" fontAlgn="base" latinLnBrk="0" hangingPunct="0">
              <a:lnSpc>
                <a:spcPct val="95000"/>
              </a:lnSpc>
              <a:spcBef>
                <a:spcPts val="575"/>
              </a:spcBef>
              <a:spcAft>
                <a:spcPct val="0"/>
              </a:spcAft>
              <a:buClr>
                <a:schemeClr val="tx2"/>
              </a:buClr>
              <a:buSzPct val="50000"/>
              <a:buFont typeface="Wingdings" panose="05000000000000000000" pitchFamily="2" charset="2"/>
              <a:buChar char="n"/>
              <a:defRPr/>
            </a:pPr>
            <a:r>
              <a:rPr kumimoji="0" lang="zh-CN" altLang="en-US" sz="3200" b="0" i="0" u="none" strike="noStrike" kern="1200" cap="none" spc="0" normalizeH="0" baseline="0" noProof="0" dirty="0">
                <a:ln>
                  <a:noFill/>
                </a:ln>
                <a:solidFill>
                  <a:schemeClr val="tx1"/>
                </a:solidFill>
                <a:effectLst/>
                <a:uLnTx/>
                <a:uFillTx/>
                <a:latin typeface="+mn-ea"/>
                <a:ea typeface="+mn-ea"/>
                <a:cs typeface="+mn-cs"/>
              </a:rPr>
              <a:t>两种动态分配内存的方法</a:t>
            </a:r>
            <a:r>
              <a:rPr kumimoji="0" lang="en-US" altLang="zh-CN" sz="3200" b="0" i="0" u="none" strike="noStrike" kern="1200" cap="none" spc="0" normalizeH="0" baseline="0" noProof="0" dirty="0">
                <a:ln>
                  <a:noFill/>
                </a:ln>
                <a:solidFill>
                  <a:schemeClr val="tx1"/>
                </a:solidFill>
                <a:effectLst/>
                <a:uLnTx/>
                <a:uFillTx/>
                <a:latin typeface="+mn-ea"/>
                <a:ea typeface="+mn-ea"/>
                <a:cs typeface="+mn-cs"/>
              </a:rPr>
              <a:t>:</a:t>
            </a:r>
            <a:endParaRPr kumimoji="0" lang="en-US" altLang="zh-CN" sz="3200" b="0" i="0" u="none" strike="noStrike" kern="1200" cap="none" spc="0" normalizeH="0" baseline="0" noProof="0" dirty="0">
              <a:ln>
                <a:noFill/>
              </a:ln>
              <a:solidFill>
                <a:srgbClr val="000000"/>
              </a:solidFill>
              <a:effectLst/>
              <a:uLnTx/>
              <a:uFillTx/>
              <a:latin typeface="+mn-ea"/>
              <a:ea typeface="+mn-ea"/>
              <a:cs typeface="+mn-cs"/>
            </a:endParaRPr>
          </a:p>
        </p:txBody>
      </p:sp>
      <p:sp>
        <p:nvSpPr>
          <p:cNvPr id="710660" name="Rectangle 4"/>
          <p:cNvSpPr/>
          <p:nvPr/>
        </p:nvSpPr>
        <p:spPr>
          <a:xfrm>
            <a:off x="2351088" y="2133600"/>
            <a:ext cx="7632700" cy="646113"/>
          </a:xfrm>
          <a:prstGeom prst="rect">
            <a:avLst/>
          </a:prstGeom>
          <a:solidFill>
            <a:srgbClr val="FFFFCC"/>
          </a:solidFill>
          <a:ln w="28575" cap="flat" cmpd="sng">
            <a:solidFill>
              <a:srgbClr val="800000"/>
            </a:solidFill>
            <a:prstDash val="solid"/>
            <a:miter/>
            <a:headEnd type="none" w="med" len="med"/>
            <a:tailEnd type="none" w="med" len="med"/>
          </a:ln>
        </p:spPr>
        <p:txBody>
          <a:bodyPr wrap="none" anchor="ctr" anchorCtr="0"/>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algn="ctr" eaLnBrk="1" hangingPunct="1">
              <a:spcBef>
                <a:spcPct val="20000"/>
              </a:spcBef>
              <a:buClr>
                <a:srgbClr val="FFCC66"/>
              </a:buClr>
              <a:buSzPct val="80000"/>
              <a:buFont typeface="Monotype Sorts"/>
              <a:buNone/>
            </a:pPr>
            <a:r>
              <a:rPr lang="en-US" altLang="zh-CN" sz="2800" b="1" dirty="0">
                <a:solidFill>
                  <a:srgbClr val="0000FF"/>
                </a:solidFill>
                <a:latin typeface="Courier New" panose="02070409020205090404" pitchFamily="49" charset="0"/>
                <a:ea typeface="宋体" pitchFamily="2" charset="-122"/>
              </a:rPr>
              <a:t>void</a:t>
            </a:r>
            <a:r>
              <a:rPr lang="en-US" altLang="zh-CN" sz="2800" b="1" dirty="0">
                <a:solidFill>
                  <a:srgbClr val="000000"/>
                </a:solidFill>
                <a:latin typeface="Courier New" panose="02070409020205090404" pitchFamily="49" charset="0"/>
                <a:ea typeface="宋体" pitchFamily="2" charset="-122"/>
              </a:rPr>
              <a:t>* malloc(</a:t>
            </a:r>
            <a:r>
              <a:rPr lang="en-US" altLang="zh-CN" sz="2800" b="1" dirty="0">
                <a:solidFill>
                  <a:srgbClr val="0000FF"/>
                </a:solidFill>
                <a:latin typeface="Courier New" panose="02070409020205090404" pitchFamily="49" charset="0"/>
                <a:ea typeface="宋体" pitchFamily="2" charset="-122"/>
              </a:rPr>
              <a:t>unsigned</a:t>
            </a:r>
            <a:r>
              <a:rPr lang="en-US" altLang="zh-CN" sz="2800" b="1" dirty="0">
                <a:solidFill>
                  <a:srgbClr val="000000"/>
                </a:solidFill>
                <a:latin typeface="Courier New" panose="02070409020205090404" pitchFamily="49" charset="0"/>
                <a:ea typeface="宋体" pitchFamily="2" charset="-122"/>
              </a:rPr>
              <a:t> </a:t>
            </a:r>
            <a:r>
              <a:rPr lang="en-US" altLang="zh-CN" sz="2800" b="1" dirty="0">
                <a:solidFill>
                  <a:srgbClr val="0000FF"/>
                </a:solidFill>
                <a:latin typeface="Courier New" panose="02070409020205090404" pitchFamily="49" charset="0"/>
                <a:ea typeface="宋体" pitchFamily="2" charset="-122"/>
              </a:rPr>
              <a:t>int</a:t>
            </a:r>
            <a:r>
              <a:rPr lang="en-US" altLang="zh-CN" sz="2800" b="1" dirty="0">
                <a:solidFill>
                  <a:srgbClr val="000000"/>
                </a:solidFill>
                <a:latin typeface="Courier New" panose="02070409020205090404" pitchFamily="49" charset="0"/>
                <a:ea typeface="宋体" pitchFamily="2" charset="-122"/>
              </a:rPr>
              <a:t> size);</a:t>
            </a:r>
            <a:endParaRPr lang="en-US" altLang="zh-CN" sz="2800" b="1" dirty="0">
              <a:solidFill>
                <a:srgbClr val="000000"/>
              </a:solidFill>
              <a:latin typeface="Courier New" panose="02070409020205090404" pitchFamily="49" charset="0"/>
              <a:ea typeface="宋体" pitchFamily="2" charset="-122"/>
            </a:endParaRPr>
          </a:p>
        </p:txBody>
      </p:sp>
      <p:sp>
        <p:nvSpPr>
          <p:cNvPr id="710661" name="Rectangle 5"/>
          <p:cNvSpPr/>
          <p:nvPr/>
        </p:nvSpPr>
        <p:spPr>
          <a:xfrm>
            <a:off x="2351088" y="4221163"/>
            <a:ext cx="7632700" cy="1006475"/>
          </a:xfrm>
          <a:prstGeom prst="rect">
            <a:avLst/>
          </a:prstGeom>
          <a:solidFill>
            <a:srgbClr val="FFFFCC"/>
          </a:solidFill>
          <a:ln w="28575" cap="flat" cmpd="sng">
            <a:solidFill>
              <a:srgbClr val="800000"/>
            </a:solidFill>
            <a:prstDash val="solid"/>
            <a:miter/>
            <a:headEnd type="none" w="med" len="med"/>
            <a:tailEnd type="none" w="med" len="med"/>
          </a:ln>
        </p:spPr>
        <p:txBody>
          <a:bodyPr wrap="none" anchor="ctr" anchorCtr="0"/>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algn="ctr" eaLnBrk="1" hangingPunct="1">
              <a:lnSpc>
                <a:spcPct val="100000"/>
              </a:lnSpc>
              <a:spcBef>
                <a:spcPct val="0"/>
              </a:spcBef>
              <a:buClrTx/>
              <a:buSzTx/>
              <a:buFontTx/>
              <a:buNone/>
            </a:pPr>
            <a:r>
              <a:rPr lang="en-US" altLang="zh-CN" sz="2800" b="1" dirty="0">
                <a:solidFill>
                  <a:schemeClr val="accent2"/>
                </a:solidFill>
                <a:latin typeface="Courier New" panose="02070409020205090404" pitchFamily="49" charset="0"/>
                <a:ea typeface="宋体" pitchFamily="2" charset="-122"/>
              </a:rPr>
              <a:t>void</a:t>
            </a:r>
            <a:r>
              <a:rPr lang="en-US" altLang="zh-CN" sz="2800" b="1" dirty="0">
                <a:latin typeface="Courier New" panose="02070409020205090404" pitchFamily="49" charset="0"/>
                <a:ea typeface="宋体" pitchFamily="2" charset="-122"/>
              </a:rPr>
              <a:t>* calloc(</a:t>
            </a:r>
            <a:r>
              <a:rPr lang="en-US" altLang="zh-CN" sz="2800" b="1" dirty="0">
                <a:solidFill>
                  <a:schemeClr val="accent2"/>
                </a:solidFill>
                <a:latin typeface="Courier New" panose="02070409020205090404" pitchFamily="49" charset="0"/>
                <a:ea typeface="宋体" pitchFamily="2" charset="-122"/>
              </a:rPr>
              <a:t>unsigned int</a:t>
            </a:r>
            <a:r>
              <a:rPr lang="en-US" altLang="zh-CN" sz="2800" b="1" dirty="0">
                <a:latin typeface="Courier New" panose="02070409020205090404" pitchFamily="49" charset="0"/>
                <a:ea typeface="宋体" pitchFamily="2" charset="-122"/>
              </a:rPr>
              <a:t> num, </a:t>
            </a:r>
            <a:endParaRPr lang="en-US" altLang="zh-CN" sz="2800" b="1" dirty="0">
              <a:latin typeface="Courier New" panose="02070409020205090404" pitchFamily="49" charset="0"/>
              <a:ea typeface="宋体" pitchFamily="2" charset="-122"/>
            </a:endParaRPr>
          </a:p>
          <a:p>
            <a:pPr marL="0" lvl="0" indent="0" algn="ctr" eaLnBrk="1" hangingPunct="1">
              <a:lnSpc>
                <a:spcPct val="100000"/>
              </a:lnSpc>
              <a:spcBef>
                <a:spcPct val="0"/>
              </a:spcBef>
              <a:buClrTx/>
              <a:buSzTx/>
              <a:buFontTx/>
              <a:buNone/>
            </a:pPr>
            <a:r>
              <a:rPr lang="en-US" altLang="zh-CN" sz="2800" b="1" dirty="0">
                <a:solidFill>
                  <a:schemeClr val="accent2"/>
                </a:solidFill>
                <a:latin typeface="Courier New" panose="02070409020205090404" pitchFamily="49" charset="0"/>
                <a:ea typeface="宋体" pitchFamily="2" charset="-122"/>
              </a:rPr>
              <a:t>              unsigned</a:t>
            </a:r>
            <a:r>
              <a:rPr lang="en-US" altLang="zh-CN" sz="2800" b="1" dirty="0">
                <a:latin typeface="Courier New" panose="02070409020205090404" pitchFamily="49" charset="0"/>
                <a:ea typeface="宋体" pitchFamily="2" charset="-122"/>
              </a:rPr>
              <a:t> </a:t>
            </a:r>
            <a:r>
              <a:rPr lang="en-US" altLang="zh-CN" sz="2800" b="1" dirty="0">
                <a:solidFill>
                  <a:schemeClr val="accent2"/>
                </a:solidFill>
                <a:latin typeface="Courier New" panose="02070409020205090404" pitchFamily="49" charset="0"/>
                <a:ea typeface="宋体" pitchFamily="2" charset="-122"/>
              </a:rPr>
              <a:t>int</a:t>
            </a:r>
            <a:r>
              <a:rPr lang="en-US" altLang="zh-CN" sz="2800" b="1" dirty="0">
                <a:latin typeface="Courier New" panose="02070409020205090404" pitchFamily="49" charset="0"/>
                <a:ea typeface="宋体" pitchFamily="2" charset="-122"/>
              </a:rPr>
              <a:t> size);</a:t>
            </a:r>
            <a:endParaRPr lang="en-US" altLang="zh-CN" sz="2800" b="1" dirty="0">
              <a:latin typeface="Courier New" panose="02070409020205090404" pitchFamily="49" charset="0"/>
              <a:ea typeface="宋体" pitchFamily="2" charset="-122"/>
            </a:endParaRPr>
          </a:p>
        </p:txBody>
      </p:sp>
      <p:sp>
        <p:nvSpPr>
          <p:cNvPr id="711685" name="Rectangle 5"/>
          <p:cNvSpPr>
            <a:spLocks noChangeArrowheads="1"/>
          </p:cNvSpPr>
          <p:nvPr/>
        </p:nvSpPr>
        <p:spPr bwMode="auto">
          <a:xfrm>
            <a:off x="2351088" y="2925763"/>
            <a:ext cx="7620000" cy="1079500"/>
          </a:xfrm>
          <a:prstGeom prst="rect">
            <a:avLst/>
          </a:prstGeom>
          <a:noFill/>
          <a:ln w="28575">
            <a:solidFill>
              <a:srgbClr val="009900"/>
            </a:solidFill>
            <a:miter lim="800000"/>
          </a:ln>
        </p:spPr>
        <p:txBody>
          <a:bodyPr wrap="none" anchor="ctr"/>
          <a:lstStyle>
            <a:lvl1pPr marL="342900" indent="-342900">
              <a:defRPr sz="2400">
                <a:solidFill>
                  <a:schemeClr val="tx1"/>
                </a:solidFill>
                <a:latin typeface="Times New Roman" panose="02020503050405090304" pitchFamily="18" charset="0"/>
              </a:defRPr>
            </a:lvl1pPr>
            <a:lvl2pPr>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pPr marL="457200" marR="0" lvl="1" indent="0" algn="l" defTabSz="914400" rtl="0" eaLnBrk="1" fontAlgn="base" latinLnBrk="0" hangingPunct="1">
              <a:lnSpc>
                <a:spcPct val="110000"/>
              </a:lnSpc>
              <a:spcBef>
                <a:spcPct val="0"/>
              </a:spcBef>
              <a:spcAft>
                <a:spcPct val="0"/>
              </a:spcAft>
              <a:buClrTx/>
              <a:buSzTx/>
              <a:buFontTx/>
              <a:buNone/>
              <a:defRPr/>
            </a:pPr>
            <a:r>
              <a:rPr kumimoji="0" lang="zh-CN" altLang="en-US" sz="2400" b="1" i="0" u="none" strike="noStrike" kern="1200" cap="none" spc="0" normalizeH="0" baseline="0" noProof="0">
                <a:ln>
                  <a:noFill/>
                </a:ln>
                <a:solidFill>
                  <a:srgbClr val="FF0000"/>
                </a:solidFill>
                <a:effectLst/>
                <a:uLnTx/>
                <a:uFillTx/>
                <a:latin typeface="Courier New" panose="02070409020205090404" pitchFamily="49" charset="0"/>
                <a:ea typeface="楷体_GB2312" pitchFamily="49" charset="-122"/>
                <a:cs typeface="+mn-cs"/>
              </a:rPr>
              <a:t>例如</a:t>
            </a:r>
            <a:r>
              <a:rPr kumimoji="0" lang="en-US" altLang="zh-CN" sz="2400" b="1" i="0" u="none" strike="noStrike" kern="1200" cap="none" spc="0" normalizeH="0" baseline="0" noProof="0">
                <a:ln>
                  <a:noFill/>
                </a:ln>
                <a:solidFill>
                  <a:srgbClr val="FF0000"/>
                </a:solidFill>
                <a:effectLst/>
                <a:uLnTx/>
                <a:uFillTx/>
                <a:latin typeface="Courier New" panose="02070409020205090404" pitchFamily="49" charset="0"/>
                <a:ea typeface="楷体_GB2312" pitchFamily="49" charset="-122"/>
                <a:cs typeface="+mn-cs"/>
              </a:rPr>
              <a:t>:</a:t>
            </a:r>
            <a:r>
              <a:rPr kumimoji="0" lang="en-US" altLang="zh-CN" sz="2400" b="1" i="0" u="none" strike="noStrike" kern="1200" cap="none" spc="0" normalizeH="0" baseline="0" noProof="0">
                <a:ln>
                  <a:noFill/>
                </a:ln>
                <a:solidFill>
                  <a:schemeClr val="tx1"/>
                </a:solidFill>
                <a:effectLst/>
                <a:uLnTx/>
                <a:uFillTx/>
                <a:latin typeface="Courier New" panose="02070409020205090404" pitchFamily="49" charset="0"/>
                <a:ea typeface="楷体_GB2312" pitchFamily="49" charset="-122"/>
                <a:cs typeface="+mn-cs"/>
              </a:rPr>
              <a:t>int </a:t>
            </a:r>
            <a:r>
              <a:rPr kumimoji="0" lang="zh-CN" altLang="en-US" sz="2400" b="1" i="0" u="none" strike="noStrike" kern="1200" cap="none" spc="0" normalizeH="0" baseline="0" noProof="0">
                <a:ln>
                  <a:noFill/>
                </a:ln>
                <a:solidFill>
                  <a:schemeClr val="tx1"/>
                </a:solidFill>
                <a:effectLst/>
                <a:uLnTx/>
                <a:uFillTx/>
                <a:latin typeface="Courier New" panose="02070409020205090404" pitchFamily="49" charset="0"/>
                <a:ea typeface="楷体_GB2312" pitchFamily="49" charset="-122"/>
                <a:cs typeface="+mn-cs"/>
              </a:rPr>
              <a:t>*</a:t>
            </a:r>
            <a:r>
              <a:rPr kumimoji="0" lang="en-US" altLang="zh-CN" sz="2400" b="1" i="0" u="none" strike="noStrike" kern="1200" cap="none" spc="0" normalizeH="0" baseline="0" noProof="0">
                <a:ln>
                  <a:noFill/>
                </a:ln>
                <a:solidFill>
                  <a:schemeClr val="tx1"/>
                </a:solidFill>
                <a:effectLst/>
                <a:uLnTx/>
                <a:uFillTx/>
                <a:latin typeface="Courier New" panose="02070409020205090404" pitchFamily="49" charset="0"/>
                <a:ea typeface="楷体_GB2312" pitchFamily="49" charset="-122"/>
                <a:cs typeface="+mn-cs"/>
              </a:rPr>
              <a:t>pi = NULL;</a:t>
            </a:r>
            <a:endParaRPr kumimoji="0" lang="en-US" altLang="zh-CN" sz="2400" b="1" i="0" u="none" strike="noStrike" kern="1200" cap="none" spc="0" normalizeH="0" baseline="0" noProof="0">
              <a:ln>
                <a:noFill/>
              </a:ln>
              <a:solidFill>
                <a:schemeClr val="tx1"/>
              </a:solidFill>
              <a:effectLst/>
              <a:uLnTx/>
              <a:uFillTx/>
              <a:latin typeface="Courier New" panose="02070409020205090404" pitchFamily="49" charset="0"/>
              <a:ea typeface="楷体_GB2312" pitchFamily="49" charset="-122"/>
              <a:cs typeface="+mn-cs"/>
            </a:endParaRPr>
          </a:p>
          <a:p>
            <a:pPr marL="457200" marR="0" lvl="1" indent="0" algn="l" defTabSz="914400" rtl="0" eaLnBrk="1" fontAlgn="base" latinLnBrk="0" hangingPunct="1">
              <a:lnSpc>
                <a:spcPct val="11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Courier New" panose="02070409020205090404" pitchFamily="49" charset="0"/>
                <a:ea typeface="楷体_GB2312" pitchFamily="49" charset="-122"/>
                <a:cs typeface="+mn-cs"/>
              </a:rPr>
              <a:t>    Pi = (int *)malloc(sizeof(int));</a:t>
            </a:r>
            <a:endParaRPr kumimoji="0" lang="zh-CN" altLang="en-US" sz="2400" b="1" i="0" u="none" strike="noStrike" kern="1200" cap="none" spc="0" normalizeH="0" baseline="0" noProof="0">
              <a:ln>
                <a:noFill/>
              </a:ln>
              <a:solidFill>
                <a:schemeClr val="tx1"/>
              </a:solidFill>
              <a:effectLst>
                <a:outerShdw blurRad="38100" dist="38100" dir="2700000" algn="tl">
                  <a:srgbClr val="C0C0C0"/>
                </a:outerShdw>
              </a:effectLst>
              <a:uLnTx/>
              <a:uFillTx/>
              <a:latin typeface="Courier New" panose="02070409020205090404" pitchFamily="49" charset="0"/>
              <a:ea typeface="楷体_GB2312" pitchFamily="49" charset="-122"/>
              <a:cs typeface="+mn-cs"/>
            </a:endParaRPr>
          </a:p>
        </p:txBody>
      </p:sp>
      <p:sp>
        <p:nvSpPr>
          <p:cNvPr id="2" name="Rectangle 5"/>
          <p:cNvSpPr>
            <a:spLocks noChangeArrowheads="1"/>
          </p:cNvSpPr>
          <p:nvPr/>
        </p:nvSpPr>
        <p:spPr bwMode="auto">
          <a:xfrm>
            <a:off x="2351088" y="5360988"/>
            <a:ext cx="7620000" cy="1006475"/>
          </a:xfrm>
          <a:prstGeom prst="rect">
            <a:avLst/>
          </a:prstGeom>
          <a:noFill/>
          <a:ln w="28575">
            <a:solidFill>
              <a:srgbClr val="009900"/>
            </a:solidFill>
            <a:miter lim="800000"/>
          </a:ln>
        </p:spPr>
        <p:txBody>
          <a:bodyPr wrap="none" anchor="ctr"/>
          <a:lstStyle>
            <a:lvl1pPr marL="342900" indent="-342900">
              <a:defRPr sz="2400">
                <a:solidFill>
                  <a:schemeClr val="tx1"/>
                </a:solidFill>
                <a:latin typeface="Times New Roman" panose="02020503050405090304" pitchFamily="18" charset="0"/>
              </a:defRPr>
            </a:lvl1pPr>
            <a:lvl2pPr>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pPr marL="457200" marR="0" lvl="1" indent="0" algn="l" defTabSz="914400" rtl="0" eaLnBrk="1" fontAlgn="base" latinLnBrk="0" hangingPunct="1">
              <a:lnSpc>
                <a:spcPct val="110000"/>
              </a:lnSpc>
              <a:spcBef>
                <a:spcPct val="0"/>
              </a:spcBef>
              <a:spcAft>
                <a:spcPct val="0"/>
              </a:spcAft>
              <a:buClrTx/>
              <a:buSzTx/>
              <a:buFontTx/>
              <a:buNone/>
              <a:defRPr/>
            </a:pPr>
            <a:r>
              <a:rPr kumimoji="0" lang="zh-CN" altLang="en-US" sz="2400" b="1" i="0" u="none" strike="noStrike" kern="1200" cap="none" spc="0" normalizeH="0" baseline="0" noProof="0">
                <a:ln>
                  <a:noFill/>
                </a:ln>
                <a:solidFill>
                  <a:srgbClr val="FF0000"/>
                </a:solidFill>
                <a:effectLst/>
                <a:uLnTx/>
                <a:uFillTx/>
                <a:latin typeface="Courier New" panose="02070409020205090404" pitchFamily="49" charset="0"/>
                <a:ea typeface="楷体_GB2312" pitchFamily="49" charset="-122"/>
                <a:cs typeface="+mn-cs"/>
              </a:rPr>
              <a:t>例如</a:t>
            </a:r>
            <a:r>
              <a:rPr kumimoji="0" lang="en-US" altLang="zh-CN" sz="2400" b="1" i="0" u="none" strike="noStrike" kern="1200" cap="none" spc="0" normalizeH="0" baseline="0" noProof="0">
                <a:ln>
                  <a:noFill/>
                </a:ln>
                <a:solidFill>
                  <a:srgbClr val="FF0000"/>
                </a:solidFill>
                <a:effectLst/>
                <a:uLnTx/>
                <a:uFillTx/>
                <a:latin typeface="Courier New" panose="02070409020205090404" pitchFamily="49" charset="0"/>
                <a:ea typeface="楷体_GB2312" pitchFamily="49" charset="-122"/>
                <a:cs typeface="+mn-cs"/>
              </a:rPr>
              <a:t>:</a:t>
            </a:r>
            <a:r>
              <a:rPr kumimoji="0" lang="en-US" altLang="zh-CN" sz="2400" b="1" i="0" u="none" strike="noStrike" kern="1200" cap="none" spc="0" normalizeH="0" baseline="0" noProof="0">
                <a:ln>
                  <a:noFill/>
                </a:ln>
                <a:solidFill>
                  <a:schemeClr val="tx1"/>
                </a:solidFill>
                <a:effectLst/>
                <a:uLnTx/>
                <a:uFillTx/>
                <a:latin typeface="Courier New" panose="02070409020205090404" pitchFamily="49" charset="0"/>
                <a:ea typeface="楷体_GB2312" pitchFamily="49" charset="-122"/>
                <a:cs typeface="+mn-cs"/>
              </a:rPr>
              <a:t>float </a:t>
            </a:r>
            <a:r>
              <a:rPr kumimoji="0" lang="zh-CN" altLang="en-US" sz="2400" b="1" i="0" u="none" strike="noStrike" kern="1200" cap="none" spc="0" normalizeH="0" baseline="0" noProof="0">
                <a:ln>
                  <a:noFill/>
                </a:ln>
                <a:solidFill>
                  <a:schemeClr val="tx1"/>
                </a:solidFill>
                <a:effectLst/>
                <a:uLnTx/>
                <a:uFillTx/>
                <a:latin typeface="Courier New" panose="02070409020205090404" pitchFamily="49" charset="0"/>
                <a:ea typeface="楷体_GB2312" pitchFamily="49" charset="-122"/>
                <a:cs typeface="+mn-cs"/>
              </a:rPr>
              <a:t>*</a:t>
            </a:r>
            <a:r>
              <a:rPr kumimoji="0" lang="en-US" altLang="zh-CN" sz="2400" b="1" i="0" u="none" strike="noStrike" kern="1200" cap="none" spc="0" normalizeH="0" baseline="0" noProof="0">
                <a:ln>
                  <a:noFill/>
                </a:ln>
                <a:solidFill>
                  <a:schemeClr val="tx1"/>
                </a:solidFill>
                <a:effectLst/>
                <a:uLnTx/>
                <a:uFillTx/>
                <a:latin typeface="Courier New" panose="02070409020205090404" pitchFamily="49" charset="0"/>
                <a:ea typeface="楷体_GB2312" pitchFamily="49" charset="-122"/>
                <a:cs typeface="+mn-cs"/>
              </a:rPr>
              <a:t>pf = NULL;</a:t>
            </a:r>
            <a:endParaRPr kumimoji="0" lang="en-US" altLang="zh-CN" sz="2400" b="1" i="0" u="none" strike="noStrike" kern="1200" cap="none" spc="0" normalizeH="0" baseline="0" noProof="0">
              <a:ln>
                <a:noFill/>
              </a:ln>
              <a:solidFill>
                <a:schemeClr val="tx1"/>
              </a:solidFill>
              <a:effectLst/>
              <a:uLnTx/>
              <a:uFillTx/>
              <a:latin typeface="Courier New" panose="02070409020205090404" pitchFamily="49" charset="0"/>
              <a:ea typeface="楷体_GB2312" pitchFamily="49" charset="-122"/>
              <a:cs typeface="+mn-cs"/>
            </a:endParaRPr>
          </a:p>
          <a:p>
            <a:pPr marL="457200" marR="0" lvl="1" indent="0" algn="l" defTabSz="914400" rtl="0" eaLnBrk="1" fontAlgn="base" latinLnBrk="0" hangingPunct="1">
              <a:lnSpc>
                <a:spcPct val="11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Courier New" panose="02070409020205090404" pitchFamily="49" charset="0"/>
                <a:ea typeface="楷体_GB2312" pitchFamily="49" charset="-122"/>
                <a:cs typeface="+mn-cs"/>
              </a:rPr>
              <a:t>pf =(float *)calloc(10,sizeof(float));</a:t>
            </a:r>
            <a:endParaRPr kumimoji="0" lang="zh-CN" altLang="en-US" sz="2400" b="1" i="0" u="none" strike="noStrike" kern="1200" cap="none" spc="0" normalizeH="0" baseline="0" noProof="0">
              <a:ln>
                <a:noFill/>
              </a:ln>
              <a:solidFill>
                <a:schemeClr val="tx1"/>
              </a:solidFill>
              <a:effectLst>
                <a:outerShdw blurRad="38100" dist="38100" dir="2700000" algn="tl">
                  <a:srgbClr val="C0C0C0"/>
                </a:outerShdw>
              </a:effectLst>
              <a:uLnTx/>
              <a:uFillTx/>
              <a:latin typeface="Courier New" panose="02070409020205090404" pitchFamily="49" charset="0"/>
              <a:ea typeface="楷体_GB2312" pitchFamily="49" charset="-122"/>
              <a:cs typeface="+mn-cs"/>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1066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1168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1066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0660" grpId="0" animBg="1"/>
      <p:bldP spid="710661" grpId="0" animBg="1"/>
      <p:bldP spid="711685" grpId="0" animBg="1"/>
      <p:bldP spid="2" grpId="0" animBg="1"/>
    </p:bldLst>
  </p:timing>
</p:sld>
</file>

<file path=ppt/slides/slide9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8002" name="Rectangle 2"/>
          <p:cNvSpPr>
            <a:spLocks noGrp="1"/>
          </p:cNvSpPr>
          <p:nvPr>
            <p:ph type="title" idx="4294967295"/>
          </p:nvPr>
        </p:nvSpPr>
        <p:spPr/>
        <p:txBody>
          <a:bodyPr vert="horz" wrap="square" lIns="91440" tIns="45720" rIns="91440" bIns="45720" anchor="ctr" anchorCtr="0"/>
          <a:lstStyle/>
          <a:p>
            <a:r>
              <a:rPr lang="en-US" altLang="zh-CN" dirty="0"/>
              <a:t>3.5.2 </a:t>
            </a:r>
            <a:r>
              <a:rPr lang="zh-CN" altLang="en-US" dirty="0"/>
              <a:t>动态内存分配函数</a:t>
            </a:r>
            <a:endParaRPr lang="en-US" altLang="zh-CN" dirty="0"/>
          </a:p>
        </p:txBody>
      </p:sp>
      <p:sp>
        <p:nvSpPr>
          <p:cNvPr id="715780" name="Rectangle 4"/>
          <p:cNvSpPr>
            <a:spLocks noChangeArrowheads="1"/>
          </p:cNvSpPr>
          <p:nvPr/>
        </p:nvSpPr>
        <p:spPr bwMode="auto">
          <a:xfrm>
            <a:off x="3430588" y="2565400"/>
            <a:ext cx="5400675" cy="646113"/>
          </a:xfrm>
          <a:prstGeom prst="rect">
            <a:avLst/>
          </a:prstGeom>
          <a:solidFill>
            <a:srgbClr val="FFFFCC"/>
          </a:solidFill>
          <a:ln w="28575">
            <a:solidFill>
              <a:srgbClr val="800000"/>
            </a:solidFill>
            <a:miter lim="800000"/>
          </a:ln>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2000" b="1" i="0" u="none" strike="noStrike" kern="1200" cap="none" spc="0" normalizeH="0" baseline="0" noProof="0" dirty="0">
                <a:ln>
                  <a:noFill/>
                </a:ln>
                <a:solidFill>
                  <a:schemeClr val="accent2"/>
                </a:solidFill>
                <a:effectLst>
                  <a:outerShdw blurRad="38100" dist="38100" dir="2700000" algn="tl">
                    <a:srgbClr val="000000"/>
                  </a:outerShdw>
                </a:effectLst>
                <a:uLnTx/>
                <a:uFillTx/>
                <a:latin typeface="Courier New" panose="02070409020205090404" pitchFamily="49" charset="0"/>
                <a:ea typeface="宋体" pitchFamily="2" charset="-122"/>
                <a:cs typeface="+mn-cs"/>
              </a:rPr>
              <a:t>void</a:t>
            </a:r>
            <a:r>
              <a:rPr kumimoji="0" lang="en-US" altLang="zh-CN" sz="2000" b="1" i="0" u="none" strike="noStrike" kern="1200" cap="none" spc="0" normalizeH="0" baseline="0" noProof="0" dirty="0">
                <a:ln>
                  <a:noFill/>
                </a:ln>
                <a:solidFill>
                  <a:schemeClr val="tx1"/>
                </a:solidFill>
                <a:effectLst>
                  <a:outerShdw blurRad="38100" dist="38100" dir="2700000" algn="tl">
                    <a:srgbClr val="FFFFFF"/>
                  </a:outerShdw>
                </a:effectLst>
                <a:uLnTx/>
                <a:uFillTx/>
                <a:latin typeface="Courier New" panose="02070409020205090404" pitchFamily="49" charset="0"/>
                <a:ea typeface="宋体" pitchFamily="2" charset="-122"/>
                <a:cs typeface="+mn-cs"/>
              </a:rPr>
              <a:t> </a:t>
            </a:r>
            <a:r>
              <a:rPr kumimoji="0" lang="en-US" altLang="zh-CN" sz="2000" b="1" i="0" u="none" strike="noStrike" kern="1200" cap="none" spc="0" normalizeH="0" baseline="0" noProof="0" dirty="0">
                <a:ln>
                  <a:noFill/>
                </a:ln>
                <a:solidFill>
                  <a:srgbClr val="000000"/>
                </a:solidFill>
                <a:effectLst>
                  <a:outerShdw blurRad="38100" dist="38100" dir="2700000" algn="tl">
                    <a:srgbClr val="FFFFFF"/>
                  </a:outerShdw>
                </a:effectLst>
                <a:uLnTx/>
                <a:uFillTx/>
                <a:latin typeface="Courier New" panose="02070409020205090404" pitchFamily="49" charset="0"/>
                <a:ea typeface="宋体" pitchFamily="2" charset="-122"/>
                <a:cs typeface="+mn-cs"/>
              </a:rPr>
              <a:t>free(</a:t>
            </a:r>
            <a:r>
              <a:rPr kumimoji="0" lang="en-US" altLang="zh-CN" sz="2000" b="1" i="0" u="none" strike="noStrike" kern="1200" cap="none" spc="0" normalizeH="0" baseline="0" noProof="0" dirty="0">
                <a:ln>
                  <a:noFill/>
                </a:ln>
                <a:solidFill>
                  <a:srgbClr val="0000FF"/>
                </a:solidFill>
                <a:effectLst>
                  <a:outerShdw blurRad="38100" dist="38100" dir="2700000" algn="tl">
                    <a:srgbClr val="000000"/>
                  </a:outerShdw>
                </a:effectLst>
                <a:uLnTx/>
                <a:uFillTx/>
                <a:latin typeface="Courier New" panose="02070409020205090404" pitchFamily="49" charset="0"/>
                <a:ea typeface="宋体" pitchFamily="2" charset="-122"/>
                <a:cs typeface="+mn-cs"/>
              </a:rPr>
              <a:t>void</a:t>
            </a:r>
            <a:r>
              <a:rPr kumimoji="0" lang="en-US" altLang="zh-CN" sz="2000" b="1" i="0" u="none" strike="noStrike" kern="1200" cap="none" spc="0" normalizeH="0" baseline="0" noProof="0" dirty="0">
                <a:ln>
                  <a:noFill/>
                </a:ln>
                <a:solidFill>
                  <a:srgbClr val="000000"/>
                </a:solidFill>
                <a:effectLst>
                  <a:outerShdw blurRad="38100" dist="38100" dir="2700000" algn="tl">
                    <a:srgbClr val="FFFFFF"/>
                  </a:outerShdw>
                </a:effectLst>
                <a:uLnTx/>
                <a:uFillTx/>
                <a:latin typeface="Courier New" panose="02070409020205090404" pitchFamily="49" charset="0"/>
                <a:ea typeface="宋体" pitchFamily="2" charset="-122"/>
                <a:cs typeface="+mn-cs"/>
              </a:rPr>
              <a:t>* p);</a:t>
            </a:r>
            <a:endParaRPr kumimoji="0" lang="en-US" altLang="zh-CN" sz="2000" b="1" i="0" u="none" strike="noStrike" kern="1200" cap="none" spc="0" normalizeH="0" baseline="0" noProof="0" dirty="0">
              <a:ln>
                <a:noFill/>
              </a:ln>
              <a:solidFill>
                <a:srgbClr val="000000"/>
              </a:solidFill>
              <a:effectLst>
                <a:outerShdw blurRad="38100" dist="38100" dir="2700000" algn="tl">
                  <a:srgbClr val="FFFFFF"/>
                </a:outerShdw>
              </a:effectLst>
              <a:uLnTx/>
              <a:uFillTx/>
              <a:latin typeface="Courier New" panose="02070409020205090404" pitchFamily="49" charset="0"/>
              <a:ea typeface="宋体" pitchFamily="2" charset="-122"/>
              <a:cs typeface="+mn-cs"/>
            </a:endParaRPr>
          </a:p>
        </p:txBody>
      </p:sp>
      <p:sp>
        <p:nvSpPr>
          <p:cNvPr id="715781" name="Rectangle 5"/>
          <p:cNvSpPr/>
          <p:nvPr/>
        </p:nvSpPr>
        <p:spPr>
          <a:xfrm>
            <a:off x="2317750" y="3860800"/>
            <a:ext cx="7810500" cy="1584325"/>
          </a:xfrm>
          <a:prstGeom prst="rect">
            <a:avLst/>
          </a:prstGeom>
          <a:noFill/>
          <a:ln w="28575" cap="flat" cmpd="sng">
            <a:solidFill>
              <a:srgbClr val="009900"/>
            </a:solidFill>
            <a:prstDash val="solid"/>
            <a:miter/>
            <a:headEnd type="none" w="med" len="med"/>
            <a:tailEnd type="none" w="med" len="med"/>
          </a:ln>
        </p:spPr>
        <p:txBody>
          <a:bodyPr wrap="none" anchor="ctr" anchorCtr="0"/>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800100" lvl="1" indent="-342900" eaLnBrk="1" hangingPunct="1">
              <a:lnSpc>
                <a:spcPct val="100000"/>
              </a:lnSpc>
              <a:spcBef>
                <a:spcPct val="0"/>
              </a:spcBef>
              <a:buClrTx/>
              <a:buSzTx/>
              <a:buFont typeface="Arial" panose="020B0604020202090204" pitchFamily="34" charset="0"/>
              <a:buChar char="•"/>
            </a:pPr>
            <a:r>
              <a:rPr lang="zh-CN" altLang="en-US" sz="2400" b="1" dirty="0">
                <a:solidFill>
                  <a:srgbClr val="000066"/>
                </a:solidFill>
                <a:latin typeface="Courier New" panose="02070409020205090404" pitchFamily="49" charset="0"/>
                <a:ea typeface="楷体_GB2312" pitchFamily="49" charset="-122"/>
              </a:rPr>
              <a:t>释放由</a:t>
            </a:r>
            <a:r>
              <a:rPr lang="en-US" altLang="zh-CN" sz="2400" b="1" dirty="0">
                <a:solidFill>
                  <a:srgbClr val="000066"/>
                </a:solidFill>
                <a:latin typeface="Courier New" panose="02070409020205090404" pitchFamily="49" charset="0"/>
                <a:ea typeface="楷体_GB2312" pitchFamily="49" charset="-122"/>
              </a:rPr>
              <a:t>malloc()</a:t>
            </a:r>
            <a:r>
              <a:rPr lang="zh-CN" altLang="en-US" sz="2400" b="1" dirty="0">
                <a:solidFill>
                  <a:srgbClr val="000066"/>
                </a:solidFill>
                <a:latin typeface="Courier New" panose="02070409020205090404" pitchFamily="49" charset="0"/>
                <a:ea typeface="楷体_GB2312" pitchFamily="49" charset="-122"/>
              </a:rPr>
              <a:t>和</a:t>
            </a:r>
            <a:r>
              <a:rPr lang="en-US" altLang="zh-CN" sz="2400" b="1" dirty="0">
                <a:solidFill>
                  <a:srgbClr val="000066"/>
                </a:solidFill>
                <a:latin typeface="Courier New" panose="02070409020205090404" pitchFamily="49" charset="0"/>
                <a:ea typeface="楷体_GB2312" pitchFamily="49" charset="-122"/>
              </a:rPr>
              <a:t>calloc()</a:t>
            </a:r>
            <a:r>
              <a:rPr lang="zh-CN" altLang="en-US" sz="2400" b="1" dirty="0">
                <a:solidFill>
                  <a:srgbClr val="000066"/>
                </a:solidFill>
                <a:latin typeface="Courier New" panose="02070409020205090404" pitchFamily="49" charset="0"/>
                <a:ea typeface="楷体_GB2312" pitchFamily="49" charset="-122"/>
              </a:rPr>
              <a:t>申请的内存块</a:t>
            </a:r>
            <a:endParaRPr lang="zh-CN" altLang="en-US" sz="2400" b="1" dirty="0">
              <a:solidFill>
                <a:srgbClr val="000066"/>
              </a:solidFill>
              <a:latin typeface="Courier New" panose="02070409020205090404" pitchFamily="49" charset="0"/>
              <a:ea typeface="楷体_GB2312" pitchFamily="49" charset="-122"/>
            </a:endParaRPr>
          </a:p>
          <a:p>
            <a:pPr marL="800100" lvl="1" indent="-342900" eaLnBrk="1" hangingPunct="1">
              <a:lnSpc>
                <a:spcPct val="100000"/>
              </a:lnSpc>
              <a:spcBef>
                <a:spcPct val="0"/>
              </a:spcBef>
              <a:buClrTx/>
              <a:buSzTx/>
              <a:buFont typeface="Arial" panose="020B0604020202090204" pitchFamily="34" charset="0"/>
              <a:buChar char="•"/>
            </a:pPr>
            <a:r>
              <a:rPr lang="en-US" altLang="zh-CN" sz="2400" b="1" dirty="0">
                <a:solidFill>
                  <a:srgbClr val="000066"/>
                </a:solidFill>
                <a:latin typeface="Courier New" panose="02070409020205090404" pitchFamily="49" charset="0"/>
                <a:ea typeface="楷体_GB2312" pitchFamily="49" charset="-122"/>
              </a:rPr>
              <a:t>p</a:t>
            </a:r>
            <a:r>
              <a:rPr lang="zh-CN" altLang="en-US" sz="2400" b="1" dirty="0">
                <a:solidFill>
                  <a:srgbClr val="000066"/>
                </a:solidFill>
                <a:latin typeface="Courier New" panose="02070409020205090404" pitchFamily="49" charset="0"/>
                <a:ea typeface="楷体_GB2312" pitchFamily="49" charset="-122"/>
              </a:rPr>
              <a:t>是指向此块内存的指针</a:t>
            </a:r>
            <a:endParaRPr lang="zh-CN" altLang="en-US" sz="2400" b="1" dirty="0">
              <a:solidFill>
                <a:srgbClr val="000066"/>
              </a:solidFill>
              <a:latin typeface="Courier New" panose="02070409020205090404" pitchFamily="49" charset="0"/>
              <a:ea typeface="楷体_GB2312" pitchFamily="49" charset="-122"/>
            </a:endParaRPr>
          </a:p>
          <a:p>
            <a:pPr marL="800100" lvl="1" indent="-342900" eaLnBrk="1" hangingPunct="1">
              <a:lnSpc>
                <a:spcPct val="100000"/>
              </a:lnSpc>
              <a:spcBef>
                <a:spcPct val="0"/>
              </a:spcBef>
              <a:buClrTx/>
              <a:buSzTx/>
              <a:buFont typeface="Arial" panose="020B0604020202090204" pitchFamily="34" charset="0"/>
              <a:buChar char="•"/>
            </a:pPr>
            <a:r>
              <a:rPr lang="en-US" altLang="zh-CN" sz="2400" b="1" dirty="0">
                <a:solidFill>
                  <a:srgbClr val="000066"/>
                </a:solidFill>
                <a:latin typeface="Courier New" panose="02070409020205090404" pitchFamily="49" charset="0"/>
                <a:ea typeface="楷体_GB2312" pitchFamily="49" charset="-122"/>
              </a:rPr>
              <a:t>free</a:t>
            </a:r>
            <a:r>
              <a:rPr lang="zh-CN" altLang="en-US" sz="2400" b="1" dirty="0">
                <a:solidFill>
                  <a:srgbClr val="000066"/>
                </a:solidFill>
                <a:latin typeface="Courier New" panose="02070409020205090404" pitchFamily="49" charset="0"/>
                <a:ea typeface="楷体_GB2312" pitchFamily="49" charset="-122"/>
              </a:rPr>
              <a:t>时系统标记此块内存为未占用，可被重新分配</a:t>
            </a:r>
            <a:endParaRPr lang="en-US" altLang="zh-CN" sz="2400" b="1" dirty="0">
              <a:solidFill>
                <a:srgbClr val="000066"/>
              </a:solidFill>
              <a:latin typeface="Courier New" panose="02070409020205090404" pitchFamily="49" charset="0"/>
              <a:ea typeface="楷体_GB2312" pitchFamily="49" charset="-122"/>
            </a:endParaRPr>
          </a:p>
        </p:txBody>
      </p:sp>
      <p:sp>
        <p:nvSpPr>
          <p:cNvPr id="12293" name="Rectangle 3"/>
          <p:cNvSpPr>
            <a:spLocks noChangeArrowheads="1"/>
          </p:cNvSpPr>
          <p:nvPr/>
        </p:nvSpPr>
        <p:spPr bwMode="auto">
          <a:xfrm>
            <a:off x="1992313" y="1484313"/>
            <a:ext cx="8207375" cy="720725"/>
          </a:xfrm>
          <a:prstGeom prst="rect">
            <a:avLst/>
          </a:prstGeom>
          <a:noFill/>
          <a:ln>
            <a:noFill/>
          </a:ln>
        </p:spPr>
        <p:txBody>
          <a:bodyPr lIns="92075" tIns="46037" rIns="92075" bIns="46037"/>
          <a:lstStyle>
            <a:lvl1pPr marL="374650" indent="-374650">
              <a:lnSpc>
                <a:spcPct val="95000"/>
              </a:lnSpc>
              <a:spcBef>
                <a:spcPct val="20000"/>
              </a:spcBef>
              <a:buClr>
                <a:srgbClr val="FFCC66"/>
              </a:buClr>
              <a:buSzPct val="80000"/>
              <a:buFont typeface="Monotype Sorts"/>
              <a:buChar char=""/>
              <a:defRPr sz="2800" b="1">
                <a:solidFill>
                  <a:schemeClr val="tx1"/>
                </a:solidFill>
                <a:latin typeface="华文仿宋" panose="02010600040101010101" pitchFamily="2" charset="-122"/>
                <a:ea typeface="华文仿宋" panose="02010600040101010101" pitchFamily="2" charset="-122"/>
              </a:defRPr>
            </a:lvl1pPr>
            <a:lvl2pPr marL="742950" indent="-285750">
              <a:lnSpc>
                <a:spcPct val="95000"/>
              </a:lnSpc>
              <a:spcBef>
                <a:spcPct val="20000"/>
              </a:spcBef>
              <a:buClr>
                <a:srgbClr val="FFCC66"/>
              </a:buClr>
              <a:buSzPct val="115000"/>
              <a:buChar char="–"/>
              <a:defRPr sz="2400" b="1">
                <a:solidFill>
                  <a:srgbClr val="CC00CC"/>
                </a:solidFill>
                <a:latin typeface="Times New Roman" panose="02020503050405090304" pitchFamily="18" charset="0"/>
                <a:ea typeface="华文仿宋" panose="02010600040101010101" pitchFamily="2" charset="-122"/>
              </a:defRPr>
            </a:lvl2pPr>
            <a:lvl3pPr marL="1143000" indent="-228600">
              <a:lnSpc>
                <a:spcPct val="95000"/>
              </a:lnSpc>
              <a:spcBef>
                <a:spcPct val="20000"/>
              </a:spcBef>
              <a:buClr>
                <a:srgbClr val="FFCC66"/>
              </a:buClr>
              <a:buSzPct val="80000"/>
              <a:buFont typeface="Monotype Sorts"/>
              <a:buChar char=""/>
              <a:defRPr sz="2000" b="1">
                <a:solidFill>
                  <a:schemeClr val="tx1"/>
                </a:solidFill>
                <a:latin typeface="Times New Roman" panose="02020503050405090304" pitchFamily="18" charset="0"/>
                <a:ea typeface="华文仿宋" panose="02010600040101010101" pitchFamily="2" charset="-122"/>
              </a:defRPr>
            </a:lvl3pPr>
            <a:lvl4pPr marL="1600200" indent="-228600">
              <a:lnSpc>
                <a:spcPct val="95000"/>
              </a:lnSpc>
              <a:spcBef>
                <a:spcPct val="20000"/>
              </a:spcBef>
              <a:buClr>
                <a:srgbClr val="FFCC66"/>
              </a:buClr>
              <a:buSzPct val="115000"/>
              <a:buChar char="–"/>
              <a:defRPr sz="2000" b="1">
                <a:solidFill>
                  <a:schemeClr val="tx1"/>
                </a:solidFill>
                <a:latin typeface="Times New Roman" panose="02020503050405090304" pitchFamily="18" charset="0"/>
                <a:ea typeface="华文仿宋" panose="02010600040101010101" pitchFamily="2" charset="-122"/>
              </a:defRPr>
            </a:lvl4pPr>
            <a:lvl5pPr marL="2057400" indent="-228600">
              <a:lnSpc>
                <a:spcPct val="95000"/>
              </a:lnSpc>
              <a:spcBef>
                <a:spcPct val="20000"/>
              </a:spcBef>
              <a:buClr>
                <a:srgbClr val="FFCC66"/>
              </a:buClr>
              <a:buSzPct val="80000"/>
              <a:buFont typeface="Monotype Sorts"/>
              <a:buChar char=""/>
              <a:defRPr sz="2000" b="1">
                <a:solidFill>
                  <a:schemeClr val="tx1"/>
                </a:solidFill>
                <a:latin typeface="Times New Roman" panose="02020503050405090304" pitchFamily="18" charset="0"/>
                <a:ea typeface="华文仿宋" panose="02010600040101010101" pitchFamily="2" charset="-122"/>
              </a:defRPr>
            </a:lvl5pPr>
            <a:lvl6pPr marL="2514600" indent="-228600" eaLnBrk="0" fontAlgn="base" hangingPunct="0">
              <a:lnSpc>
                <a:spcPct val="95000"/>
              </a:lnSpc>
              <a:spcBef>
                <a:spcPct val="20000"/>
              </a:spcBef>
              <a:spcAft>
                <a:spcPct val="0"/>
              </a:spcAft>
              <a:buClr>
                <a:srgbClr val="FFCC66"/>
              </a:buClr>
              <a:buSzPct val="80000"/>
              <a:buFont typeface="Monotype Sorts"/>
              <a:buChar char=""/>
              <a:defRPr sz="2000" b="1">
                <a:solidFill>
                  <a:schemeClr val="tx1"/>
                </a:solidFill>
                <a:latin typeface="Times New Roman" panose="02020503050405090304" pitchFamily="18" charset="0"/>
                <a:ea typeface="华文仿宋" panose="02010600040101010101" pitchFamily="2" charset="-122"/>
              </a:defRPr>
            </a:lvl6pPr>
            <a:lvl7pPr marL="2971800" indent="-228600" eaLnBrk="0" fontAlgn="base" hangingPunct="0">
              <a:lnSpc>
                <a:spcPct val="95000"/>
              </a:lnSpc>
              <a:spcBef>
                <a:spcPct val="20000"/>
              </a:spcBef>
              <a:spcAft>
                <a:spcPct val="0"/>
              </a:spcAft>
              <a:buClr>
                <a:srgbClr val="FFCC66"/>
              </a:buClr>
              <a:buSzPct val="80000"/>
              <a:buFont typeface="Monotype Sorts"/>
              <a:buChar char=""/>
              <a:defRPr sz="2000" b="1">
                <a:solidFill>
                  <a:schemeClr val="tx1"/>
                </a:solidFill>
                <a:latin typeface="Times New Roman" panose="02020503050405090304" pitchFamily="18" charset="0"/>
                <a:ea typeface="华文仿宋" panose="02010600040101010101" pitchFamily="2" charset="-122"/>
              </a:defRPr>
            </a:lvl7pPr>
            <a:lvl8pPr marL="3429000" indent="-228600" eaLnBrk="0" fontAlgn="base" hangingPunct="0">
              <a:lnSpc>
                <a:spcPct val="95000"/>
              </a:lnSpc>
              <a:spcBef>
                <a:spcPct val="20000"/>
              </a:spcBef>
              <a:spcAft>
                <a:spcPct val="0"/>
              </a:spcAft>
              <a:buClr>
                <a:srgbClr val="FFCC66"/>
              </a:buClr>
              <a:buSzPct val="80000"/>
              <a:buFont typeface="Monotype Sorts"/>
              <a:buChar char=""/>
              <a:defRPr sz="2000" b="1">
                <a:solidFill>
                  <a:schemeClr val="tx1"/>
                </a:solidFill>
                <a:latin typeface="Times New Roman" panose="02020503050405090304" pitchFamily="18" charset="0"/>
                <a:ea typeface="华文仿宋" panose="02010600040101010101" pitchFamily="2" charset="-122"/>
              </a:defRPr>
            </a:lvl8pPr>
            <a:lvl9pPr marL="3886200" indent="-228600" eaLnBrk="0" fontAlgn="base" hangingPunct="0">
              <a:lnSpc>
                <a:spcPct val="95000"/>
              </a:lnSpc>
              <a:spcBef>
                <a:spcPct val="20000"/>
              </a:spcBef>
              <a:spcAft>
                <a:spcPct val="0"/>
              </a:spcAft>
              <a:buClr>
                <a:srgbClr val="FFCC66"/>
              </a:buClr>
              <a:buSzPct val="80000"/>
              <a:buFont typeface="Monotype Sorts"/>
              <a:buChar char=""/>
              <a:defRPr sz="2000" b="1">
                <a:solidFill>
                  <a:schemeClr val="tx1"/>
                </a:solidFill>
                <a:latin typeface="Times New Roman" panose="02020503050405090304" pitchFamily="18" charset="0"/>
                <a:ea typeface="华文仿宋" panose="02010600040101010101" pitchFamily="2" charset="-122"/>
              </a:defRPr>
            </a:lvl9pPr>
          </a:lstStyle>
          <a:p>
            <a:pPr marL="374650" marR="0" lvl="0" indent="-374650" algn="l" defTabSz="914400" rtl="0" eaLnBrk="1" fontAlgn="base" latinLnBrk="0" hangingPunct="1">
              <a:lnSpc>
                <a:spcPct val="95000"/>
              </a:lnSpc>
              <a:spcBef>
                <a:spcPct val="20000"/>
              </a:spcBef>
              <a:spcAft>
                <a:spcPct val="0"/>
              </a:spcAft>
              <a:buClr>
                <a:srgbClr val="FFCC66"/>
              </a:buClr>
              <a:buSzPct val="80000"/>
              <a:buFont typeface="Monotype Sorts"/>
              <a:buChar char=""/>
              <a:defRPr/>
            </a:pPr>
            <a:r>
              <a:rPr kumimoji="0" lang="zh-CN" altLang="en-US" sz="2800" b="1" i="0" u="none" strike="noStrike" kern="1200" cap="none" spc="0" normalizeH="0" baseline="0" noProof="0" dirty="0">
                <a:ln>
                  <a:noFill/>
                </a:ln>
                <a:solidFill>
                  <a:schemeClr val="tx1"/>
                </a:solidFill>
                <a:effectLst/>
                <a:uLnTx/>
                <a:uFillTx/>
                <a:latin typeface="+mn-ea"/>
                <a:ea typeface="+mn-ea"/>
                <a:cs typeface="+mn-cs"/>
              </a:rPr>
              <a:t>释放分配的内存</a:t>
            </a:r>
            <a:r>
              <a:rPr kumimoji="0" lang="en-US" altLang="zh-CN" sz="2800" b="1" i="0" u="none" strike="noStrike" kern="1200" cap="none" spc="0" normalizeH="0" baseline="0" noProof="0" dirty="0">
                <a:ln>
                  <a:noFill/>
                </a:ln>
                <a:solidFill>
                  <a:schemeClr val="tx1"/>
                </a:solidFill>
                <a:effectLst/>
                <a:uLnTx/>
                <a:uFillTx/>
                <a:latin typeface="+mn-ea"/>
                <a:ea typeface="+mn-ea"/>
                <a:cs typeface="+mn-cs"/>
              </a:rPr>
              <a:t>:</a:t>
            </a:r>
            <a:endParaRPr kumimoji="0" lang="en-US" altLang="zh-CN" sz="2800" b="1" i="0" u="none" strike="noStrike" kern="1200" cap="none" spc="0" normalizeH="0" baseline="0" noProof="0" dirty="0">
              <a:ln>
                <a:noFill/>
              </a:ln>
              <a:solidFill>
                <a:srgbClr val="000000"/>
              </a:solidFill>
              <a:effectLst/>
              <a:uLnTx/>
              <a:uFillTx/>
              <a:latin typeface="+mn-ea"/>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715780"/>
                                        </p:tgtEl>
                                        <p:attrNameLst>
                                          <p:attrName>style.visibility</p:attrName>
                                        </p:attrNameLst>
                                      </p:cBhvr>
                                      <p:to>
                                        <p:strVal val="visible"/>
                                      </p:to>
                                    </p:set>
                                    <p:anim calcmode="lin" valueType="num">
                                      <p:cBhvr>
                                        <p:cTn id="7" dur="500" fill="hold"/>
                                        <p:tgtEl>
                                          <p:spTgt spid="715780"/>
                                        </p:tgtEl>
                                        <p:attrNameLst>
                                          <p:attrName>ppt_w</p:attrName>
                                        </p:attrNameLst>
                                      </p:cBhvr>
                                      <p:tavLst>
                                        <p:tav tm="0">
                                          <p:val>
                                            <p:fltVal val="0"/>
                                          </p:val>
                                        </p:tav>
                                        <p:tav tm="100000">
                                          <p:val>
                                            <p:strVal val="#ppt_w"/>
                                          </p:val>
                                        </p:tav>
                                      </p:tavLst>
                                    </p:anim>
                                    <p:anim calcmode="lin" valueType="num">
                                      <p:cBhvr>
                                        <p:cTn id="8" dur="500" fill="hold"/>
                                        <p:tgtEl>
                                          <p:spTgt spid="715780"/>
                                        </p:tgtEl>
                                        <p:attrNameLst>
                                          <p:attrName>ppt_h</p:attrName>
                                        </p:attrNameLst>
                                      </p:cBhvr>
                                      <p:tavLst>
                                        <p:tav tm="0">
                                          <p:val>
                                            <p:fltVal val="0"/>
                                          </p:val>
                                        </p:tav>
                                        <p:tav tm="100000">
                                          <p:val>
                                            <p:strVal val="#ppt_h"/>
                                          </p:val>
                                        </p:tav>
                                      </p:tavLst>
                                    </p:anim>
                                    <p:animEffect transition="in" filter="fade">
                                      <p:cBhvr>
                                        <p:cTn id="9" dur="500"/>
                                        <p:tgtEl>
                                          <p:spTgt spid="715780"/>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715781"/>
                                        </p:tgtEl>
                                        <p:attrNameLst>
                                          <p:attrName>style.visibility</p:attrName>
                                        </p:attrNameLst>
                                      </p:cBhvr>
                                      <p:to>
                                        <p:strVal val="visible"/>
                                      </p:to>
                                    </p:set>
                                    <p:anim calcmode="lin" valueType="num">
                                      <p:cBhvr>
                                        <p:cTn id="14" dur="500" fill="hold"/>
                                        <p:tgtEl>
                                          <p:spTgt spid="715781"/>
                                        </p:tgtEl>
                                        <p:attrNameLst>
                                          <p:attrName>ppt_w</p:attrName>
                                        </p:attrNameLst>
                                      </p:cBhvr>
                                      <p:tavLst>
                                        <p:tav tm="0">
                                          <p:val>
                                            <p:fltVal val="0"/>
                                          </p:val>
                                        </p:tav>
                                        <p:tav tm="100000">
                                          <p:val>
                                            <p:strVal val="#ppt_w"/>
                                          </p:val>
                                        </p:tav>
                                      </p:tavLst>
                                    </p:anim>
                                    <p:anim calcmode="lin" valueType="num">
                                      <p:cBhvr>
                                        <p:cTn id="15" dur="500" fill="hold"/>
                                        <p:tgtEl>
                                          <p:spTgt spid="715781"/>
                                        </p:tgtEl>
                                        <p:attrNameLst>
                                          <p:attrName>ppt_h</p:attrName>
                                        </p:attrNameLst>
                                      </p:cBhvr>
                                      <p:tavLst>
                                        <p:tav tm="0">
                                          <p:val>
                                            <p:fltVal val="0"/>
                                          </p:val>
                                        </p:tav>
                                        <p:tav tm="100000">
                                          <p:val>
                                            <p:strVal val="#ppt_h"/>
                                          </p:val>
                                        </p:tav>
                                      </p:tavLst>
                                    </p:anim>
                                    <p:animEffect transition="in" filter="fade">
                                      <p:cBhvr>
                                        <p:cTn id="16" dur="500"/>
                                        <p:tgtEl>
                                          <p:spTgt spid="7157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5780" grpId="0" animBg="1"/>
      <p:bldP spid="715781" grpId="0" animBg="1"/>
    </p:bldLst>
  </p:timing>
</p:sld>
</file>

<file path=ppt/slides/slide9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9026" name="Rectangle 2"/>
          <p:cNvSpPr>
            <a:spLocks noGrp="1"/>
          </p:cNvSpPr>
          <p:nvPr>
            <p:ph type="title" idx="4294967295"/>
          </p:nvPr>
        </p:nvSpPr>
        <p:spPr/>
        <p:txBody>
          <a:bodyPr vert="horz" wrap="square" lIns="91440" tIns="45720" rIns="91440" bIns="45720" anchor="ctr" anchorCtr="0"/>
          <a:lstStyle/>
          <a:p>
            <a:r>
              <a:rPr lang="en-US" altLang="zh-CN" dirty="0"/>
              <a:t>3.5.2 </a:t>
            </a:r>
            <a:r>
              <a:rPr lang="zh-CN" altLang="en-US" dirty="0"/>
              <a:t>动态内存分配函数</a:t>
            </a:r>
            <a:endParaRPr lang="en-US" altLang="zh-CN" dirty="0"/>
          </a:p>
        </p:txBody>
      </p:sp>
      <p:sp>
        <p:nvSpPr>
          <p:cNvPr id="715780" name="Rectangle 4"/>
          <p:cNvSpPr>
            <a:spLocks noChangeArrowheads="1"/>
          </p:cNvSpPr>
          <p:nvPr/>
        </p:nvSpPr>
        <p:spPr bwMode="auto">
          <a:xfrm>
            <a:off x="2349500" y="2422525"/>
            <a:ext cx="7923213" cy="646113"/>
          </a:xfrm>
          <a:prstGeom prst="rect">
            <a:avLst/>
          </a:prstGeom>
          <a:solidFill>
            <a:srgbClr val="FFFFCC"/>
          </a:solidFill>
          <a:ln w="28575">
            <a:solidFill>
              <a:srgbClr val="800000"/>
            </a:solidFill>
            <a:miter lim="800000"/>
          </a:ln>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2000" b="1" i="0" u="none" strike="noStrike" kern="1200" cap="none" spc="0" normalizeH="0" baseline="0" noProof="0" dirty="0">
                <a:ln>
                  <a:noFill/>
                </a:ln>
                <a:solidFill>
                  <a:schemeClr val="accent2"/>
                </a:solidFill>
                <a:effectLst>
                  <a:outerShdw blurRad="38100" dist="38100" dir="2700000" algn="tl">
                    <a:srgbClr val="000000"/>
                  </a:outerShdw>
                </a:effectLst>
                <a:uLnTx/>
                <a:uFillTx/>
                <a:latin typeface="Courier New" panose="02070409020205090404" pitchFamily="49" charset="0"/>
                <a:ea typeface="宋体" pitchFamily="2" charset="-122"/>
                <a:cs typeface="+mn-cs"/>
              </a:rPr>
              <a:t>void</a:t>
            </a:r>
            <a:r>
              <a:rPr kumimoji="0" lang="en-US" altLang="zh-CN" sz="2000" b="1" i="0" u="none" strike="noStrike" kern="1200" cap="none" spc="0" normalizeH="0" baseline="0" noProof="0" dirty="0">
                <a:ln>
                  <a:noFill/>
                </a:ln>
                <a:solidFill>
                  <a:schemeClr val="tx1"/>
                </a:solidFill>
                <a:effectLst>
                  <a:outerShdw blurRad="38100" dist="38100" dir="2700000" algn="tl">
                    <a:srgbClr val="FFFFFF"/>
                  </a:outerShdw>
                </a:effectLst>
                <a:uLnTx/>
                <a:uFillTx/>
                <a:latin typeface="Courier New" panose="02070409020205090404" pitchFamily="49" charset="0"/>
                <a:ea typeface="宋体" pitchFamily="2" charset="-122"/>
                <a:cs typeface="+mn-cs"/>
              </a:rPr>
              <a:t>* </a:t>
            </a:r>
            <a:r>
              <a:rPr kumimoji="0" lang="en-US" altLang="zh-CN" sz="2000" b="1" i="0" u="none" strike="noStrike" kern="1200" cap="none" spc="0" normalizeH="0" baseline="0" noProof="0" dirty="0" err="1">
                <a:ln>
                  <a:noFill/>
                </a:ln>
                <a:solidFill>
                  <a:srgbClr val="000000"/>
                </a:solidFill>
                <a:effectLst>
                  <a:outerShdw blurRad="38100" dist="38100" dir="2700000" algn="tl">
                    <a:srgbClr val="FFFFFF"/>
                  </a:outerShdw>
                </a:effectLst>
                <a:uLnTx/>
                <a:uFillTx/>
                <a:latin typeface="Courier New" panose="02070409020205090404" pitchFamily="49" charset="0"/>
                <a:ea typeface="宋体" pitchFamily="2" charset="-122"/>
                <a:cs typeface="+mn-cs"/>
              </a:rPr>
              <a:t>realloc</a:t>
            </a:r>
            <a:r>
              <a:rPr kumimoji="0" lang="en-US" altLang="zh-CN" sz="2000" b="1" i="0" u="none" strike="noStrike" kern="1200" cap="none" spc="0" normalizeH="0" baseline="0" noProof="0" dirty="0">
                <a:ln>
                  <a:noFill/>
                </a:ln>
                <a:solidFill>
                  <a:srgbClr val="000000"/>
                </a:solidFill>
                <a:effectLst>
                  <a:outerShdw blurRad="38100" dist="38100" dir="2700000" algn="tl">
                    <a:srgbClr val="FFFFFF"/>
                  </a:outerShdw>
                </a:effectLst>
                <a:uLnTx/>
                <a:uFillTx/>
                <a:latin typeface="Courier New" panose="02070409020205090404" pitchFamily="49" charset="0"/>
                <a:ea typeface="宋体" pitchFamily="2" charset="-122"/>
                <a:cs typeface="+mn-cs"/>
              </a:rPr>
              <a:t>(</a:t>
            </a:r>
            <a:r>
              <a:rPr kumimoji="0" lang="en-US" altLang="zh-CN" sz="2000" b="1" i="0" u="none" strike="noStrike" kern="1200" cap="none" spc="0" normalizeH="0" baseline="0" noProof="0" dirty="0">
                <a:ln>
                  <a:noFill/>
                </a:ln>
                <a:solidFill>
                  <a:srgbClr val="0000FF"/>
                </a:solidFill>
                <a:effectLst>
                  <a:outerShdw blurRad="38100" dist="38100" dir="2700000" algn="tl">
                    <a:srgbClr val="000000"/>
                  </a:outerShdw>
                </a:effectLst>
                <a:uLnTx/>
                <a:uFillTx/>
                <a:latin typeface="Courier New" panose="02070409020205090404" pitchFamily="49" charset="0"/>
                <a:ea typeface="宋体" pitchFamily="2" charset="-122"/>
                <a:cs typeface="+mn-cs"/>
              </a:rPr>
              <a:t>void</a:t>
            </a:r>
            <a:r>
              <a:rPr kumimoji="0" lang="en-US" altLang="zh-CN" sz="2000" b="1" i="0" u="none" strike="noStrike" kern="1200" cap="none" spc="0" normalizeH="0" baseline="0" noProof="0" dirty="0">
                <a:ln>
                  <a:noFill/>
                </a:ln>
                <a:solidFill>
                  <a:srgbClr val="000000"/>
                </a:solidFill>
                <a:effectLst>
                  <a:outerShdw blurRad="38100" dist="38100" dir="2700000" algn="tl">
                    <a:srgbClr val="FFFFFF"/>
                  </a:outerShdw>
                </a:effectLst>
                <a:uLnTx/>
                <a:uFillTx/>
                <a:latin typeface="Courier New" panose="02070409020205090404" pitchFamily="49" charset="0"/>
                <a:ea typeface="宋体" pitchFamily="2" charset="-122"/>
                <a:cs typeface="+mn-cs"/>
              </a:rPr>
              <a:t>* p , </a:t>
            </a:r>
            <a:r>
              <a:rPr kumimoji="0" lang="en-US" altLang="zh-CN" sz="2000" b="1" i="0" u="none" strike="noStrike" kern="1200" cap="none" spc="0" normalizeH="0" baseline="0" noProof="0" dirty="0">
                <a:ln>
                  <a:noFill/>
                </a:ln>
                <a:solidFill>
                  <a:srgbClr val="0000FF"/>
                </a:solidFill>
                <a:effectLst>
                  <a:outerShdw blurRad="38100" dist="38100" dir="2700000" algn="tl">
                    <a:srgbClr val="000000"/>
                  </a:outerShdw>
                </a:effectLst>
                <a:uLnTx/>
                <a:uFillTx/>
                <a:latin typeface="Courier New" panose="02070409020205090404" pitchFamily="49" charset="0"/>
                <a:ea typeface="宋体" pitchFamily="2" charset="-122"/>
                <a:cs typeface="+mn-cs"/>
              </a:rPr>
              <a:t>unsigned </a:t>
            </a:r>
            <a:r>
              <a:rPr kumimoji="0" lang="en-US" altLang="zh-CN" sz="2000" b="1" i="0" u="none" strike="noStrike" kern="1200" cap="none" spc="0" normalizeH="0" baseline="0" noProof="0" dirty="0" err="1">
                <a:ln>
                  <a:noFill/>
                </a:ln>
                <a:solidFill>
                  <a:srgbClr val="0000FF"/>
                </a:solidFill>
                <a:effectLst>
                  <a:outerShdw blurRad="38100" dist="38100" dir="2700000" algn="tl">
                    <a:srgbClr val="000000"/>
                  </a:outerShdw>
                </a:effectLst>
                <a:uLnTx/>
                <a:uFillTx/>
                <a:latin typeface="Courier New" panose="02070409020205090404" pitchFamily="49" charset="0"/>
                <a:ea typeface="宋体" pitchFamily="2" charset="-122"/>
                <a:cs typeface="+mn-cs"/>
              </a:rPr>
              <a:t>int</a:t>
            </a:r>
            <a:r>
              <a:rPr kumimoji="0" lang="en-US" altLang="zh-CN" sz="2000" b="1" i="0" u="none" strike="noStrike" kern="1200" cap="none" spc="0" normalizeH="0" baseline="0" noProof="0" dirty="0">
                <a:ln>
                  <a:noFill/>
                </a:ln>
                <a:solidFill>
                  <a:srgbClr val="0000FF"/>
                </a:solidFill>
                <a:effectLst>
                  <a:outerShdw blurRad="38100" dist="38100" dir="2700000" algn="tl">
                    <a:srgbClr val="000000"/>
                  </a:outerShdw>
                </a:effectLst>
                <a:uLnTx/>
                <a:uFillTx/>
                <a:latin typeface="Courier New" panose="02070409020205090404" pitchFamily="49" charset="0"/>
                <a:ea typeface="宋体" pitchFamily="2" charset="-122"/>
                <a:cs typeface="+mn-cs"/>
              </a:rPr>
              <a:t> </a:t>
            </a:r>
            <a:r>
              <a:rPr kumimoji="0" lang="en-US" altLang="zh-CN" sz="2000" b="1" i="0" u="none" strike="noStrike" kern="1200" cap="none" spc="0" normalizeH="0" baseline="0" noProof="0" dirty="0">
                <a:ln>
                  <a:noFill/>
                </a:ln>
                <a:solidFill>
                  <a:srgbClr val="000000"/>
                </a:solidFill>
                <a:effectLst>
                  <a:outerShdw blurRad="38100" dist="38100" dir="2700000" algn="tl">
                    <a:srgbClr val="FFFFFF"/>
                  </a:outerShdw>
                </a:effectLst>
                <a:uLnTx/>
                <a:uFillTx/>
                <a:latin typeface="Courier New" panose="02070409020205090404" pitchFamily="49" charset="0"/>
                <a:ea typeface="宋体" pitchFamily="2" charset="-122"/>
                <a:cs typeface="+mn-cs"/>
              </a:rPr>
              <a:t>size);</a:t>
            </a:r>
            <a:endParaRPr kumimoji="0" lang="en-US" altLang="zh-CN" sz="2000" b="1" i="0" u="none" strike="noStrike" kern="1200" cap="none" spc="0" normalizeH="0" baseline="0" noProof="0" dirty="0">
              <a:ln>
                <a:noFill/>
              </a:ln>
              <a:solidFill>
                <a:srgbClr val="000000"/>
              </a:solidFill>
              <a:effectLst>
                <a:outerShdw blurRad="38100" dist="38100" dir="2700000" algn="tl">
                  <a:srgbClr val="FFFFFF"/>
                </a:outerShdw>
              </a:effectLst>
              <a:uLnTx/>
              <a:uFillTx/>
              <a:latin typeface="Courier New" panose="02070409020205090404" pitchFamily="49" charset="0"/>
              <a:ea typeface="宋体" pitchFamily="2" charset="-122"/>
              <a:cs typeface="+mn-cs"/>
            </a:endParaRPr>
          </a:p>
        </p:txBody>
      </p:sp>
      <p:sp>
        <p:nvSpPr>
          <p:cNvPr id="715781" name="Rectangle 5"/>
          <p:cNvSpPr/>
          <p:nvPr/>
        </p:nvSpPr>
        <p:spPr>
          <a:xfrm>
            <a:off x="2406650" y="3860800"/>
            <a:ext cx="7810500" cy="1584325"/>
          </a:xfrm>
          <a:prstGeom prst="rect">
            <a:avLst/>
          </a:prstGeom>
          <a:noFill/>
          <a:ln w="28575" cap="flat" cmpd="sng">
            <a:solidFill>
              <a:srgbClr val="009900"/>
            </a:solidFill>
            <a:prstDash val="solid"/>
            <a:miter/>
            <a:headEnd type="none" w="med" len="med"/>
            <a:tailEnd type="none" w="med" len="med"/>
          </a:ln>
        </p:spPr>
        <p:txBody>
          <a:bodyPr wrap="none" anchor="ctr" anchorCtr="0"/>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800100" lvl="1" indent="-342900" eaLnBrk="1" hangingPunct="1">
              <a:lnSpc>
                <a:spcPct val="100000"/>
              </a:lnSpc>
              <a:spcBef>
                <a:spcPct val="0"/>
              </a:spcBef>
              <a:buClrTx/>
              <a:buSzTx/>
              <a:buFont typeface="Arial" panose="020B0604020202090204" pitchFamily="34" charset="0"/>
              <a:buChar char="•"/>
            </a:pPr>
            <a:r>
              <a:rPr lang="zh-CN" altLang="en-US" sz="2400" b="1" dirty="0">
                <a:solidFill>
                  <a:srgbClr val="000066"/>
                </a:solidFill>
                <a:latin typeface="Courier New" panose="02070409020205090404" pitchFamily="49" charset="0"/>
                <a:ea typeface="楷体_GB2312" pitchFamily="49" charset="-122"/>
              </a:rPr>
              <a:t>改变原来分配的存储空间的大小</a:t>
            </a:r>
            <a:endParaRPr lang="en-US" altLang="zh-CN" sz="2400" b="1" dirty="0">
              <a:solidFill>
                <a:srgbClr val="000066"/>
              </a:solidFill>
              <a:latin typeface="Courier New" panose="02070409020205090404" pitchFamily="49" charset="0"/>
              <a:ea typeface="楷体_GB2312" pitchFamily="49" charset="-122"/>
            </a:endParaRPr>
          </a:p>
          <a:p>
            <a:pPr marL="800100" lvl="1" indent="-342900" eaLnBrk="1" hangingPunct="1">
              <a:lnSpc>
                <a:spcPct val="100000"/>
              </a:lnSpc>
              <a:spcBef>
                <a:spcPct val="0"/>
              </a:spcBef>
              <a:buClrTx/>
              <a:buSzTx/>
              <a:buFont typeface="Arial" panose="020B0604020202090204" pitchFamily="34" charset="0"/>
              <a:buChar char="•"/>
            </a:pPr>
            <a:r>
              <a:rPr lang="en-US" altLang="zh-CN" sz="2400" b="1" dirty="0">
                <a:solidFill>
                  <a:srgbClr val="000066"/>
                </a:solidFill>
                <a:latin typeface="Courier New" panose="02070409020205090404" pitchFamily="49" charset="0"/>
                <a:ea typeface="楷体_GB2312" pitchFamily="49" charset="-122"/>
              </a:rPr>
              <a:t>p</a:t>
            </a:r>
            <a:r>
              <a:rPr lang="zh-CN" altLang="en-US" sz="2400" b="1" dirty="0">
                <a:solidFill>
                  <a:srgbClr val="000066"/>
                </a:solidFill>
                <a:latin typeface="Courier New" panose="02070409020205090404" pitchFamily="49" charset="0"/>
                <a:ea typeface="楷体_GB2312" pitchFamily="49" charset="-122"/>
              </a:rPr>
              <a:t>是指向此块内存的指针，</a:t>
            </a:r>
            <a:r>
              <a:rPr lang="en-US" altLang="zh-CN" sz="2400" b="1" dirty="0">
                <a:solidFill>
                  <a:srgbClr val="000066"/>
                </a:solidFill>
                <a:latin typeface="Courier New" panose="02070409020205090404" pitchFamily="49" charset="0"/>
                <a:ea typeface="楷体_GB2312" pitchFamily="49" charset="-122"/>
              </a:rPr>
              <a:t>size</a:t>
            </a:r>
            <a:r>
              <a:rPr lang="zh-CN" altLang="en-US" sz="2400" b="1" dirty="0">
                <a:solidFill>
                  <a:srgbClr val="000066"/>
                </a:solidFill>
                <a:latin typeface="Courier New" panose="02070409020205090404" pitchFamily="49" charset="0"/>
                <a:ea typeface="楷体_GB2312" pitchFamily="49" charset="-122"/>
              </a:rPr>
              <a:t>是新内存块的大小</a:t>
            </a:r>
            <a:endParaRPr lang="zh-CN" altLang="en-US" sz="2400" b="1" dirty="0">
              <a:solidFill>
                <a:srgbClr val="000066"/>
              </a:solidFill>
              <a:latin typeface="Courier New" panose="02070409020205090404" pitchFamily="49" charset="0"/>
              <a:ea typeface="楷体_GB2312" pitchFamily="49" charset="-122"/>
            </a:endParaRPr>
          </a:p>
          <a:p>
            <a:pPr marL="800100" lvl="1" indent="-342900" eaLnBrk="1" hangingPunct="1">
              <a:lnSpc>
                <a:spcPct val="100000"/>
              </a:lnSpc>
              <a:spcBef>
                <a:spcPct val="0"/>
              </a:spcBef>
              <a:buClrTx/>
              <a:buSzTx/>
              <a:buFont typeface="Arial" panose="020B0604020202090204" pitchFamily="34" charset="0"/>
              <a:buChar char="•"/>
            </a:pPr>
            <a:r>
              <a:rPr lang="zh-CN" altLang="en-US" sz="2400" b="1" dirty="0">
                <a:solidFill>
                  <a:srgbClr val="000066"/>
                </a:solidFill>
                <a:latin typeface="Courier New" panose="02070409020205090404" pitchFamily="49" charset="0"/>
                <a:ea typeface="楷体_GB2312" pitchFamily="49" charset="-122"/>
              </a:rPr>
              <a:t>函数返回新分配存储空间首地址，与原来分配的首</a:t>
            </a:r>
            <a:endParaRPr lang="en-US" altLang="zh-CN" sz="2400" b="1" dirty="0">
              <a:solidFill>
                <a:srgbClr val="000066"/>
              </a:solidFill>
              <a:latin typeface="Courier New" panose="02070409020205090404" pitchFamily="49" charset="0"/>
              <a:ea typeface="楷体_GB2312" pitchFamily="49" charset="-122"/>
            </a:endParaRPr>
          </a:p>
          <a:p>
            <a:pPr marL="800100" lvl="1" indent="-342900" eaLnBrk="1" hangingPunct="1">
              <a:lnSpc>
                <a:spcPct val="100000"/>
              </a:lnSpc>
              <a:spcBef>
                <a:spcPct val="0"/>
              </a:spcBef>
              <a:buClrTx/>
              <a:buSzTx/>
              <a:buFontTx/>
              <a:buNone/>
            </a:pPr>
            <a:r>
              <a:rPr lang="zh-CN" altLang="en-US" sz="2400" b="1" dirty="0">
                <a:solidFill>
                  <a:srgbClr val="000066"/>
                </a:solidFill>
                <a:latin typeface="Courier New" panose="02070409020205090404" pitchFamily="49" charset="0"/>
                <a:ea typeface="楷体_GB2312" pitchFamily="49" charset="-122"/>
              </a:rPr>
              <a:t>地址不一定相同</a:t>
            </a:r>
            <a:endParaRPr lang="en-US" altLang="zh-CN" sz="2400" b="1" dirty="0">
              <a:solidFill>
                <a:srgbClr val="000066"/>
              </a:solidFill>
              <a:latin typeface="Courier New" panose="02070409020205090404" pitchFamily="49" charset="0"/>
              <a:ea typeface="楷体_GB2312" pitchFamily="49" charset="-122"/>
            </a:endParaRPr>
          </a:p>
        </p:txBody>
      </p:sp>
      <p:sp>
        <p:nvSpPr>
          <p:cNvPr id="13317" name="Rectangle 3"/>
          <p:cNvSpPr>
            <a:spLocks noChangeArrowheads="1"/>
          </p:cNvSpPr>
          <p:nvPr/>
        </p:nvSpPr>
        <p:spPr bwMode="auto">
          <a:xfrm>
            <a:off x="1992313" y="1484313"/>
            <a:ext cx="8207375" cy="720725"/>
          </a:xfrm>
          <a:prstGeom prst="rect">
            <a:avLst/>
          </a:prstGeom>
          <a:noFill/>
          <a:ln>
            <a:noFill/>
          </a:ln>
        </p:spPr>
        <p:txBody>
          <a:bodyPr lIns="92075" tIns="46037" rIns="92075" bIns="46037"/>
          <a:lstStyle>
            <a:lvl1pPr marL="374650" indent="-374650">
              <a:lnSpc>
                <a:spcPct val="95000"/>
              </a:lnSpc>
              <a:spcBef>
                <a:spcPct val="20000"/>
              </a:spcBef>
              <a:buClr>
                <a:srgbClr val="FFCC66"/>
              </a:buClr>
              <a:buSzPct val="80000"/>
              <a:buFont typeface="Monotype Sorts"/>
              <a:buChar char=""/>
              <a:defRPr sz="2800" b="1">
                <a:solidFill>
                  <a:schemeClr val="tx1"/>
                </a:solidFill>
                <a:latin typeface="华文仿宋" panose="02010600040101010101" pitchFamily="2" charset="-122"/>
                <a:ea typeface="华文仿宋" panose="02010600040101010101" pitchFamily="2" charset="-122"/>
              </a:defRPr>
            </a:lvl1pPr>
            <a:lvl2pPr marL="742950" indent="-285750">
              <a:lnSpc>
                <a:spcPct val="95000"/>
              </a:lnSpc>
              <a:spcBef>
                <a:spcPct val="20000"/>
              </a:spcBef>
              <a:buClr>
                <a:srgbClr val="FFCC66"/>
              </a:buClr>
              <a:buSzPct val="115000"/>
              <a:buChar char="–"/>
              <a:defRPr sz="2400" b="1">
                <a:solidFill>
                  <a:srgbClr val="CC00CC"/>
                </a:solidFill>
                <a:latin typeface="Times New Roman" panose="02020503050405090304" pitchFamily="18" charset="0"/>
                <a:ea typeface="华文仿宋" panose="02010600040101010101" pitchFamily="2" charset="-122"/>
              </a:defRPr>
            </a:lvl2pPr>
            <a:lvl3pPr marL="1143000" indent="-228600">
              <a:lnSpc>
                <a:spcPct val="95000"/>
              </a:lnSpc>
              <a:spcBef>
                <a:spcPct val="20000"/>
              </a:spcBef>
              <a:buClr>
                <a:srgbClr val="FFCC66"/>
              </a:buClr>
              <a:buSzPct val="80000"/>
              <a:buFont typeface="Monotype Sorts"/>
              <a:buChar char=""/>
              <a:defRPr sz="2000" b="1">
                <a:solidFill>
                  <a:schemeClr val="tx1"/>
                </a:solidFill>
                <a:latin typeface="Times New Roman" panose="02020503050405090304" pitchFamily="18" charset="0"/>
                <a:ea typeface="华文仿宋" panose="02010600040101010101" pitchFamily="2" charset="-122"/>
              </a:defRPr>
            </a:lvl3pPr>
            <a:lvl4pPr marL="1600200" indent="-228600">
              <a:lnSpc>
                <a:spcPct val="95000"/>
              </a:lnSpc>
              <a:spcBef>
                <a:spcPct val="20000"/>
              </a:spcBef>
              <a:buClr>
                <a:srgbClr val="FFCC66"/>
              </a:buClr>
              <a:buSzPct val="115000"/>
              <a:buChar char="–"/>
              <a:defRPr sz="2000" b="1">
                <a:solidFill>
                  <a:schemeClr val="tx1"/>
                </a:solidFill>
                <a:latin typeface="Times New Roman" panose="02020503050405090304" pitchFamily="18" charset="0"/>
                <a:ea typeface="华文仿宋" panose="02010600040101010101" pitchFamily="2" charset="-122"/>
              </a:defRPr>
            </a:lvl4pPr>
            <a:lvl5pPr marL="2057400" indent="-228600">
              <a:lnSpc>
                <a:spcPct val="95000"/>
              </a:lnSpc>
              <a:spcBef>
                <a:spcPct val="20000"/>
              </a:spcBef>
              <a:buClr>
                <a:srgbClr val="FFCC66"/>
              </a:buClr>
              <a:buSzPct val="80000"/>
              <a:buFont typeface="Monotype Sorts"/>
              <a:buChar char=""/>
              <a:defRPr sz="2000" b="1">
                <a:solidFill>
                  <a:schemeClr val="tx1"/>
                </a:solidFill>
                <a:latin typeface="Times New Roman" panose="02020503050405090304" pitchFamily="18" charset="0"/>
                <a:ea typeface="华文仿宋" panose="02010600040101010101" pitchFamily="2" charset="-122"/>
              </a:defRPr>
            </a:lvl5pPr>
            <a:lvl6pPr marL="2514600" indent="-228600" eaLnBrk="0" fontAlgn="base" hangingPunct="0">
              <a:lnSpc>
                <a:spcPct val="95000"/>
              </a:lnSpc>
              <a:spcBef>
                <a:spcPct val="20000"/>
              </a:spcBef>
              <a:spcAft>
                <a:spcPct val="0"/>
              </a:spcAft>
              <a:buClr>
                <a:srgbClr val="FFCC66"/>
              </a:buClr>
              <a:buSzPct val="80000"/>
              <a:buFont typeface="Monotype Sorts"/>
              <a:buChar char=""/>
              <a:defRPr sz="2000" b="1">
                <a:solidFill>
                  <a:schemeClr val="tx1"/>
                </a:solidFill>
                <a:latin typeface="Times New Roman" panose="02020503050405090304" pitchFamily="18" charset="0"/>
                <a:ea typeface="华文仿宋" panose="02010600040101010101" pitchFamily="2" charset="-122"/>
              </a:defRPr>
            </a:lvl6pPr>
            <a:lvl7pPr marL="2971800" indent="-228600" eaLnBrk="0" fontAlgn="base" hangingPunct="0">
              <a:lnSpc>
                <a:spcPct val="95000"/>
              </a:lnSpc>
              <a:spcBef>
                <a:spcPct val="20000"/>
              </a:spcBef>
              <a:spcAft>
                <a:spcPct val="0"/>
              </a:spcAft>
              <a:buClr>
                <a:srgbClr val="FFCC66"/>
              </a:buClr>
              <a:buSzPct val="80000"/>
              <a:buFont typeface="Monotype Sorts"/>
              <a:buChar char=""/>
              <a:defRPr sz="2000" b="1">
                <a:solidFill>
                  <a:schemeClr val="tx1"/>
                </a:solidFill>
                <a:latin typeface="Times New Roman" panose="02020503050405090304" pitchFamily="18" charset="0"/>
                <a:ea typeface="华文仿宋" panose="02010600040101010101" pitchFamily="2" charset="-122"/>
              </a:defRPr>
            </a:lvl7pPr>
            <a:lvl8pPr marL="3429000" indent="-228600" eaLnBrk="0" fontAlgn="base" hangingPunct="0">
              <a:lnSpc>
                <a:spcPct val="95000"/>
              </a:lnSpc>
              <a:spcBef>
                <a:spcPct val="20000"/>
              </a:spcBef>
              <a:spcAft>
                <a:spcPct val="0"/>
              </a:spcAft>
              <a:buClr>
                <a:srgbClr val="FFCC66"/>
              </a:buClr>
              <a:buSzPct val="80000"/>
              <a:buFont typeface="Monotype Sorts"/>
              <a:buChar char=""/>
              <a:defRPr sz="2000" b="1">
                <a:solidFill>
                  <a:schemeClr val="tx1"/>
                </a:solidFill>
                <a:latin typeface="Times New Roman" panose="02020503050405090304" pitchFamily="18" charset="0"/>
                <a:ea typeface="华文仿宋" panose="02010600040101010101" pitchFamily="2" charset="-122"/>
              </a:defRPr>
            </a:lvl8pPr>
            <a:lvl9pPr marL="3886200" indent="-228600" eaLnBrk="0" fontAlgn="base" hangingPunct="0">
              <a:lnSpc>
                <a:spcPct val="95000"/>
              </a:lnSpc>
              <a:spcBef>
                <a:spcPct val="20000"/>
              </a:spcBef>
              <a:spcAft>
                <a:spcPct val="0"/>
              </a:spcAft>
              <a:buClr>
                <a:srgbClr val="FFCC66"/>
              </a:buClr>
              <a:buSzPct val="80000"/>
              <a:buFont typeface="Monotype Sorts"/>
              <a:buChar char=""/>
              <a:defRPr sz="2000" b="1">
                <a:solidFill>
                  <a:schemeClr val="tx1"/>
                </a:solidFill>
                <a:latin typeface="Times New Roman" panose="02020503050405090304" pitchFamily="18" charset="0"/>
                <a:ea typeface="华文仿宋" panose="02010600040101010101" pitchFamily="2" charset="-122"/>
              </a:defRPr>
            </a:lvl9pPr>
          </a:lstStyle>
          <a:p>
            <a:pPr marL="374650" marR="0" lvl="0" indent="-374650" algn="l" defTabSz="914400" rtl="0" eaLnBrk="1" fontAlgn="base" latinLnBrk="0" hangingPunct="1">
              <a:lnSpc>
                <a:spcPct val="95000"/>
              </a:lnSpc>
              <a:spcBef>
                <a:spcPct val="20000"/>
              </a:spcBef>
              <a:spcAft>
                <a:spcPct val="0"/>
              </a:spcAft>
              <a:buClr>
                <a:srgbClr val="FFCC66"/>
              </a:buClr>
              <a:buSzPct val="80000"/>
              <a:buFont typeface="Monotype Sorts"/>
              <a:buChar char=""/>
              <a:defRPr/>
            </a:pPr>
            <a:r>
              <a:rPr kumimoji="0" lang="zh-CN" altLang="en-US" sz="2800" b="1" i="0" u="none" strike="noStrike" kern="1200" cap="none" spc="0" normalizeH="0" baseline="0" noProof="0" dirty="0">
                <a:ln>
                  <a:noFill/>
                </a:ln>
                <a:solidFill>
                  <a:schemeClr val="tx1"/>
                </a:solidFill>
                <a:effectLst/>
                <a:uLnTx/>
                <a:uFillTx/>
                <a:latin typeface="+mn-ea"/>
                <a:ea typeface="+mn-ea"/>
                <a:cs typeface="+mn-cs"/>
              </a:rPr>
              <a:t>改变分配的内存大小</a:t>
            </a:r>
            <a:r>
              <a:rPr kumimoji="0" lang="en-US" altLang="zh-CN" sz="2800" b="1" i="0" u="none" strike="noStrike" kern="1200" cap="none" spc="0" normalizeH="0" baseline="0" noProof="0" dirty="0">
                <a:ln>
                  <a:noFill/>
                </a:ln>
                <a:solidFill>
                  <a:schemeClr val="tx1"/>
                </a:solidFill>
                <a:effectLst/>
                <a:uLnTx/>
                <a:uFillTx/>
                <a:latin typeface="+mn-ea"/>
                <a:ea typeface="+mn-ea"/>
                <a:cs typeface="+mn-cs"/>
              </a:rPr>
              <a:t>:</a:t>
            </a:r>
            <a:endParaRPr kumimoji="0" lang="en-US" altLang="zh-CN" sz="2800" b="1" i="0" u="none" strike="noStrike" kern="1200" cap="none" spc="0" normalizeH="0" baseline="0" noProof="0" dirty="0">
              <a:ln>
                <a:noFill/>
              </a:ln>
              <a:solidFill>
                <a:srgbClr val="000000"/>
              </a:solidFill>
              <a:effectLst/>
              <a:uLnTx/>
              <a:uFillTx/>
              <a:latin typeface="+mn-ea"/>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715780"/>
                                        </p:tgtEl>
                                        <p:attrNameLst>
                                          <p:attrName>style.visibility</p:attrName>
                                        </p:attrNameLst>
                                      </p:cBhvr>
                                      <p:to>
                                        <p:strVal val="visible"/>
                                      </p:to>
                                    </p:set>
                                    <p:anim calcmode="lin" valueType="num">
                                      <p:cBhvr>
                                        <p:cTn id="7" dur="500" fill="hold"/>
                                        <p:tgtEl>
                                          <p:spTgt spid="715780"/>
                                        </p:tgtEl>
                                        <p:attrNameLst>
                                          <p:attrName>ppt_w</p:attrName>
                                        </p:attrNameLst>
                                      </p:cBhvr>
                                      <p:tavLst>
                                        <p:tav tm="0">
                                          <p:val>
                                            <p:fltVal val="0"/>
                                          </p:val>
                                        </p:tav>
                                        <p:tav tm="100000">
                                          <p:val>
                                            <p:strVal val="#ppt_w"/>
                                          </p:val>
                                        </p:tav>
                                      </p:tavLst>
                                    </p:anim>
                                    <p:anim calcmode="lin" valueType="num">
                                      <p:cBhvr>
                                        <p:cTn id="8" dur="500" fill="hold"/>
                                        <p:tgtEl>
                                          <p:spTgt spid="715780"/>
                                        </p:tgtEl>
                                        <p:attrNameLst>
                                          <p:attrName>ppt_h</p:attrName>
                                        </p:attrNameLst>
                                      </p:cBhvr>
                                      <p:tavLst>
                                        <p:tav tm="0">
                                          <p:val>
                                            <p:fltVal val="0"/>
                                          </p:val>
                                        </p:tav>
                                        <p:tav tm="100000">
                                          <p:val>
                                            <p:strVal val="#ppt_h"/>
                                          </p:val>
                                        </p:tav>
                                      </p:tavLst>
                                    </p:anim>
                                    <p:animEffect transition="in" filter="fade">
                                      <p:cBhvr>
                                        <p:cTn id="9" dur="500"/>
                                        <p:tgtEl>
                                          <p:spTgt spid="715780"/>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715781"/>
                                        </p:tgtEl>
                                        <p:attrNameLst>
                                          <p:attrName>style.visibility</p:attrName>
                                        </p:attrNameLst>
                                      </p:cBhvr>
                                      <p:to>
                                        <p:strVal val="visible"/>
                                      </p:to>
                                    </p:set>
                                    <p:anim calcmode="lin" valueType="num">
                                      <p:cBhvr>
                                        <p:cTn id="14" dur="500" fill="hold"/>
                                        <p:tgtEl>
                                          <p:spTgt spid="715781"/>
                                        </p:tgtEl>
                                        <p:attrNameLst>
                                          <p:attrName>ppt_w</p:attrName>
                                        </p:attrNameLst>
                                      </p:cBhvr>
                                      <p:tavLst>
                                        <p:tav tm="0">
                                          <p:val>
                                            <p:fltVal val="0"/>
                                          </p:val>
                                        </p:tav>
                                        <p:tav tm="100000">
                                          <p:val>
                                            <p:strVal val="#ppt_w"/>
                                          </p:val>
                                        </p:tav>
                                      </p:tavLst>
                                    </p:anim>
                                    <p:anim calcmode="lin" valueType="num">
                                      <p:cBhvr>
                                        <p:cTn id="15" dur="500" fill="hold"/>
                                        <p:tgtEl>
                                          <p:spTgt spid="715781"/>
                                        </p:tgtEl>
                                        <p:attrNameLst>
                                          <p:attrName>ppt_h</p:attrName>
                                        </p:attrNameLst>
                                      </p:cBhvr>
                                      <p:tavLst>
                                        <p:tav tm="0">
                                          <p:val>
                                            <p:fltVal val="0"/>
                                          </p:val>
                                        </p:tav>
                                        <p:tav tm="100000">
                                          <p:val>
                                            <p:strVal val="#ppt_h"/>
                                          </p:val>
                                        </p:tav>
                                      </p:tavLst>
                                    </p:anim>
                                    <p:animEffect transition="in" filter="fade">
                                      <p:cBhvr>
                                        <p:cTn id="16" dur="500"/>
                                        <p:tgtEl>
                                          <p:spTgt spid="7157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5780" grpId="0" animBg="1"/>
      <p:bldP spid="715781" grpId="0" animBg="1"/>
    </p:bldLst>
  </p:timing>
</p:sld>
</file>

<file path=ppt/slides/slide9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0" name="Picture 4"/>
          <p:cNvPicPr>
            <a:picLocks noChangeAspect="1" noChangeArrowheads="1"/>
          </p:cNvPicPr>
          <p:nvPr/>
        </p:nvPicPr>
        <p:blipFill>
          <a:blip r:embed="rId1"/>
          <a:srcRect/>
          <a:stretch>
            <a:fillRect/>
          </a:stretch>
        </p:blipFill>
        <p:spPr bwMode="auto">
          <a:xfrm>
            <a:off x="1558925" y="404813"/>
            <a:ext cx="4610100" cy="6048375"/>
          </a:xfrm>
          <a:prstGeom prst="rect">
            <a:avLst/>
          </a:prstGeom>
          <a:noFill/>
          <a:ln w="50800" cmpd="thickThin">
            <a:solidFill>
              <a:schemeClr val="accent2">
                <a:lumMod val="50000"/>
              </a:schemeClr>
            </a:solidFill>
          </a:ln>
        </p:spPr>
      </p:pic>
      <p:grpSp>
        <p:nvGrpSpPr>
          <p:cNvPr id="2" name="Group 5"/>
          <p:cNvGrpSpPr/>
          <p:nvPr/>
        </p:nvGrpSpPr>
        <p:grpSpPr>
          <a:xfrm>
            <a:off x="6672263" y="2640013"/>
            <a:ext cx="3422650" cy="1101725"/>
            <a:chOff x="3219" y="786"/>
            <a:chExt cx="2156" cy="694"/>
          </a:xfrm>
        </p:grpSpPr>
        <p:grpSp>
          <p:nvGrpSpPr>
            <p:cNvPr id="130058" name="Group 6"/>
            <p:cNvGrpSpPr/>
            <p:nvPr/>
          </p:nvGrpSpPr>
          <p:grpSpPr>
            <a:xfrm>
              <a:off x="3787" y="1208"/>
              <a:ext cx="1588" cy="272"/>
              <a:chOff x="3560" y="981"/>
              <a:chExt cx="1588" cy="272"/>
            </a:xfrm>
          </p:grpSpPr>
          <p:sp>
            <p:nvSpPr>
              <p:cNvPr id="717831" name="Rectangle 7"/>
              <p:cNvSpPr>
                <a:spLocks noChangeArrowheads="1"/>
              </p:cNvSpPr>
              <p:nvPr/>
            </p:nvSpPr>
            <p:spPr bwMode="auto">
              <a:xfrm>
                <a:off x="3560" y="981"/>
                <a:ext cx="318" cy="272"/>
              </a:xfrm>
              <a:prstGeom prst="rect">
                <a:avLst/>
              </a:prstGeom>
              <a:solidFill>
                <a:schemeClr val="accent1"/>
              </a:solidFill>
              <a:ln w="12700">
                <a:solidFill>
                  <a:srgbClr val="800000"/>
                </a:solidFill>
                <a:miter lim="800000"/>
                <a:headEnd type="none" w="sm" len="sm"/>
                <a:tailEnd type="none" w="sm" len="sm"/>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717832" name="Rectangle 8"/>
              <p:cNvSpPr>
                <a:spLocks noChangeArrowheads="1"/>
              </p:cNvSpPr>
              <p:nvPr/>
            </p:nvSpPr>
            <p:spPr bwMode="auto">
              <a:xfrm>
                <a:off x="3878" y="981"/>
                <a:ext cx="318" cy="272"/>
              </a:xfrm>
              <a:prstGeom prst="rect">
                <a:avLst/>
              </a:prstGeom>
              <a:solidFill>
                <a:schemeClr val="accent1"/>
              </a:solidFill>
              <a:ln w="12700">
                <a:solidFill>
                  <a:srgbClr val="800000"/>
                </a:solidFill>
                <a:miter lim="800000"/>
                <a:headEnd type="none" w="sm" len="sm"/>
                <a:tailEnd type="none" w="sm" len="sm"/>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717833" name="Rectangle 9"/>
              <p:cNvSpPr>
                <a:spLocks noChangeArrowheads="1"/>
              </p:cNvSpPr>
              <p:nvPr/>
            </p:nvSpPr>
            <p:spPr bwMode="auto">
              <a:xfrm>
                <a:off x="4195" y="981"/>
                <a:ext cx="318" cy="272"/>
              </a:xfrm>
              <a:prstGeom prst="rect">
                <a:avLst/>
              </a:prstGeom>
              <a:solidFill>
                <a:schemeClr val="accent1"/>
              </a:solidFill>
              <a:ln w="12700">
                <a:solidFill>
                  <a:srgbClr val="800000"/>
                </a:solidFill>
                <a:miter lim="800000"/>
                <a:headEnd type="none" w="sm" len="sm"/>
                <a:tailEnd type="none" w="sm" len="sm"/>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717834" name="Rectangle 10"/>
              <p:cNvSpPr>
                <a:spLocks noChangeArrowheads="1"/>
              </p:cNvSpPr>
              <p:nvPr/>
            </p:nvSpPr>
            <p:spPr bwMode="auto">
              <a:xfrm>
                <a:off x="4513" y="981"/>
                <a:ext cx="318" cy="272"/>
              </a:xfrm>
              <a:prstGeom prst="rect">
                <a:avLst/>
              </a:prstGeom>
              <a:solidFill>
                <a:schemeClr val="accent1"/>
              </a:solidFill>
              <a:ln w="12700">
                <a:solidFill>
                  <a:srgbClr val="800000"/>
                </a:solidFill>
                <a:miter lim="800000"/>
                <a:headEnd type="none" w="sm" len="sm"/>
                <a:tailEnd type="none" w="sm" len="sm"/>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717835" name="Rectangle 11"/>
              <p:cNvSpPr>
                <a:spLocks noChangeArrowheads="1"/>
              </p:cNvSpPr>
              <p:nvPr/>
            </p:nvSpPr>
            <p:spPr bwMode="auto">
              <a:xfrm>
                <a:off x="4830" y="981"/>
                <a:ext cx="318" cy="272"/>
              </a:xfrm>
              <a:prstGeom prst="rect">
                <a:avLst/>
              </a:prstGeom>
              <a:solidFill>
                <a:schemeClr val="accent1"/>
              </a:solidFill>
              <a:ln w="12700">
                <a:solidFill>
                  <a:srgbClr val="800000"/>
                </a:solidFill>
                <a:miter lim="800000"/>
                <a:headEnd type="none" w="sm" len="sm"/>
                <a:tailEnd type="none" w="sm" len="sm"/>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grpSp>
        <p:sp>
          <p:nvSpPr>
            <p:cNvPr id="717836" name="Line 12"/>
            <p:cNvSpPr>
              <a:spLocks noChangeShapeType="1"/>
            </p:cNvSpPr>
            <p:nvPr/>
          </p:nvSpPr>
          <p:spPr bwMode="auto">
            <a:xfrm>
              <a:off x="3447" y="1344"/>
              <a:ext cx="340" cy="0"/>
            </a:xfrm>
            <a:prstGeom prst="line">
              <a:avLst/>
            </a:prstGeom>
            <a:noFill/>
            <a:ln w="38100">
              <a:solidFill>
                <a:srgbClr val="800000"/>
              </a:solidFill>
              <a:round/>
              <a:headEnd type="none" w="sm" len="sm"/>
              <a:tailEnd type="triangle" w="med" len="lg"/>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000000">
                      <a:alpha val="43137"/>
                    </a:srgbClr>
                  </a:outerShdw>
                </a:effectLst>
                <a:uLnTx/>
                <a:uFillTx/>
                <a:latin typeface="Arial" panose="020B0604020202090204" pitchFamily="34" charset="0"/>
                <a:ea typeface="宋体" pitchFamily="2" charset="-122"/>
                <a:cs typeface="+mn-cs"/>
              </a:endParaRPr>
            </a:p>
          </p:txBody>
        </p:sp>
        <p:sp>
          <p:nvSpPr>
            <p:cNvPr id="717837" name="Text Box 13"/>
            <p:cNvSpPr txBox="1">
              <a:spLocks noChangeArrowheads="1"/>
            </p:cNvSpPr>
            <p:nvPr/>
          </p:nvSpPr>
          <p:spPr bwMode="auto">
            <a:xfrm>
              <a:off x="3219" y="1192"/>
              <a:ext cx="272" cy="288"/>
            </a:xfrm>
            <a:prstGeom prst="rect">
              <a:avLst/>
            </a:prstGeom>
            <a:noFill/>
            <a:ln w="12700">
              <a:noFill/>
              <a:miter lim="800000"/>
              <a:headEnd type="none" w="sm" len="sm"/>
              <a:tailEnd type="none" w="sm" len="sm"/>
            </a:ln>
            <a:effectLst/>
          </p:spPr>
          <p:txBody>
            <a:bodyPr>
              <a:spAutoFit/>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outerShdw blurRad="38100" dist="38100" dir="2700000" algn="tl">
                      <a:srgbClr val="C0C0C0"/>
                    </a:outerShdw>
                  </a:effectLst>
                  <a:uLnTx/>
                  <a:uFillTx/>
                  <a:latin typeface="Courier New" panose="02070409020205090404" pitchFamily="49" charset="0"/>
                  <a:ea typeface="宋体" pitchFamily="2" charset="-122"/>
                  <a:cs typeface="+mn-cs"/>
                </a:rPr>
                <a:t>p</a:t>
              </a:r>
              <a:endParaRPr kumimoji="0" lang="en-US" altLang="zh-CN" sz="2400" b="1" i="0" u="none" strike="noStrike" kern="1200" cap="none" spc="0" normalizeH="0" baseline="0" noProof="0">
                <a:ln>
                  <a:noFill/>
                </a:ln>
                <a:solidFill>
                  <a:schemeClr val="tx1"/>
                </a:solidFill>
                <a:effectLst>
                  <a:outerShdw blurRad="38100" dist="38100" dir="2700000" algn="tl">
                    <a:srgbClr val="C0C0C0"/>
                  </a:outerShdw>
                </a:effectLst>
                <a:uLnTx/>
                <a:uFillTx/>
                <a:latin typeface="Courier New" panose="02070409020205090404" pitchFamily="49" charset="0"/>
                <a:ea typeface="宋体" pitchFamily="2" charset="-122"/>
                <a:cs typeface="+mn-cs"/>
              </a:endParaRPr>
            </a:p>
          </p:txBody>
        </p:sp>
        <p:sp>
          <p:nvSpPr>
            <p:cNvPr id="717838" name="AutoShape 14"/>
            <p:cNvSpPr/>
            <p:nvPr/>
          </p:nvSpPr>
          <p:spPr bwMode="auto">
            <a:xfrm rot="-5400000">
              <a:off x="4505" y="452"/>
              <a:ext cx="136" cy="1316"/>
            </a:xfrm>
            <a:prstGeom prst="rightBrace">
              <a:avLst>
                <a:gd name="adj1" fmla="val 80637"/>
                <a:gd name="adj2" fmla="val 50000"/>
              </a:avLst>
            </a:prstGeom>
            <a:noFill/>
            <a:ln w="12700">
              <a:solidFill>
                <a:schemeClr val="tx1"/>
              </a:solidFill>
              <a:round/>
              <a:headEnd type="none" w="sm" len="sm"/>
              <a:tailEnd type="none" w="sm" len="sm"/>
            </a:ln>
          </p:spPr>
          <p:txBody>
            <a:bodyPr vert="eaVert"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717839" name="Text Box 15"/>
            <p:cNvSpPr txBox="1">
              <a:spLocks noChangeArrowheads="1"/>
            </p:cNvSpPr>
            <p:nvPr/>
          </p:nvSpPr>
          <p:spPr bwMode="auto">
            <a:xfrm>
              <a:off x="4422" y="786"/>
              <a:ext cx="272" cy="288"/>
            </a:xfrm>
            <a:prstGeom prst="rect">
              <a:avLst/>
            </a:prstGeom>
            <a:noFill/>
            <a:ln w="12700">
              <a:noFill/>
              <a:miter lim="800000"/>
              <a:headEnd type="none" w="sm" len="sm"/>
              <a:tailEnd type="none" w="sm" len="sm"/>
            </a:ln>
            <a:effectLst/>
          </p:spPr>
          <p:txBody>
            <a:bodyPr>
              <a:spAutoFit/>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outerShdw blurRad="38100" dist="38100" dir="2700000" algn="tl">
                      <a:srgbClr val="C0C0C0"/>
                    </a:outerShdw>
                  </a:effectLst>
                  <a:uLnTx/>
                  <a:uFillTx/>
                  <a:latin typeface="Courier New" panose="02070409020205090404" pitchFamily="49" charset="0"/>
                  <a:ea typeface="宋体" pitchFamily="2" charset="-122"/>
                  <a:cs typeface="+mn-cs"/>
                </a:rPr>
                <a:t>n</a:t>
              </a:r>
              <a:endParaRPr kumimoji="0" lang="en-US" altLang="zh-CN" sz="2400" b="1" i="0" u="none" strike="noStrike" kern="1200" cap="none" spc="0" normalizeH="0" baseline="0" noProof="0">
                <a:ln>
                  <a:noFill/>
                </a:ln>
                <a:solidFill>
                  <a:schemeClr val="tx1"/>
                </a:solidFill>
                <a:effectLst>
                  <a:outerShdw blurRad="38100" dist="38100" dir="2700000" algn="tl">
                    <a:srgbClr val="C0C0C0"/>
                  </a:outerShdw>
                </a:effectLst>
                <a:uLnTx/>
                <a:uFillTx/>
                <a:latin typeface="Courier New" panose="02070409020205090404" pitchFamily="49" charset="0"/>
                <a:ea typeface="宋体" pitchFamily="2" charset="-122"/>
                <a:cs typeface="+mn-cs"/>
              </a:endParaRPr>
            </a:p>
          </p:txBody>
        </p:sp>
      </p:grpSp>
      <p:sp>
        <p:nvSpPr>
          <p:cNvPr id="717840" name="Rectangle 16"/>
          <p:cNvSpPr>
            <a:spLocks noChangeArrowheads="1"/>
          </p:cNvSpPr>
          <p:nvPr/>
        </p:nvSpPr>
        <p:spPr bwMode="auto">
          <a:xfrm>
            <a:off x="2387600" y="3324225"/>
            <a:ext cx="3744913" cy="1282700"/>
          </a:xfrm>
          <a:prstGeom prst="rect">
            <a:avLst/>
          </a:prstGeom>
          <a:noFill/>
          <a:ln w="38100">
            <a:solidFill>
              <a:srgbClr val="009900"/>
            </a:solidFill>
            <a:miter lim="800000"/>
            <a:headEnd type="none" w="sm" len="sm"/>
            <a:tailEnd type="none" w="sm" len="sm"/>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717841" name="Rectangle 17"/>
          <p:cNvSpPr/>
          <p:nvPr/>
        </p:nvSpPr>
        <p:spPr>
          <a:xfrm>
            <a:off x="6661150" y="4086225"/>
            <a:ext cx="3878263" cy="461963"/>
          </a:xfrm>
          <a:prstGeom prst="rect">
            <a:avLst/>
          </a:prstGeom>
          <a:solidFill>
            <a:srgbClr val="FFFF99"/>
          </a:solidFill>
          <a:ln w="38100" cap="flat" cmpd="sng">
            <a:solidFill>
              <a:srgbClr val="800000"/>
            </a:solidFill>
            <a:prstDash val="solid"/>
            <a:miter/>
            <a:headEnd type="none" w="sm" len="sm"/>
            <a:tailEnd type="none" w="sm" len="sm"/>
          </a:ln>
        </p:spPr>
        <p:txBody>
          <a:bodyPr wrap="none">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100000"/>
              </a:lnSpc>
              <a:spcBef>
                <a:spcPct val="0"/>
              </a:spcBef>
              <a:buClrTx/>
              <a:buSzTx/>
              <a:buFontTx/>
              <a:buNone/>
            </a:pPr>
            <a:r>
              <a:rPr lang="zh-CN" altLang="en-US" sz="2400" b="1" dirty="0">
                <a:solidFill>
                  <a:srgbClr val="000066"/>
                </a:solidFill>
                <a:latin typeface="Times New Roman" panose="02020503050405090304" pitchFamily="18" charset="0"/>
                <a:ea typeface="楷体_GB2312" pitchFamily="49" charset="-122"/>
              </a:rPr>
              <a:t>确保指针使用前是非空指针</a:t>
            </a:r>
            <a:endParaRPr lang="zh-CN" altLang="en-US" sz="2400" b="1" dirty="0">
              <a:solidFill>
                <a:srgbClr val="000066"/>
              </a:solidFill>
              <a:latin typeface="Times New Roman" panose="02020503050405090304" pitchFamily="18" charset="0"/>
              <a:ea typeface="楷体_GB2312" pitchFamily="49" charset="-122"/>
            </a:endParaRPr>
          </a:p>
        </p:txBody>
      </p:sp>
      <p:sp>
        <p:nvSpPr>
          <p:cNvPr id="717842" name="Rectangle 18"/>
          <p:cNvSpPr>
            <a:spLocks noChangeArrowheads="1"/>
          </p:cNvSpPr>
          <p:nvPr/>
        </p:nvSpPr>
        <p:spPr bwMode="auto">
          <a:xfrm>
            <a:off x="2387600" y="3000375"/>
            <a:ext cx="3744913" cy="288925"/>
          </a:xfrm>
          <a:prstGeom prst="rect">
            <a:avLst/>
          </a:prstGeom>
          <a:noFill/>
          <a:ln w="38100">
            <a:solidFill>
              <a:srgbClr val="009900"/>
            </a:solidFill>
            <a:miter lim="800000"/>
            <a:headEnd type="none" w="sm" len="sm"/>
            <a:tailEnd type="none" w="sm" len="sm"/>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717845" name="Rectangle 21"/>
          <p:cNvSpPr>
            <a:spLocks noChangeArrowheads="1"/>
          </p:cNvSpPr>
          <p:nvPr/>
        </p:nvSpPr>
        <p:spPr bwMode="auto">
          <a:xfrm>
            <a:off x="2405063" y="5700713"/>
            <a:ext cx="1079500" cy="288925"/>
          </a:xfrm>
          <a:prstGeom prst="rect">
            <a:avLst/>
          </a:prstGeom>
          <a:noFill/>
          <a:ln w="38100">
            <a:solidFill>
              <a:srgbClr val="009900"/>
            </a:solidFill>
            <a:miter lim="800000"/>
            <a:headEnd type="none" w="sm" len="sm"/>
            <a:tailEnd type="none" w="sm" len="sm"/>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717846" name="Rectangle 22"/>
          <p:cNvSpPr>
            <a:spLocks noChangeArrowheads="1"/>
          </p:cNvSpPr>
          <p:nvPr/>
        </p:nvSpPr>
        <p:spPr bwMode="auto">
          <a:xfrm>
            <a:off x="6584950" y="5978525"/>
            <a:ext cx="3954463" cy="461963"/>
          </a:xfrm>
          <a:prstGeom prst="rect">
            <a:avLst/>
          </a:prstGeom>
          <a:solidFill>
            <a:srgbClr val="FFFF99"/>
          </a:solidFill>
          <a:ln w="38100">
            <a:solidFill>
              <a:srgbClr val="800000"/>
            </a:solidFill>
            <a:miter lim="800000"/>
            <a:headEnd type="none" w="sm" len="sm"/>
            <a:tailEnd type="none" w="sm" len="sm"/>
          </a:ln>
          <a:effectLst/>
        </p:spPr>
        <p:txBody>
          <a:bodyPr wrap="none">
            <a:spAutoFit/>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400" b="1" i="0" u="none" strike="noStrike" kern="1200" cap="none" spc="0" normalizeH="0" baseline="0" noProof="0">
                <a:ln>
                  <a:noFill/>
                </a:ln>
                <a:solidFill>
                  <a:srgbClr val="000066"/>
                </a:solidFill>
                <a:effectLst/>
                <a:uLnTx/>
                <a:uFillTx/>
                <a:latin typeface="Times New Roman" panose="02020503050405090304" pitchFamily="18" charset="0"/>
                <a:ea typeface="楷体_GB2312" pitchFamily="49" charset="-122"/>
                <a:cs typeface="+mn-cs"/>
              </a:rPr>
              <a:t>释放向系统申请的存储空间</a:t>
            </a:r>
            <a:r>
              <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503050405090304" pitchFamily="18" charset="0"/>
                <a:ea typeface="宋体" pitchFamily="2" charset="-122"/>
                <a:cs typeface="+mn-cs"/>
              </a:rPr>
              <a:t> </a:t>
            </a: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503050405090304" pitchFamily="18" charset="0"/>
              <a:ea typeface="宋体" pitchFamily="2" charset="-122"/>
              <a:cs typeface="+mn-cs"/>
            </a:endParaRPr>
          </a:p>
        </p:txBody>
      </p:sp>
      <p:sp>
        <p:nvSpPr>
          <p:cNvPr id="130057" name="Rectangle 2"/>
          <p:cNvSpPr>
            <a:spLocks noGrp="1"/>
          </p:cNvSpPr>
          <p:nvPr>
            <p:ph type="title"/>
          </p:nvPr>
        </p:nvSpPr>
        <p:spPr>
          <a:xfrm>
            <a:off x="3368675" y="41275"/>
            <a:ext cx="7250113" cy="1368425"/>
          </a:xfrm>
        </p:spPr>
        <p:txBody>
          <a:bodyPr vert="horz" wrap="square" lIns="91440" tIns="45720" rIns="91440" bIns="45720" anchor="ctr" anchorCtr="0"/>
          <a:lstStyle/>
          <a:p>
            <a:pPr algn="r"/>
            <a:br>
              <a:rPr lang="en-US" altLang="zh-CN" sz="4000" dirty="0">
                <a:ea typeface="宋体" pitchFamily="2" charset="-122"/>
              </a:rPr>
            </a:br>
            <a:r>
              <a:rPr lang="zh-CN" altLang="en-US" sz="4000" dirty="0"/>
              <a:t>一维动态数组</a:t>
            </a:r>
            <a:endParaRPr lang="zh-CN" altLang="en-US" sz="4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717842"/>
                                        </p:tgtEl>
                                        <p:attrNameLst>
                                          <p:attrName>style.visibility</p:attrName>
                                        </p:attrNameLst>
                                      </p:cBhvr>
                                      <p:to>
                                        <p:strVal val="visible"/>
                                      </p:to>
                                    </p:set>
                                    <p:anim calcmode="lin" valueType="num">
                                      <p:cBhvr>
                                        <p:cTn id="7" dur="500" fill="hold"/>
                                        <p:tgtEl>
                                          <p:spTgt spid="717842"/>
                                        </p:tgtEl>
                                        <p:attrNameLst>
                                          <p:attrName>ppt_w</p:attrName>
                                        </p:attrNameLst>
                                      </p:cBhvr>
                                      <p:tavLst>
                                        <p:tav tm="0">
                                          <p:val>
                                            <p:fltVal val="0"/>
                                          </p:val>
                                        </p:tav>
                                        <p:tav tm="100000">
                                          <p:val>
                                            <p:strVal val="#ppt_w"/>
                                          </p:val>
                                        </p:tav>
                                      </p:tavLst>
                                    </p:anim>
                                    <p:anim calcmode="lin" valueType="num">
                                      <p:cBhvr>
                                        <p:cTn id="8" dur="500" fill="hold"/>
                                        <p:tgtEl>
                                          <p:spTgt spid="717842"/>
                                        </p:tgtEl>
                                        <p:attrNameLst>
                                          <p:attrName>ppt_h</p:attrName>
                                        </p:attrNameLst>
                                      </p:cBhvr>
                                      <p:tavLst>
                                        <p:tav tm="0">
                                          <p:val>
                                            <p:fltVal val="0"/>
                                          </p:val>
                                        </p:tav>
                                        <p:tav tm="100000">
                                          <p:val>
                                            <p:strVal val="#ppt_h"/>
                                          </p:val>
                                        </p:tav>
                                      </p:tavLst>
                                    </p:anim>
                                    <p:animEffect transition="in" filter="fade">
                                      <p:cBhvr>
                                        <p:cTn id="9" dur="500"/>
                                        <p:tgtEl>
                                          <p:spTgt spid="717842"/>
                                        </p:tgtEl>
                                      </p:cBhvr>
                                    </p:animEffect>
                                  </p:childTnLst>
                                </p:cTn>
                              </p:par>
                              <p:par>
                                <p:cTn id="10" presetID="53" presetClass="entr" presetSubtype="16" fill="hold" nodeType="with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p:cTn id="12" dur="500" fill="hold"/>
                                        <p:tgtEl>
                                          <p:spTgt spid="2"/>
                                        </p:tgtEl>
                                        <p:attrNameLst>
                                          <p:attrName>ppt_w</p:attrName>
                                        </p:attrNameLst>
                                      </p:cBhvr>
                                      <p:tavLst>
                                        <p:tav tm="0">
                                          <p:val>
                                            <p:fltVal val="0"/>
                                          </p:val>
                                        </p:tav>
                                        <p:tav tm="100000">
                                          <p:val>
                                            <p:strVal val="#ppt_w"/>
                                          </p:val>
                                        </p:tav>
                                      </p:tavLst>
                                    </p:anim>
                                    <p:anim calcmode="lin" valueType="num">
                                      <p:cBhvr>
                                        <p:cTn id="13" dur="500" fill="hold"/>
                                        <p:tgtEl>
                                          <p:spTgt spid="2"/>
                                        </p:tgtEl>
                                        <p:attrNameLst>
                                          <p:attrName>ppt_h</p:attrName>
                                        </p:attrNameLst>
                                      </p:cBhvr>
                                      <p:tavLst>
                                        <p:tav tm="0">
                                          <p:val>
                                            <p:fltVal val="0"/>
                                          </p:val>
                                        </p:tav>
                                        <p:tav tm="100000">
                                          <p:val>
                                            <p:strVal val="#ppt_h"/>
                                          </p:val>
                                        </p:tav>
                                      </p:tavLst>
                                    </p:anim>
                                    <p:animEffect transition="in" filter="fade">
                                      <p:cBhvr>
                                        <p:cTn id="14" dur="500"/>
                                        <p:tgtEl>
                                          <p:spTgt spid="2"/>
                                        </p:tgtEl>
                                      </p:cBhvr>
                                    </p:animEffec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1" nodeType="clickEffect">
                                  <p:stCondLst>
                                    <p:cond delay="0"/>
                                  </p:stCondLst>
                                  <p:childTnLst>
                                    <p:set>
                                      <p:cBhvr>
                                        <p:cTn id="18" dur="1" fill="hold">
                                          <p:stCondLst>
                                            <p:cond delay="0"/>
                                          </p:stCondLst>
                                        </p:cTn>
                                        <p:tgtEl>
                                          <p:spTgt spid="717842"/>
                                        </p:tgtEl>
                                        <p:attrNameLst>
                                          <p:attrName>style.visibility</p:attrName>
                                        </p:attrNameLst>
                                      </p:cBhvr>
                                      <p:to>
                                        <p:strVal val="hidden"/>
                                      </p:to>
                                    </p:set>
                                  </p:childTnLst>
                                </p:cTn>
                              </p:par>
                              <p:par>
                                <p:cTn id="19" presetID="53" presetClass="entr" presetSubtype="16" fill="hold" grpId="0" nodeType="withEffect">
                                  <p:stCondLst>
                                    <p:cond delay="0"/>
                                  </p:stCondLst>
                                  <p:childTnLst>
                                    <p:set>
                                      <p:cBhvr>
                                        <p:cTn id="20" dur="1" fill="hold">
                                          <p:stCondLst>
                                            <p:cond delay="0"/>
                                          </p:stCondLst>
                                        </p:cTn>
                                        <p:tgtEl>
                                          <p:spTgt spid="717840"/>
                                        </p:tgtEl>
                                        <p:attrNameLst>
                                          <p:attrName>style.visibility</p:attrName>
                                        </p:attrNameLst>
                                      </p:cBhvr>
                                      <p:to>
                                        <p:strVal val="visible"/>
                                      </p:to>
                                    </p:set>
                                    <p:anim calcmode="lin" valueType="num">
                                      <p:cBhvr>
                                        <p:cTn id="21" dur="500" fill="hold"/>
                                        <p:tgtEl>
                                          <p:spTgt spid="717840"/>
                                        </p:tgtEl>
                                        <p:attrNameLst>
                                          <p:attrName>ppt_w</p:attrName>
                                        </p:attrNameLst>
                                      </p:cBhvr>
                                      <p:tavLst>
                                        <p:tav tm="0">
                                          <p:val>
                                            <p:fltVal val="0"/>
                                          </p:val>
                                        </p:tav>
                                        <p:tav tm="100000">
                                          <p:val>
                                            <p:strVal val="#ppt_w"/>
                                          </p:val>
                                        </p:tav>
                                      </p:tavLst>
                                    </p:anim>
                                    <p:anim calcmode="lin" valueType="num">
                                      <p:cBhvr>
                                        <p:cTn id="22" dur="500" fill="hold"/>
                                        <p:tgtEl>
                                          <p:spTgt spid="717840"/>
                                        </p:tgtEl>
                                        <p:attrNameLst>
                                          <p:attrName>ppt_h</p:attrName>
                                        </p:attrNameLst>
                                      </p:cBhvr>
                                      <p:tavLst>
                                        <p:tav tm="0">
                                          <p:val>
                                            <p:fltVal val="0"/>
                                          </p:val>
                                        </p:tav>
                                        <p:tav tm="100000">
                                          <p:val>
                                            <p:strVal val="#ppt_h"/>
                                          </p:val>
                                        </p:tav>
                                      </p:tavLst>
                                    </p:anim>
                                    <p:animEffect transition="in" filter="fade">
                                      <p:cBhvr>
                                        <p:cTn id="23" dur="500"/>
                                        <p:tgtEl>
                                          <p:spTgt spid="717840"/>
                                        </p:tgtEl>
                                      </p:cBhvr>
                                    </p:animEffect>
                                  </p:childTnLst>
                                </p:cTn>
                              </p:par>
                              <p:par>
                                <p:cTn id="24" presetID="53" presetClass="entr" presetSubtype="16" fill="hold" grpId="0" nodeType="withEffect">
                                  <p:stCondLst>
                                    <p:cond delay="0"/>
                                  </p:stCondLst>
                                  <p:childTnLst>
                                    <p:set>
                                      <p:cBhvr>
                                        <p:cTn id="25" dur="1" fill="hold">
                                          <p:stCondLst>
                                            <p:cond delay="0"/>
                                          </p:stCondLst>
                                        </p:cTn>
                                        <p:tgtEl>
                                          <p:spTgt spid="717841"/>
                                        </p:tgtEl>
                                        <p:attrNameLst>
                                          <p:attrName>style.visibility</p:attrName>
                                        </p:attrNameLst>
                                      </p:cBhvr>
                                      <p:to>
                                        <p:strVal val="visible"/>
                                      </p:to>
                                    </p:set>
                                    <p:anim calcmode="lin" valueType="num">
                                      <p:cBhvr>
                                        <p:cTn id="26" dur="500" fill="hold"/>
                                        <p:tgtEl>
                                          <p:spTgt spid="717841"/>
                                        </p:tgtEl>
                                        <p:attrNameLst>
                                          <p:attrName>ppt_w</p:attrName>
                                        </p:attrNameLst>
                                      </p:cBhvr>
                                      <p:tavLst>
                                        <p:tav tm="0">
                                          <p:val>
                                            <p:fltVal val="0"/>
                                          </p:val>
                                        </p:tav>
                                        <p:tav tm="100000">
                                          <p:val>
                                            <p:strVal val="#ppt_w"/>
                                          </p:val>
                                        </p:tav>
                                      </p:tavLst>
                                    </p:anim>
                                    <p:anim calcmode="lin" valueType="num">
                                      <p:cBhvr>
                                        <p:cTn id="27" dur="500" fill="hold"/>
                                        <p:tgtEl>
                                          <p:spTgt spid="717841"/>
                                        </p:tgtEl>
                                        <p:attrNameLst>
                                          <p:attrName>ppt_h</p:attrName>
                                        </p:attrNameLst>
                                      </p:cBhvr>
                                      <p:tavLst>
                                        <p:tav tm="0">
                                          <p:val>
                                            <p:fltVal val="0"/>
                                          </p:val>
                                        </p:tav>
                                        <p:tav tm="100000">
                                          <p:val>
                                            <p:strVal val="#ppt_h"/>
                                          </p:val>
                                        </p:tav>
                                      </p:tavLst>
                                    </p:anim>
                                    <p:animEffect transition="in" filter="fade">
                                      <p:cBhvr>
                                        <p:cTn id="28" dur="500"/>
                                        <p:tgtEl>
                                          <p:spTgt spid="717841"/>
                                        </p:tgtEl>
                                      </p:cBhvr>
                                    </p:animEffect>
                                  </p:childTnLst>
                                </p:cTn>
                              </p:par>
                            </p:childTnLst>
                          </p:cTn>
                        </p:par>
                      </p:childTnLst>
                    </p:cTn>
                  </p:par>
                  <p:par>
                    <p:cTn id="29" fill="hold">
                      <p:stCondLst>
                        <p:cond delay="indefinite"/>
                      </p:stCondLst>
                      <p:childTnLst>
                        <p:par>
                          <p:cTn id="30" fill="hold">
                            <p:stCondLst>
                              <p:cond delay="0"/>
                            </p:stCondLst>
                            <p:childTnLst>
                              <p:par>
                                <p:cTn id="31" presetID="1" presetClass="exit" presetSubtype="0" fill="hold" grpId="1" nodeType="clickEffect">
                                  <p:stCondLst>
                                    <p:cond delay="0"/>
                                  </p:stCondLst>
                                  <p:childTnLst>
                                    <p:set>
                                      <p:cBhvr>
                                        <p:cTn id="32" dur="1" fill="hold">
                                          <p:stCondLst>
                                            <p:cond delay="0"/>
                                          </p:stCondLst>
                                        </p:cTn>
                                        <p:tgtEl>
                                          <p:spTgt spid="717840"/>
                                        </p:tgtEl>
                                        <p:attrNameLst>
                                          <p:attrName>style.visibility</p:attrName>
                                        </p:attrNameLst>
                                      </p:cBhvr>
                                      <p:to>
                                        <p:strVal val="hidden"/>
                                      </p:to>
                                    </p:set>
                                  </p:childTnLst>
                                </p:cTn>
                              </p:par>
                              <p:par>
                                <p:cTn id="33" presetID="53" presetClass="entr" presetSubtype="16" fill="hold" grpId="0" nodeType="withEffect">
                                  <p:stCondLst>
                                    <p:cond delay="0"/>
                                  </p:stCondLst>
                                  <p:childTnLst>
                                    <p:set>
                                      <p:cBhvr>
                                        <p:cTn id="34" dur="1" fill="hold">
                                          <p:stCondLst>
                                            <p:cond delay="0"/>
                                          </p:stCondLst>
                                        </p:cTn>
                                        <p:tgtEl>
                                          <p:spTgt spid="717845"/>
                                        </p:tgtEl>
                                        <p:attrNameLst>
                                          <p:attrName>style.visibility</p:attrName>
                                        </p:attrNameLst>
                                      </p:cBhvr>
                                      <p:to>
                                        <p:strVal val="visible"/>
                                      </p:to>
                                    </p:set>
                                    <p:anim calcmode="lin" valueType="num">
                                      <p:cBhvr>
                                        <p:cTn id="35" dur="500" fill="hold"/>
                                        <p:tgtEl>
                                          <p:spTgt spid="717845"/>
                                        </p:tgtEl>
                                        <p:attrNameLst>
                                          <p:attrName>ppt_w</p:attrName>
                                        </p:attrNameLst>
                                      </p:cBhvr>
                                      <p:tavLst>
                                        <p:tav tm="0">
                                          <p:val>
                                            <p:fltVal val="0"/>
                                          </p:val>
                                        </p:tav>
                                        <p:tav tm="100000">
                                          <p:val>
                                            <p:strVal val="#ppt_w"/>
                                          </p:val>
                                        </p:tav>
                                      </p:tavLst>
                                    </p:anim>
                                    <p:anim calcmode="lin" valueType="num">
                                      <p:cBhvr>
                                        <p:cTn id="36" dur="500" fill="hold"/>
                                        <p:tgtEl>
                                          <p:spTgt spid="717845"/>
                                        </p:tgtEl>
                                        <p:attrNameLst>
                                          <p:attrName>ppt_h</p:attrName>
                                        </p:attrNameLst>
                                      </p:cBhvr>
                                      <p:tavLst>
                                        <p:tav tm="0">
                                          <p:val>
                                            <p:fltVal val="0"/>
                                          </p:val>
                                        </p:tav>
                                        <p:tav tm="100000">
                                          <p:val>
                                            <p:strVal val="#ppt_h"/>
                                          </p:val>
                                        </p:tav>
                                      </p:tavLst>
                                    </p:anim>
                                    <p:animEffect transition="in" filter="fade">
                                      <p:cBhvr>
                                        <p:cTn id="37" dur="500"/>
                                        <p:tgtEl>
                                          <p:spTgt spid="717845"/>
                                        </p:tgtEl>
                                      </p:cBhvr>
                                    </p:animEffect>
                                  </p:childTnLst>
                                </p:cTn>
                              </p:par>
                              <p:par>
                                <p:cTn id="38" presetID="53" presetClass="entr" presetSubtype="16" fill="hold" grpId="0" nodeType="withEffect">
                                  <p:stCondLst>
                                    <p:cond delay="0"/>
                                  </p:stCondLst>
                                  <p:childTnLst>
                                    <p:set>
                                      <p:cBhvr>
                                        <p:cTn id="39" dur="1" fill="hold">
                                          <p:stCondLst>
                                            <p:cond delay="0"/>
                                          </p:stCondLst>
                                        </p:cTn>
                                        <p:tgtEl>
                                          <p:spTgt spid="717846"/>
                                        </p:tgtEl>
                                        <p:attrNameLst>
                                          <p:attrName>style.visibility</p:attrName>
                                        </p:attrNameLst>
                                      </p:cBhvr>
                                      <p:to>
                                        <p:strVal val="visible"/>
                                      </p:to>
                                    </p:set>
                                    <p:anim calcmode="lin" valueType="num">
                                      <p:cBhvr>
                                        <p:cTn id="40" dur="500" fill="hold"/>
                                        <p:tgtEl>
                                          <p:spTgt spid="717846"/>
                                        </p:tgtEl>
                                        <p:attrNameLst>
                                          <p:attrName>ppt_w</p:attrName>
                                        </p:attrNameLst>
                                      </p:cBhvr>
                                      <p:tavLst>
                                        <p:tav tm="0">
                                          <p:val>
                                            <p:fltVal val="0"/>
                                          </p:val>
                                        </p:tav>
                                        <p:tav tm="100000">
                                          <p:val>
                                            <p:strVal val="#ppt_w"/>
                                          </p:val>
                                        </p:tav>
                                      </p:tavLst>
                                    </p:anim>
                                    <p:anim calcmode="lin" valueType="num">
                                      <p:cBhvr>
                                        <p:cTn id="41" dur="500" fill="hold"/>
                                        <p:tgtEl>
                                          <p:spTgt spid="717846"/>
                                        </p:tgtEl>
                                        <p:attrNameLst>
                                          <p:attrName>ppt_h</p:attrName>
                                        </p:attrNameLst>
                                      </p:cBhvr>
                                      <p:tavLst>
                                        <p:tav tm="0">
                                          <p:val>
                                            <p:fltVal val="0"/>
                                          </p:val>
                                        </p:tav>
                                        <p:tav tm="100000">
                                          <p:val>
                                            <p:strVal val="#ppt_h"/>
                                          </p:val>
                                        </p:tav>
                                      </p:tavLst>
                                    </p:anim>
                                    <p:animEffect transition="in" filter="fade">
                                      <p:cBhvr>
                                        <p:cTn id="42" dur="500"/>
                                        <p:tgtEl>
                                          <p:spTgt spid="7178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840" grpId="0" animBg="1"/>
      <p:bldP spid="717840" grpId="1" animBg="1"/>
      <p:bldP spid="717841" grpId="0" animBg="1"/>
      <p:bldP spid="717842" grpId="0" animBg="1"/>
      <p:bldP spid="717842" grpId="1" animBg="1"/>
      <p:bldP spid="717845" grpId="0" animBg="1"/>
      <p:bldP spid="717846" grpId="0" animBg="1"/>
    </p:bldLst>
  </p:timing>
</p:sld>
</file>

<file path=ppt/slides/slide9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2004" name="Picture 20"/>
          <p:cNvPicPr>
            <a:picLocks noChangeAspect="1" noChangeArrowheads="1"/>
          </p:cNvPicPr>
          <p:nvPr/>
        </p:nvPicPr>
        <p:blipFill>
          <a:blip r:embed="rId1"/>
          <a:srcRect/>
          <a:stretch>
            <a:fillRect/>
          </a:stretch>
        </p:blipFill>
        <p:spPr bwMode="auto">
          <a:xfrm>
            <a:off x="1809750" y="1071563"/>
            <a:ext cx="4724400" cy="5200650"/>
          </a:xfrm>
          <a:prstGeom prst="rect">
            <a:avLst/>
          </a:prstGeom>
          <a:noFill/>
          <a:ln w="50800" cap="flat" cmpd="thickThin">
            <a:solidFill>
              <a:schemeClr val="accent2">
                <a:lumMod val="50000"/>
              </a:schemeClr>
            </a:solidFill>
            <a:prstDash val="solid"/>
            <a:miter lim="800000"/>
            <a:headEnd type="none" w="sm" len="sm"/>
            <a:tailEnd type="none" w="sm" len="sm"/>
          </a:ln>
          <a:effectLst/>
        </p:spPr>
      </p:pic>
      <p:grpSp>
        <p:nvGrpSpPr>
          <p:cNvPr id="131075" name="Group 5"/>
          <p:cNvGrpSpPr/>
          <p:nvPr/>
        </p:nvGrpSpPr>
        <p:grpSpPr>
          <a:xfrm>
            <a:off x="6780213" y="2640013"/>
            <a:ext cx="3422650" cy="1101725"/>
            <a:chOff x="3219" y="786"/>
            <a:chExt cx="2156" cy="694"/>
          </a:xfrm>
        </p:grpSpPr>
        <p:grpSp>
          <p:nvGrpSpPr>
            <p:cNvPr id="131081" name="Group 6"/>
            <p:cNvGrpSpPr/>
            <p:nvPr/>
          </p:nvGrpSpPr>
          <p:grpSpPr>
            <a:xfrm>
              <a:off x="3787" y="1208"/>
              <a:ext cx="1588" cy="272"/>
              <a:chOff x="3560" y="981"/>
              <a:chExt cx="1588" cy="272"/>
            </a:xfrm>
          </p:grpSpPr>
          <p:sp>
            <p:nvSpPr>
              <p:cNvPr id="717831" name="Rectangle 7"/>
              <p:cNvSpPr>
                <a:spLocks noChangeArrowheads="1"/>
              </p:cNvSpPr>
              <p:nvPr/>
            </p:nvSpPr>
            <p:spPr bwMode="auto">
              <a:xfrm>
                <a:off x="3560" y="981"/>
                <a:ext cx="318" cy="272"/>
              </a:xfrm>
              <a:prstGeom prst="rect">
                <a:avLst/>
              </a:prstGeom>
              <a:solidFill>
                <a:schemeClr val="accent1"/>
              </a:solidFill>
              <a:ln w="12700">
                <a:solidFill>
                  <a:srgbClr val="800000"/>
                </a:solidFill>
                <a:miter lim="800000"/>
                <a:headEnd type="none" w="sm" len="sm"/>
                <a:tailEnd type="none" w="sm" len="sm"/>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717832" name="Rectangle 8"/>
              <p:cNvSpPr>
                <a:spLocks noChangeArrowheads="1"/>
              </p:cNvSpPr>
              <p:nvPr/>
            </p:nvSpPr>
            <p:spPr bwMode="auto">
              <a:xfrm>
                <a:off x="3878" y="981"/>
                <a:ext cx="318" cy="272"/>
              </a:xfrm>
              <a:prstGeom prst="rect">
                <a:avLst/>
              </a:prstGeom>
              <a:solidFill>
                <a:schemeClr val="accent1"/>
              </a:solidFill>
              <a:ln w="12700">
                <a:solidFill>
                  <a:srgbClr val="800000"/>
                </a:solidFill>
                <a:miter lim="800000"/>
                <a:headEnd type="none" w="sm" len="sm"/>
                <a:tailEnd type="none" w="sm" len="sm"/>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717833" name="Rectangle 9"/>
              <p:cNvSpPr>
                <a:spLocks noChangeArrowheads="1"/>
              </p:cNvSpPr>
              <p:nvPr/>
            </p:nvSpPr>
            <p:spPr bwMode="auto">
              <a:xfrm>
                <a:off x="4195" y="981"/>
                <a:ext cx="318" cy="272"/>
              </a:xfrm>
              <a:prstGeom prst="rect">
                <a:avLst/>
              </a:prstGeom>
              <a:solidFill>
                <a:schemeClr val="accent1"/>
              </a:solidFill>
              <a:ln w="12700">
                <a:solidFill>
                  <a:srgbClr val="800000"/>
                </a:solidFill>
                <a:miter lim="800000"/>
                <a:headEnd type="none" w="sm" len="sm"/>
                <a:tailEnd type="none" w="sm" len="sm"/>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717834" name="Rectangle 10"/>
              <p:cNvSpPr>
                <a:spLocks noChangeArrowheads="1"/>
              </p:cNvSpPr>
              <p:nvPr/>
            </p:nvSpPr>
            <p:spPr bwMode="auto">
              <a:xfrm>
                <a:off x="4513" y="981"/>
                <a:ext cx="318" cy="272"/>
              </a:xfrm>
              <a:prstGeom prst="rect">
                <a:avLst/>
              </a:prstGeom>
              <a:solidFill>
                <a:schemeClr val="accent1"/>
              </a:solidFill>
              <a:ln w="12700">
                <a:solidFill>
                  <a:srgbClr val="800000"/>
                </a:solidFill>
                <a:miter lim="800000"/>
                <a:headEnd type="none" w="sm" len="sm"/>
                <a:tailEnd type="none" w="sm" len="sm"/>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717835" name="Rectangle 11"/>
              <p:cNvSpPr>
                <a:spLocks noChangeArrowheads="1"/>
              </p:cNvSpPr>
              <p:nvPr/>
            </p:nvSpPr>
            <p:spPr bwMode="auto">
              <a:xfrm>
                <a:off x="4830" y="981"/>
                <a:ext cx="318" cy="272"/>
              </a:xfrm>
              <a:prstGeom prst="rect">
                <a:avLst/>
              </a:prstGeom>
              <a:solidFill>
                <a:schemeClr val="accent1"/>
              </a:solidFill>
              <a:ln w="12700">
                <a:solidFill>
                  <a:srgbClr val="800000"/>
                </a:solidFill>
                <a:miter lim="800000"/>
                <a:headEnd type="none" w="sm" len="sm"/>
                <a:tailEnd type="none" w="sm" len="sm"/>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grpSp>
        <p:sp>
          <p:nvSpPr>
            <p:cNvPr id="717836" name="Line 12"/>
            <p:cNvSpPr>
              <a:spLocks noChangeShapeType="1"/>
            </p:cNvSpPr>
            <p:nvPr/>
          </p:nvSpPr>
          <p:spPr bwMode="auto">
            <a:xfrm>
              <a:off x="3447" y="1344"/>
              <a:ext cx="340" cy="0"/>
            </a:xfrm>
            <a:prstGeom prst="line">
              <a:avLst/>
            </a:prstGeom>
            <a:noFill/>
            <a:ln w="38100">
              <a:solidFill>
                <a:srgbClr val="800000"/>
              </a:solidFill>
              <a:round/>
              <a:headEnd type="none" w="sm" len="sm"/>
              <a:tailEnd type="triangle" w="med" len="lg"/>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000000">
                      <a:alpha val="43137"/>
                    </a:srgbClr>
                  </a:outerShdw>
                </a:effectLst>
                <a:uLnTx/>
                <a:uFillTx/>
                <a:latin typeface="Arial" panose="020B0604020202090204" pitchFamily="34" charset="0"/>
                <a:ea typeface="宋体" pitchFamily="2" charset="-122"/>
                <a:cs typeface="+mn-cs"/>
              </a:endParaRPr>
            </a:p>
          </p:txBody>
        </p:sp>
        <p:sp>
          <p:nvSpPr>
            <p:cNvPr id="717837" name="Text Box 13"/>
            <p:cNvSpPr txBox="1">
              <a:spLocks noChangeArrowheads="1"/>
            </p:cNvSpPr>
            <p:nvPr/>
          </p:nvSpPr>
          <p:spPr bwMode="auto">
            <a:xfrm>
              <a:off x="3219" y="1192"/>
              <a:ext cx="272" cy="288"/>
            </a:xfrm>
            <a:prstGeom prst="rect">
              <a:avLst/>
            </a:prstGeom>
            <a:noFill/>
            <a:ln w="12700">
              <a:noFill/>
              <a:miter lim="800000"/>
              <a:headEnd type="none" w="sm" len="sm"/>
              <a:tailEnd type="none" w="sm" len="sm"/>
            </a:ln>
            <a:effectLst/>
          </p:spPr>
          <p:txBody>
            <a:bodyPr>
              <a:spAutoFit/>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outerShdw blurRad="38100" dist="38100" dir="2700000" algn="tl">
                      <a:srgbClr val="C0C0C0"/>
                    </a:outerShdw>
                  </a:effectLst>
                  <a:uLnTx/>
                  <a:uFillTx/>
                  <a:latin typeface="Courier New" panose="02070409020205090404" pitchFamily="49" charset="0"/>
                  <a:ea typeface="宋体" pitchFamily="2" charset="-122"/>
                  <a:cs typeface="+mn-cs"/>
                </a:rPr>
                <a:t>p</a:t>
              </a:r>
              <a:endParaRPr kumimoji="0" lang="en-US" altLang="zh-CN" sz="2400" b="1" i="0" u="none" strike="noStrike" kern="1200" cap="none" spc="0" normalizeH="0" baseline="0" noProof="0">
                <a:ln>
                  <a:noFill/>
                </a:ln>
                <a:solidFill>
                  <a:schemeClr val="tx1"/>
                </a:solidFill>
                <a:effectLst>
                  <a:outerShdw blurRad="38100" dist="38100" dir="2700000" algn="tl">
                    <a:srgbClr val="C0C0C0"/>
                  </a:outerShdw>
                </a:effectLst>
                <a:uLnTx/>
                <a:uFillTx/>
                <a:latin typeface="Courier New" panose="02070409020205090404" pitchFamily="49" charset="0"/>
                <a:ea typeface="宋体" pitchFamily="2" charset="-122"/>
                <a:cs typeface="+mn-cs"/>
              </a:endParaRPr>
            </a:p>
          </p:txBody>
        </p:sp>
        <p:sp>
          <p:nvSpPr>
            <p:cNvPr id="717838" name="AutoShape 14"/>
            <p:cNvSpPr/>
            <p:nvPr/>
          </p:nvSpPr>
          <p:spPr bwMode="auto">
            <a:xfrm rot="-5400000">
              <a:off x="4505" y="452"/>
              <a:ext cx="136" cy="1316"/>
            </a:xfrm>
            <a:prstGeom prst="rightBrace">
              <a:avLst>
                <a:gd name="adj1" fmla="val 80637"/>
                <a:gd name="adj2" fmla="val 50000"/>
              </a:avLst>
            </a:prstGeom>
            <a:noFill/>
            <a:ln w="12700">
              <a:solidFill>
                <a:schemeClr val="tx1"/>
              </a:solidFill>
              <a:round/>
              <a:headEnd type="none" w="sm" len="sm"/>
              <a:tailEnd type="none" w="sm" len="sm"/>
            </a:ln>
          </p:spPr>
          <p:txBody>
            <a:bodyPr vert="eaVert"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717839" name="Text Box 15"/>
            <p:cNvSpPr txBox="1">
              <a:spLocks noChangeArrowheads="1"/>
            </p:cNvSpPr>
            <p:nvPr/>
          </p:nvSpPr>
          <p:spPr bwMode="auto">
            <a:xfrm>
              <a:off x="4422" y="786"/>
              <a:ext cx="272" cy="288"/>
            </a:xfrm>
            <a:prstGeom prst="rect">
              <a:avLst/>
            </a:prstGeom>
            <a:noFill/>
            <a:ln w="12700">
              <a:noFill/>
              <a:miter lim="800000"/>
              <a:headEnd type="none" w="sm" len="sm"/>
              <a:tailEnd type="none" w="sm" len="sm"/>
            </a:ln>
            <a:effectLst/>
          </p:spPr>
          <p:txBody>
            <a:bodyPr>
              <a:spAutoFit/>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outerShdw blurRad="38100" dist="38100" dir="2700000" algn="tl">
                      <a:srgbClr val="C0C0C0"/>
                    </a:outerShdw>
                  </a:effectLst>
                  <a:uLnTx/>
                  <a:uFillTx/>
                  <a:latin typeface="Courier New" panose="02070409020205090404" pitchFamily="49" charset="0"/>
                  <a:ea typeface="宋体" pitchFamily="2" charset="-122"/>
                  <a:cs typeface="+mn-cs"/>
                </a:rPr>
                <a:t>n</a:t>
              </a:r>
              <a:endParaRPr kumimoji="0" lang="en-US" altLang="zh-CN" sz="2400" b="1" i="0" u="none" strike="noStrike" kern="1200" cap="none" spc="0" normalizeH="0" baseline="0" noProof="0">
                <a:ln>
                  <a:noFill/>
                </a:ln>
                <a:solidFill>
                  <a:schemeClr val="tx1"/>
                </a:solidFill>
                <a:effectLst>
                  <a:outerShdw blurRad="38100" dist="38100" dir="2700000" algn="tl">
                    <a:srgbClr val="C0C0C0"/>
                  </a:outerShdw>
                </a:effectLst>
                <a:uLnTx/>
                <a:uFillTx/>
                <a:latin typeface="Courier New" panose="02070409020205090404" pitchFamily="49" charset="0"/>
                <a:ea typeface="宋体" pitchFamily="2" charset="-122"/>
                <a:cs typeface="+mn-cs"/>
              </a:endParaRPr>
            </a:p>
          </p:txBody>
        </p:sp>
      </p:grpSp>
      <p:sp>
        <p:nvSpPr>
          <p:cNvPr id="717828" name="Rectangle 4"/>
          <p:cNvSpPr/>
          <p:nvPr/>
        </p:nvSpPr>
        <p:spPr>
          <a:xfrm>
            <a:off x="6851650" y="4292600"/>
            <a:ext cx="3529013" cy="984250"/>
          </a:xfrm>
          <a:prstGeom prst="rect">
            <a:avLst/>
          </a:prstGeom>
          <a:solidFill>
            <a:srgbClr val="FFFF99"/>
          </a:solidFill>
          <a:ln w="38100" cap="flat" cmpd="sng">
            <a:solidFill>
              <a:srgbClr val="800000"/>
            </a:solidFill>
            <a:prstDash val="solid"/>
            <a:miter/>
            <a:headEnd type="none" w="sm" len="sm"/>
            <a:tailEnd type="none" w="sm" len="sm"/>
          </a:ln>
        </p:spPr>
        <p:txBody>
          <a:bodyPr>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algn="ctr" eaLnBrk="1" hangingPunct="1">
              <a:lnSpc>
                <a:spcPct val="100000"/>
              </a:lnSpc>
              <a:spcBef>
                <a:spcPct val="0"/>
              </a:spcBef>
              <a:buClrTx/>
              <a:buSzTx/>
              <a:buFontTx/>
              <a:buNone/>
            </a:pPr>
            <a:r>
              <a:rPr lang="zh-CN" altLang="fr-FR" sz="2800" b="1" dirty="0">
                <a:solidFill>
                  <a:srgbClr val="000066"/>
                </a:solidFill>
                <a:latin typeface="Times New Roman" panose="02020503050405090304" pitchFamily="18" charset="0"/>
                <a:ea typeface="楷体_GB2312" pitchFamily="49" charset="-122"/>
              </a:rPr>
              <a:t>像使用一维数组一样</a:t>
            </a:r>
            <a:endParaRPr lang="zh-CN" altLang="fr-FR" sz="2800" b="1" dirty="0">
              <a:solidFill>
                <a:srgbClr val="000066"/>
              </a:solidFill>
              <a:latin typeface="Times New Roman" panose="02020503050405090304" pitchFamily="18" charset="0"/>
              <a:ea typeface="楷体_GB2312" pitchFamily="49" charset="-122"/>
            </a:endParaRPr>
          </a:p>
          <a:p>
            <a:pPr marL="0" lvl="0" indent="0" algn="ctr" eaLnBrk="1" hangingPunct="1">
              <a:lnSpc>
                <a:spcPct val="100000"/>
              </a:lnSpc>
              <a:spcBef>
                <a:spcPct val="0"/>
              </a:spcBef>
              <a:buClrTx/>
              <a:buSzTx/>
              <a:buFontTx/>
              <a:buNone/>
            </a:pPr>
            <a:r>
              <a:rPr lang="zh-CN" altLang="fr-FR" sz="2800" b="1" dirty="0">
                <a:solidFill>
                  <a:srgbClr val="000066"/>
                </a:solidFill>
                <a:latin typeface="Times New Roman" panose="02020503050405090304" pitchFamily="18" charset="0"/>
                <a:ea typeface="楷体_GB2312" pitchFamily="49" charset="-122"/>
              </a:rPr>
              <a:t>使用动态数组</a:t>
            </a:r>
            <a:endParaRPr lang="zh-CN" altLang="en-US" sz="2800" b="1" dirty="0">
              <a:solidFill>
                <a:srgbClr val="000066"/>
              </a:solidFill>
              <a:latin typeface="Times New Roman" panose="02020503050405090304" pitchFamily="18" charset="0"/>
              <a:ea typeface="楷体_GB2312" pitchFamily="49" charset="-122"/>
            </a:endParaRPr>
          </a:p>
        </p:txBody>
      </p:sp>
      <p:sp>
        <p:nvSpPr>
          <p:cNvPr id="717843" name="Rectangle 19"/>
          <p:cNvSpPr>
            <a:spLocks noChangeArrowheads="1"/>
          </p:cNvSpPr>
          <p:nvPr/>
        </p:nvSpPr>
        <p:spPr bwMode="auto">
          <a:xfrm>
            <a:off x="4452938" y="2714625"/>
            <a:ext cx="554038" cy="341313"/>
          </a:xfrm>
          <a:prstGeom prst="rect">
            <a:avLst/>
          </a:prstGeom>
          <a:noFill/>
          <a:ln w="38100">
            <a:solidFill>
              <a:srgbClr val="009900"/>
            </a:solidFill>
            <a:miter lim="800000"/>
            <a:headEnd type="none" w="sm" len="sm"/>
            <a:tailEnd type="none" w="sm" len="sm"/>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717844" name="Rectangle 20"/>
          <p:cNvSpPr>
            <a:spLocks noChangeArrowheads="1"/>
          </p:cNvSpPr>
          <p:nvPr/>
        </p:nvSpPr>
        <p:spPr bwMode="auto">
          <a:xfrm>
            <a:off x="4416425" y="5178425"/>
            <a:ext cx="504825" cy="358775"/>
          </a:xfrm>
          <a:prstGeom prst="rect">
            <a:avLst/>
          </a:prstGeom>
          <a:noFill/>
          <a:ln w="38100">
            <a:solidFill>
              <a:srgbClr val="009900"/>
            </a:solidFill>
            <a:miter lim="800000"/>
            <a:headEnd type="none" w="sm" len="sm"/>
            <a:tailEnd type="none" w="sm" len="sm"/>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pic>
        <p:nvPicPr>
          <p:cNvPr id="121881" name="Picture 25"/>
          <p:cNvPicPr>
            <a:picLocks noChangeAspect="1"/>
          </p:cNvPicPr>
          <p:nvPr/>
        </p:nvPicPr>
        <p:blipFill>
          <a:blip r:embed="rId2"/>
          <a:stretch>
            <a:fillRect/>
          </a:stretch>
        </p:blipFill>
        <p:spPr>
          <a:xfrm>
            <a:off x="6596063" y="5472113"/>
            <a:ext cx="3960812" cy="812800"/>
          </a:xfrm>
          <a:prstGeom prst="rect">
            <a:avLst/>
          </a:prstGeom>
          <a:noFill/>
          <a:ln w="12700">
            <a:noFill/>
          </a:ln>
        </p:spPr>
      </p:pic>
      <p:sp>
        <p:nvSpPr>
          <p:cNvPr id="131080" name="Rectangle 2"/>
          <p:cNvSpPr txBox="1"/>
          <p:nvPr/>
        </p:nvSpPr>
        <p:spPr>
          <a:xfrm>
            <a:off x="3481388" y="196850"/>
            <a:ext cx="7250112" cy="1368425"/>
          </a:xfrm>
          <a:prstGeom prst="rect">
            <a:avLst/>
          </a:prstGeom>
          <a:noFill/>
          <a:ln w="9525">
            <a:noFill/>
          </a:ln>
        </p:spPr>
        <p:txBody>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algn="r">
              <a:lnSpc>
                <a:spcPct val="100000"/>
              </a:lnSpc>
              <a:spcBef>
                <a:spcPct val="0"/>
              </a:spcBef>
              <a:buClrTx/>
              <a:buSzTx/>
              <a:buFontTx/>
              <a:buNone/>
            </a:pPr>
            <a:br>
              <a:rPr lang="en-US" altLang="zh-CN" sz="4000" dirty="0">
                <a:solidFill>
                  <a:schemeClr val="tx2"/>
                </a:solidFill>
                <a:ea typeface="宋体" pitchFamily="2" charset="-122"/>
              </a:rPr>
            </a:br>
            <a:r>
              <a:rPr lang="zh-CN" altLang="en-US" sz="4000" dirty="0">
                <a:solidFill>
                  <a:schemeClr val="tx2"/>
                </a:solidFill>
                <a:ea typeface="宋体" pitchFamily="2" charset="-122"/>
              </a:rPr>
              <a:t>一维动态数组</a:t>
            </a:r>
            <a:endParaRPr lang="zh-CN" altLang="en-US" sz="4000" dirty="0">
              <a:solidFill>
                <a:schemeClr val="tx2"/>
              </a:solidFill>
              <a:ea typeface="宋体"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717844"/>
                                        </p:tgtEl>
                                        <p:attrNameLst>
                                          <p:attrName>style.visibility</p:attrName>
                                        </p:attrNameLst>
                                      </p:cBhvr>
                                      <p:to>
                                        <p:strVal val="visible"/>
                                      </p:to>
                                    </p:set>
                                    <p:anim calcmode="lin" valueType="num">
                                      <p:cBhvr>
                                        <p:cTn id="7" dur="500" fill="hold"/>
                                        <p:tgtEl>
                                          <p:spTgt spid="717844"/>
                                        </p:tgtEl>
                                        <p:attrNameLst>
                                          <p:attrName>ppt_w</p:attrName>
                                        </p:attrNameLst>
                                      </p:cBhvr>
                                      <p:tavLst>
                                        <p:tav tm="0">
                                          <p:val>
                                            <p:fltVal val="0"/>
                                          </p:val>
                                        </p:tav>
                                        <p:tav tm="100000">
                                          <p:val>
                                            <p:strVal val="#ppt_w"/>
                                          </p:val>
                                        </p:tav>
                                      </p:tavLst>
                                    </p:anim>
                                    <p:anim calcmode="lin" valueType="num">
                                      <p:cBhvr>
                                        <p:cTn id="8" dur="500" fill="hold"/>
                                        <p:tgtEl>
                                          <p:spTgt spid="717844"/>
                                        </p:tgtEl>
                                        <p:attrNameLst>
                                          <p:attrName>ppt_h</p:attrName>
                                        </p:attrNameLst>
                                      </p:cBhvr>
                                      <p:tavLst>
                                        <p:tav tm="0">
                                          <p:val>
                                            <p:fltVal val="0"/>
                                          </p:val>
                                        </p:tav>
                                        <p:tav tm="100000">
                                          <p:val>
                                            <p:strVal val="#ppt_h"/>
                                          </p:val>
                                        </p:tav>
                                      </p:tavLst>
                                    </p:anim>
                                    <p:animEffect transition="in" filter="fade">
                                      <p:cBhvr>
                                        <p:cTn id="9" dur="500"/>
                                        <p:tgtEl>
                                          <p:spTgt spid="717844"/>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717843"/>
                                        </p:tgtEl>
                                        <p:attrNameLst>
                                          <p:attrName>style.visibility</p:attrName>
                                        </p:attrNameLst>
                                      </p:cBhvr>
                                      <p:to>
                                        <p:strVal val="visible"/>
                                      </p:to>
                                    </p:set>
                                    <p:anim calcmode="lin" valueType="num">
                                      <p:cBhvr>
                                        <p:cTn id="12" dur="500" fill="hold"/>
                                        <p:tgtEl>
                                          <p:spTgt spid="717843"/>
                                        </p:tgtEl>
                                        <p:attrNameLst>
                                          <p:attrName>ppt_w</p:attrName>
                                        </p:attrNameLst>
                                      </p:cBhvr>
                                      <p:tavLst>
                                        <p:tav tm="0">
                                          <p:val>
                                            <p:fltVal val="0"/>
                                          </p:val>
                                        </p:tav>
                                        <p:tav tm="100000">
                                          <p:val>
                                            <p:strVal val="#ppt_w"/>
                                          </p:val>
                                        </p:tav>
                                      </p:tavLst>
                                    </p:anim>
                                    <p:anim calcmode="lin" valueType="num">
                                      <p:cBhvr>
                                        <p:cTn id="13" dur="500" fill="hold"/>
                                        <p:tgtEl>
                                          <p:spTgt spid="717843"/>
                                        </p:tgtEl>
                                        <p:attrNameLst>
                                          <p:attrName>ppt_h</p:attrName>
                                        </p:attrNameLst>
                                      </p:cBhvr>
                                      <p:tavLst>
                                        <p:tav tm="0">
                                          <p:val>
                                            <p:fltVal val="0"/>
                                          </p:val>
                                        </p:tav>
                                        <p:tav tm="100000">
                                          <p:val>
                                            <p:strVal val="#ppt_h"/>
                                          </p:val>
                                        </p:tav>
                                      </p:tavLst>
                                    </p:anim>
                                    <p:animEffect transition="in" filter="fade">
                                      <p:cBhvr>
                                        <p:cTn id="14" dur="500"/>
                                        <p:tgtEl>
                                          <p:spTgt spid="717843"/>
                                        </p:tgtEl>
                                      </p:cBhvr>
                                    </p:animEffect>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grpId="0" nodeType="clickEffect">
                                  <p:stCondLst>
                                    <p:cond delay="0"/>
                                  </p:stCondLst>
                                  <p:childTnLst>
                                    <p:set>
                                      <p:cBhvr>
                                        <p:cTn id="18" dur="1" fill="hold">
                                          <p:stCondLst>
                                            <p:cond delay="0"/>
                                          </p:stCondLst>
                                        </p:cTn>
                                        <p:tgtEl>
                                          <p:spTgt spid="717828"/>
                                        </p:tgtEl>
                                        <p:attrNameLst>
                                          <p:attrName>style.visibility</p:attrName>
                                        </p:attrNameLst>
                                      </p:cBhvr>
                                      <p:to>
                                        <p:strVal val="visible"/>
                                      </p:to>
                                    </p:set>
                                    <p:anim calcmode="lin" valueType="num">
                                      <p:cBhvr>
                                        <p:cTn id="19" dur="500" fill="hold"/>
                                        <p:tgtEl>
                                          <p:spTgt spid="717828"/>
                                        </p:tgtEl>
                                        <p:attrNameLst>
                                          <p:attrName>ppt_w</p:attrName>
                                        </p:attrNameLst>
                                      </p:cBhvr>
                                      <p:tavLst>
                                        <p:tav tm="0">
                                          <p:val>
                                            <p:fltVal val="0"/>
                                          </p:val>
                                        </p:tav>
                                        <p:tav tm="100000">
                                          <p:val>
                                            <p:strVal val="#ppt_w"/>
                                          </p:val>
                                        </p:tav>
                                      </p:tavLst>
                                    </p:anim>
                                    <p:anim calcmode="lin" valueType="num">
                                      <p:cBhvr>
                                        <p:cTn id="20" dur="500" fill="hold"/>
                                        <p:tgtEl>
                                          <p:spTgt spid="717828"/>
                                        </p:tgtEl>
                                        <p:attrNameLst>
                                          <p:attrName>ppt_h</p:attrName>
                                        </p:attrNameLst>
                                      </p:cBhvr>
                                      <p:tavLst>
                                        <p:tav tm="0">
                                          <p:val>
                                            <p:fltVal val="0"/>
                                          </p:val>
                                        </p:tav>
                                        <p:tav tm="100000">
                                          <p:val>
                                            <p:strVal val="#ppt_h"/>
                                          </p:val>
                                        </p:tav>
                                      </p:tavLst>
                                    </p:anim>
                                    <p:animEffect transition="in" filter="fade">
                                      <p:cBhvr>
                                        <p:cTn id="21" dur="500"/>
                                        <p:tgtEl>
                                          <p:spTgt spid="717828"/>
                                        </p:tgtEl>
                                      </p:cBhvr>
                                    </p:animEffect>
                                  </p:childTnLst>
                                </p:cTn>
                              </p:par>
                            </p:childTnLst>
                          </p:cTn>
                        </p:par>
                      </p:childTnLst>
                    </p:cTn>
                  </p:par>
                  <p:par>
                    <p:cTn id="22" fill="hold">
                      <p:stCondLst>
                        <p:cond delay="indefinite"/>
                      </p:stCondLst>
                      <p:childTnLst>
                        <p:par>
                          <p:cTn id="23" fill="hold">
                            <p:stCondLst>
                              <p:cond delay="0"/>
                            </p:stCondLst>
                            <p:childTnLst>
                              <p:par>
                                <p:cTn id="24" presetID="53" presetClass="entr" presetSubtype="16" fill="hold" nodeType="clickEffect">
                                  <p:stCondLst>
                                    <p:cond delay="0"/>
                                  </p:stCondLst>
                                  <p:childTnLst>
                                    <p:set>
                                      <p:cBhvr>
                                        <p:cTn id="25" dur="1" fill="hold">
                                          <p:stCondLst>
                                            <p:cond delay="0"/>
                                          </p:stCondLst>
                                        </p:cTn>
                                        <p:tgtEl>
                                          <p:spTgt spid="121881"/>
                                        </p:tgtEl>
                                        <p:attrNameLst>
                                          <p:attrName>style.visibility</p:attrName>
                                        </p:attrNameLst>
                                      </p:cBhvr>
                                      <p:to>
                                        <p:strVal val="visible"/>
                                      </p:to>
                                    </p:set>
                                    <p:anim calcmode="lin" valueType="num">
                                      <p:cBhvr>
                                        <p:cTn id="26" dur="500" fill="hold"/>
                                        <p:tgtEl>
                                          <p:spTgt spid="121881"/>
                                        </p:tgtEl>
                                        <p:attrNameLst>
                                          <p:attrName>ppt_w</p:attrName>
                                        </p:attrNameLst>
                                      </p:cBhvr>
                                      <p:tavLst>
                                        <p:tav tm="0">
                                          <p:val>
                                            <p:fltVal val="0"/>
                                          </p:val>
                                        </p:tav>
                                        <p:tav tm="100000">
                                          <p:val>
                                            <p:strVal val="#ppt_w"/>
                                          </p:val>
                                        </p:tav>
                                      </p:tavLst>
                                    </p:anim>
                                    <p:anim calcmode="lin" valueType="num">
                                      <p:cBhvr>
                                        <p:cTn id="27" dur="500" fill="hold"/>
                                        <p:tgtEl>
                                          <p:spTgt spid="121881"/>
                                        </p:tgtEl>
                                        <p:attrNameLst>
                                          <p:attrName>ppt_h</p:attrName>
                                        </p:attrNameLst>
                                      </p:cBhvr>
                                      <p:tavLst>
                                        <p:tav tm="0">
                                          <p:val>
                                            <p:fltVal val="0"/>
                                          </p:val>
                                        </p:tav>
                                        <p:tav tm="100000">
                                          <p:val>
                                            <p:strVal val="#ppt_h"/>
                                          </p:val>
                                        </p:tav>
                                      </p:tavLst>
                                    </p:anim>
                                    <p:animEffect transition="in" filter="fade">
                                      <p:cBhvr>
                                        <p:cTn id="28" dur="500"/>
                                        <p:tgtEl>
                                          <p:spTgt spid="1218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828" grpId="0" animBg="1"/>
      <p:bldP spid="717843" grpId="0" animBg="1"/>
      <p:bldP spid="717844" grpId="0" animBg="1"/>
    </p:bldLst>
  </p:timing>
</p:sld>
</file>

<file path=ppt/slides/slide9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3029" name="Picture 21"/>
          <p:cNvPicPr>
            <a:picLocks noChangeAspect="1" noChangeArrowheads="1"/>
          </p:cNvPicPr>
          <p:nvPr/>
        </p:nvPicPr>
        <p:blipFill>
          <a:blip r:embed="rId1"/>
          <a:srcRect/>
          <a:stretch>
            <a:fillRect/>
          </a:stretch>
        </p:blipFill>
        <p:spPr bwMode="auto">
          <a:xfrm>
            <a:off x="1666875" y="142875"/>
            <a:ext cx="5200650" cy="6562725"/>
          </a:xfrm>
          <a:prstGeom prst="rect">
            <a:avLst/>
          </a:prstGeom>
          <a:noFill/>
          <a:ln w="50800" cap="flat" cmpd="thickThin">
            <a:solidFill>
              <a:schemeClr val="accent2">
                <a:lumMod val="50000"/>
              </a:schemeClr>
            </a:solidFill>
            <a:prstDash val="solid"/>
            <a:miter lim="800000"/>
            <a:headEnd type="none" w="sm" len="sm"/>
            <a:tailEnd type="none" w="sm" len="sm"/>
          </a:ln>
          <a:effectLst/>
        </p:spPr>
      </p:pic>
      <p:sp>
        <p:nvSpPr>
          <p:cNvPr id="718853" name="Rectangle 5"/>
          <p:cNvSpPr>
            <a:spLocks noChangeArrowheads="1"/>
          </p:cNvSpPr>
          <p:nvPr/>
        </p:nvSpPr>
        <p:spPr bwMode="auto">
          <a:xfrm>
            <a:off x="2582863" y="3724275"/>
            <a:ext cx="3887788" cy="1296988"/>
          </a:xfrm>
          <a:prstGeom prst="rect">
            <a:avLst/>
          </a:prstGeom>
          <a:noFill/>
          <a:ln w="38100">
            <a:solidFill>
              <a:srgbClr val="009900"/>
            </a:solidFill>
            <a:miter lim="800000"/>
            <a:headEnd type="none" w="sm" len="sm"/>
            <a:tailEnd type="none" w="sm" len="sm"/>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718854" name="Rectangle 6"/>
          <p:cNvSpPr/>
          <p:nvPr/>
        </p:nvSpPr>
        <p:spPr>
          <a:xfrm>
            <a:off x="7500938" y="4162425"/>
            <a:ext cx="2809875" cy="830263"/>
          </a:xfrm>
          <a:prstGeom prst="rect">
            <a:avLst/>
          </a:prstGeom>
          <a:solidFill>
            <a:srgbClr val="FFFF99"/>
          </a:solidFill>
          <a:ln w="38100" cap="flat" cmpd="sng">
            <a:solidFill>
              <a:srgbClr val="800000"/>
            </a:solidFill>
            <a:prstDash val="solid"/>
            <a:miter/>
            <a:headEnd type="none" w="sm" len="sm"/>
            <a:tailEnd type="none" w="sm" len="sm"/>
          </a:ln>
        </p:spPr>
        <p:txBody>
          <a:bodyPr>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eaLnBrk="1" hangingPunct="1">
              <a:lnSpc>
                <a:spcPct val="100000"/>
              </a:lnSpc>
              <a:spcBef>
                <a:spcPct val="0"/>
              </a:spcBef>
              <a:buClrTx/>
              <a:buSzTx/>
              <a:buFontTx/>
              <a:buNone/>
            </a:pPr>
            <a:r>
              <a:rPr lang="zh-CN" altLang="en-US" sz="2400" b="1" dirty="0">
                <a:solidFill>
                  <a:srgbClr val="000066"/>
                </a:solidFill>
                <a:latin typeface="Times New Roman" panose="02020503050405090304" pitchFamily="18" charset="0"/>
                <a:ea typeface="楷体_GB2312" pitchFamily="49" charset="-122"/>
              </a:rPr>
              <a:t>确保指针使用前是非空指针</a:t>
            </a:r>
            <a:endParaRPr lang="zh-CN" altLang="en-US" sz="2400" b="1" dirty="0">
              <a:solidFill>
                <a:srgbClr val="000066"/>
              </a:solidFill>
              <a:latin typeface="Times New Roman" panose="02020503050405090304" pitchFamily="18" charset="0"/>
              <a:ea typeface="楷体_GB2312" pitchFamily="49" charset="-122"/>
            </a:endParaRPr>
          </a:p>
        </p:txBody>
      </p:sp>
      <p:sp>
        <p:nvSpPr>
          <p:cNvPr id="718855" name="Rectangle 7"/>
          <p:cNvSpPr>
            <a:spLocks noChangeArrowheads="1"/>
          </p:cNvSpPr>
          <p:nvPr/>
        </p:nvSpPr>
        <p:spPr bwMode="auto">
          <a:xfrm>
            <a:off x="2581275" y="3394075"/>
            <a:ext cx="3887788" cy="288925"/>
          </a:xfrm>
          <a:prstGeom prst="rect">
            <a:avLst/>
          </a:prstGeom>
          <a:noFill/>
          <a:ln w="38100">
            <a:solidFill>
              <a:srgbClr val="009900"/>
            </a:solidFill>
            <a:miter lim="800000"/>
            <a:headEnd type="none" w="sm" len="sm"/>
            <a:tailEnd type="none" w="sm" len="sm"/>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718857" name="Rectangle 9"/>
          <p:cNvSpPr>
            <a:spLocks noChangeArrowheads="1"/>
          </p:cNvSpPr>
          <p:nvPr/>
        </p:nvSpPr>
        <p:spPr bwMode="auto">
          <a:xfrm>
            <a:off x="2563813" y="5875338"/>
            <a:ext cx="936625" cy="273050"/>
          </a:xfrm>
          <a:prstGeom prst="rect">
            <a:avLst/>
          </a:prstGeom>
          <a:noFill/>
          <a:ln w="38100">
            <a:solidFill>
              <a:srgbClr val="009900"/>
            </a:solidFill>
            <a:miter lim="800000"/>
            <a:headEnd type="none" w="sm" len="sm"/>
            <a:tailEnd type="none" w="sm" len="sm"/>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718858" name="Rectangle 10"/>
          <p:cNvSpPr>
            <a:spLocks noChangeArrowheads="1"/>
          </p:cNvSpPr>
          <p:nvPr/>
        </p:nvSpPr>
        <p:spPr bwMode="auto">
          <a:xfrm>
            <a:off x="7453313" y="5145088"/>
            <a:ext cx="2786063" cy="830263"/>
          </a:xfrm>
          <a:prstGeom prst="rect">
            <a:avLst/>
          </a:prstGeom>
          <a:solidFill>
            <a:srgbClr val="FFFF99"/>
          </a:solidFill>
          <a:ln w="38100">
            <a:solidFill>
              <a:srgbClr val="800000"/>
            </a:solidFill>
            <a:miter lim="800000"/>
            <a:headEnd type="none" w="sm" len="sm"/>
            <a:tailEnd type="none" w="sm" len="sm"/>
          </a:ln>
          <a:effectLst/>
        </p:spPr>
        <p:txBody>
          <a:bodyPr>
            <a:spAutoFit/>
          </a:bodyPr>
          <a:lstStyle>
            <a:lvl1pPr>
              <a:defRPr sz="2400">
                <a:solidFill>
                  <a:schemeClr val="tx1"/>
                </a:solidFill>
                <a:latin typeface="Times New Roman" panose="02020503050405090304" pitchFamily="18" charset="0"/>
              </a:defRPr>
            </a:lvl1pPr>
            <a:lvl2pPr marL="742950" indent="-285750">
              <a:defRPr sz="2400">
                <a:solidFill>
                  <a:schemeClr val="tx1"/>
                </a:solidFill>
                <a:latin typeface="Times New Roman" panose="02020503050405090304" pitchFamily="18" charset="0"/>
              </a:defRPr>
            </a:lvl2pPr>
            <a:lvl3pPr marL="1143000" indent="-228600">
              <a:defRPr sz="2400">
                <a:solidFill>
                  <a:schemeClr val="tx1"/>
                </a:solidFill>
                <a:latin typeface="Times New Roman" panose="02020503050405090304" pitchFamily="18" charset="0"/>
              </a:defRPr>
            </a:lvl3pPr>
            <a:lvl4pPr marL="1600200" indent="-228600">
              <a:defRPr sz="2400">
                <a:solidFill>
                  <a:schemeClr val="tx1"/>
                </a:solidFill>
                <a:latin typeface="Times New Roman" panose="02020503050405090304" pitchFamily="18" charset="0"/>
              </a:defRPr>
            </a:lvl4pPr>
            <a:lvl5pPr marL="2057400" indent="-228600">
              <a:defRPr sz="2400">
                <a:solidFill>
                  <a:schemeClr val="tx1"/>
                </a:solidFill>
                <a:latin typeface="Times New Roman" panose="02020503050405090304" pitchFamily="18" charset="0"/>
              </a:defRPr>
            </a:lvl5pPr>
            <a:lvl6pPr marL="2514600" indent="-228600" eaLnBrk="0" fontAlgn="base" hangingPunct="0">
              <a:spcBef>
                <a:spcPct val="0"/>
              </a:spcBef>
              <a:spcAft>
                <a:spcPct val="0"/>
              </a:spcAft>
              <a:defRPr sz="2400">
                <a:solidFill>
                  <a:schemeClr val="tx1"/>
                </a:solidFill>
                <a:latin typeface="Times New Roman" panose="02020503050405090304" pitchFamily="18" charset="0"/>
              </a:defRPr>
            </a:lvl6pPr>
            <a:lvl7pPr marL="2971800" indent="-228600" eaLnBrk="0" fontAlgn="base" hangingPunct="0">
              <a:spcBef>
                <a:spcPct val="0"/>
              </a:spcBef>
              <a:spcAft>
                <a:spcPct val="0"/>
              </a:spcAft>
              <a:defRPr sz="2400">
                <a:solidFill>
                  <a:schemeClr val="tx1"/>
                </a:solidFill>
                <a:latin typeface="Times New Roman" panose="02020503050405090304" pitchFamily="18" charset="0"/>
              </a:defRPr>
            </a:lvl7pPr>
            <a:lvl8pPr marL="3429000" indent="-228600" eaLnBrk="0" fontAlgn="base" hangingPunct="0">
              <a:spcBef>
                <a:spcPct val="0"/>
              </a:spcBef>
              <a:spcAft>
                <a:spcPct val="0"/>
              </a:spcAft>
              <a:defRPr sz="2400">
                <a:solidFill>
                  <a:schemeClr val="tx1"/>
                </a:solidFill>
                <a:latin typeface="Times New Roman" panose="02020503050405090304" pitchFamily="18" charset="0"/>
              </a:defRPr>
            </a:lvl8pPr>
            <a:lvl9pPr marL="3886200" indent="-228600" eaLnBrk="0" fontAlgn="base" hangingPunct="0">
              <a:spcBef>
                <a:spcPct val="0"/>
              </a:spcBef>
              <a:spcAft>
                <a:spcPct val="0"/>
              </a:spcAft>
              <a:defRPr sz="2400">
                <a:solidFill>
                  <a:schemeClr val="tx1"/>
                </a:solidFill>
                <a:latin typeface="Times New Roman" panose="0202050305040509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400" b="1" i="0" u="none" strike="noStrike" kern="1200" cap="none" spc="0" normalizeH="0" baseline="0" noProof="0">
                <a:ln>
                  <a:noFill/>
                </a:ln>
                <a:solidFill>
                  <a:srgbClr val="000066"/>
                </a:solidFill>
                <a:effectLst/>
                <a:uLnTx/>
                <a:uFillTx/>
                <a:latin typeface="Times New Roman" panose="02020503050405090304" pitchFamily="18" charset="0"/>
                <a:ea typeface="楷体_GB2312" pitchFamily="49" charset="-122"/>
                <a:cs typeface="+mn-cs"/>
              </a:rPr>
              <a:t>释放向系统申请的存储空间</a:t>
            </a:r>
            <a:r>
              <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503050405090304" pitchFamily="18" charset="0"/>
                <a:ea typeface="宋体" pitchFamily="2" charset="-122"/>
                <a:cs typeface="+mn-cs"/>
              </a:rPr>
              <a:t> </a:t>
            </a:r>
            <a:endParaRPr kumimoji="0" lang="zh-CN" altLang="en-US" sz="2400" b="0"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503050405090304" pitchFamily="18" charset="0"/>
              <a:ea typeface="宋体" pitchFamily="2" charset="-122"/>
              <a:cs typeface="+mn-cs"/>
            </a:endParaRPr>
          </a:p>
        </p:txBody>
      </p:sp>
      <p:grpSp>
        <p:nvGrpSpPr>
          <p:cNvPr id="2" name="Group 11"/>
          <p:cNvGrpSpPr/>
          <p:nvPr/>
        </p:nvGrpSpPr>
        <p:grpSpPr>
          <a:xfrm>
            <a:off x="6218238" y="2786063"/>
            <a:ext cx="4306887" cy="1101725"/>
            <a:chOff x="3070" y="786"/>
            <a:chExt cx="2713" cy="694"/>
          </a:xfrm>
        </p:grpSpPr>
        <p:sp>
          <p:nvSpPr>
            <p:cNvPr id="718860" name="Rectangle 12"/>
            <p:cNvSpPr>
              <a:spLocks noChangeArrowheads="1"/>
            </p:cNvSpPr>
            <p:nvPr/>
          </p:nvSpPr>
          <p:spPr bwMode="auto">
            <a:xfrm>
              <a:off x="3877" y="1208"/>
              <a:ext cx="318" cy="272"/>
            </a:xfrm>
            <a:prstGeom prst="rect">
              <a:avLst/>
            </a:prstGeom>
            <a:solidFill>
              <a:schemeClr val="accent1"/>
            </a:solidFill>
            <a:ln w="12700">
              <a:solidFill>
                <a:srgbClr val="800000"/>
              </a:solidFill>
              <a:miter lim="800000"/>
              <a:headEnd type="none" w="sm" len="sm"/>
              <a:tailEnd type="none" w="sm" len="sm"/>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718861" name="Rectangle 13"/>
            <p:cNvSpPr>
              <a:spLocks noChangeArrowheads="1"/>
            </p:cNvSpPr>
            <p:nvPr/>
          </p:nvSpPr>
          <p:spPr bwMode="auto">
            <a:xfrm>
              <a:off x="4195" y="1208"/>
              <a:ext cx="318" cy="272"/>
            </a:xfrm>
            <a:prstGeom prst="rect">
              <a:avLst/>
            </a:prstGeom>
            <a:solidFill>
              <a:schemeClr val="accent1"/>
            </a:solidFill>
            <a:ln w="12700">
              <a:solidFill>
                <a:srgbClr val="800000"/>
              </a:solidFill>
              <a:miter lim="800000"/>
              <a:headEnd type="none" w="sm" len="sm"/>
              <a:tailEnd type="none" w="sm" len="sm"/>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718862" name="Rectangle 14"/>
            <p:cNvSpPr>
              <a:spLocks noChangeArrowheads="1"/>
            </p:cNvSpPr>
            <p:nvPr/>
          </p:nvSpPr>
          <p:spPr bwMode="auto">
            <a:xfrm>
              <a:off x="4512" y="1208"/>
              <a:ext cx="318" cy="272"/>
            </a:xfrm>
            <a:prstGeom prst="rect">
              <a:avLst/>
            </a:prstGeom>
            <a:solidFill>
              <a:schemeClr val="accent1"/>
            </a:solidFill>
            <a:ln w="12700">
              <a:solidFill>
                <a:srgbClr val="800000"/>
              </a:solidFill>
              <a:miter lim="800000"/>
              <a:headEnd type="none" w="sm" len="sm"/>
              <a:tailEnd type="none" w="sm" len="sm"/>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718863" name="Rectangle 15"/>
            <p:cNvSpPr>
              <a:spLocks noChangeArrowheads="1"/>
            </p:cNvSpPr>
            <p:nvPr/>
          </p:nvSpPr>
          <p:spPr bwMode="auto">
            <a:xfrm>
              <a:off x="4830" y="1208"/>
              <a:ext cx="318" cy="272"/>
            </a:xfrm>
            <a:prstGeom prst="rect">
              <a:avLst/>
            </a:prstGeom>
            <a:solidFill>
              <a:schemeClr val="accent1"/>
            </a:solidFill>
            <a:ln w="12700">
              <a:solidFill>
                <a:srgbClr val="800000"/>
              </a:solidFill>
              <a:miter lim="800000"/>
              <a:headEnd type="none" w="sm" len="sm"/>
              <a:tailEnd type="none" w="sm" len="sm"/>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718864" name="Rectangle 16"/>
            <p:cNvSpPr>
              <a:spLocks noChangeArrowheads="1"/>
            </p:cNvSpPr>
            <p:nvPr/>
          </p:nvSpPr>
          <p:spPr bwMode="auto">
            <a:xfrm>
              <a:off x="5147" y="1208"/>
              <a:ext cx="318" cy="272"/>
            </a:xfrm>
            <a:prstGeom prst="rect">
              <a:avLst/>
            </a:prstGeom>
            <a:solidFill>
              <a:schemeClr val="accent1"/>
            </a:solidFill>
            <a:ln w="12700">
              <a:solidFill>
                <a:srgbClr val="800000"/>
              </a:solidFill>
              <a:miter lim="800000"/>
              <a:headEnd type="none" w="sm" len="sm"/>
              <a:tailEnd type="none" w="sm" len="sm"/>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718865" name="Line 17"/>
            <p:cNvSpPr>
              <a:spLocks noChangeShapeType="1"/>
            </p:cNvSpPr>
            <p:nvPr/>
          </p:nvSpPr>
          <p:spPr bwMode="auto">
            <a:xfrm>
              <a:off x="3537" y="1389"/>
              <a:ext cx="340" cy="0"/>
            </a:xfrm>
            <a:prstGeom prst="line">
              <a:avLst/>
            </a:prstGeom>
            <a:noFill/>
            <a:ln w="38100">
              <a:solidFill>
                <a:srgbClr val="800000"/>
              </a:solidFill>
              <a:round/>
              <a:headEnd type="none" w="sm" len="sm"/>
              <a:tailEnd type="triangle" w="med" len="lg"/>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000000">
                      <a:alpha val="43137"/>
                    </a:srgbClr>
                  </a:outerShdw>
                </a:effectLst>
                <a:uLnTx/>
                <a:uFillTx/>
                <a:latin typeface="Arial" panose="020B0604020202090204" pitchFamily="34" charset="0"/>
                <a:ea typeface="宋体" pitchFamily="2" charset="-122"/>
                <a:cs typeface="+mn-cs"/>
              </a:endParaRPr>
            </a:p>
          </p:txBody>
        </p:sp>
        <p:sp>
          <p:nvSpPr>
            <p:cNvPr id="718866" name="Text Box 18"/>
            <p:cNvSpPr txBox="1">
              <a:spLocks noChangeArrowheads="1"/>
            </p:cNvSpPr>
            <p:nvPr/>
          </p:nvSpPr>
          <p:spPr bwMode="auto">
            <a:xfrm>
              <a:off x="3070" y="1119"/>
              <a:ext cx="932" cy="252"/>
            </a:xfrm>
            <a:prstGeom prst="rect">
              <a:avLst/>
            </a:prstGeom>
            <a:noFill/>
            <a:ln w="12700">
              <a:noFill/>
              <a:miter lim="800000"/>
              <a:headEnd type="none" w="sm" len="sm"/>
              <a:tailEnd type="none" w="sm" len="sm"/>
            </a:ln>
            <a:effectLst/>
          </p:spPr>
          <p:txBody>
            <a:bodyPr>
              <a:spAutoFit/>
            </a:bodyPr>
            <a:lstStyle/>
            <a:p>
              <a:pPr marR="0" defTabSz="914400" eaLnBrk="1" hangingPunct="1">
                <a:spcBef>
                  <a:spcPct val="50000"/>
                </a:spcBef>
                <a:buClrTx/>
                <a:buSzTx/>
                <a:buFontTx/>
                <a:buNone/>
                <a:defRPr/>
              </a:pPr>
              <a:r>
                <a:rPr kumimoji="0" lang="en-US" altLang="zh-CN" b="1" kern="1200" cap="none" spc="0" normalizeH="0" baseline="0" noProof="0">
                  <a:effectLst>
                    <a:outerShdw blurRad="38100" dist="38100" dir="2700000" algn="tl">
                      <a:srgbClr val="C0C0C0"/>
                    </a:outerShdw>
                  </a:effectLst>
                  <a:latin typeface="Courier New" panose="02070409020205090404" pitchFamily="49" charset="0"/>
                  <a:ea typeface="宋体" pitchFamily="2" charset="-122"/>
                  <a:cs typeface="+mn-cs"/>
                </a:rPr>
                <a:t>     p</a:t>
              </a:r>
              <a:endParaRPr kumimoji="0" lang="en-US" altLang="zh-CN" b="1" kern="1200" cap="none" spc="0" normalizeH="0" baseline="0" noProof="0">
                <a:effectLst>
                  <a:outerShdw blurRad="38100" dist="38100" dir="2700000" algn="tl">
                    <a:srgbClr val="C0C0C0"/>
                  </a:outerShdw>
                </a:effectLst>
                <a:latin typeface="Courier New" panose="02070409020205090404" pitchFamily="49" charset="0"/>
                <a:ea typeface="宋体" pitchFamily="2" charset="-122"/>
                <a:cs typeface="+mn-cs"/>
              </a:endParaRPr>
            </a:p>
          </p:txBody>
        </p:sp>
        <p:sp>
          <p:nvSpPr>
            <p:cNvPr id="718867" name="AutoShape 19"/>
            <p:cNvSpPr/>
            <p:nvPr/>
          </p:nvSpPr>
          <p:spPr bwMode="auto">
            <a:xfrm rot="-5400000">
              <a:off x="4750" y="326"/>
              <a:ext cx="107" cy="1597"/>
            </a:xfrm>
            <a:prstGeom prst="rightBrace">
              <a:avLst>
                <a:gd name="adj1" fmla="val 124377"/>
                <a:gd name="adj2" fmla="val 50000"/>
              </a:avLst>
            </a:prstGeom>
            <a:noFill/>
            <a:ln w="12700">
              <a:solidFill>
                <a:schemeClr val="tx1"/>
              </a:solidFill>
              <a:round/>
              <a:headEnd type="none" w="sm" len="sm"/>
              <a:tailEnd type="none" w="sm" len="sm"/>
            </a:ln>
          </p:spPr>
          <p:txBody>
            <a:bodyPr vert="eaVert"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718868" name="Text Box 20"/>
            <p:cNvSpPr txBox="1">
              <a:spLocks noChangeArrowheads="1"/>
            </p:cNvSpPr>
            <p:nvPr/>
          </p:nvSpPr>
          <p:spPr bwMode="auto">
            <a:xfrm>
              <a:off x="4512" y="786"/>
              <a:ext cx="681" cy="252"/>
            </a:xfrm>
            <a:prstGeom prst="rect">
              <a:avLst/>
            </a:prstGeom>
            <a:noFill/>
            <a:ln w="12700">
              <a:noFill/>
              <a:miter lim="800000"/>
              <a:headEnd type="none" w="sm" len="sm"/>
              <a:tailEnd type="none" w="sm" len="sm"/>
            </a:ln>
            <a:effectLst/>
          </p:spPr>
          <p:txBody>
            <a:bodyPr>
              <a:spAutoFit/>
            </a:bodyPr>
            <a:lstStyle/>
            <a:p>
              <a:pPr marR="0" defTabSz="914400" eaLnBrk="1" hangingPunct="1">
                <a:spcBef>
                  <a:spcPct val="50000"/>
                </a:spcBef>
                <a:buClrTx/>
                <a:buSzTx/>
                <a:buFontTx/>
                <a:buNone/>
                <a:defRPr/>
              </a:pPr>
              <a:r>
                <a:rPr kumimoji="0" lang="en-US" altLang="zh-CN" b="1" kern="1200" cap="none" spc="0" normalizeH="0" baseline="0" noProof="0">
                  <a:effectLst>
                    <a:outerShdw blurRad="38100" dist="38100" dir="2700000" algn="tl">
                      <a:srgbClr val="C0C0C0"/>
                    </a:outerShdw>
                  </a:effectLst>
                  <a:latin typeface="Courier New" panose="02070409020205090404" pitchFamily="49" charset="0"/>
                  <a:ea typeface="宋体" pitchFamily="2" charset="-122"/>
                  <a:cs typeface="+mn-cs"/>
                </a:rPr>
                <a:t>m*n</a:t>
              </a:r>
              <a:endParaRPr kumimoji="0" lang="en-US" altLang="zh-CN" b="1" kern="1200" cap="none" spc="0" normalizeH="0" baseline="0" noProof="0">
                <a:effectLst>
                  <a:outerShdw blurRad="38100" dist="38100" dir="2700000" algn="tl">
                    <a:srgbClr val="C0C0C0"/>
                  </a:outerShdw>
                </a:effectLst>
                <a:latin typeface="Courier New" panose="02070409020205090404" pitchFamily="49" charset="0"/>
                <a:ea typeface="宋体" pitchFamily="2" charset="-122"/>
                <a:cs typeface="+mn-cs"/>
              </a:endParaRPr>
            </a:p>
          </p:txBody>
        </p:sp>
        <p:sp>
          <p:nvSpPr>
            <p:cNvPr id="718869" name="Rectangle 21"/>
            <p:cNvSpPr>
              <a:spLocks noChangeArrowheads="1"/>
            </p:cNvSpPr>
            <p:nvPr/>
          </p:nvSpPr>
          <p:spPr bwMode="auto">
            <a:xfrm>
              <a:off x="5465" y="1207"/>
              <a:ext cx="318" cy="272"/>
            </a:xfrm>
            <a:prstGeom prst="rect">
              <a:avLst/>
            </a:prstGeom>
            <a:solidFill>
              <a:schemeClr val="accent1"/>
            </a:solidFill>
            <a:ln w="12700">
              <a:solidFill>
                <a:srgbClr val="800000"/>
              </a:solidFill>
              <a:miter lim="800000"/>
              <a:headEnd type="none" w="sm" len="sm"/>
              <a:tailEnd type="none" w="sm" len="sm"/>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grpSp>
      <p:sp>
        <p:nvSpPr>
          <p:cNvPr id="132105" name="Rectangle 2"/>
          <p:cNvSpPr>
            <a:spLocks noGrp="1"/>
          </p:cNvSpPr>
          <p:nvPr>
            <p:ph type="title"/>
          </p:nvPr>
        </p:nvSpPr>
        <p:spPr>
          <a:xfrm>
            <a:off x="3368675" y="41275"/>
            <a:ext cx="7250113" cy="1368425"/>
          </a:xfrm>
        </p:spPr>
        <p:txBody>
          <a:bodyPr vert="horz" wrap="square" lIns="91440" tIns="45720" rIns="91440" bIns="45720" anchor="ctr" anchorCtr="0"/>
          <a:lstStyle/>
          <a:p>
            <a:pPr algn="r"/>
            <a:br>
              <a:rPr lang="en-US" altLang="zh-CN" sz="4000" kern="1200" dirty="0">
                <a:latin typeface="Arial" panose="020B0604020202090204" pitchFamily="34" charset="0"/>
                <a:ea typeface="宋体" pitchFamily="2" charset="-122"/>
                <a:cs typeface="Arial" panose="020B0604020202090204" pitchFamily="34" charset="0"/>
              </a:rPr>
            </a:br>
            <a:r>
              <a:rPr lang="zh-CN" altLang="en-US" sz="4000" kern="1200" dirty="0">
                <a:latin typeface="Arial" panose="020B0604020202090204" pitchFamily="34" charset="0"/>
                <a:ea typeface="黑体" panose="02010609060101010101" pitchFamily="49" charset="-122"/>
                <a:cs typeface="Arial" panose="020B0604020202090204" pitchFamily="34" charset="0"/>
              </a:rPr>
              <a:t>二维动态数组</a:t>
            </a:r>
            <a:endParaRPr lang="zh-CN" altLang="en-US" sz="4000" kern="1200" dirty="0">
              <a:latin typeface="Arial" panose="020B0604020202090204" pitchFamily="34" charset="0"/>
              <a:ea typeface="黑体" panose="02010609060101010101" pitchFamily="49" charset="-122"/>
              <a:cs typeface="Arial" panose="020B060402020209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718855"/>
                                        </p:tgtEl>
                                        <p:attrNameLst>
                                          <p:attrName>style.visibility</p:attrName>
                                        </p:attrNameLst>
                                      </p:cBhvr>
                                      <p:to>
                                        <p:strVal val="visible"/>
                                      </p:to>
                                    </p:set>
                                    <p:anim calcmode="lin" valueType="num">
                                      <p:cBhvr>
                                        <p:cTn id="7" dur="500" fill="hold"/>
                                        <p:tgtEl>
                                          <p:spTgt spid="718855"/>
                                        </p:tgtEl>
                                        <p:attrNameLst>
                                          <p:attrName>ppt_w</p:attrName>
                                        </p:attrNameLst>
                                      </p:cBhvr>
                                      <p:tavLst>
                                        <p:tav tm="0">
                                          <p:val>
                                            <p:fltVal val="0"/>
                                          </p:val>
                                        </p:tav>
                                        <p:tav tm="100000">
                                          <p:val>
                                            <p:strVal val="#ppt_w"/>
                                          </p:val>
                                        </p:tav>
                                      </p:tavLst>
                                    </p:anim>
                                    <p:anim calcmode="lin" valueType="num">
                                      <p:cBhvr>
                                        <p:cTn id="8" dur="500" fill="hold"/>
                                        <p:tgtEl>
                                          <p:spTgt spid="718855"/>
                                        </p:tgtEl>
                                        <p:attrNameLst>
                                          <p:attrName>ppt_h</p:attrName>
                                        </p:attrNameLst>
                                      </p:cBhvr>
                                      <p:tavLst>
                                        <p:tav tm="0">
                                          <p:val>
                                            <p:fltVal val="0"/>
                                          </p:val>
                                        </p:tav>
                                        <p:tav tm="100000">
                                          <p:val>
                                            <p:strVal val="#ppt_h"/>
                                          </p:val>
                                        </p:tav>
                                      </p:tavLst>
                                    </p:anim>
                                    <p:animEffect transition="in" filter="fade">
                                      <p:cBhvr>
                                        <p:cTn id="9" dur="500"/>
                                        <p:tgtEl>
                                          <p:spTgt spid="718855"/>
                                        </p:tgtEl>
                                      </p:cBhvr>
                                    </p:animEffect>
                                  </p:childTnLst>
                                </p:cTn>
                              </p:par>
                              <p:par>
                                <p:cTn id="10" presetID="53" presetClass="entr" presetSubtype="16" fill="hold" nodeType="with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p:cTn id="12" dur="500" fill="hold"/>
                                        <p:tgtEl>
                                          <p:spTgt spid="2"/>
                                        </p:tgtEl>
                                        <p:attrNameLst>
                                          <p:attrName>ppt_w</p:attrName>
                                        </p:attrNameLst>
                                      </p:cBhvr>
                                      <p:tavLst>
                                        <p:tav tm="0">
                                          <p:val>
                                            <p:fltVal val="0"/>
                                          </p:val>
                                        </p:tav>
                                        <p:tav tm="100000">
                                          <p:val>
                                            <p:strVal val="#ppt_w"/>
                                          </p:val>
                                        </p:tav>
                                      </p:tavLst>
                                    </p:anim>
                                    <p:anim calcmode="lin" valueType="num">
                                      <p:cBhvr>
                                        <p:cTn id="13" dur="500" fill="hold"/>
                                        <p:tgtEl>
                                          <p:spTgt spid="2"/>
                                        </p:tgtEl>
                                        <p:attrNameLst>
                                          <p:attrName>ppt_h</p:attrName>
                                        </p:attrNameLst>
                                      </p:cBhvr>
                                      <p:tavLst>
                                        <p:tav tm="0">
                                          <p:val>
                                            <p:fltVal val="0"/>
                                          </p:val>
                                        </p:tav>
                                        <p:tav tm="100000">
                                          <p:val>
                                            <p:strVal val="#ppt_h"/>
                                          </p:val>
                                        </p:tav>
                                      </p:tavLst>
                                    </p:anim>
                                    <p:animEffect transition="in" filter="fade">
                                      <p:cBhvr>
                                        <p:cTn id="14" dur="500"/>
                                        <p:tgtEl>
                                          <p:spTgt spid="2"/>
                                        </p:tgtEl>
                                      </p:cBhvr>
                                    </p:animEffec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1" nodeType="clickEffect">
                                  <p:stCondLst>
                                    <p:cond delay="0"/>
                                  </p:stCondLst>
                                  <p:childTnLst>
                                    <p:set>
                                      <p:cBhvr>
                                        <p:cTn id="18" dur="1" fill="hold">
                                          <p:stCondLst>
                                            <p:cond delay="0"/>
                                          </p:stCondLst>
                                        </p:cTn>
                                        <p:tgtEl>
                                          <p:spTgt spid="718855"/>
                                        </p:tgtEl>
                                        <p:attrNameLst>
                                          <p:attrName>style.visibility</p:attrName>
                                        </p:attrNameLst>
                                      </p:cBhvr>
                                      <p:to>
                                        <p:strVal val="hidden"/>
                                      </p:to>
                                    </p:set>
                                  </p:childTnLst>
                                </p:cTn>
                              </p:par>
                              <p:par>
                                <p:cTn id="19" presetID="53" presetClass="entr" presetSubtype="16" fill="hold" grpId="0" nodeType="withEffect">
                                  <p:stCondLst>
                                    <p:cond delay="0"/>
                                  </p:stCondLst>
                                  <p:childTnLst>
                                    <p:set>
                                      <p:cBhvr>
                                        <p:cTn id="20" dur="1" fill="hold">
                                          <p:stCondLst>
                                            <p:cond delay="0"/>
                                          </p:stCondLst>
                                        </p:cTn>
                                        <p:tgtEl>
                                          <p:spTgt spid="718853"/>
                                        </p:tgtEl>
                                        <p:attrNameLst>
                                          <p:attrName>style.visibility</p:attrName>
                                        </p:attrNameLst>
                                      </p:cBhvr>
                                      <p:to>
                                        <p:strVal val="visible"/>
                                      </p:to>
                                    </p:set>
                                    <p:anim calcmode="lin" valueType="num">
                                      <p:cBhvr>
                                        <p:cTn id="21" dur="500" fill="hold"/>
                                        <p:tgtEl>
                                          <p:spTgt spid="718853"/>
                                        </p:tgtEl>
                                        <p:attrNameLst>
                                          <p:attrName>ppt_w</p:attrName>
                                        </p:attrNameLst>
                                      </p:cBhvr>
                                      <p:tavLst>
                                        <p:tav tm="0">
                                          <p:val>
                                            <p:fltVal val="0"/>
                                          </p:val>
                                        </p:tav>
                                        <p:tav tm="100000">
                                          <p:val>
                                            <p:strVal val="#ppt_w"/>
                                          </p:val>
                                        </p:tav>
                                      </p:tavLst>
                                    </p:anim>
                                    <p:anim calcmode="lin" valueType="num">
                                      <p:cBhvr>
                                        <p:cTn id="22" dur="500" fill="hold"/>
                                        <p:tgtEl>
                                          <p:spTgt spid="718853"/>
                                        </p:tgtEl>
                                        <p:attrNameLst>
                                          <p:attrName>ppt_h</p:attrName>
                                        </p:attrNameLst>
                                      </p:cBhvr>
                                      <p:tavLst>
                                        <p:tav tm="0">
                                          <p:val>
                                            <p:fltVal val="0"/>
                                          </p:val>
                                        </p:tav>
                                        <p:tav tm="100000">
                                          <p:val>
                                            <p:strVal val="#ppt_h"/>
                                          </p:val>
                                        </p:tav>
                                      </p:tavLst>
                                    </p:anim>
                                    <p:animEffect transition="in" filter="fade">
                                      <p:cBhvr>
                                        <p:cTn id="23" dur="500"/>
                                        <p:tgtEl>
                                          <p:spTgt spid="718853"/>
                                        </p:tgtEl>
                                      </p:cBhvr>
                                    </p:animEffect>
                                  </p:childTnLst>
                                </p:cTn>
                              </p:par>
                              <p:par>
                                <p:cTn id="24" presetID="53" presetClass="entr" presetSubtype="16" fill="hold" grpId="0" nodeType="withEffect">
                                  <p:stCondLst>
                                    <p:cond delay="0"/>
                                  </p:stCondLst>
                                  <p:childTnLst>
                                    <p:set>
                                      <p:cBhvr>
                                        <p:cTn id="25" dur="1" fill="hold">
                                          <p:stCondLst>
                                            <p:cond delay="0"/>
                                          </p:stCondLst>
                                        </p:cTn>
                                        <p:tgtEl>
                                          <p:spTgt spid="718854"/>
                                        </p:tgtEl>
                                        <p:attrNameLst>
                                          <p:attrName>style.visibility</p:attrName>
                                        </p:attrNameLst>
                                      </p:cBhvr>
                                      <p:to>
                                        <p:strVal val="visible"/>
                                      </p:to>
                                    </p:set>
                                    <p:anim calcmode="lin" valueType="num">
                                      <p:cBhvr>
                                        <p:cTn id="26" dur="500" fill="hold"/>
                                        <p:tgtEl>
                                          <p:spTgt spid="718854"/>
                                        </p:tgtEl>
                                        <p:attrNameLst>
                                          <p:attrName>ppt_w</p:attrName>
                                        </p:attrNameLst>
                                      </p:cBhvr>
                                      <p:tavLst>
                                        <p:tav tm="0">
                                          <p:val>
                                            <p:fltVal val="0"/>
                                          </p:val>
                                        </p:tav>
                                        <p:tav tm="100000">
                                          <p:val>
                                            <p:strVal val="#ppt_w"/>
                                          </p:val>
                                        </p:tav>
                                      </p:tavLst>
                                    </p:anim>
                                    <p:anim calcmode="lin" valueType="num">
                                      <p:cBhvr>
                                        <p:cTn id="27" dur="500" fill="hold"/>
                                        <p:tgtEl>
                                          <p:spTgt spid="718854"/>
                                        </p:tgtEl>
                                        <p:attrNameLst>
                                          <p:attrName>ppt_h</p:attrName>
                                        </p:attrNameLst>
                                      </p:cBhvr>
                                      <p:tavLst>
                                        <p:tav tm="0">
                                          <p:val>
                                            <p:fltVal val="0"/>
                                          </p:val>
                                        </p:tav>
                                        <p:tav tm="100000">
                                          <p:val>
                                            <p:strVal val="#ppt_h"/>
                                          </p:val>
                                        </p:tav>
                                      </p:tavLst>
                                    </p:anim>
                                    <p:animEffect transition="in" filter="fade">
                                      <p:cBhvr>
                                        <p:cTn id="28" dur="500"/>
                                        <p:tgtEl>
                                          <p:spTgt spid="718854"/>
                                        </p:tgtEl>
                                      </p:cBhvr>
                                    </p:animEffect>
                                  </p:childTnLst>
                                </p:cTn>
                              </p:par>
                            </p:childTnLst>
                          </p:cTn>
                        </p:par>
                      </p:childTnLst>
                    </p:cTn>
                  </p:par>
                  <p:par>
                    <p:cTn id="29" fill="hold">
                      <p:stCondLst>
                        <p:cond delay="indefinite"/>
                      </p:stCondLst>
                      <p:childTnLst>
                        <p:par>
                          <p:cTn id="30" fill="hold">
                            <p:stCondLst>
                              <p:cond delay="0"/>
                            </p:stCondLst>
                            <p:childTnLst>
                              <p:par>
                                <p:cTn id="31" presetID="1" presetClass="exit" presetSubtype="0" fill="hold" grpId="1" nodeType="clickEffect">
                                  <p:stCondLst>
                                    <p:cond delay="0"/>
                                  </p:stCondLst>
                                  <p:childTnLst>
                                    <p:set>
                                      <p:cBhvr>
                                        <p:cTn id="32" dur="1" fill="hold">
                                          <p:stCondLst>
                                            <p:cond delay="0"/>
                                          </p:stCondLst>
                                        </p:cTn>
                                        <p:tgtEl>
                                          <p:spTgt spid="718853"/>
                                        </p:tgtEl>
                                        <p:attrNameLst>
                                          <p:attrName>style.visibility</p:attrName>
                                        </p:attrNameLst>
                                      </p:cBhvr>
                                      <p:to>
                                        <p:strVal val="hidden"/>
                                      </p:to>
                                    </p:set>
                                  </p:childTnLst>
                                </p:cTn>
                              </p:par>
                              <p:par>
                                <p:cTn id="33" presetID="53" presetClass="entr" presetSubtype="16" fill="hold" grpId="0" nodeType="withEffect">
                                  <p:stCondLst>
                                    <p:cond delay="0"/>
                                  </p:stCondLst>
                                  <p:childTnLst>
                                    <p:set>
                                      <p:cBhvr>
                                        <p:cTn id="34" dur="1" fill="hold">
                                          <p:stCondLst>
                                            <p:cond delay="0"/>
                                          </p:stCondLst>
                                        </p:cTn>
                                        <p:tgtEl>
                                          <p:spTgt spid="718857"/>
                                        </p:tgtEl>
                                        <p:attrNameLst>
                                          <p:attrName>style.visibility</p:attrName>
                                        </p:attrNameLst>
                                      </p:cBhvr>
                                      <p:to>
                                        <p:strVal val="visible"/>
                                      </p:to>
                                    </p:set>
                                    <p:anim calcmode="lin" valueType="num">
                                      <p:cBhvr>
                                        <p:cTn id="35" dur="500" fill="hold"/>
                                        <p:tgtEl>
                                          <p:spTgt spid="718857"/>
                                        </p:tgtEl>
                                        <p:attrNameLst>
                                          <p:attrName>ppt_w</p:attrName>
                                        </p:attrNameLst>
                                      </p:cBhvr>
                                      <p:tavLst>
                                        <p:tav tm="0">
                                          <p:val>
                                            <p:fltVal val="0"/>
                                          </p:val>
                                        </p:tav>
                                        <p:tav tm="100000">
                                          <p:val>
                                            <p:strVal val="#ppt_w"/>
                                          </p:val>
                                        </p:tav>
                                      </p:tavLst>
                                    </p:anim>
                                    <p:anim calcmode="lin" valueType="num">
                                      <p:cBhvr>
                                        <p:cTn id="36" dur="500" fill="hold"/>
                                        <p:tgtEl>
                                          <p:spTgt spid="718857"/>
                                        </p:tgtEl>
                                        <p:attrNameLst>
                                          <p:attrName>ppt_h</p:attrName>
                                        </p:attrNameLst>
                                      </p:cBhvr>
                                      <p:tavLst>
                                        <p:tav tm="0">
                                          <p:val>
                                            <p:fltVal val="0"/>
                                          </p:val>
                                        </p:tav>
                                        <p:tav tm="100000">
                                          <p:val>
                                            <p:strVal val="#ppt_h"/>
                                          </p:val>
                                        </p:tav>
                                      </p:tavLst>
                                    </p:anim>
                                    <p:animEffect transition="in" filter="fade">
                                      <p:cBhvr>
                                        <p:cTn id="37" dur="500"/>
                                        <p:tgtEl>
                                          <p:spTgt spid="718857"/>
                                        </p:tgtEl>
                                      </p:cBhvr>
                                    </p:animEffect>
                                  </p:childTnLst>
                                </p:cTn>
                              </p:par>
                              <p:par>
                                <p:cTn id="38" presetID="53" presetClass="entr" presetSubtype="16" fill="hold" grpId="0" nodeType="withEffect">
                                  <p:stCondLst>
                                    <p:cond delay="0"/>
                                  </p:stCondLst>
                                  <p:childTnLst>
                                    <p:set>
                                      <p:cBhvr>
                                        <p:cTn id="39" dur="1" fill="hold">
                                          <p:stCondLst>
                                            <p:cond delay="0"/>
                                          </p:stCondLst>
                                        </p:cTn>
                                        <p:tgtEl>
                                          <p:spTgt spid="718858"/>
                                        </p:tgtEl>
                                        <p:attrNameLst>
                                          <p:attrName>style.visibility</p:attrName>
                                        </p:attrNameLst>
                                      </p:cBhvr>
                                      <p:to>
                                        <p:strVal val="visible"/>
                                      </p:to>
                                    </p:set>
                                    <p:anim calcmode="lin" valueType="num">
                                      <p:cBhvr>
                                        <p:cTn id="40" dur="500" fill="hold"/>
                                        <p:tgtEl>
                                          <p:spTgt spid="718858"/>
                                        </p:tgtEl>
                                        <p:attrNameLst>
                                          <p:attrName>ppt_w</p:attrName>
                                        </p:attrNameLst>
                                      </p:cBhvr>
                                      <p:tavLst>
                                        <p:tav tm="0">
                                          <p:val>
                                            <p:fltVal val="0"/>
                                          </p:val>
                                        </p:tav>
                                        <p:tav tm="100000">
                                          <p:val>
                                            <p:strVal val="#ppt_w"/>
                                          </p:val>
                                        </p:tav>
                                      </p:tavLst>
                                    </p:anim>
                                    <p:anim calcmode="lin" valueType="num">
                                      <p:cBhvr>
                                        <p:cTn id="41" dur="500" fill="hold"/>
                                        <p:tgtEl>
                                          <p:spTgt spid="718858"/>
                                        </p:tgtEl>
                                        <p:attrNameLst>
                                          <p:attrName>ppt_h</p:attrName>
                                        </p:attrNameLst>
                                      </p:cBhvr>
                                      <p:tavLst>
                                        <p:tav tm="0">
                                          <p:val>
                                            <p:fltVal val="0"/>
                                          </p:val>
                                        </p:tav>
                                        <p:tav tm="100000">
                                          <p:val>
                                            <p:strVal val="#ppt_h"/>
                                          </p:val>
                                        </p:tav>
                                      </p:tavLst>
                                    </p:anim>
                                    <p:animEffect transition="in" filter="fade">
                                      <p:cBhvr>
                                        <p:cTn id="42" dur="500"/>
                                        <p:tgtEl>
                                          <p:spTgt spid="7188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8853" grpId="0" animBg="1"/>
      <p:bldP spid="718853" grpId="1" animBg="1"/>
      <p:bldP spid="718854" grpId="0" animBg="1"/>
      <p:bldP spid="718855" grpId="0" animBg="1"/>
      <p:bldP spid="718855" grpId="1" animBg="1"/>
      <p:bldP spid="718857" grpId="0" animBg="1"/>
      <p:bldP spid="718858" grpId="0" animBg="1"/>
    </p:bldLst>
  </p:timing>
</p:sld>
</file>

<file path=ppt/slides/slide9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4055" name="Picture 23"/>
          <p:cNvPicPr>
            <a:picLocks noChangeAspect="1" noChangeArrowheads="1"/>
          </p:cNvPicPr>
          <p:nvPr/>
        </p:nvPicPr>
        <p:blipFill>
          <a:blip r:embed="rId1"/>
          <a:srcRect/>
          <a:stretch>
            <a:fillRect/>
          </a:stretch>
        </p:blipFill>
        <p:spPr bwMode="auto">
          <a:xfrm>
            <a:off x="1612900" y="3497263"/>
            <a:ext cx="4967288" cy="3276600"/>
          </a:xfrm>
          <a:prstGeom prst="rect">
            <a:avLst/>
          </a:prstGeom>
          <a:noFill/>
          <a:ln w="50800" cap="flat" cmpd="thickThin">
            <a:solidFill>
              <a:schemeClr val="accent2">
                <a:lumMod val="50000"/>
              </a:schemeClr>
            </a:solidFill>
            <a:prstDash val="solid"/>
            <a:miter lim="800000"/>
            <a:headEnd type="none" w="sm" len="sm"/>
            <a:tailEnd type="none" w="sm" len="sm"/>
          </a:ln>
          <a:effectLst/>
        </p:spPr>
      </p:pic>
      <p:pic>
        <p:nvPicPr>
          <p:cNvPr id="44053" name="Picture 21"/>
          <p:cNvPicPr>
            <a:picLocks noChangeAspect="1" noChangeArrowheads="1"/>
          </p:cNvPicPr>
          <p:nvPr/>
        </p:nvPicPr>
        <p:blipFill>
          <a:blip r:embed="rId2"/>
          <a:srcRect/>
          <a:stretch>
            <a:fillRect/>
          </a:stretch>
        </p:blipFill>
        <p:spPr bwMode="auto">
          <a:xfrm>
            <a:off x="1595438" y="296863"/>
            <a:ext cx="5857875" cy="3060700"/>
          </a:xfrm>
          <a:prstGeom prst="rect">
            <a:avLst/>
          </a:prstGeom>
          <a:noFill/>
          <a:ln w="50800" cap="flat" cmpd="thickThin">
            <a:solidFill>
              <a:schemeClr val="accent2">
                <a:lumMod val="50000"/>
              </a:schemeClr>
            </a:solidFill>
            <a:prstDash val="solid"/>
            <a:miter lim="800000"/>
            <a:headEnd type="none" w="sm" len="sm"/>
            <a:tailEnd type="none" w="sm" len="sm"/>
          </a:ln>
          <a:effectLst/>
        </p:spPr>
      </p:pic>
      <p:sp>
        <p:nvSpPr>
          <p:cNvPr id="718852" name="Rectangle 4"/>
          <p:cNvSpPr/>
          <p:nvPr/>
        </p:nvSpPr>
        <p:spPr>
          <a:xfrm>
            <a:off x="7680325" y="2084388"/>
            <a:ext cx="2736850" cy="984250"/>
          </a:xfrm>
          <a:prstGeom prst="rect">
            <a:avLst/>
          </a:prstGeom>
          <a:solidFill>
            <a:srgbClr val="FFFF99"/>
          </a:solidFill>
          <a:ln w="38100" cap="flat" cmpd="sng">
            <a:solidFill>
              <a:srgbClr val="800000"/>
            </a:solidFill>
            <a:prstDash val="solid"/>
            <a:miter/>
            <a:headEnd type="none" w="sm" len="sm"/>
            <a:tailEnd type="none" w="sm" len="sm"/>
          </a:ln>
        </p:spPr>
        <p:txBody>
          <a:bodyPr>
            <a:spAutoFit/>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algn="ctr" eaLnBrk="1" hangingPunct="1">
              <a:lnSpc>
                <a:spcPct val="100000"/>
              </a:lnSpc>
              <a:spcBef>
                <a:spcPct val="0"/>
              </a:spcBef>
              <a:buClrTx/>
              <a:buSzTx/>
              <a:buFontTx/>
              <a:buNone/>
            </a:pPr>
            <a:r>
              <a:rPr lang="zh-CN" altLang="fr-FR" sz="2800" b="1" dirty="0">
                <a:solidFill>
                  <a:srgbClr val="000066"/>
                </a:solidFill>
                <a:latin typeface="Times New Roman" panose="02020503050405090304" pitchFamily="18" charset="0"/>
                <a:ea typeface="楷体_GB2312" pitchFamily="49" charset="-122"/>
              </a:rPr>
              <a:t>仍当</a:t>
            </a:r>
            <a:r>
              <a:rPr lang="zh-CN" altLang="en-US" sz="2800" b="1" dirty="0">
                <a:solidFill>
                  <a:srgbClr val="000066"/>
                </a:solidFill>
                <a:latin typeface="Times New Roman" panose="02020503050405090304" pitchFamily="18" charset="0"/>
                <a:ea typeface="楷体_GB2312" pitchFamily="49" charset="-122"/>
              </a:rPr>
              <a:t>做</a:t>
            </a:r>
            <a:r>
              <a:rPr lang="zh-CN" altLang="fr-FR" sz="2800" b="1" dirty="0">
                <a:solidFill>
                  <a:srgbClr val="000066"/>
                </a:solidFill>
                <a:latin typeface="Times New Roman" panose="02020503050405090304" pitchFamily="18" charset="0"/>
                <a:ea typeface="楷体_GB2312" pitchFamily="49" charset="-122"/>
              </a:rPr>
              <a:t>一维数组来使用</a:t>
            </a:r>
            <a:endParaRPr lang="zh-CN" altLang="en-US" sz="2800" b="1" dirty="0">
              <a:solidFill>
                <a:srgbClr val="000066"/>
              </a:solidFill>
              <a:latin typeface="Times New Roman" panose="02020503050405090304" pitchFamily="18" charset="0"/>
              <a:ea typeface="楷体_GB2312" pitchFamily="49" charset="-122"/>
            </a:endParaRPr>
          </a:p>
        </p:txBody>
      </p:sp>
      <p:sp>
        <p:nvSpPr>
          <p:cNvPr id="718856" name="Rectangle 8"/>
          <p:cNvSpPr>
            <a:spLocks noChangeArrowheads="1"/>
          </p:cNvSpPr>
          <p:nvPr/>
        </p:nvSpPr>
        <p:spPr bwMode="auto">
          <a:xfrm>
            <a:off x="4259263" y="2411413"/>
            <a:ext cx="863600" cy="288925"/>
          </a:xfrm>
          <a:prstGeom prst="rect">
            <a:avLst/>
          </a:prstGeom>
          <a:noFill/>
          <a:ln w="38100">
            <a:solidFill>
              <a:srgbClr val="009900"/>
            </a:solidFill>
            <a:miter lim="800000"/>
            <a:headEnd type="none" w="sm" len="sm"/>
            <a:tailEnd type="none" w="sm" len="sm"/>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grpSp>
        <p:nvGrpSpPr>
          <p:cNvPr id="133126" name="Group 11"/>
          <p:cNvGrpSpPr/>
          <p:nvPr/>
        </p:nvGrpSpPr>
        <p:grpSpPr>
          <a:xfrm>
            <a:off x="6096000" y="3119438"/>
            <a:ext cx="4306888" cy="1101725"/>
            <a:chOff x="3070" y="786"/>
            <a:chExt cx="2713" cy="694"/>
          </a:xfrm>
        </p:grpSpPr>
        <p:sp>
          <p:nvSpPr>
            <p:cNvPr id="718860" name="Rectangle 12"/>
            <p:cNvSpPr>
              <a:spLocks noChangeArrowheads="1"/>
            </p:cNvSpPr>
            <p:nvPr/>
          </p:nvSpPr>
          <p:spPr bwMode="auto">
            <a:xfrm>
              <a:off x="3877" y="1208"/>
              <a:ext cx="318" cy="272"/>
            </a:xfrm>
            <a:prstGeom prst="rect">
              <a:avLst/>
            </a:prstGeom>
            <a:solidFill>
              <a:schemeClr val="accent1"/>
            </a:solidFill>
            <a:ln w="12700">
              <a:solidFill>
                <a:srgbClr val="800000"/>
              </a:solidFill>
              <a:miter lim="800000"/>
              <a:headEnd type="none" w="sm" len="sm"/>
              <a:tailEnd type="none" w="sm" len="sm"/>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718861" name="Rectangle 13"/>
            <p:cNvSpPr>
              <a:spLocks noChangeArrowheads="1"/>
            </p:cNvSpPr>
            <p:nvPr/>
          </p:nvSpPr>
          <p:spPr bwMode="auto">
            <a:xfrm>
              <a:off x="4195" y="1208"/>
              <a:ext cx="318" cy="272"/>
            </a:xfrm>
            <a:prstGeom prst="rect">
              <a:avLst/>
            </a:prstGeom>
            <a:solidFill>
              <a:schemeClr val="accent1"/>
            </a:solidFill>
            <a:ln w="12700">
              <a:solidFill>
                <a:srgbClr val="800000"/>
              </a:solidFill>
              <a:miter lim="800000"/>
              <a:headEnd type="none" w="sm" len="sm"/>
              <a:tailEnd type="none" w="sm" len="sm"/>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718862" name="Rectangle 14"/>
            <p:cNvSpPr>
              <a:spLocks noChangeArrowheads="1"/>
            </p:cNvSpPr>
            <p:nvPr/>
          </p:nvSpPr>
          <p:spPr bwMode="auto">
            <a:xfrm>
              <a:off x="4512" y="1208"/>
              <a:ext cx="318" cy="272"/>
            </a:xfrm>
            <a:prstGeom prst="rect">
              <a:avLst/>
            </a:prstGeom>
            <a:solidFill>
              <a:schemeClr val="accent1"/>
            </a:solidFill>
            <a:ln w="12700">
              <a:solidFill>
                <a:srgbClr val="800000"/>
              </a:solidFill>
              <a:miter lim="800000"/>
              <a:headEnd type="none" w="sm" len="sm"/>
              <a:tailEnd type="none" w="sm" len="sm"/>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718863" name="Rectangle 15"/>
            <p:cNvSpPr>
              <a:spLocks noChangeArrowheads="1"/>
            </p:cNvSpPr>
            <p:nvPr/>
          </p:nvSpPr>
          <p:spPr bwMode="auto">
            <a:xfrm>
              <a:off x="4830" y="1208"/>
              <a:ext cx="318" cy="272"/>
            </a:xfrm>
            <a:prstGeom prst="rect">
              <a:avLst/>
            </a:prstGeom>
            <a:solidFill>
              <a:schemeClr val="accent1"/>
            </a:solidFill>
            <a:ln w="12700">
              <a:solidFill>
                <a:srgbClr val="800000"/>
              </a:solidFill>
              <a:miter lim="800000"/>
              <a:headEnd type="none" w="sm" len="sm"/>
              <a:tailEnd type="none" w="sm" len="sm"/>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718864" name="Rectangle 16"/>
            <p:cNvSpPr>
              <a:spLocks noChangeArrowheads="1"/>
            </p:cNvSpPr>
            <p:nvPr/>
          </p:nvSpPr>
          <p:spPr bwMode="auto">
            <a:xfrm>
              <a:off x="5147" y="1208"/>
              <a:ext cx="318" cy="272"/>
            </a:xfrm>
            <a:prstGeom prst="rect">
              <a:avLst/>
            </a:prstGeom>
            <a:solidFill>
              <a:schemeClr val="accent1"/>
            </a:solidFill>
            <a:ln w="12700">
              <a:solidFill>
                <a:srgbClr val="800000"/>
              </a:solidFill>
              <a:miter lim="800000"/>
              <a:headEnd type="none" w="sm" len="sm"/>
              <a:tailEnd type="none" w="sm" len="sm"/>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sp>
          <p:nvSpPr>
            <p:cNvPr id="718865" name="Line 17"/>
            <p:cNvSpPr>
              <a:spLocks noChangeShapeType="1"/>
            </p:cNvSpPr>
            <p:nvPr/>
          </p:nvSpPr>
          <p:spPr bwMode="auto">
            <a:xfrm>
              <a:off x="3537" y="1389"/>
              <a:ext cx="340" cy="0"/>
            </a:xfrm>
            <a:prstGeom prst="line">
              <a:avLst/>
            </a:prstGeom>
            <a:noFill/>
            <a:ln w="38100">
              <a:solidFill>
                <a:srgbClr val="800000"/>
              </a:solidFill>
              <a:round/>
              <a:headEnd type="none" w="sm" len="sm"/>
              <a:tailEnd type="triangle" w="med" len="lg"/>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000000">
                      <a:alpha val="43137"/>
                    </a:srgbClr>
                  </a:outerShdw>
                </a:effectLst>
                <a:uLnTx/>
                <a:uFillTx/>
                <a:latin typeface="Arial" panose="020B0604020202090204" pitchFamily="34" charset="0"/>
                <a:ea typeface="宋体" pitchFamily="2" charset="-122"/>
                <a:cs typeface="+mn-cs"/>
              </a:endParaRPr>
            </a:p>
          </p:txBody>
        </p:sp>
        <p:sp>
          <p:nvSpPr>
            <p:cNvPr id="718866" name="Text Box 18"/>
            <p:cNvSpPr txBox="1">
              <a:spLocks noChangeArrowheads="1"/>
            </p:cNvSpPr>
            <p:nvPr/>
          </p:nvSpPr>
          <p:spPr bwMode="auto">
            <a:xfrm>
              <a:off x="3070" y="1119"/>
              <a:ext cx="932" cy="252"/>
            </a:xfrm>
            <a:prstGeom prst="rect">
              <a:avLst/>
            </a:prstGeom>
            <a:noFill/>
            <a:ln w="12700">
              <a:noFill/>
              <a:miter lim="800000"/>
              <a:headEnd type="none" w="sm" len="sm"/>
              <a:tailEnd type="none" w="sm" len="sm"/>
            </a:ln>
            <a:effectLst/>
          </p:spPr>
          <p:txBody>
            <a:bodyPr>
              <a:spAutoFit/>
            </a:bodyPr>
            <a:lstStyle/>
            <a:p>
              <a:pPr marR="0" defTabSz="914400" eaLnBrk="1" hangingPunct="1">
                <a:spcBef>
                  <a:spcPct val="50000"/>
                </a:spcBef>
                <a:buClrTx/>
                <a:buSzTx/>
                <a:buFontTx/>
                <a:buNone/>
                <a:defRPr/>
              </a:pPr>
              <a:r>
                <a:rPr kumimoji="0" lang="en-US" altLang="zh-CN" b="1" kern="1200" cap="none" spc="0" normalizeH="0" baseline="0" noProof="0">
                  <a:effectLst>
                    <a:outerShdw blurRad="38100" dist="38100" dir="2700000" algn="tl">
                      <a:srgbClr val="C0C0C0"/>
                    </a:outerShdw>
                  </a:effectLst>
                  <a:latin typeface="Courier New" panose="02070409020205090404" pitchFamily="49" charset="0"/>
                  <a:ea typeface="宋体" pitchFamily="2" charset="-122"/>
                  <a:cs typeface="+mn-cs"/>
                </a:rPr>
                <a:t>     p</a:t>
              </a:r>
              <a:endParaRPr kumimoji="0" lang="en-US" altLang="zh-CN" b="1" kern="1200" cap="none" spc="0" normalizeH="0" baseline="0" noProof="0">
                <a:effectLst>
                  <a:outerShdw blurRad="38100" dist="38100" dir="2700000" algn="tl">
                    <a:srgbClr val="C0C0C0"/>
                  </a:outerShdw>
                </a:effectLst>
                <a:latin typeface="Courier New" panose="02070409020205090404" pitchFamily="49" charset="0"/>
                <a:ea typeface="宋体" pitchFamily="2" charset="-122"/>
                <a:cs typeface="+mn-cs"/>
              </a:endParaRPr>
            </a:p>
          </p:txBody>
        </p:sp>
        <p:sp>
          <p:nvSpPr>
            <p:cNvPr id="718867" name="AutoShape 19"/>
            <p:cNvSpPr/>
            <p:nvPr/>
          </p:nvSpPr>
          <p:spPr bwMode="auto">
            <a:xfrm rot="-5400000">
              <a:off x="4750" y="326"/>
              <a:ext cx="107" cy="1597"/>
            </a:xfrm>
            <a:prstGeom prst="rightBrace">
              <a:avLst>
                <a:gd name="adj1" fmla="val 124377"/>
                <a:gd name="adj2" fmla="val 50000"/>
              </a:avLst>
            </a:prstGeom>
            <a:noFill/>
            <a:ln w="12700">
              <a:solidFill>
                <a:schemeClr val="tx1"/>
              </a:solidFill>
              <a:round/>
              <a:headEnd type="none" w="sm" len="sm"/>
              <a:tailEnd type="none" w="sm" len="sm"/>
            </a:ln>
          </p:spPr>
          <p:txBody>
            <a:bodyPr vert="eaVert"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sp>
          <p:nvSpPr>
            <p:cNvPr id="718868" name="Text Box 20"/>
            <p:cNvSpPr txBox="1">
              <a:spLocks noChangeArrowheads="1"/>
            </p:cNvSpPr>
            <p:nvPr/>
          </p:nvSpPr>
          <p:spPr bwMode="auto">
            <a:xfrm>
              <a:off x="4512" y="786"/>
              <a:ext cx="681" cy="252"/>
            </a:xfrm>
            <a:prstGeom prst="rect">
              <a:avLst/>
            </a:prstGeom>
            <a:noFill/>
            <a:ln w="12700">
              <a:noFill/>
              <a:miter lim="800000"/>
              <a:headEnd type="none" w="sm" len="sm"/>
              <a:tailEnd type="none" w="sm" len="sm"/>
            </a:ln>
            <a:effectLst/>
          </p:spPr>
          <p:txBody>
            <a:bodyPr>
              <a:spAutoFit/>
            </a:bodyPr>
            <a:lstStyle/>
            <a:p>
              <a:pPr marR="0" defTabSz="914400" eaLnBrk="1" hangingPunct="1">
                <a:spcBef>
                  <a:spcPct val="50000"/>
                </a:spcBef>
                <a:buClrTx/>
                <a:buSzTx/>
                <a:buFontTx/>
                <a:buNone/>
                <a:defRPr/>
              </a:pPr>
              <a:r>
                <a:rPr kumimoji="0" lang="en-US" altLang="zh-CN" b="1" kern="1200" cap="none" spc="0" normalizeH="0" baseline="0" noProof="0">
                  <a:effectLst>
                    <a:outerShdw blurRad="38100" dist="38100" dir="2700000" algn="tl">
                      <a:srgbClr val="C0C0C0"/>
                    </a:outerShdw>
                  </a:effectLst>
                  <a:latin typeface="Courier New" panose="02070409020205090404" pitchFamily="49" charset="0"/>
                  <a:ea typeface="宋体" pitchFamily="2" charset="-122"/>
                  <a:cs typeface="+mn-cs"/>
                </a:rPr>
                <a:t>m*n</a:t>
              </a:r>
              <a:endParaRPr kumimoji="0" lang="en-US" altLang="zh-CN" b="1" kern="1200" cap="none" spc="0" normalizeH="0" baseline="0" noProof="0">
                <a:effectLst>
                  <a:outerShdw blurRad="38100" dist="38100" dir="2700000" algn="tl">
                    <a:srgbClr val="C0C0C0"/>
                  </a:outerShdw>
                </a:effectLst>
                <a:latin typeface="Courier New" panose="02070409020205090404" pitchFamily="49" charset="0"/>
                <a:ea typeface="宋体" pitchFamily="2" charset="-122"/>
                <a:cs typeface="+mn-cs"/>
              </a:endParaRPr>
            </a:p>
          </p:txBody>
        </p:sp>
        <p:sp>
          <p:nvSpPr>
            <p:cNvPr id="718869" name="Rectangle 21"/>
            <p:cNvSpPr>
              <a:spLocks noChangeArrowheads="1"/>
            </p:cNvSpPr>
            <p:nvPr/>
          </p:nvSpPr>
          <p:spPr bwMode="auto">
            <a:xfrm>
              <a:off x="5465" y="1207"/>
              <a:ext cx="318" cy="272"/>
            </a:xfrm>
            <a:prstGeom prst="rect">
              <a:avLst/>
            </a:prstGeom>
            <a:solidFill>
              <a:schemeClr val="accent1"/>
            </a:solidFill>
            <a:ln w="12700">
              <a:solidFill>
                <a:srgbClr val="800000"/>
              </a:solidFill>
              <a:miter lim="800000"/>
              <a:headEnd type="none" w="sm" len="sm"/>
              <a:tailEnd type="none" w="sm" len="sm"/>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90204" pitchFamily="34" charset="0"/>
                <a:ea typeface="宋体" pitchFamily="2" charset="-122"/>
                <a:cs typeface="+mn-cs"/>
              </a:endParaRPr>
            </a:p>
          </p:txBody>
        </p:sp>
      </p:grpSp>
      <p:sp>
        <p:nvSpPr>
          <p:cNvPr id="3" name="Rectangle 8"/>
          <p:cNvSpPr>
            <a:spLocks noChangeArrowheads="1"/>
          </p:cNvSpPr>
          <p:nvPr/>
        </p:nvSpPr>
        <p:spPr bwMode="auto">
          <a:xfrm>
            <a:off x="4379913" y="5530850"/>
            <a:ext cx="863600" cy="288925"/>
          </a:xfrm>
          <a:prstGeom prst="rect">
            <a:avLst/>
          </a:prstGeom>
          <a:noFill/>
          <a:ln w="38100">
            <a:solidFill>
              <a:srgbClr val="009900"/>
            </a:solidFill>
            <a:miter lim="800000"/>
            <a:headEnd type="none" w="sm" len="sm"/>
            <a:tailEnd type="none" w="sm" len="sm"/>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90204" pitchFamily="34" charset="0"/>
              <a:ea typeface="宋体" pitchFamily="2" charset="-122"/>
              <a:cs typeface="+mn-cs"/>
            </a:endParaRPr>
          </a:p>
        </p:txBody>
      </p:sp>
      <p:pic>
        <p:nvPicPr>
          <p:cNvPr id="123940" name="Picture 36"/>
          <p:cNvPicPr>
            <a:picLocks noChangeAspect="1"/>
          </p:cNvPicPr>
          <p:nvPr/>
        </p:nvPicPr>
        <p:blipFill>
          <a:blip r:embed="rId3"/>
          <a:stretch>
            <a:fillRect/>
          </a:stretch>
        </p:blipFill>
        <p:spPr>
          <a:xfrm>
            <a:off x="7321550" y="4497388"/>
            <a:ext cx="3095625" cy="2144712"/>
          </a:xfrm>
          <a:prstGeom prst="rect">
            <a:avLst/>
          </a:prstGeom>
          <a:noFill/>
          <a:ln w="12700">
            <a:noFill/>
          </a:ln>
        </p:spPr>
      </p:pic>
      <p:sp>
        <p:nvSpPr>
          <p:cNvPr id="133129" name="Rectangle 2"/>
          <p:cNvSpPr txBox="1"/>
          <p:nvPr/>
        </p:nvSpPr>
        <p:spPr>
          <a:xfrm>
            <a:off x="3368675" y="41275"/>
            <a:ext cx="7250113" cy="1368425"/>
          </a:xfrm>
          <a:prstGeom prst="rect">
            <a:avLst/>
          </a:prstGeom>
          <a:noFill/>
          <a:ln w="9525">
            <a:noFill/>
          </a:ln>
        </p:spPr>
        <p:txBody>
          <a:bodyPr/>
          <a:lstStyle>
            <a:lvl1pPr marL="342900" indent="-342900" algn="l" rtl="0" eaLnBrk="0" fontAlgn="base" hangingPunct="0">
              <a:lnSpc>
                <a:spcPct val="95000"/>
              </a:lnSpc>
              <a:spcBef>
                <a:spcPts val="575"/>
              </a:spcBef>
              <a:spcAft>
                <a:spcPct val="0"/>
              </a:spcAft>
              <a:buClr>
                <a:schemeClr val="tx2"/>
              </a:buClr>
              <a:buSzPct val="50000"/>
              <a:buFont typeface="Wingdings" panose="05000000000000000000" pitchFamily="2" charset="2"/>
              <a:buChar char="n"/>
              <a:defRPr sz="3200" kern="1200">
                <a:solidFill>
                  <a:schemeClr val="tx1"/>
                </a:solidFill>
                <a:latin typeface="Arial" panose="020B0604020202090204" pitchFamily="34" charset="0"/>
                <a:ea typeface="黑体" panose="02010609060101010101" pitchFamily="49" charset="-122"/>
                <a:cs typeface="+mn-cs"/>
              </a:defRPr>
            </a:lvl1pPr>
            <a:lvl2pPr marL="742950" indent="-28575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Þ"/>
              <a:defRPr sz="2800" kern="1200">
                <a:solidFill>
                  <a:srgbClr val="333399"/>
                </a:solidFill>
                <a:latin typeface="Arial" panose="020B0604020202090204" pitchFamily="34" charset="0"/>
                <a:ea typeface="黑体" panose="02010609060101010101" pitchFamily="49" charset="-122"/>
                <a:cs typeface="Times New Roman" panose="02020503050405090304" pitchFamily="18" charset="0"/>
              </a:defRPr>
            </a:lvl2pPr>
            <a:lvl3pPr marL="11430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400" kern="1200">
                <a:solidFill>
                  <a:srgbClr val="3333CC"/>
                </a:solidFill>
                <a:latin typeface="Arial" panose="020B0604020202090204" pitchFamily="34" charset="0"/>
                <a:ea typeface="黑体" panose="02010609060101010101" pitchFamily="49" charset="-122"/>
                <a:cs typeface="Times New Roman" panose="02020503050405090304" pitchFamily="18" charset="0"/>
              </a:defRPr>
            </a:lvl3pPr>
            <a:lvl4pPr marL="16002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4pPr>
            <a:lvl5pPr marL="2057400" indent="-228600" algn="l" rtl="0" eaLnBrk="0" fontAlgn="base" hangingPunct="0">
              <a:lnSpc>
                <a:spcPct val="95000"/>
              </a:lnSpc>
              <a:spcBef>
                <a:spcPts val="575"/>
              </a:spcBef>
              <a:spcAft>
                <a:spcPct val="0"/>
              </a:spcAft>
              <a:buClr>
                <a:schemeClr val="tx2"/>
              </a:buClr>
              <a:buSzPct val="50000"/>
              <a:buFont typeface="Wingdings 2" panose="05020102010507070707" pitchFamily="18" charset="2"/>
              <a:buChar char=""/>
              <a:defRPr sz="2000" kern="1200">
                <a:solidFill>
                  <a:schemeClr val="tx1"/>
                </a:solidFill>
                <a:latin typeface="Arial" panose="020B0604020202090204" pitchFamily="34" charset="0"/>
                <a:ea typeface="黑体" panose="02010609060101010101" pitchFamily="49" charset="-122"/>
                <a:cs typeface="Times New Roman" panose="02020503050405090304" pitchFamily="18" charset="0"/>
              </a:defRPr>
            </a:lvl5pPr>
          </a:lstStyle>
          <a:p>
            <a:pPr marL="0" lvl="0" indent="0" algn="r">
              <a:lnSpc>
                <a:spcPct val="100000"/>
              </a:lnSpc>
              <a:spcBef>
                <a:spcPct val="0"/>
              </a:spcBef>
              <a:buClrTx/>
              <a:buSzTx/>
              <a:buFontTx/>
              <a:buNone/>
            </a:pPr>
            <a:br>
              <a:rPr lang="en-US" altLang="zh-CN" sz="4000" dirty="0">
                <a:solidFill>
                  <a:schemeClr val="tx2"/>
                </a:solidFill>
                <a:ea typeface="宋体" pitchFamily="2" charset="-122"/>
              </a:rPr>
            </a:br>
            <a:r>
              <a:rPr lang="zh-CN" altLang="en-US" sz="4000" dirty="0">
                <a:solidFill>
                  <a:schemeClr val="tx2"/>
                </a:solidFill>
                <a:latin typeface="黑体" panose="02010609060101010101" pitchFamily="49" charset="-122"/>
                <a:ea typeface="宋体" pitchFamily="2" charset="-122"/>
              </a:rPr>
              <a:t>二</a:t>
            </a:r>
            <a:r>
              <a:rPr lang="zh-CN" altLang="en-US" sz="4000" dirty="0">
                <a:solidFill>
                  <a:schemeClr val="tx2"/>
                </a:solidFill>
                <a:ea typeface="宋体" pitchFamily="2" charset="-122"/>
              </a:rPr>
              <a:t>维动态数组</a:t>
            </a:r>
            <a:endParaRPr lang="zh-CN" altLang="en-US" sz="4000" dirty="0">
              <a:solidFill>
                <a:schemeClr val="tx2"/>
              </a:solidFill>
              <a:ea typeface="宋体"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718856"/>
                                        </p:tgtEl>
                                        <p:attrNameLst>
                                          <p:attrName>style.visibility</p:attrName>
                                        </p:attrNameLst>
                                      </p:cBhvr>
                                      <p:to>
                                        <p:strVal val="visible"/>
                                      </p:to>
                                    </p:set>
                                    <p:anim calcmode="lin" valueType="num">
                                      <p:cBhvr>
                                        <p:cTn id="7" dur="500" fill="hold"/>
                                        <p:tgtEl>
                                          <p:spTgt spid="718856"/>
                                        </p:tgtEl>
                                        <p:attrNameLst>
                                          <p:attrName>ppt_w</p:attrName>
                                        </p:attrNameLst>
                                      </p:cBhvr>
                                      <p:tavLst>
                                        <p:tav tm="0">
                                          <p:val>
                                            <p:fltVal val="0"/>
                                          </p:val>
                                        </p:tav>
                                        <p:tav tm="100000">
                                          <p:val>
                                            <p:strVal val="#ppt_w"/>
                                          </p:val>
                                        </p:tav>
                                      </p:tavLst>
                                    </p:anim>
                                    <p:anim calcmode="lin" valueType="num">
                                      <p:cBhvr>
                                        <p:cTn id="8" dur="500" fill="hold"/>
                                        <p:tgtEl>
                                          <p:spTgt spid="718856"/>
                                        </p:tgtEl>
                                        <p:attrNameLst>
                                          <p:attrName>ppt_h</p:attrName>
                                        </p:attrNameLst>
                                      </p:cBhvr>
                                      <p:tavLst>
                                        <p:tav tm="0">
                                          <p:val>
                                            <p:fltVal val="0"/>
                                          </p:val>
                                        </p:tav>
                                        <p:tav tm="100000">
                                          <p:val>
                                            <p:strVal val="#ppt_h"/>
                                          </p:val>
                                        </p:tav>
                                      </p:tavLst>
                                    </p:anim>
                                    <p:animEffect transition="in" filter="fade">
                                      <p:cBhvr>
                                        <p:cTn id="9" dur="500"/>
                                        <p:tgtEl>
                                          <p:spTgt spid="718856"/>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p:cTn id="12" dur="500" fill="hold"/>
                                        <p:tgtEl>
                                          <p:spTgt spid="3"/>
                                        </p:tgtEl>
                                        <p:attrNameLst>
                                          <p:attrName>ppt_w</p:attrName>
                                        </p:attrNameLst>
                                      </p:cBhvr>
                                      <p:tavLst>
                                        <p:tav tm="0">
                                          <p:val>
                                            <p:fltVal val="0"/>
                                          </p:val>
                                        </p:tav>
                                        <p:tav tm="100000">
                                          <p:val>
                                            <p:strVal val="#ppt_w"/>
                                          </p:val>
                                        </p:tav>
                                      </p:tavLst>
                                    </p:anim>
                                    <p:anim calcmode="lin" valueType="num">
                                      <p:cBhvr>
                                        <p:cTn id="13" dur="500" fill="hold"/>
                                        <p:tgtEl>
                                          <p:spTgt spid="3"/>
                                        </p:tgtEl>
                                        <p:attrNameLst>
                                          <p:attrName>ppt_h</p:attrName>
                                        </p:attrNameLst>
                                      </p:cBhvr>
                                      <p:tavLst>
                                        <p:tav tm="0">
                                          <p:val>
                                            <p:fltVal val="0"/>
                                          </p:val>
                                        </p:tav>
                                        <p:tav tm="100000">
                                          <p:val>
                                            <p:strVal val="#ppt_h"/>
                                          </p:val>
                                        </p:tav>
                                      </p:tavLst>
                                    </p:anim>
                                    <p:animEffect transition="in" filter="fade">
                                      <p:cBhvr>
                                        <p:cTn id="14" dur="500"/>
                                        <p:tgtEl>
                                          <p:spTgt spid="3"/>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718852"/>
                                        </p:tgtEl>
                                        <p:attrNameLst>
                                          <p:attrName>style.visibility</p:attrName>
                                        </p:attrNameLst>
                                      </p:cBhvr>
                                      <p:to>
                                        <p:strVal val="visible"/>
                                      </p:to>
                                    </p:set>
                                    <p:anim calcmode="lin" valueType="num">
                                      <p:cBhvr>
                                        <p:cTn id="17" dur="500" fill="hold"/>
                                        <p:tgtEl>
                                          <p:spTgt spid="718852"/>
                                        </p:tgtEl>
                                        <p:attrNameLst>
                                          <p:attrName>ppt_w</p:attrName>
                                        </p:attrNameLst>
                                      </p:cBhvr>
                                      <p:tavLst>
                                        <p:tav tm="0">
                                          <p:val>
                                            <p:fltVal val="0"/>
                                          </p:val>
                                        </p:tav>
                                        <p:tav tm="100000">
                                          <p:val>
                                            <p:strVal val="#ppt_w"/>
                                          </p:val>
                                        </p:tav>
                                      </p:tavLst>
                                    </p:anim>
                                    <p:anim calcmode="lin" valueType="num">
                                      <p:cBhvr>
                                        <p:cTn id="18" dur="500" fill="hold"/>
                                        <p:tgtEl>
                                          <p:spTgt spid="718852"/>
                                        </p:tgtEl>
                                        <p:attrNameLst>
                                          <p:attrName>ppt_h</p:attrName>
                                        </p:attrNameLst>
                                      </p:cBhvr>
                                      <p:tavLst>
                                        <p:tav tm="0">
                                          <p:val>
                                            <p:fltVal val="0"/>
                                          </p:val>
                                        </p:tav>
                                        <p:tav tm="100000">
                                          <p:val>
                                            <p:strVal val="#ppt_h"/>
                                          </p:val>
                                        </p:tav>
                                      </p:tavLst>
                                    </p:anim>
                                    <p:animEffect transition="in" filter="fade">
                                      <p:cBhvr>
                                        <p:cTn id="19" dur="500"/>
                                        <p:tgtEl>
                                          <p:spTgt spid="718852"/>
                                        </p:tgtEl>
                                      </p:cBhvr>
                                    </p:animEffect>
                                  </p:childTnLst>
                                </p:cTn>
                              </p:par>
                            </p:childTnLst>
                          </p:cTn>
                        </p:par>
                      </p:childTnLst>
                    </p:cTn>
                  </p:par>
                  <p:par>
                    <p:cTn id="20" fill="hold">
                      <p:stCondLst>
                        <p:cond delay="indefinite"/>
                      </p:stCondLst>
                      <p:childTnLst>
                        <p:par>
                          <p:cTn id="21" fill="hold">
                            <p:stCondLst>
                              <p:cond delay="0"/>
                            </p:stCondLst>
                            <p:childTnLst>
                              <p:par>
                                <p:cTn id="22" presetID="53" presetClass="entr" presetSubtype="16" fill="hold" nodeType="clickEffect">
                                  <p:stCondLst>
                                    <p:cond delay="0"/>
                                  </p:stCondLst>
                                  <p:childTnLst>
                                    <p:set>
                                      <p:cBhvr>
                                        <p:cTn id="23" dur="1" fill="hold">
                                          <p:stCondLst>
                                            <p:cond delay="0"/>
                                          </p:stCondLst>
                                        </p:cTn>
                                        <p:tgtEl>
                                          <p:spTgt spid="123940"/>
                                        </p:tgtEl>
                                        <p:attrNameLst>
                                          <p:attrName>style.visibility</p:attrName>
                                        </p:attrNameLst>
                                      </p:cBhvr>
                                      <p:to>
                                        <p:strVal val="visible"/>
                                      </p:to>
                                    </p:set>
                                    <p:anim calcmode="lin" valueType="num">
                                      <p:cBhvr>
                                        <p:cTn id="24" dur="500" fill="hold"/>
                                        <p:tgtEl>
                                          <p:spTgt spid="123940"/>
                                        </p:tgtEl>
                                        <p:attrNameLst>
                                          <p:attrName>ppt_w</p:attrName>
                                        </p:attrNameLst>
                                      </p:cBhvr>
                                      <p:tavLst>
                                        <p:tav tm="0">
                                          <p:val>
                                            <p:fltVal val="0"/>
                                          </p:val>
                                        </p:tav>
                                        <p:tav tm="100000">
                                          <p:val>
                                            <p:strVal val="#ppt_w"/>
                                          </p:val>
                                        </p:tav>
                                      </p:tavLst>
                                    </p:anim>
                                    <p:anim calcmode="lin" valueType="num">
                                      <p:cBhvr>
                                        <p:cTn id="25" dur="500" fill="hold"/>
                                        <p:tgtEl>
                                          <p:spTgt spid="123940"/>
                                        </p:tgtEl>
                                        <p:attrNameLst>
                                          <p:attrName>ppt_h</p:attrName>
                                        </p:attrNameLst>
                                      </p:cBhvr>
                                      <p:tavLst>
                                        <p:tav tm="0">
                                          <p:val>
                                            <p:fltVal val="0"/>
                                          </p:val>
                                        </p:tav>
                                        <p:tav tm="100000">
                                          <p:val>
                                            <p:strVal val="#ppt_h"/>
                                          </p:val>
                                        </p:tav>
                                      </p:tavLst>
                                    </p:anim>
                                    <p:animEffect transition="in" filter="fade">
                                      <p:cBhvr>
                                        <p:cTn id="26" dur="500"/>
                                        <p:tgtEl>
                                          <p:spTgt spid="1239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8852" grpId="0" animBg="1"/>
      <p:bldP spid="718856" grpId="0" animBg="1"/>
      <p:bldP spid="3" grpId="0" animBg="1"/>
    </p:bldLst>
  </p:timing>
</p:sld>
</file>

<file path=ppt/theme/_rels/theme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image" Target="../media/image6.jpeg"/></Relationships>
</file>

<file path=ppt/theme/theme1.xml><?xml version="1.0" encoding="utf-8"?>
<a:theme xmlns:a="http://schemas.openxmlformats.org/drawingml/2006/main" name="暗香扑面">
  <a:themeElements>
    <a:clrScheme name="暗香扑面">
      <a:dk1>
        <a:sysClr val="windowText" lastClr="000000"/>
      </a:dk1>
      <a:lt1>
        <a:sysClr val="window" lastClr="FFFFFF"/>
      </a:lt1>
      <a:dk2>
        <a:srgbClr val="2F2F2F"/>
      </a:dk2>
      <a:lt2>
        <a:srgbClr val="FFFFF4"/>
      </a:lt2>
      <a:accent1>
        <a:srgbClr val="918415"/>
      </a:accent1>
      <a:accent2>
        <a:srgbClr val="C47546"/>
      </a:accent2>
      <a:accent3>
        <a:srgbClr val="AFB591"/>
      </a:accent3>
      <a:accent4>
        <a:srgbClr val="B9945B"/>
      </a:accent4>
      <a:accent5>
        <a:srgbClr val="85ADBC"/>
      </a:accent5>
      <a:accent6>
        <a:srgbClr val="E5B440"/>
      </a:accent6>
      <a:hlink>
        <a:srgbClr val="00D5D5"/>
      </a:hlink>
      <a:folHlink>
        <a:srgbClr val="DD00DD"/>
      </a:folHlink>
    </a:clrScheme>
    <a:fontScheme name="暗香扑面">
      <a:majorFont>
        <a:latin typeface="Franklin Gothic Medium"/>
        <a:ea typeface=""/>
        <a:cs typeface=""/>
        <a:font script="Jpan" typeface="HG創英角ｺﾞｼｯｸUB"/>
        <a:font script="Hang" typeface="HY견고딕"/>
        <a:font script="Hans" typeface="微软雅黑"/>
        <a:font script="Hant" typeface="微軟正黑體"/>
        <a:font script="Arab" typeface="Arial Bold"/>
        <a:font script="Hebr" typeface="Arial Bold"/>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Bold"/>
        <a:font script="Uigh" typeface="Microsoft Uighur"/>
      </a:majorFont>
      <a:minorFont>
        <a:latin typeface="Franklin Gothic Book"/>
        <a:ea typeface=""/>
        <a:cs typeface=""/>
        <a:font script="Jpan" typeface="HG創英角ｺﾞｼｯｸUB"/>
        <a:font script="Hang" typeface="맑은 고딕"/>
        <a:font script="Hans" typeface="黑体"/>
        <a:font script="Hant" typeface="新細明體"/>
        <a:font script="Arab" typeface="Arial"/>
        <a:font script="Hebr" typeface="Arial"/>
        <a:font script="Thai" typeface="Cordian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暗香扑面">
      <a:fillStyleLst>
        <a:solidFill>
          <a:schemeClr val="phClr"/>
        </a:solidFill>
        <a:gradFill rotWithShape="1">
          <a:gsLst>
            <a:gs pos="0">
              <a:schemeClr val="phClr">
                <a:tint val="98000"/>
                <a:satMod val="220000"/>
              </a:schemeClr>
            </a:gs>
            <a:gs pos="31000">
              <a:schemeClr val="phClr">
                <a:tint val="30000"/>
                <a:satMod val="150000"/>
              </a:schemeClr>
            </a:gs>
            <a:gs pos="91000">
              <a:schemeClr val="phClr">
                <a:tint val="96000"/>
              </a:schemeClr>
            </a:gs>
          </a:gsLst>
          <a:path path="circle">
            <a:fillToRect l="50000" t="150000" r="50000"/>
          </a:path>
        </a:gradFill>
        <a:blipFill>
          <a:blip xmlns:r="http://schemas.openxmlformats.org/officeDocument/2006/relationships" r:embed="rId1">
            <a:duotone>
              <a:schemeClr val="phClr">
                <a:shade val="28000"/>
                <a:satMod val="100000"/>
              </a:schemeClr>
              <a:schemeClr val="phClr">
                <a:tint val="100000"/>
                <a:satMod val="200000"/>
              </a:schemeClr>
            </a:duotone>
          </a:blip>
          <a:tile tx="0" ty="0" sx="80000" sy="80000" flip="none" algn="tl"/>
        </a:blipFill>
      </a:fillStyleLst>
      <a:lnStyleLst>
        <a:ln w="12700" cap="flat" cmpd="sng" algn="ctr">
          <a:solidFill>
            <a:schemeClr val="phClr"/>
          </a:solidFill>
          <a:prstDash val="solid"/>
        </a:ln>
        <a:ln w="25400" cap="flat" cmpd="sng" algn="ctr">
          <a:solidFill>
            <a:schemeClr val="phClr"/>
          </a:solidFill>
          <a:prstDash val="solid"/>
        </a:ln>
        <a:ln w="38100" cap="flat" cmpd="dbl" algn="ctr">
          <a:solidFill>
            <a:schemeClr val="phClr"/>
          </a:solidFill>
          <a:prstDash val="solid"/>
        </a:ln>
      </a:lnStyleLst>
      <a:effectStyleLst>
        <a:effectStyle>
          <a:effectLst>
            <a:glow rad="63500">
              <a:schemeClr val="phClr">
                <a:alpha val="45000"/>
                <a:satMod val="110000"/>
              </a:schemeClr>
            </a:glow>
          </a:effectLst>
        </a:effectStyle>
        <a:effectStyle>
          <a:effectLst>
            <a:outerShdw blurRad="34925" dist="31750" dir="5400000" algn="tl" rotWithShape="0">
              <a:srgbClr val="000000">
                <a:alpha val="50000"/>
              </a:srgbClr>
            </a:outerShdw>
          </a:effectLst>
          <a:scene3d>
            <a:camera prst="orthographicFront">
              <a:rot lat="0" lon="0" rev="0"/>
            </a:camera>
            <a:lightRig rig="flood" dir="t">
              <a:rot lat="0" lon="0" rev="5400000"/>
            </a:lightRig>
          </a:scene3d>
          <a:sp3d contourW="9525" prstMaterial="dkEdge">
            <a:bevelT w="12000" h="24150"/>
            <a:contourClr>
              <a:schemeClr val="phClr">
                <a:satMod val="110000"/>
              </a:schemeClr>
            </a:contourClr>
          </a:sp3d>
        </a:effectStyle>
        <a:effectStyle>
          <a:effectLst>
            <a:outerShdw blurRad="50800" dist="31750" dir="5400000" algn="tl" rotWithShape="0">
              <a:srgbClr val="000000">
                <a:alpha val="50000"/>
              </a:srgbClr>
            </a:outerShdw>
          </a:effectLst>
          <a:scene3d>
            <a:camera prst="orthographicFront">
              <a:rot lat="0" lon="0" rev="0"/>
            </a:camera>
            <a:lightRig rig="flood" dir="t">
              <a:rot lat="0" lon="0" rev="5400000"/>
            </a:lightRig>
          </a:scene3d>
          <a:sp3d contourW="18700" prstMaterial="dkEdge">
            <a:bevelT w="44450" h="80600"/>
            <a:contourClr>
              <a:schemeClr val="phClr">
                <a:satMod val="110000"/>
              </a:schemeClr>
            </a:contourClr>
          </a:sp3d>
        </a:effectStyle>
      </a:effectStyleLst>
      <a:bgFillStyleLst>
        <a:solidFill>
          <a:schemeClr val="phClr"/>
        </a:solidFill>
        <a:gradFill rotWithShape="1">
          <a:gsLst>
            <a:gs pos="0">
              <a:schemeClr val="phClr">
                <a:shade val="70000"/>
                <a:satMod val="1000000"/>
              </a:schemeClr>
            </a:gs>
            <a:gs pos="31000">
              <a:schemeClr val="phClr">
                <a:shade val="85000"/>
                <a:satMod val="450000"/>
              </a:schemeClr>
            </a:gs>
            <a:gs pos="100000">
              <a:schemeClr val="phClr">
                <a:tint val="70000"/>
                <a:satMod val="300000"/>
              </a:schemeClr>
            </a:gs>
          </a:gsLst>
          <a:path path="circle">
            <a:fillToRect l="50000" t="150000" r="50000"/>
          </a:path>
        </a:gradFill>
        <a:blipFill>
          <a:blip xmlns:r="http://schemas.openxmlformats.org/officeDocument/2006/relationships" r:embed="rId2">
            <a:duotone>
              <a:schemeClr val="phClr">
                <a:tint val="100000"/>
                <a:shade val="70000"/>
                <a:hueMod val="100000"/>
                <a:satMod val="100000"/>
              </a:schemeClr>
              <a:schemeClr val="phClr">
                <a:tint val="90000"/>
                <a:shade val="100000"/>
                <a:hueMod val="100000"/>
                <a:satMod val="100000"/>
              </a:schemeClr>
            </a:duotone>
          </a:blip>
          <a:stretch>
            <a:fillRect/>
          </a:stretch>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16655</Words>
  <Application>WPS 演示</Application>
  <PresentationFormat>宽屏</PresentationFormat>
  <Paragraphs>2009</Paragraphs>
  <Slides>99</Slides>
  <Notes>21</Notes>
  <HiddenSlides>0</HiddenSlides>
  <MMClips>0</MMClips>
  <ScaleCrop>false</ScaleCrop>
  <HeadingPairs>
    <vt:vector size="8" baseType="variant">
      <vt:variant>
        <vt:lpstr>已用的字体</vt:lpstr>
      </vt:variant>
      <vt:variant>
        <vt:i4>43</vt:i4>
      </vt:variant>
      <vt:variant>
        <vt:lpstr>主题</vt:lpstr>
      </vt:variant>
      <vt:variant>
        <vt:i4>1</vt:i4>
      </vt:variant>
      <vt:variant>
        <vt:lpstr>嵌入 OLE 服务器</vt:lpstr>
      </vt:variant>
      <vt:variant>
        <vt:i4>1</vt:i4>
      </vt:variant>
      <vt:variant>
        <vt:lpstr>幻灯片标题</vt:lpstr>
      </vt:variant>
      <vt:variant>
        <vt:i4>99</vt:i4>
      </vt:variant>
    </vt:vector>
  </HeadingPairs>
  <TitlesOfParts>
    <vt:vector size="144" baseType="lpstr">
      <vt:lpstr>Arial</vt:lpstr>
      <vt:lpstr>宋体</vt:lpstr>
      <vt:lpstr>Wingdings</vt:lpstr>
      <vt:lpstr>汉仪书宋二KW</vt:lpstr>
      <vt:lpstr>黑体</vt:lpstr>
      <vt:lpstr>汉仪中黑KW</vt:lpstr>
      <vt:lpstr>Times New Roman</vt:lpstr>
      <vt:lpstr>华文行楷</vt:lpstr>
      <vt:lpstr>楷体_GB2312</vt:lpstr>
      <vt:lpstr>Wingdings 2</vt:lpstr>
      <vt:lpstr>Arial</vt:lpstr>
      <vt:lpstr>行楷-简</vt:lpstr>
      <vt:lpstr>微软雅黑</vt:lpstr>
      <vt:lpstr>汉仪旗黑</vt:lpstr>
      <vt:lpstr>Monotype Sorts</vt:lpstr>
      <vt:lpstr>Courier New</vt:lpstr>
      <vt:lpstr>华文仿宋</vt:lpstr>
      <vt:lpstr>Calibri</vt:lpstr>
      <vt:lpstr>Franklin Gothic Book</vt:lpstr>
      <vt:lpstr>Thonburi</vt:lpstr>
      <vt:lpstr>宋体</vt:lpstr>
      <vt:lpstr>Arial Unicode MS</vt:lpstr>
      <vt:lpstr>华文细黑</vt:lpstr>
      <vt:lpstr>汉仪楷体简</vt:lpstr>
      <vt:lpstr>Academy Engraved LET</vt:lpstr>
      <vt:lpstr>仿宋_GB2312</vt:lpstr>
      <vt:lpstr>苹方-简</vt:lpstr>
      <vt:lpstr>幼圆</vt:lpstr>
      <vt:lpstr>Monotype Sorts</vt:lpstr>
      <vt:lpstr>Helvetica Neue</vt:lpstr>
      <vt:lpstr>黑体-简</vt:lpstr>
      <vt:lpstr>方正仿宋_GBK</vt:lpstr>
      <vt:lpstr>华文宋体</vt:lpstr>
      <vt:lpstr>Academy Engraved LET</vt:lpstr>
      <vt:lpstr>Monotype Sorts</vt:lpstr>
      <vt:lpstr>Wingdings</vt:lpstr>
      <vt:lpstr>Wingdings 2</vt:lpstr>
      <vt:lpstr>仿宋_GB2312</vt:lpstr>
      <vt:lpstr>华文细黑</vt:lpstr>
      <vt:lpstr>幼圆</vt:lpstr>
      <vt:lpstr>微软雅黑</vt:lpstr>
      <vt:lpstr>楷体_GB2312</vt:lpstr>
      <vt:lpstr>黑体</vt:lpstr>
      <vt:lpstr>暗香扑面</vt:lpstr>
      <vt:lpstr>Visio.Drawing.11</vt:lpstr>
      <vt:lpstr>计算思维与实践</vt:lpstr>
      <vt:lpstr>PowerPoint 演示文稿</vt:lpstr>
      <vt:lpstr> 学习内容</vt:lpstr>
      <vt:lpstr>为什么使用数组(Array)?</vt:lpstr>
      <vt:lpstr>3.1.1一维数组的定义和初始化</vt:lpstr>
      <vt:lpstr>3.1.1一维数组的定义和初始化</vt:lpstr>
      <vt:lpstr>3.1.1一维数组的定义和初始化</vt:lpstr>
      <vt:lpstr>3.1.1一维数组的定义和初始化</vt:lpstr>
      <vt:lpstr>3.1.2 二维数组的定义和初始化</vt:lpstr>
      <vt:lpstr>3.1.2 二维数组的定义和初始化</vt:lpstr>
      <vt:lpstr>3.1.2 二维数组的定义和初始化</vt:lpstr>
      <vt:lpstr>3.1.2 二维数组的定义和初始化</vt:lpstr>
      <vt:lpstr>3.1.3 向函数传递一维数组</vt:lpstr>
      <vt:lpstr>3.1.3 向函数传递一维数组</vt:lpstr>
      <vt:lpstr>3.1.4 向函数传递二维数组</vt:lpstr>
      <vt:lpstr>3.1.4 向函数传递二维数组</vt:lpstr>
      <vt:lpstr>计算每个学生的总分和平均分</vt:lpstr>
      <vt:lpstr> 例 计算每门课程的总分和平均分</vt:lpstr>
      <vt:lpstr> 学习内容</vt:lpstr>
      <vt:lpstr> 3.2.1 指针变量定义与初始化</vt:lpstr>
      <vt:lpstr>PowerPoint 演示文稿</vt:lpstr>
      <vt:lpstr>3.2.1 指针变量定义与初始化</vt:lpstr>
      <vt:lpstr> 3.2.1 指针变量的定义和初始化</vt:lpstr>
      <vt:lpstr> 3.2.2  间接寻址运算符</vt:lpstr>
      <vt:lpstr>PowerPoint 演示文稿</vt:lpstr>
      <vt:lpstr>3.2.3 函数指针及其应用 </vt:lpstr>
      <vt:lpstr>3.2.3函数指针及其应用 </vt:lpstr>
      <vt:lpstr>3.2.4 指针和一维数组间的关系 </vt:lpstr>
      <vt:lpstr>3.2.4 指针和一维数组间的关系</vt:lpstr>
      <vt:lpstr>3.2.4 指针和一维数组间的关系</vt:lpstr>
      <vt:lpstr>3.2.4 指针和一维数组间的关系</vt:lpstr>
      <vt:lpstr>3.2.4 指针和一维数组间的关系</vt:lpstr>
      <vt:lpstr>3.2.4 指针和一维数组间的关系</vt:lpstr>
      <vt:lpstr>3.2.4 指针和一维数组间的关系</vt:lpstr>
      <vt:lpstr>3.2.5 指针和二维数组间的关系</vt:lpstr>
      <vt:lpstr>3.2.5 指针和二维数组间的关系</vt:lpstr>
      <vt:lpstr>3.2.5 指针和二维数组间的关系</vt:lpstr>
      <vt:lpstr>3.2.5 指针和二维数组间的关系</vt:lpstr>
      <vt:lpstr>3.2.5 指针和二维数组间的关系</vt:lpstr>
      <vt:lpstr>3.2.5 指针和二维数组间的关系</vt:lpstr>
      <vt:lpstr>3.2.5 指针和二维数组间的关系</vt:lpstr>
      <vt:lpstr>3.2.5 指针和二维数组间的关系</vt:lpstr>
      <vt:lpstr>3.2.5 指针和二维数组间的关系</vt:lpstr>
      <vt:lpstr> 学习内容</vt:lpstr>
      <vt:lpstr>3.3.1 字符串常量</vt:lpstr>
      <vt:lpstr>3.3.1 字符串的存储</vt:lpstr>
      <vt:lpstr>PowerPoint 演示文稿</vt:lpstr>
      <vt:lpstr>3.3.3 字符指针</vt:lpstr>
      <vt:lpstr>3.3.3 字符指针</vt:lpstr>
      <vt:lpstr>3.3.3 字符指针</vt:lpstr>
      <vt:lpstr>3.3.3 字符指针</vt:lpstr>
      <vt:lpstr>3.3.3 字符指针</vt:lpstr>
      <vt:lpstr>PowerPoint 演示文稿</vt:lpstr>
      <vt:lpstr>3.3.4 字符串处理函数</vt:lpstr>
      <vt:lpstr>3.3.4 字符串处理函数</vt:lpstr>
      <vt:lpstr>3.3.4 字符串处理函数</vt:lpstr>
      <vt:lpstr>3.3.4 字符串处理函数</vt:lpstr>
      <vt:lpstr>3.3.4 字符串处理函数</vt:lpstr>
      <vt:lpstr>3.3.4 字符串处理函数</vt:lpstr>
      <vt:lpstr>3.3.4 字符串处理函数</vt:lpstr>
      <vt:lpstr>3.3.4 字符串处理函数</vt:lpstr>
      <vt:lpstr>PowerPoint 演示文稿</vt:lpstr>
      <vt:lpstr>PowerPoint 演示文稿</vt:lpstr>
      <vt:lpstr>3.3.4 字符串处理函数</vt:lpstr>
      <vt:lpstr> 学习内容</vt:lpstr>
      <vt:lpstr>PowerPoint 演示文稿</vt:lpstr>
      <vt:lpstr>3.4.1 结构体类型的声明</vt:lpstr>
      <vt:lpstr>PowerPoint 演示文稿</vt:lpstr>
      <vt:lpstr>3.4.2 结构体变量</vt:lpstr>
      <vt:lpstr>PowerPoint 演示文稿</vt:lpstr>
      <vt:lpstr>3.4.3 结构体变量的引用</vt:lpstr>
      <vt:lpstr>PowerPoint 演示文稿</vt:lpstr>
      <vt:lpstr>PowerPoint 演示文稿</vt:lpstr>
      <vt:lpstr>PowerPoint 演示文稿</vt:lpstr>
      <vt:lpstr>PowerPoint 演示文稿</vt:lpstr>
      <vt:lpstr>3.4.4 结构体数组的定义和初始化</vt:lpstr>
      <vt:lpstr>PowerPoint 演示文稿</vt:lpstr>
      <vt:lpstr>PowerPoint 演示文稿</vt:lpstr>
      <vt:lpstr>3.4.5 结构体指针的定义和初始化</vt:lpstr>
      <vt:lpstr>PowerPoint 演示文稿</vt:lpstr>
      <vt:lpstr>PowerPoint 演示文稿</vt:lpstr>
      <vt:lpstr>PowerPoint 演示文稿</vt:lpstr>
      <vt:lpstr>PowerPoint 演示文稿</vt:lpstr>
      <vt:lpstr>3.4.6 向函数传递结构体</vt:lpstr>
      <vt:lpstr>PowerPoint 演示文稿</vt:lpstr>
      <vt:lpstr>PowerPoint 演示文稿</vt:lpstr>
      <vt:lpstr>PowerPoint 演示文稿</vt:lpstr>
      <vt:lpstr> 学习内容</vt:lpstr>
      <vt:lpstr>3.5.1 C程序的内存映像 </vt:lpstr>
      <vt:lpstr>3.5.1 C程序的内存映像 </vt:lpstr>
      <vt:lpstr>3.5.2 动态内存分配函数</vt:lpstr>
      <vt:lpstr>3.5.2 动态内存分配函数</vt:lpstr>
      <vt:lpstr>3.5.2 动态内存分配函数</vt:lpstr>
      <vt:lpstr>3.5.2 动态内存分配函数</vt:lpstr>
      <vt:lpstr>3.5.2 动态内存分配函数</vt:lpstr>
      <vt:lpstr> 一维动态数组</vt:lpstr>
      <vt:lpstr>PowerPoint 演示文稿</vt:lpstr>
      <vt:lpstr> 二维动态数组</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Microsoft Office 用户</dc:creator>
  <cp:lastModifiedBy>AAADX</cp:lastModifiedBy>
  <cp:revision>77</cp:revision>
  <dcterms:created xsi:type="dcterms:W3CDTF">2025-11-16T13:55:21Z</dcterms:created>
  <dcterms:modified xsi:type="dcterms:W3CDTF">2025-11-16T13:55:21Z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402EE4D850AC4E4894C459F4713BD2C8_13</vt:lpwstr>
  </property>
  <property fmtid="{D5CDD505-2E9C-101B-9397-08002B2CF9AE}" pid="3" name="KSOProductBuildVer">
    <vt:lpwstr>2052-12.1.22522.22522</vt:lpwstr>
  </property>
</Properties>
</file>